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7" r:id="rId2"/>
    <p:sldId id="288" r:id="rId3"/>
    <p:sldId id="289" r:id="rId4"/>
    <p:sldId id="290" r:id="rId5"/>
    <p:sldId id="291" r:id="rId6"/>
    <p:sldId id="292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26" y="-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1B03-5262-4E9D-B6B7-90CE3653C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A3BD7-79C0-4E38-9B37-9724BFE3F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98352-DF05-4B9D-8675-067BF289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26F2E-F4EE-4741-B345-B8D0CF54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84A16-AE14-4DF5-AC61-4DADA782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1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2949-4C55-4DEE-BEF6-DD5E7EC4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DF1E5-1296-4916-8051-07B3FAE7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9F8BC-296F-43EB-A132-46FFACFA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463B-87C3-4292-BABB-FD42B9F7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13AE-6005-41BC-9746-3D6E9FEC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BE9E-AF10-420B-B525-FCDF7AC0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0A7C2-ADEA-4612-A2DD-5F10EA7A9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F1542-850A-47A0-9354-E0CE4C66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E177-4B8C-4BC4-9C2F-55311D5E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635C-BB74-4DE9-A683-4BE9E4B5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3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6872-634A-4992-A87C-0ABF073B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1EC4-056B-47F5-836D-B2DF636BC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DDF1-9CDB-4ED9-B38C-4CDFD0F7D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19200-5F73-4AC2-864D-3037C711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75F58-E37E-4E1F-ABF9-07F5CC35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DD748-F8A6-4C3A-A8E7-9579340E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9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0466-B91C-4D15-84E0-A1258467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1962-4154-47BC-B8A5-4121975D9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BAEA5-085B-403B-BDB9-A95EDB1A3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C1D59-BA63-41DF-9204-00B59F5D7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0853F-7774-4391-A7FE-39D9E2A7A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78BA3-59D3-4FDE-B6CD-7F71DCBD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A3CB7-C6A5-4392-9654-0E1C40BC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56280-08F3-4715-86FA-1254EA6B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2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0806-3FEF-41C6-87DE-10D767F0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95C0C-AFA8-4689-BF4B-9F327E8A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00A22-487F-4791-A05B-5654F188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70D70-2CCA-4EE1-9CA3-2F1BD42E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6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724C5-7DF6-4344-AFF0-96432B4A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A5A42-5382-42C8-AC78-5E5DD36B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A5F5-994E-4080-9271-570028A6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3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7253-B033-4855-949A-5B6DD7ED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9041-D2FD-4B4A-824F-BFA65406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66AE5-9EE6-434D-BC18-F37C6557A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A6360-3E36-4219-A500-2136346C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A7679-0324-44C1-9940-C6935422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79B2D-D239-4512-ADD8-58520910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385A-9314-4866-AE15-9B41FE79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3A8E7-786A-4937-B6C8-159D990FF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6D017-FF16-4885-A46A-58F1EA90E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E31EE-3C6D-47E6-971D-70502500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6985-52DB-403B-83C4-68439DBF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0369A-B65B-4390-8A3A-AAF3200A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8AFC-2AA0-4FA1-9A93-489B18F1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E2CD2-BC49-4754-9A4A-6C64CD643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B195-D95E-40E1-A216-4D2E9FEF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989B-EFF0-45C5-BB2E-C8D5B6FB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197D-E421-4E75-9280-B4C1AD01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A4C1F-A417-4FD9-AF25-B5C3FE1F0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5B462-E44B-455D-98A7-76115B539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DC102-B2EF-48A9-BD06-1615A428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5CF22-33C4-4F05-98D5-C5B4AFB6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4872-8C9C-4C4F-8E02-33595499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01838-9C9B-412B-A8B9-35FBF32F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9DE9A-82D9-4204-9192-9C699FB4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9C54E-D55F-4A0E-95CB-E7C2220DA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C8593-8409-485D-985B-0CB6813AD6E2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A1F4D-543D-430C-B9D2-5D79B67EB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7CBFD-833D-4219-A855-48DB29626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7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4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5.mp3"/><Relationship Id="rId7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5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7.mp3"/><Relationship Id="rId7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audio" Target="../media/media8.mp3"/><Relationship Id="rId5" Type="http://schemas.microsoft.com/office/2007/relationships/media" Target="../media/media8.mp3"/><Relationship Id="rId4" Type="http://schemas.openxmlformats.org/officeDocument/2006/relationships/audio" Target="../media/media7.mp3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0" y="7545334"/>
            <a:ext cx="6858000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6984A-BC6D-40B8-888F-2D1083968CB9}"/>
              </a:ext>
            </a:extLst>
          </p:cNvPr>
          <p:cNvSpPr/>
          <p:nvPr/>
        </p:nvSpPr>
        <p:spPr>
          <a:xfrm>
            <a:off x="2380672" y="3348789"/>
            <a:ext cx="3456169" cy="415463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E62A3A3B-D95B-40C2-BB52-D97F3F955F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4" t="16893" r="43171" b="872"/>
          <a:stretch>
            <a:fillRect/>
          </a:stretch>
        </p:blipFill>
        <p:spPr>
          <a:xfrm>
            <a:off x="2391870" y="3348789"/>
            <a:ext cx="3456169" cy="4154634"/>
          </a:xfrm>
          <a:custGeom>
            <a:avLst/>
            <a:gdLst>
              <a:gd name="connsiteX0" fmla="*/ 0 w 4691535"/>
              <a:gd name="connsiteY0" fmla="*/ 0 h 5639656"/>
              <a:gd name="connsiteX1" fmla="*/ 4691535 w 4691535"/>
              <a:gd name="connsiteY1" fmla="*/ 0 h 5639656"/>
              <a:gd name="connsiteX2" fmla="*/ 4691535 w 4691535"/>
              <a:gd name="connsiteY2" fmla="*/ 5639656 h 5639656"/>
              <a:gd name="connsiteX3" fmla="*/ 0 w 4691535"/>
              <a:gd name="connsiteY3" fmla="*/ 5639656 h 563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1535" h="5639656">
                <a:moveTo>
                  <a:pt x="0" y="0"/>
                </a:moveTo>
                <a:lnTo>
                  <a:pt x="4691535" y="0"/>
                </a:lnTo>
                <a:lnTo>
                  <a:pt x="4691535" y="5639656"/>
                </a:lnTo>
                <a:lnTo>
                  <a:pt x="0" y="5639656"/>
                </a:lnTo>
                <a:close/>
              </a:path>
            </a:pathLst>
          </a:cu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2A6F0B9-844E-44B6-BA9A-7B897061C4E3}"/>
              </a:ext>
            </a:extLst>
          </p:cNvPr>
          <p:cNvGrpSpPr/>
          <p:nvPr/>
        </p:nvGrpSpPr>
        <p:grpSpPr>
          <a:xfrm rot="21392433">
            <a:off x="3350043" y="4687711"/>
            <a:ext cx="2136058" cy="2474371"/>
            <a:chOff x="3966907" y="6327657"/>
            <a:chExt cx="2562042" cy="2967825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B4A421D-FEF8-431B-9C58-072317820408}"/>
                </a:ext>
              </a:extLst>
            </p:cNvPr>
            <p:cNvGrpSpPr/>
            <p:nvPr/>
          </p:nvGrpSpPr>
          <p:grpSpPr>
            <a:xfrm flipH="1">
              <a:off x="4194421" y="6342972"/>
              <a:ext cx="2334528" cy="2952510"/>
              <a:chOff x="-704602" y="7985701"/>
              <a:chExt cx="3011800" cy="3809064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C8DB8C9-39D5-43FF-BB8A-571847225629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F8AEB91-39B7-4EEA-9CF6-BBD12D499A3D}"/>
                  </a:ext>
                </a:extLst>
              </p:cNvPr>
              <p:cNvGrpSpPr/>
              <p:nvPr/>
            </p:nvGrpSpPr>
            <p:grpSpPr>
              <a:xfrm>
                <a:off x="-229676" y="8483998"/>
                <a:ext cx="2536874" cy="3310767"/>
                <a:chOff x="-229676" y="8483998"/>
                <a:chExt cx="2536874" cy="3310767"/>
              </a:xfrm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738339E0-5DAB-4162-92DE-242A7130FFE4}"/>
                    </a:ext>
                  </a:extLst>
                </p:cNvPr>
                <p:cNvSpPr/>
                <p:nvPr/>
              </p:nvSpPr>
              <p:spPr>
                <a:xfrm rot="404450">
                  <a:off x="1365858" y="9795879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1E33652-7184-4D45-9E40-D5994E8508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68311" flipH="1">
                  <a:off x="1523858" y="10256040"/>
                  <a:ext cx="6936" cy="1256898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7F0F9142-C4D9-4F29-8F5B-04C10748B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68311" flipH="1">
                  <a:off x="1164572" y="10454407"/>
                  <a:ext cx="48125" cy="1211761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21B177EF-2598-426A-8126-2635538FF470}"/>
                    </a:ext>
                  </a:extLst>
                </p:cNvPr>
                <p:cNvSpPr/>
                <p:nvPr/>
              </p:nvSpPr>
              <p:spPr>
                <a:xfrm>
                  <a:off x="-229676" y="8483998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1757FA72-E3AE-4B10-A6B0-787DE0EB4B35}"/>
                    </a:ext>
                  </a:extLst>
                </p:cNvPr>
                <p:cNvSpPr/>
                <p:nvPr/>
              </p:nvSpPr>
              <p:spPr>
                <a:xfrm>
                  <a:off x="1051647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Top Corners Rounded 84">
                  <a:extLst>
                    <a:ext uri="{FF2B5EF4-FFF2-40B4-BE49-F238E27FC236}">
                      <a16:creationId xmlns:a16="http://schemas.microsoft.com/office/drawing/2014/main" id="{45EA9DCD-728C-4037-8B08-13F755E9E0EC}"/>
                    </a:ext>
                  </a:extLst>
                </p:cNvPr>
                <p:cNvSpPr/>
                <p:nvPr/>
              </p:nvSpPr>
              <p:spPr>
                <a:xfrm>
                  <a:off x="1348960" y="11407475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Top Corners Rounded 85">
                  <a:extLst>
                    <a:ext uri="{FF2B5EF4-FFF2-40B4-BE49-F238E27FC236}">
                      <a16:creationId xmlns:a16="http://schemas.microsoft.com/office/drawing/2014/main" id="{476EB7A3-E77E-4F99-8169-E8CDE1176446}"/>
                    </a:ext>
                  </a:extLst>
                </p:cNvPr>
                <p:cNvSpPr/>
                <p:nvPr/>
              </p:nvSpPr>
              <p:spPr>
                <a:xfrm>
                  <a:off x="1128999" y="11594456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DAF5BE05-58FD-4697-AFB1-3511DEF5C5EE}"/>
                    </a:ext>
                  </a:extLst>
                </p:cNvPr>
                <p:cNvSpPr/>
                <p:nvPr/>
              </p:nvSpPr>
              <p:spPr>
                <a:xfrm rot="404450">
                  <a:off x="1008626" y="9969220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F01F91B2-40B5-4F86-8642-DCB2358F8165}"/>
                    </a:ext>
                  </a:extLst>
                </p:cNvPr>
                <p:cNvSpPr/>
                <p:nvPr/>
              </p:nvSpPr>
              <p:spPr>
                <a:xfrm>
                  <a:off x="1648470" y="9623682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BBF9AE6D-BD19-4F63-ADBC-301AD98B55FA}"/>
                    </a:ext>
                  </a:extLst>
                </p:cNvPr>
                <p:cNvSpPr/>
                <p:nvPr/>
              </p:nvSpPr>
              <p:spPr>
                <a:xfrm>
                  <a:off x="1934241" y="9179351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90AD818-8A65-4651-A30E-8328260442FF}"/>
                    </a:ext>
                  </a:extLst>
                </p:cNvPr>
                <p:cNvSpPr/>
                <p:nvPr/>
              </p:nvSpPr>
              <p:spPr>
                <a:xfrm>
                  <a:off x="1168545" y="929450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B2775FA6-001B-4C57-9719-A34B32CF802C}"/>
                    </a:ext>
                  </a:extLst>
                </p:cNvPr>
                <p:cNvSpPr/>
                <p:nvPr/>
              </p:nvSpPr>
              <p:spPr>
                <a:xfrm>
                  <a:off x="2031857" y="928975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1824961-AC9F-4571-9872-FD8F0AE5277F}"/>
                </a:ext>
              </a:extLst>
            </p:cNvPr>
            <p:cNvSpPr/>
            <p:nvPr/>
          </p:nvSpPr>
          <p:spPr>
            <a:xfrm>
              <a:off x="3966907" y="6327657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97BDDF-9E53-4309-93F0-33039C277447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B962C52-1B7A-4B56-A1F1-53AADFE68DCA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3112348-ED5B-466C-B9FE-ADEDAC141447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B87214-E489-4BFB-910B-50AABA85F8EB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2FDA2D8-74ED-48B3-A1D3-5D65B675D24E}"/>
              </a:ext>
            </a:extLst>
          </p:cNvPr>
          <p:cNvSpPr/>
          <p:nvPr/>
        </p:nvSpPr>
        <p:spPr>
          <a:xfrm>
            <a:off x="4294479" y="3348792"/>
            <a:ext cx="1564756" cy="4154632"/>
          </a:xfrm>
          <a:custGeom>
            <a:avLst/>
            <a:gdLst>
              <a:gd name="connsiteX0" fmla="*/ 0 w 5675679"/>
              <a:gd name="connsiteY0" fmla="*/ 0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0 w 5675679"/>
              <a:gd name="connsiteY4" fmla="*/ 0 h 6822687"/>
              <a:gd name="connsiteX0" fmla="*/ 3106057 w 5675679"/>
              <a:gd name="connsiteY0" fmla="*/ 116114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3106057 w 5675679"/>
              <a:gd name="connsiteY4" fmla="*/ 116114 h 6822687"/>
              <a:gd name="connsiteX0" fmla="*/ 0 w 2569622"/>
              <a:gd name="connsiteY0" fmla="*/ 116114 h 6822687"/>
              <a:gd name="connsiteX1" fmla="*/ 2569622 w 2569622"/>
              <a:gd name="connsiteY1" fmla="*/ 0 h 6822687"/>
              <a:gd name="connsiteX2" fmla="*/ 2569622 w 2569622"/>
              <a:gd name="connsiteY2" fmla="*/ 6822687 h 6822687"/>
              <a:gd name="connsiteX3" fmla="*/ 0 w 2569622"/>
              <a:gd name="connsiteY3" fmla="*/ 6256629 h 6822687"/>
              <a:gd name="connsiteX4" fmla="*/ 0 w 2569622"/>
              <a:gd name="connsiteY4" fmla="*/ 116114 h 6822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622" h="6822687">
                <a:moveTo>
                  <a:pt x="0" y="116114"/>
                </a:moveTo>
                <a:lnTo>
                  <a:pt x="2569622" y="0"/>
                </a:lnTo>
                <a:lnTo>
                  <a:pt x="2569622" y="6822687"/>
                </a:lnTo>
                <a:lnTo>
                  <a:pt x="0" y="6256629"/>
                </a:lnTo>
                <a:lnTo>
                  <a:pt x="0" y="11611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9D4505D6-6F0C-483F-AF99-38B3FDFEFF8D}"/>
              </a:ext>
            </a:extLst>
          </p:cNvPr>
          <p:cNvSpPr/>
          <p:nvPr/>
        </p:nvSpPr>
        <p:spPr>
          <a:xfrm>
            <a:off x="4452033" y="5944270"/>
            <a:ext cx="28727" cy="88057"/>
          </a:xfrm>
          <a:custGeom>
            <a:avLst/>
            <a:gdLst>
              <a:gd name="connsiteX0" fmla="*/ 61850 w 192568"/>
              <a:gd name="connsiteY0" fmla="*/ 197643 h 512688"/>
              <a:gd name="connsiteX1" fmla="*/ 28577 w 192568"/>
              <a:gd name="connsiteY1" fmla="*/ 230916 h 512688"/>
              <a:gd name="connsiteX2" fmla="*/ 28577 w 192568"/>
              <a:gd name="connsiteY2" fmla="*/ 316391 h 512688"/>
              <a:gd name="connsiteX3" fmla="*/ 65330 w 192568"/>
              <a:gd name="connsiteY3" fmla="*/ 353144 h 512688"/>
              <a:gd name="connsiteX4" fmla="*/ 65329 w 192568"/>
              <a:gd name="connsiteY4" fmla="*/ 353145 h 512688"/>
              <a:gd name="connsiteX5" fmla="*/ 102082 w 192568"/>
              <a:gd name="connsiteY5" fmla="*/ 316392 h 512688"/>
              <a:gd name="connsiteX6" fmla="*/ 102082 w 192568"/>
              <a:gd name="connsiteY6" fmla="*/ 230916 h 512688"/>
              <a:gd name="connsiteX7" fmla="*/ 68809 w 192568"/>
              <a:gd name="connsiteY7" fmla="*/ 197643 h 512688"/>
              <a:gd name="connsiteX8" fmla="*/ 87168 w 192568"/>
              <a:gd name="connsiteY8" fmla="*/ 0 h 512688"/>
              <a:gd name="connsiteX9" fmla="*/ 105400 w 192568"/>
              <a:gd name="connsiteY9" fmla="*/ 0 h 512688"/>
              <a:gd name="connsiteX10" fmla="*/ 192568 w 192568"/>
              <a:gd name="connsiteY10" fmla="*/ 87168 h 512688"/>
              <a:gd name="connsiteX11" fmla="*/ 192568 w 192568"/>
              <a:gd name="connsiteY11" fmla="*/ 416404 h 512688"/>
              <a:gd name="connsiteX12" fmla="*/ 96284 w 192568"/>
              <a:gd name="connsiteY12" fmla="*/ 512688 h 512688"/>
              <a:gd name="connsiteX13" fmla="*/ 0 w 192568"/>
              <a:gd name="connsiteY13" fmla="*/ 416404 h 512688"/>
              <a:gd name="connsiteX14" fmla="*/ 0 w 192568"/>
              <a:gd name="connsiteY14" fmla="*/ 87168 h 512688"/>
              <a:gd name="connsiteX15" fmla="*/ 87168 w 192568"/>
              <a:gd name="connsiteY15" fmla="*/ 0 h 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2568" h="512688">
                <a:moveTo>
                  <a:pt x="61850" y="197643"/>
                </a:moveTo>
                <a:cubicBezTo>
                  <a:pt x="43474" y="197643"/>
                  <a:pt x="28577" y="212540"/>
                  <a:pt x="28577" y="230916"/>
                </a:cubicBezTo>
                <a:lnTo>
                  <a:pt x="28577" y="316391"/>
                </a:lnTo>
                <a:cubicBezTo>
                  <a:pt x="28577" y="336689"/>
                  <a:pt x="45032" y="353144"/>
                  <a:pt x="65330" y="353144"/>
                </a:cubicBezTo>
                <a:lnTo>
                  <a:pt x="65329" y="353145"/>
                </a:lnTo>
                <a:cubicBezTo>
                  <a:pt x="85627" y="353145"/>
                  <a:pt x="102082" y="336690"/>
                  <a:pt x="102082" y="316392"/>
                </a:cubicBezTo>
                <a:lnTo>
                  <a:pt x="102082" y="230916"/>
                </a:lnTo>
                <a:cubicBezTo>
                  <a:pt x="102082" y="212540"/>
                  <a:pt x="87185" y="197643"/>
                  <a:pt x="68809" y="197643"/>
                </a:cubicBezTo>
                <a:close/>
                <a:moveTo>
                  <a:pt x="87168" y="0"/>
                </a:moveTo>
                <a:lnTo>
                  <a:pt x="105400" y="0"/>
                </a:lnTo>
                <a:cubicBezTo>
                  <a:pt x="153542" y="0"/>
                  <a:pt x="192568" y="39026"/>
                  <a:pt x="192568" y="87168"/>
                </a:cubicBezTo>
                <a:lnTo>
                  <a:pt x="192568" y="416404"/>
                </a:lnTo>
                <a:cubicBezTo>
                  <a:pt x="192568" y="469580"/>
                  <a:pt x="149460" y="512688"/>
                  <a:pt x="96284" y="512688"/>
                </a:cubicBezTo>
                <a:cubicBezTo>
                  <a:pt x="43108" y="512688"/>
                  <a:pt x="0" y="469580"/>
                  <a:pt x="0" y="416404"/>
                </a:cubicBezTo>
                <a:lnTo>
                  <a:pt x="0" y="87168"/>
                </a:lnTo>
                <a:cubicBezTo>
                  <a:pt x="0" y="39026"/>
                  <a:pt x="39026" y="0"/>
                  <a:pt x="87168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A8857D-66FB-43A1-9BF0-FF27D9626B17}"/>
              </a:ext>
            </a:extLst>
          </p:cNvPr>
          <p:cNvGrpSpPr/>
          <p:nvPr/>
        </p:nvGrpSpPr>
        <p:grpSpPr>
          <a:xfrm>
            <a:off x="4439717" y="5748833"/>
            <a:ext cx="115112" cy="140578"/>
            <a:chOff x="6207245" y="3221193"/>
            <a:chExt cx="224035" cy="273598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8204411-424C-4554-9525-06ACCB725038}"/>
                </a:ext>
              </a:extLst>
            </p:cNvPr>
            <p:cNvSpPr/>
            <p:nvPr/>
          </p:nvSpPr>
          <p:spPr>
            <a:xfrm>
              <a:off x="6207245" y="3221193"/>
              <a:ext cx="120183" cy="2735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7D8465-A5CD-49AC-B94D-9D1D7AE4332F}"/>
                </a:ext>
              </a:extLst>
            </p:cNvPr>
            <p:cNvCxnSpPr>
              <a:cxnSpLocks/>
              <a:stCxn id="155" idx="6"/>
            </p:cNvCxnSpPr>
            <p:nvPr/>
          </p:nvCxnSpPr>
          <p:spPr>
            <a:xfrm>
              <a:off x="6327428" y="3357992"/>
              <a:ext cx="10385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4EBDAFC-9CE4-48FF-A498-0DEB676ED209}"/>
              </a:ext>
            </a:extLst>
          </p:cNvPr>
          <p:cNvGrpSpPr/>
          <p:nvPr/>
        </p:nvGrpSpPr>
        <p:grpSpPr>
          <a:xfrm flipH="1">
            <a:off x="443931" y="4986142"/>
            <a:ext cx="2243425" cy="3279596"/>
            <a:chOff x="1045004" y="2657176"/>
            <a:chExt cx="2294624" cy="335443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DCE9647F-2233-47DB-AA8C-CC8AB7F5668D}"/>
                </a:ext>
              </a:extLst>
            </p:cNvPr>
            <p:cNvGrpSpPr/>
            <p:nvPr/>
          </p:nvGrpSpPr>
          <p:grpSpPr>
            <a:xfrm>
              <a:off x="1045004" y="2657176"/>
              <a:ext cx="2294624" cy="3354438"/>
              <a:chOff x="3641993" y="4774931"/>
              <a:chExt cx="2632220" cy="3847961"/>
            </a:xfrm>
          </p:grpSpPr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17064AB-34ED-4444-8A84-6A4B5D449821}"/>
                  </a:ext>
                </a:extLst>
              </p:cNvPr>
              <p:cNvSpPr/>
              <p:nvPr/>
            </p:nvSpPr>
            <p:spPr>
              <a:xfrm rot="19136376" flipH="1">
                <a:off x="5219520" y="6282999"/>
                <a:ext cx="649908" cy="923978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041B769-AB02-42A5-BF5D-B8C054EB1967}"/>
                  </a:ext>
                </a:extLst>
              </p:cNvPr>
              <p:cNvSpPr/>
              <p:nvPr/>
            </p:nvSpPr>
            <p:spPr>
              <a:xfrm rot="21073821">
                <a:off x="3745495" y="6377475"/>
                <a:ext cx="649907" cy="923977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7541A79-438D-4947-9D41-56F9F305F3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1552" y="7185995"/>
                <a:ext cx="26032" cy="128412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E4D9B428-DB86-452A-A899-4016351A270B}"/>
                  </a:ext>
                </a:extLst>
              </p:cNvPr>
              <p:cNvCxnSpPr>
                <a:cxnSpLocks/>
                <a:endCxn id="239" idx="3"/>
              </p:cNvCxnSpPr>
              <p:nvPr/>
            </p:nvCxnSpPr>
            <p:spPr>
              <a:xfrm>
                <a:off x="5187625" y="7068168"/>
                <a:ext cx="12753" cy="1312755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4E9D93EC-8E6F-4344-9794-47FDEB6B6825}"/>
                  </a:ext>
                </a:extLst>
              </p:cNvPr>
              <p:cNvSpPr/>
              <p:nvPr/>
            </p:nvSpPr>
            <p:spPr>
              <a:xfrm>
                <a:off x="3698769" y="4774931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C58EB728-52EF-46F4-87D9-7A46EE921E05}"/>
                  </a:ext>
                </a:extLst>
              </p:cNvPr>
              <p:cNvSpPr/>
              <p:nvPr/>
            </p:nvSpPr>
            <p:spPr>
              <a:xfrm>
                <a:off x="4242308" y="5803090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Rectangle: Top Corners Rounded 238">
                <a:extLst>
                  <a:ext uri="{FF2B5EF4-FFF2-40B4-BE49-F238E27FC236}">
                    <a16:creationId xmlns:a16="http://schemas.microsoft.com/office/drawing/2014/main" id="{006C61EC-0A4D-4347-85E2-D85D714E2C36}"/>
                  </a:ext>
                </a:extLst>
              </p:cNvPr>
              <p:cNvSpPr/>
              <p:nvPr/>
            </p:nvSpPr>
            <p:spPr>
              <a:xfrm>
                <a:off x="4865630" y="8380923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Rectangle: Top Corners Rounded 239">
                <a:extLst>
                  <a:ext uri="{FF2B5EF4-FFF2-40B4-BE49-F238E27FC236}">
                    <a16:creationId xmlns:a16="http://schemas.microsoft.com/office/drawing/2014/main" id="{AB532A85-A2F9-474E-8AA7-4FF01CAB97A2}"/>
                  </a:ext>
                </a:extLst>
              </p:cNvPr>
              <p:cNvSpPr/>
              <p:nvPr/>
            </p:nvSpPr>
            <p:spPr>
              <a:xfrm>
                <a:off x="4256796" y="8422581"/>
                <a:ext cx="669496" cy="2003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EEC75875-5FED-4FC7-B9E0-510459F5A6BD}"/>
                  </a:ext>
                </a:extLst>
              </p:cNvPr>
              <p:cNvSpPr/>
              <p:nvPr/>
            </p:nvSpPr>
            <p:spPr>
              <a:xfrm flipH="1">
                <a:off x="5285899" y="6714814"/>
                <a:ext cx="551372" cy="383063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  <a:gd name="connsiteX0" fmla="*/ 0 w 723830"/>
                  <a:gd name="connsiteY0" fmla="*/ 0 h 1002839"/>
                  <a:gd name="connsiteX1" fmla="*/ 633604 w 723830"/>
                  <a:gd name="connsiteY1" fmla="*/ 903446 h 1002839"/>
                  <a:gd name="connsiteX2" fmla="*/ 719329 w 723830"/>
                  <a:gd name="connsiteY2" fmla="*/ 979646 h 1002839"/>
                  <a:gd name="connsiteX3" fmla="*/ 719329 w 723830"/>
                  <a:gd name="connsiteY3" fmla="*/ 979646 h 1002839"/>
                  <a:gd name="connsiteX0" fmla="*/ 0 w 719414"/>
                  <a:gd name="connsiteY0" fmla="*/ 0 h 979646"/>
                  <a:gd name="connsiteX1" fmla="*/ 168042 w 719414"/>
                  <a:gd name="connsiteY1" fmla="*/ 596585 h 979646"/>
                  <a:gd name="connsiteX2" fmla="*/ 633604 w 719414"/>
                  <a:gd name="connsiteY2" fmla="*/ 903446 h 979646"/>
                  <a:gd name="connsiteX3" fmla="*/ 719329 w 719414"/>
                  <a:gd name="connsiteY3" fmla="*/ 979646 h 979646"/>
                  <a:gd name="connsiteX4" fmla="*/ 719329 w 719414"/>
                  <a:gd name="connsiteY4" fmla="*/ 979646 h 979646"/>
                  <a:gd name="connsiteX0" fmla="*/ 0 w 551372"/>
                  <a:gd name="connsiteY0" fmla="*/ 0 h 383061"/>
                  <a:gd name="connsiteX1" fmla="*/ 465562 w 551372"/>
                  <a:gd name="connsiteY1" fmla="*/ 306861 h 383061"/>
                  <a:gd name="connsiteX2" fmla="*/ 551287 w 551372"/>
                  <a:gd name="connsiteY2" fmla="*/ 383061 h 383061"/>
                  <a:gd name="connsiteX3" fmla="*/ 551287 w 551372"/>
                  <a:gd name="connsiteY3" fmla="*/ 383061 h 38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1372" h="383061">
                    <a:moveTo>
                      <a:pt x="0" y="0"/>
                    </a:moveTo>
                    <a:cubicBezTo>
                      <a:pt x="105601" y="150574"/>
                      <a:pt x="373681" y="243018"/>
                      <a:pt x="465562" y="306861"/>
                    </a:cubicBezTo>
                    <a:cubicBezTo>
                      <a:pt x="557443" y="370705"/>
                      <a:pt x="551287" y="383061"/>
                      <a:pt x="551287" y="383061"/>
                    </a:cubicBezTo>
                    <a:lnTo>
                      <a:pt x="551287" y="38306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53DF283-9A8B-4453-A24B-F27427236394}"/>
                  </a:ext>
                </a:extLst>
              </p:cNvPr>
              <p:cNvSpPr/>
              <p:nvPr/>
            </p:nvSpPr>
            <p:spPr>
              <a:xfrm rot="420143" flipH="1">
                <a:off x="4624421" y="6206429"/>
                <a:ext cx="184935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F74F0766-A4B0-4444-AE73-F5F3C0E8C22D}"/>
                  </a:ext>
                </a:extLst>
              </p:cNvPr>
              <p:cNvSpPr/>
              <p:nvPr/>
            </p:nvSpPr>
            <p:spPr>
              <a:xfrm>
                <a:off x="5124900" y="5803089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A452AFDA-34BD-43DF-A8E3-0AF878C204D0}"/>
                  </a:ext>
                </a:extLst>
              </p:cNvPr>
              <p:cNvSpPr/>
              <p:nvPr/>
            </p:nvSpPr>
            <p:spPr>
              <a:xfrm>
                <a:off x="4321978" y="5891562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98890F3A-D721-4E9B-A069-1FAEE705A1B1}"/>
                  </a:ext>
                </a:extLst>
              </p:cNvPr>
              <p:cNvSpPr/>
              <p:nvPr/>
            </p:nvSpPr>
            <p:spPr>
              <a:xfrm>
                <a:off x="5217864" y="5906421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178AE893-C777-4138-A808-4EDAEDAD7B3B}"/>
                  </a:ext>
                </a:extLst>
              </p:cNvPr>
              <p:cNvSpPr/>
              <p:nvPr/>
            </p:nvSpPr>
            <p:spPr>
              <a:xfrm>
                <a:off x="3641993" y="4812994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1882FA1-E040-492E-817C-00A61683EAD3}"/>
                  </a:ext>
                </a:extLst>
              </p:cNvPr>
              <p:cNvSpPr/>
              <p:nvPr/>
            </p:nvSpPr>
            <p:spPr>
              <a:xfrm>
                <a:off x="3674442" y="4866509"/>
                <a:ext cx="2599771" cy="2447781"/>
              </a:xfrm>
              <a:prstGeom prst="ellipse">
                <a:avLst/>
              </a:pr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6D9BC60-F4F6-4189-8E77-F1976E367338}"/>
                </a:ext>
              </a:extLst>
            </p:cNvPr>
            <p:cNvSpPr/>
            <p:nvPr/>
          </p:nvSpPr>
          <p:spPr>
            <a:xfrm>
              <a:off x="1126635" y="2703643"/>
              <a:ext cx="1975188" cy="522495"/>
            </a:xfrm>
            <a:custGeom>
              <a:avLst/>
              <a:gdLst>
                <a:gd name="connsiteX0" fmla="*/ 949712 w 1899424"/>
                <a:gd name="connsiteY0" fmla="*/ 0 h 522495"/>
                <a:gd name="connsiteX1" fmla="*/ 32803 w 1899424"/>
                <a:gd name="connsiteY1" fmla="*/ 470394 h 522495"/>
                <a:gd name="connsiteX2" fmla="*/ 0 w 1899424"/>
                <a:gd name="connsiteY2" fmla="*/ 522495 h 522495"/>
                <a:gd name="connsiteX3" fmla="*/ 32803 w 1899424"/>
                <a:gd name="connsiteY3" fmla="*/ 519258 h 522495"/>
                <a:gd name="connsiteX4" fmla="*/ 949712 w 1899424"/>
                <a:gd name="connsiteY4" fmla="*/ 490037 h 522495"/>
                <a:gd name="connsiteX5" fmla="*/ 1866621 w 1899424"/>
                <a:gd name="connsiteY5" fmla="*/ 519258 h 522495"/>
                <a:gd name="connsiteX6" fmla="*/ 1899424 w 1899424"/>
                <a:gd name="connsiteY6" fmla="*/ 522495 h 522495"/>
                <a:gd name="connsiteX7" fmla="*/ 1866621 w 1899424"/>
                <a:gd name="connsiteY7" fmla="*/ 470394 h 522495"/>
                <a:gd name="connsiteX8" fmla="*/ 949712 w 1899424"/>
                <a:gd name="connsiteY8" fmla="*/ 0 h 52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9424" h="522495">
                  <a:moveTo>
                    <a:pt x="949712" y="0"/>
                  </a:moveTo>
                  <a:cubicBezTo>
                    <a:pt x="568030" y="0"/>
                    <a:pt x="231516" y="186592"/>
                    <a:pt x="32803" y="470394"/>
                  </a:cubicBezTo>
                  <a:lnTo>
                    <a:pt x="0" y="522495"/>
                  </a:lnTo>
                  <a:lnTo>
                    <a:pt x="32803" y="519258"/>
                  </a:lnTo>
                  <a:cubicBezTo>
                    <a:pt x="231516" y="501629"/>
                    <a:pt x="568030" y="490037"/>
                    <a:pt x="949712" y="490037"/>
                  </a:cubicBezTo>
                  <a:cubicBezTo>
                    <a:pt x="1331394" y="490037"/>
                    <a:pt x="1667909" y="501629"/>
                    <a:pt x="1866621" y="519258"/>
                  </a:cubicBezTo>
                  <a:lnTo>
                    <a:pt x="1899424" y="522495"/>
                  </a:lnTo>
                  <a:lnTo>
                    <a:pt x="1866621" y="470394"/>
                  </a:lnTo>
                  <a:cubicBezTo>
                    <a:pt x="1667909" y="186592"/>
                    <a:pt x="1331394" y="0"/>
                    <a:pt x="949712" y="0"/>
                  </a:cubicBezTo>
                  <a:close/>
                </a:path>
              </a:pathLst>
            </a:custGeom>
            <a:solidFill>
              <a:schemeClr val="tx1"/>
            </a:solidFill>
            <a:ln w="571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B987893B-7136-436C-81BE-D9ED32A035DB}"/>
              </a:ext>
            </a:extLst>
          </p:cNvPr>
          <p:cNvSpPr txBox="1"/>
          <p:nvPr/>
        </p:nvSpPr>
        <p:spPr>
          <a:xfrm>
            <a:off x="314090" y="480994"/>
            <a:ext cx="62865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00" dirty="0"/>
              <a:t>A Clueless Detective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1E65CC16-1682-4D82-BE34-289214EFD61E}"/>
              </a:ext>
            </a:extLst>
          </p:cNvPr>
          <p:cNvSpPr/>
          <p:nvPr/>
        </p:nvSpPr>
        <p:spPr>
          <a:xfrm rot="2364905" flipH="1">
            <a:off x="3852043" y="6019340"/>
            <a:ext cx="378504" cy="304298"/>
          </a:xfrm>
          <a:prstGeom prst="arc">
            <a:avLst>
              <a:gd name="adj1" fmla="val 18625565"/>
              <a:gd name="adj2" fmla="val 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56841F-C2D9-433C-A239-D7FC4C6262D6}"/>
              </a:ext>
            </a:extLst>
          </p:cNvPr>
          <p:cNvSpPr/>
          <p:nvPr/>
        </p:nvSpPr>
        <p:spPr>
          <a:xfrm rot="8542871" flipV="1">
            <a:off x="4014188" y="5991382"/>
            <a:ext cx="45719" cy="45719"/>
          </a:xfrm>
          <a:custGeom>
            <a:avLst/>
            <a:gdLst>
              <a:gd name="connsiteX0" fmla="*/ 89168 w 114568"/>
              <a:gd name="connsiteY0" fmla="*/ 0 h 54563"/>
              <a:gd name="connsiteX1" fmla="*/ 268 w 114568"/>
              <a:gd name="connsiteY1" fmla="*/ 50800 h 54563"/>
              <a:gd name="connsiteX2" fmla="*/ 114568 w 114568"/>
              <a:gd name="connsiteY2" fmla="*/ 50800 h 54563"/>
              <a:gd name="connsiteX3" fmla="*/ 114568 w 114568"/>
              <a:gd name="connsiteY3" fmla="*/ 50800 h 5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68" h="54563">
                <a:moveTo>
                  <a:pt x="89168" y="0"/>
                </a:moveTo>
                <a:cubicBezTo>
                  <a:pt x="42601" y="21166"/>
                  <a:pt x="-3965" y="42333"/>
                  <a:pt x="268" y="50800"/>
                </a:cubicBezTo>
                <a:cubicBezTo>
                  <a:pt x="4501" y="59267"/>
                  <a:pt x="114568" y="50800"/>
                  <a:pt x="114568" y="50800"/>
                </a:cubicBezTo>
                <a:lnTo>
                  <a:pt x="114568" y="5080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ElevenLabs_2025-01-05T20_17_26_Brian_pre_s50_sb75_se0_b_m2">
            <a:hlinkClick r:id="" action="ppaction://media"/>
            <a:extLst>
              <a:ext uri="{FF2B5EF4-FFF2-40B4-BE49-F238E27FC236}">
                <a16:creationId xmlns:a16="http://schemas.microsoft.com/office/drawing/2014/main" id="{D355852F-39CC-4086-A0A2-C9CC4292DDD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18690A9-270E-42C9-8756-8ABA261339D7}"/>
              </a:ext>
            </a:extLst>
          </p:cNvPr>
          <p:cNvGrpSpPr/>
          <p:nvPr/>
        </p:nvGrpSpPr>
        <p:grpSpPr>
          <a:xfrm flipH="1">
            <a:off x="224615" y="4705975"/>
            <a:ext cx="2742047" cy="1193285"/>
            <a:chOff x="3064487" y="2345428"/>
            <a:chExt cx="1598954" cy="695833"/>
          </a:xfrm>
        </p:grpSpPr>
        <p:sp>
          <p:nvSpPr>
            <p:cNvPr id="104" name="Rectangle 66">
              <a:extLst>
                <a:ext uri="{FF2B5EF4-FFF2-40B4-BE49-F238E27FC236}">
                  <a16:creationId xmlns:a16="http://schemas.microsoft.com/office/drawing/2014/main" id="{78BB0ABE-C0DC-4598-9FD6-279681B12E1D}"/>
                </a:ext>
              </a:extLst>
            </p:cNvPr>
            <p:cNvSpPr/>
            <p:nvPr/>
          </p:nvSpPr>
          <p:spPr>
            <a:xfrm>
              <a:off x="3064487" y="2765594"/>
              <a:ext cx="1242011" cy="117695"/>
            </a:xfrm>
            <a:custGeom>
              <a:avLst/>
              <a:gdLst>
                <a:gd name="connsiteX0" fmla="*/ 0 w 1311968"/>
                <a:gd name="connsiteY0" fmla="*/ 0 h 321478"/>
                <a:gd name="connsiteX1" fmla="*/ 1311968 w 1311968"/>
                <a:gd name="connsiteY1" fmla="*/ 0 h 321478"/>
                <a:gd name="connsiteX2" fmla="*/ 1311968 w 1311968"/>
                <a:gd name="connsiteY2" fmla="*/ 321478 h 321478"/>
                <a:gd name="connsiteX3" fmla="*/ 0 w 1311968"/>
                <a:gd name="connsiteY3" fmla="*/ 321478 h 321478"/>
                <a:gd name="connsiteX4" fmla="*/ 0 w 1311968"/>
                <a:gd name="connsiteY4" fmla="*/ 0 h 321478"/>
                <a:gd name="connsiteX0" fmla="*/ 145774 w 1457742"/>
                <a:gd name="connsiteY0" fmla="*/ 0 h 321478"/>
                <a:gd name="connsiteX1" fmla="*/ 1457742 w 1457742"/>
                <a:gd name="connsiteY1" fmla="*/ 0 h 321478"/>
                <a:gd name="connsiteX2" fmla="*/ 1457742 w 1457742"/>
                <a:gd name="connsiteY2" fmla="*/ 321478 h 321478"/>
                <a:gd name="connsiteX3" fmla="*/ 0 w 1457742"/>
                <a:gd name="connsiteY3" fmla="*/ 202208 h 321478"/>
                <a:gd name="connsiteX4" fmla="*/ 145774 w 1457742"/>
                <a:gd name="connsiteY4" fmla="*/ 0 h 321478"/>
                <a:gd name="connsiteX0" fmla="*/ 145774 w 1457742"/>
                <a:gd name="connsiteY0" fmla="*/ 0 h 202208"/>
                <a:gd name="connsiteX1" fmla="*/ 1457742 w 1457742"/>
                <a:gd name="connsiteY1" fmla="*/ 0 h 202208"/>
                <a:gd name="connsiteX2" fmla="*/ 0 w 1457742"/>
                <a:gd name="connsiteY2" fmla="*/ 202208 h 202208"/>
                <a:gd name="connsiteX3" fmla="*/ 145774 w 1457742"/>
                <a:gd name="connsiteY3" fmla="*/ 0 h 202208"/>
                <a:gd name="connsiteX0" fmla="*/ 145774 w 1457742"/>
                <a:gd name="connsiteY0" fmla="*/ 0 h 253584"/>
                <a:gd name="connsiteX1" fmla="*/ 1457742 w 1457742"/>
                <a:gd name="connsiteY1" fmla="*/ 0 h 253584"/>
                <a:gd name="connsiteX2" fmla="*/ 0 w 1457742"/>
                <a:gd name="connsiteY2" fmla="*/ 202208 h 253584"/>
                <a:gd name="connsiteX3" fmla="*/ 145774 w 1457742"/>
                <a:gd name="connsiteY3" fmla="*/ 0 h 253584"/>
                <a:gd name="connsiteX0" fmla="*/ 145774 w 1457742"/>
                <a:gd name="connsiteY0" fmla="*/ 0 h 299889"/>
                <a:gd name="connsiteX1" fmla="*/ 1457742 w 1457742"/>
                <a:gd name="connsiteY1" fmla="*/ 0 h 299889"/>
                <a:gd name="connsiteX2" fmla="*/ 0 w 1457742"/>
                <a:gd name="connsiteY2" fmla="*/ 202208 h 299889"/>
                <a:gd name="connsiteX3" fmla="*/ 145774 w 1457742"/>
                <a:gd name="connsiteY3" fmla="*/ 0 h 299889"/>
                <a:gd name="connsiteX0" fmla="*/ 145774 w 1457742"/>
                <a:gd name="connsiteY0" fmla="*/ 0 h 299889"/>
                <a:gd name="connsiteX1" fmla="*/ 1457742 w 1457742"/>
                <a:gd name="connsiteY1" fmla="*/ 0 h 299889"/>
                <a:gd name="connsiteX2" fmla="*/ 0 w 1457742"/>
                <a:gd name="connsiteY2" fmla="*/ 202208 h 299889"/>
                <a:gd name="connsiteX3" fmla="*/ 145774 w 1457742"/>
                <a:gd name="connsiteY3" fmla="*/ 0 h 29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7742" h="299889">
                  <a:moveTo>
                    <a:pt x="145774" y="0"/>
                  </a:moveTo>
                  <a:lnTo>
                    <a:pt x="1457742" y="0"/>
                  </a:lnTo>
                  <a:cubicBezTo>
                    <a:pt x="534506" y="464968"/>
                    <a:pt x="485914" y="267326"/>
                    <a:pt x="0" y="202208"/>
                  </a:cubicBezTo>
                  <a:lnTo>
                    <a:pt x="145774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64">
              <a:extLst>
                <a:ext uri="{FF2B5EF4-FFF2-40B4-BE49-F238E27FC236}">
                  <a16:creationId xmlns:a16="http://schemas.microsoft.com/office/drawing/2014/main" id="{581BC249-F7AC-4A07-A77B-DCAB9E66A641}"/>
                </a:ext>
              </a:extLst>
            </p:cNvPr>
            <p:cNvSpPr/>
            <p:nvPr/>
          </p:nvSpPr>
          <p:spPr>
            <a:xfrm>
              <a:off x="3107620" y="2345428"/>
              <a:ext cx="1555821" cy="695833"/>
            </a:xfrm>
            <a:custGeom>
              <a:avLst/>
              <a:gdLst>
                <a:gd name="connsiteX0" fmla="*/ 0 w 1338469"/>
                <a:gd name="connsiteY0" fmla="*/ 251792 h 503583"/>
                <a:gd name="connsiteX1" fmla="*/ 669235 w 1338469"/>
                <a:gd name="connsiteY1" fmla="*/ 0 h 503583"/>
                <a:gd name="connsiteX2" fmla="*/ 1338470 w 1338469"/>
                <a:gd name="connsiteY2" fmla="*/ 251792 h 503583"/>
                <a:gd name="connsiteX3" fmla="*/ 669235 w 1338469"/>
                <a:gd name="connsiteY3" fmla="*/ 503584 h 503583"/>
                <a:gd name="connsiteX4" fmla="*/ 0 w 1338469"/>
                <a:gd name="connsiteY4" fmla="*/ 251792 h 503583"/>
                <a:gd name="connsiteX0" fmla="*/ 0 w 1497496"/>
                <a:gd name="connsiteY0" fmla="*/ 259390 h 593036"/>
                <a:gd name="connsiteX1" fmla="*/ 669235 w 1497496"/>
                <a:gd name="connsiteY1" fmla="*/ 7598 h 593036"/>
                <a:gd name="connsiteX2" fmla="*/ 1497496 w 1497496"/>
                <a:gd name="connsiteY2" fmla="*/ 524433 h 593036"/>
                <a:gd name="connsiteX3" fmla="*/ 669235 w 1497496"/>
                <a:gd name="connsiteY3" fmla="*/ 511182 h 593036"/>
                <a:gd name="connsiteX4" fmla="*/ 0 w 1497496"/>
                <a:gd name="connsiteY4" fmla="*/ 259390 h 593036"/>
                <a:gd name="connsiteX0" fmla="*/ 0 w 1497496"/>
                <a:gd name="connsiteY0" fmla="*/ 257677 h 584076"/>
                <a:gd name="connsiteX1" fmla="*/ 669235 w 1497496"/>
                <a:gd name="connsiteY1" fmla="*/ 5885 h 584076"/>
                <a:gd name="connsiteX2" fmla="*/ 1497496 w 1497496"/>
                <a:gd name="connsiteY2" fmla="*/ 522720 h 584076"/>
                <a:gd name="connsiteX3" fmla="*/ 669235 w 1497496"/>
                <a:gd name="connsiteY3" fmla="*/ 482965 h 584076"/>
                <a:gd name="connsiteX4" fmla="*/ 0 w 1497496"/>
                <a:gd name="connsiteY4" fmla="*/ 257677 h 584076"/>
                <a:gd name="connsiteX0" fmla="*/ 0 w 1391479"/>
                <a:gd name="connsiteY0" fmla="*/ 437669 h 572455"/>
                <a:gd name="connsiteX1" fmla="*/ 563218 w 1391479"/>
                <a:gd name="connsiteY1" fmla="*/ 347 h 572455"/>
                <a:gd name="connsiteX2" fmla="*/ 1391479 w 1391479"/>
                <a:gd name="connsiteY2" fmla="*/ 517182 h 572455"/>
                <a:gd name="connsiteX3" fmla="*/ 563218 w 1391479"/>
                <a:gd name="connsiteY3" fmla="*/ 477427 h 572455"/>
                <a:gd name="connsiteX4" fmla="*/ 0 w 1391479"/>
                <a:gd name="connsiteY4" fmla="*/ 437669 h 572455"/>
                <a:gd name="connsiteX0" fmla="*/ 43020 w 1434499"/>
                <a:gd name="connsiteY0" fmla="*/ 530374 h 665160"/>
                <a:gd name="connsiteX1" fmla="*/ 195420 w 1434499"/>
                <a:gd name="connsiteY1" fmla="*/ 287 h 665160"/>
                <a:gd name="connsiteX2" fmla="*/ 1434499 w 1434499"/>
                <a:gd name="connsiteY2" fmla="*/ 609887 h 665160"/>
                <a:gd name="connsiteX3" fmla="*/ 606238 w 1434499"/>
                <a:gd name="connsiteY3" fmla="*/ 570132 h 665160"/>
                <a:gd name="connsiteX4" fmla="*/ 43020 w 1434499"/>
                <a:gd name="connsiteY4" fmla="*/ 530374 h 665160"/>
                <a:gd name="connsiteX0" fmla="*/ 86156 w 1477635"/>
                <a:gd name="connsiteY0" fmla="*/ 543019 h 677805"/>
                <a:gd name="connsiteX1" fmla="*/ 238556 w 1477635"/>
                <a:gd name="connsiteY1" fmla="*/ 12932 h 677805"/>
                <a:gd name="connsiteX2" fmla="*/ 1477635 w 1477635"/>
                <a:gd name="connsiteY2" fmla="*/ 622532 h 677805"/>
                <a:gd name="connsiteX3" fmla="*/ 649374 w 1477635"/>
                <a:gd name="connsiteY3" fmla="*/ 582777 h 677805"/>
                <a:gd name="connsiteX4" fmla="*/ 86156 w 1477635"/>
                <a:gd name="connsiteY4" fmla="*/ 543019 h 677805"/>
                <a:gd name="connsiteX0" fmla="*/ 86156 w 1477635"/>
                <a:gd name="connsiteY0" fmla="*/ 543545 h 678331"/>
                <a:gd name="connsiteX1" fmla="*/ 238556 w 1477635"/>
                <a:gd name="connsiteY1" fmla="*/ 13458 h 678331"/>
                <a:gd name="connsiteX2" fmla="*/ 1477635 w 1477635"/>
                <a:gd name="connsiteY2" fmla="*/ 623058 h 678331"/>
                <a:gd name="connsiteX3" fmla="*/ 649374 w 1477635"/>
                <a:gd name="connsiteY3" fmla="*/ 583303 h 678331"/>
                <a:gd name="connsiteX4" fmla="*/ 86156 w 1477635"/>
                <a:gd name="connsiteY4" fmla="*/ 543545 h 678331"/>
                <a:gd name="connsiteX0" fmla="*/ 86156 w 1477635"/>
                <a:gd name="connsiteY0" fmla="*/ 543545 h 689991"/>
                <a:gd name="connsiteX1" fmla="*/ 238556 w 1477635"/>
                <a:gd name="connsiteY1" fmla="*/ 13458 h 689991"/>
                <a:gd name="connsiteX2" fmla="*/ 1477635 w 1477635"/>
                <a:gd name="connsiteY2" fmla="*/ 623058 h 689991"/>
                <a:gd name="connsiteX3" fmla="*/ 649374 w 1477635"/>
                <a:gd name="connsiteY3" fmla="*/ 583303 h 689991"/>
                <a:gd name="connsiteX4" fmla="*/ 86156 w 1477635"/>
                <a:gd name="connsiteY4" fmla="*/ 543545 h 689991"/>
                <a:gd name="connsiteX0" fmla="*/ 86156 w 1477635"/>
                <a:gd name="connsiteY0" fmla="*/ 543545 h 695833"/>
                <a:gd name="connsiteX1" fmla="*/ 238556 w 1477635"/>
                <a:gd name="connsiteY1" fmla="*/ 13458 h 695833"/>
                <a:gd name="connsiteX2" fmla="*/ 1477635 w 1477635"/>
                <a:gd name="connsiteY2" fmla="*/ 623058 h 695833"/>
                <a:gd name="connsiteX3" fmla="*/ 649374 w 1477635"/>
                <a:gd name="connsiteY3" fmla="*/ 583303 h 695833"/>
                <a:gd name="connsiteX4" fmla="*/ 86156 w 1477635"/>
                <a:gd name="connsiteY4" fmla="*/ 543545 h 69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635" h="695833">
                  <a:moveTo>
                    <a:pt x="86156" y="543545"/>
                  </a:moveTo>
                  <a:cubicBezTo>
                    <a:pt x="17686" y="448571"/>
                    <a:pt x="-125879" y="119475"/>
                    <a:pt x="238556" y="13458"/>
                  </a:cubicBezTo>
                  <a:cubicBezTo>
                    <a:pt x="602991" y="-92559"/>
                    <a:pt x="1477635" y="457492"/>
                    <a:pt x="1477635" y="623058"/>
                  </a:cubicBezTo>
                  <a:cubicBezTo>
                    <a:pt x="1437879" y="801875"/>
                    <a:pt x="881287" y="596555"/>
                    <a:pt x="649374" y="583303"/>
                  </a:cubicBezTo>
                  <a:cubicBezTo>
                    <a:pt x="417461" y="570051"/>
                    <a:pt x="154626" y="638519"/>
                    <a:pt x="86156" y="54354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1679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audio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536AB-5038-4F53-96A2-C814B631D9BC}"/>
              </a:ext>
            </a:extLst>
          </p:cNvPr>
          <p:cNvGrpSpPr/>
          <p:nvPr/>
        </p:nvGrpSpPr>
        <p:grpSpPr>
          <a:xfrm>
            <a:off x="10794611" y="-7229659"/>
            <a:ext cx="10222365" cy="4206491"/>
            <a:chOff x="3130849" y="4454082"/>
            <a:chExt cx="6057339" cy="2492588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73D2F7-3518-4119-A1B5-3A3964615A62}"/>
                </a:ext>
              </a:extLst>
            </p:cNvPr>
            <p:cNvSpPr/>
            <p:nvPr/>
          </p:nvSpPr>
          <p:spPr>
            <a:xfrm>
              <a:off x="4443285" y="4454082"/>
              <a:ext cx="3843387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A9CB34-BF54-473F-B1DC-81578123DB44}"/>
                </a:ext>
              </a:extLst>
            </p:cNvPr>
            <p:cNvSpPr/>
            <p:nvPr/>
          </p:nvSpPr>
          <p:spPr>
            <a:xfrm>
              <a:off x="4138733" y="4968102"/>
              <a:ext cx="4253520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87420-BBC0-4354-AB87-DCF27B1551FD}"/>
                </a:ext>
              </a:extLst>
            </p:cNvPr>
            <p:cNvSpPr/>
            <p:nvPr/>
          </p:nvSpPr>
          <p:spPr>
            <a:xfrm>
              <a:off x="3925439" y="5421870"/>
              <a:ext cx="4897354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05F21-6A8D-4CEA-8BA9-7F8CACAC2F2B}"/>
                </a:ext>
              </a:extLst>
            </p:cNvPr>
            <p:cNvSpPr/>
            <p:nvPr/>
          </p:nvSpPr>
          <p:spPr>
            <a:xfrm>
              <a:off x="3496050" y="5935561"/>
              <a:ext cx="5523035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AAA13FA-4E04-4B29-8FF5-A1E166ECEF3B}"/>
                </a:ext>
              </a:extLst>
            </p:cNvPr>
            <p:cNvSpPr/>
            <p:nvPr/>
          </p:nvSpPr>
          <p:spPr>
            <a:xfrm>
              <a:off x="3130849" y="6432320"/>
              <a:ext cx="6057339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0" y="8529922"/>
            <a:ext cx="6858000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CFBA0E7-2449-439F-981F-349C2D5E5492}"/>
              </a:ext>
            </a:extLst>
          </p:cNvPr>
          <p:cNvGrpSpPr/>
          <p:nvPr/>
        </p:nvGrpSpPr>
        <p:grpSpPr>
          <a:xfrm>
            <a:off x="308155" y="3116461"/>
            <a:ext cx="4256341" cy="6413487"/>
            <a:chOff x="173472" y="6276001"/>
            <a:chExt cx="2411581" cy="3633789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DCE9647F-2233-47DB-AA8C-CC8AB7F5668D}"/>
                </a:ext>
              </a:extLst>
            </p:cNvPr>
            <p:cNvGrpSpPr/>
            <p:nvPr/>
          </p:nvGrpSpPr>
          <p:grpSpPr>
            <a:xfrm flipH="1">
              <a:off x="297072" y="6630194"/>
              <a:ext cx="2210552" cy="3279596"/>
              <a:chOff x="3641993" y="4774931"/>
              <a:chExt cx="2593651" cy="3847961"/>
            </a:xfrm>
          </p:grpSpPr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17064AB-34ED-4444-8A84-6A4B5D449821}"/>
                  </a:ext>
                </a:extLst>
              </p:cNvPr>
              <p:cNvSpPr/>
              <p:nvPr/>
            </p:nvSpPr>
            <p:spPr>
              <a:xfrm rot="19136376" flipH="1">
                <a:off x="5219520" y="6282999"/>
                <a:ext cx="649908" cy="923978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041B769-AB02-42A5-BF5D-B8C054EB1967}"/>
                  </a:ext>
                </a:extLst>
              </p:cNvPr>
              <p:cNvSpPr/>
              <p:nvPr/>
            </p:nvSpPr>
            <p:spPr>
              <a:xfrm rot="21073821">
                <a:off x="3745495" y="6377475"/>
                <a:ext cx="649907" cy="923977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7541A79-438D-4947-9D41-56F9F305F3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1552" y="7185995"/>
                <a:ext cx="26032" cy="128412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E4D9B428-DB86-452A-A899-4016351A270B}"/>
                  </a:ext>
                </a:extLst>
              </p:cNvPr>
              <p:cNvCxnSpPr>
                <a:cxnSpLocks/>
                <a:endCxn id="239" idx="3"/>
              </p:cNvCxnSpPr>
              <p:nvPr/>
            </p:nvCxnSpPr>
            <p:spPr>
              <a:xfrm>
                <a:off x="5187625" y="7068168"/>
                <a:ext cx="12753" cy="1312755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4E9D93EC-8E6F-4344-9794-47FDEB6B6825}"/>
                  </a:ext>
                </a:extLst>
              </p:cNvPr>
              <p:cNvSpPr/>
              <p:nvPr/>
            </p:nvSpPr>
            <p:spPr>
              <a:xfrm>
                <a:off x="3698769" y="4774931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C58EB728-52EF-46F4-87D9-7A46EE921E05}"/>
                  </a:ext>
                </a:extLst>
              </p:cNvPr>
              <p:cNvSpPr/>
              <p:nvPr/>
            </p:nvSpPr>
            <p:spPr>
              <a:xfrm>
                <a:off x="4242308" y="5803090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Rectangle: Top Corners Rounded 238">
                <a:extLst>
                  <a:ext uri="{FF2B5EF4-FFF2-40B4-BE49-F238E27FC236}">
                    <a16:creationId xmlns:a16="http://schemas.microsoft.com/office/drawing/2014/main" id="{006C61EC-0A4D-4347-85E2-D85D714E2C36}"/>
                  </a:ext>
                </a:extLst>
              </p:cNvPr>
              <p:cNvSpPr/>
              <p:nvPr/>
            </p:nvSpPr>
            <p:spPr>
              <a:xfrm>
                <a:off x="4865630" y="8380923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Rectangle: Top Corners Rounded 239">
                <a:extLst>
                  <a:ext uri="{FF2B5EF4-FFF2-40B4-BE49-F238E27FC236}">
                    <a16:creationId xmlns:a16="http://schemas.microsoft.com/office/drawing/2014/main" id="{AB532A85-A2F9-474E-8AA7-4FF01CAB97A2}"/>
                  </a:ext>
                </a:extLst>
              </p:cNvPr>
              <p:cNvSpPr/>
              <p:nvPr/>
            </p:nvSpPr>
            <p:spPr>
              <a:xfrm>
                <a:off x="4256796" y="8422581"/>
                <a:ext cx="669496" cy="2003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EEC75875-5FED-4FC7-B9E0-510459F5A6BD}"/>
                  </a:ext>
                </a:extLst>
              </p:cNvPr>
              <p:cNvSpPr/>
              <p:nvPr/>
            </p:nvSpPr>
            <p:spPr>
              <a:xfrm flipH="1">
                <a:off x="5285899" y="6714814"/>
                <a:ext cx="551372" cy="383063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  <a:gd name="connsiteX0" fmla="*/ 0 w 723830"/>
                  <a:gd name="connsiteY0" fmla="*/ 0 h 1002839"/>
                  <a:gd name="connsiteX1" fmla="*/ 633604 w 723830"/>
                  <a:gd name="connsiteY1" fmla="*/ 903446 h 1002839"/>
                  <a:gd name="connsiteX2" fmla="*/ 719329 w 723830"/>
                  <a:gd name="connsiteY2" fmla="*/ 979646 h 1002839"/>
                  <a:gd name="connsiteX3" fmla="*/ 719329 w 723830"/>
                  <a:gd name="connsiteY3" fmla="*/ 979646 h 1002839"/>
                  <a:gd name="connsiteX0" fmla="*/ 0 w 719414"/>
                  <a:gd name="connsiteY0" fmla="*/ 0 h 979646"/>
                  <a:gd name="connsiteX1" fmla="*/ 168042 w 719414"/>
                  <a:gd name="connsiteY1" fmla="*/ 596585 h 979646"/>
                  <a:gd name="connsiteX2" fmla="*/ 633604 w 719414"/>
                  <a:gd name="connsiteY2" fmla="*/ 903446 h 979646"/>
                  <a:gd name="connsiteX3" fmla="*/ 719329 w 719414"/>
                  <a:gd name="connsiteY3" fmla="*/ 979646 h 979646"/>
                  <a:gd name="connsiteX4" fmla="*/ 719329 w 719414"/>
                  <a:gd name="connsiteY4" fmla="*/ 979646 h 979646"/>
                  <a:gd name="connsiteX0" fmla="*/ 0 w 551372"/>
                  <a:gd name="connsiteY0" fmla="*/ 0 h 383061"/>
                  <a:gd name="connsiteX1" fmla="*/ 465562 w 551372"/>
                  <a:gd name="connsiteY1" fmla="*/ 306861 h 383061"/>
                  <a:gd name="connsiteX2" fmla="*/ 551287 w 551372"/>
                  <a:gd name="connsiteY2" fmla="*/ 383061 h 383061"/>
                  <a:gd name="connsiteX3" fmla="*/ 551287 w 551372"/>
                  <a:gd name="connsiteY3" fmla="*/ 383061 h 38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1372" h="383061">
                    <a:moveTo>
                      <a:pt x="0" y="0"/>
                    </a:moveTo>
                    <a:cubicBezTo>
                      <a:pt x="105601" y="150574"/>
                      <a:pt x="373681" y="243018"/>
                      <a:pt x="465562" y="306861"/>
                    </a:cubicBezTo>
                    <a:cubicBezTo>
                      <a:pt x="557443" y="370705"/>
                      <a:pt x="551287" y="383061"/>
                      <a:pt x="551287" y="383061"/>
                    </a:cubicBezTo>
                    <a:lnTo>
                      <a:pt x="551287" y="38306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53DF283-9A8B-4453-A24B-F27427236394}"/>
                  </a:ext>
                </a:extLst>
              </p:cNvPr>
              <p:cNvSpPr/>
              <p:nvPr/>
            </p:nvSpPr>
            <p:spPr>
              <a:xfrm rot="420143" flipH="1">
                <a:off x="4624421" y="6206429"/>
                <a:ext cx="184935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F74F0766-A4B0-4444-AE73-F5F3C0E8C22D}"/>
                  </a:ext>
                </a:extLst>
              </p:cNvPr>
              <p:cNvSpPr/>
              <p:nvPr/>
            </p:nvSpPr>
            <p:spPr>
              <a:xfrm>
                <a:off x="5124900" y="5803089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A452AFDA-34BD-43DF-A8E3-0AF878C204D0}"/>
                  </a:ext>
                </a:extLst>
              </p:cNvPr>
              <p:cNvSpPr/>
              <p:nvPr/>
            </p:nvSpPr>
            <p:spPr>
              <a:xfrm>
                <a:off x="4321978" y="5891562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98890F3A-D721-4E9B-A069-1FAEE705A1B1}"/>
                  </a:ext>
                </a:extLst>
              </p:cNvPr>
              <p:cNvSpPr/>
              <p:nvPr/>
            </p:nvSpPr>
            <p:spPr>
              <a:xfrm>
                <a:off x="5217864" y="5906421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178AE893-C777-4138-A808-4EDAEDAD7B3B}"/>
                  </a:ext>
                </a:extLst>
              </p:cNvPr>
              <p:cNvSpPr/>
              <p:nvPr/>
            </p:nvSpPr>
            <p:spPr>
              <a:xfrm>
                <a:off x="3641993" y="4812994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35537B2-81FF-4621-B234-53521993AA7C}"/>
                </a:ext>
              </a:extLst>
            </p:cNvPr>
            <p:cNvGrpSpPr/>
            <p:nvPr/>
          </p:nvGrpSpPr>
          <p:grpSpPr>
            <a:xfrm flipH="1">
              <a:off x="173472" y="6276001"/>
              <a:ext cx="2411581" cy="1285262"/>
              <a:chOff x="3107619" y="2345428"/>
              <a:chExt cx="1555821" cy="829181"/>
            </a:xfrm>
          </p:grpSpPr>
          <p:sp>
            <p:nvSpPr>
              <p:cNvPr id="94" name="Rectangle 65">
                <a:extLst>
                  <a:ext uri="{FF2B5EF4-FFF2-40B4-BE49-F238E27FC236}">
                    <a16:creationId xmlns:a16="http://schemas.microsoft.com/office/drawing/2014/main" id="{79659A79-FABD-43D6-BE7A-514864E016F6}"/>
                  </a:ext>
                </a:extLst>
              </p:cNvPr>
              <p:cNvSpPr/>
              <p:nvPr/>
            </p:nvSpPr>
            <p:spPr>
              <a:xfrm rot="21402550">
                <a:off x="3254761" y="2805229"/>
                <a:ext cx="1166192" cy="258305"/>
              </a:xfrm>
              <a:custGeom>
                <a:avLst/>
                <a:gdLst>
                  <a:gd name="connsiteX0" fmla="*/ 0 w 1073426"/>
                  <a:gd name="connsiteY0" fmla="*/ 0 h 152287"/>
                  <a:gd name="connsiteX1" fmla="*/ 1073426 w 1073426"/>
                  <a:gd name="connsiteY1" fmla="*/ 0 h 152287"/>
                  <a:gd name="connsiteX2" fmla="*/ 1073426 w 1073426"/>
                  <a:gd name="connsiteY2" fmla="*/ 152287 h 152287"/>
                  <a:gd name="connsiteX3" fmla="*/ 0 w 1073426"/>
                  <a:gd name="connsiteY3" fmla="*/ 152287 h 152287"/>
                  <a:gd name="connsiteX4" fmla="*/ 0 w 1073426"/>
                  <a:gd name="connsiteY4" fmla="*/ 0 h 152287"/>
                  <a:gd name="connsiteX0" fmla="*/ 0 w 1166192"/>
                  <a:gd name="connsiteY0" fmla="*/ 0 h 218548"/>
                  <a:gd name="connsiteX1" fmla="*/ 1073426 w 1166192"/>
                  <a:gd name="connsiteY1" fmla="*/ 0 h 218548"/>
                  <a:gd name="connsiteX2" fmla="*/ 1166192 w 1166192"/>
                  <a:gd name="connsiteY2" fmla="*/ 218548 h 218548"/>
                  <a:gd name="connsiteX3" fmla="*/ 0 w 1166192"/>
                  <a:gd name="connsiteY3" fmla="*/ 152287 h 218548"/>
                  <a:gd name="connsiteX4" fmla="*/ 0 w 1166192"/>
                  <a:gd name="connsiteY4" fmla="*/ 0 h 218548"/>
                  <a:gd name="connsiteX0" fmla="*/ 0 w 1166192"/>
                  <a:gd name="connsiteY0" fmla="*/ 0 h 218548"/>
                  <a:gd name="connsiteX1" fmla="*/ 1152939 w 1166192"/>
                  <a:gd name="connsiteY1" fmla="*/ 13252 h 218548"/>
                  <a:gd name="connsiteX2" fmla="*/ 1166192 w 1166192"/>
                  <a:gd name="connsiteY2" fmla="*/ 218548 h 218548"/>
                  <a:gd name="connsiteX3" fmla="*/ 0 w 1166192"/>
                  <a:gd name="connsiteY3" fmla="*/ 152287 h 218548"/>
                  <a:gd name="connsiteX4" fmla="*/ 0 w 1166192"/>
                  <a:gd name="connsiteY4" fmla="*/ 0 h 218548"/>
                  <a:gd name="connsiteX0" fmla="*/ 0 w 1166192"/>
                  <a:gd name="connsiteY0" fmla="*/ 0 h 258305"/>
                  <a:gd name="connsiteX1" fmla="*/ 1152939 w 1166192"/>
                  <a:gd name="connsiteY1" fmla="*/ 53009 h 258305"/>
                  <a:gd name="connsiteX2" fmla="*/ 1166192 w 1166192"/>
                  <a:gd name="connsiteY2" fmla="*/ 258305 h 258305"/>
                  <a:gd name="connsiteX3" fmla="*/ 0 w 1166192"/>
                  <a:gd name="connsiteY3" fmla="*/ 192044 h 258305"/>
                  <a:gd name="connsiteX4" fmla="*/ 0 w 1166192"/>
                  <a:gd name="connsiteY4" fmla="*/ 0 h 25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66192" h="258305">
                    <a:moveTo>
                      <a:pt x="0" y="0"/>
                    </a:moveTo>
                    <a:lnTo>
                      <a:pt x="1152939" y="53009"/>
                    </a:lnTo>
                    <a:lnTo>
                      <a:pt x="1166192" y="258305"/>
                    </a:lnTo>
                    <a:lnTo>
                      <a:pt x="0" y="1920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66">
                <a:extLst>
                  <a:ext uri="{FF2B5EF4-FFF2-40B4-BE49-F238E27FC236}">
                    <a16:creationId xmlns:a16="http://schemas.microsoft.com/office/drawing/2014/main" id="{B6272DFC-FEF7-4629-BF80-7309C56E37B6}"/>
                  </a:ext>
                </a:extLst>
              </p:cNvPr>
              <p:cNvSpPr/>
              <p:nvPr/>
            </p:nvSpPr>
            <p:spPr>
              <a:xfrm>
                <a:off x="3114405" y="3025015"/>
                <a:ext cx="1457742" cy="149594"/>
              </a:xfrm>
              <a:custGeom>
                <a:avLst/>
                <a:gdLst>
                  <a:gd name="connsiteX0" fmla="*/ 0 w 1311968"/>
                  <a:gd name="connsiteY0" fmla="*/ 0 h 321478"/>
                  <a:gd name="connsiteX1" fmla="*/ 1311968 w 1311968"/>
                  <a:gd name="connsiteY1" fmla="*/ 0 h 321478"/>
                  <a:gd name="connsiteX2" fmla="*/ 1311968 w 1311968"/>
                  <a:gd name="connsiteY2" fmla="*/ 321478 h 321478"/>
                  <a:gd name="connsiteX3" fmla="*/ 0 w 1311968"/>
                  <a:gd name="connsiteY3" fmla="*/ 321478 h 321478"/>
                  <a:gd name="connsiteX4" fmla="*/ 0 w 1311968"/>
                  <a:gd name="connsiteY4" fmla="*/ 0 h 321478"/>
                  <a:gd name="connsiteX0" fmla="*/ 145774 w 1457742"/>
                  <a:gd name="connsiteY0" fmla="*/ 0 h 321478"/>
                  <a:gd name="connsiteX1" fmla="*/ 1457742 w 1457742"/>
                  <a:gd name="connsiteY1" fmla="*/ 0 h 321478"/>
                  <a:gd name="connsiteX2" fmla="*/ 1457742 w 1457742"/>
                  <a:gd name="connsiteY2" fmla="*/ 321478 h 321478"/>
                  <a:gd name="connsiteX3" fmla="*/ 0 w 1457742"/>
                  <a:gd name="connsiteY3" fmla="*/ 202208 h 321478"/>
                  <a:gd name="connsiteX4" fmla="*/ 145774 w 1457742"/>
                  <a:gd name="connsiteY4" fmla="*/ 0 h 321478"/>
                  <a:gd name="connsiteX0" fmla="*/ 145774 w 1457742"/>
                  <a:gd name="connsiteY0" fmla="*/ 0 h 202208"/>
                  <a:gd name="connsiteX1" fmla="*/ 1457742 w 1457742"/>
                  <a:gd name="connsiteY1" fmla="*/ 0 h 202208"/>
                  <a:gd name="connsiteX2" fmla="*/ 0 w 1457742"/>
                  <a:gd name="connsiteY2" fmla="*/ 202208 h 202208"/>
                  <a:gd name="connsiteX3" fmla="*/ 145774 w 1457742"/>
                  <a:gd name="connsiteY3" fmla="*/ 0 h 202208"/>
                  <a:gd name="connsiteX0" fmla="*/ 145774 w 1457742"/>
                  <a:gd name="connsiteY0" fmla="*/ 0 h 253584"/>
                  <a:gd name="connsiteX1" fmla="*/ 1457742 w 1457742"/>
                  <a:gd name="connsiteY1" fmla="*/ 0 h 253584"/>
                  <a:gd name="connsiteX2" fmla="*/ 0 w 1457742"/>
                  <a:gd name="connsiteY2" fmla="*/ 202208 h 253584"/>
                  <a:gd name="connsiteX3" fmla="*/ 145774 w 1457742"/>
                  <a:gd name="connsiteY3" fmla="*/ 0 h 253584"/>
                  <a:gd name="connsiteX0" fmla="*/ 145774 w 1457742"/>
                  <a:gd name="connsiteY0" fmla="*/ 0 h 299889"/>
                  <a:gd name="connsiteX1" fmla="*/ 1457742 w 1457742"/>
                  <a:gd name="connsiteY1" fmla="*/ 0 h 299889"/>
                  <a:gd name="connsiteX2" fmla="*/ 0 w 1457742"/>
                  <a:gd name="connsiteY2" fmla="*/ 202208 h 299889"/>
                  <a:gd name="connsiteX3" fmla="*/ 145774 w 1457742"/>
                  <a:gd name="connsiteY3" fmla="*/ 0 h 299889"/>
                  <a:gd name="connsiteX0" fmla="*/ 145774 w 1457742"/>
                  <a:gd name="connsiteY0" fmla="*/ 0 h 299889"/>
                  <a:gd name="connsiteX1" fmla="*/ 1457742 w 1457742"/>
                  <a:gd name="connsiteY1" fmla="*/ 0 h 299889"/>
                  <a:gd name="connsiteX2" fmla="*/ 0 w 1457742"/>
                  <a:gd name="connsiteY2" fmla="*/ 202208 h 299889"/>
                  <a:gd name="connsiteX3" fmla="*/ 145774 w 1457742"/>
                  <a:gd name="connsiteY3" fmla="*/ 0 h 29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7742" h="299889">
                    <a:moveTo>
                      <a:pt x="145774" y="0"/>
                    </a:moveTo>
                    <a:lnTo>
                      <a:pt x="1457742" y="0"/>
                    </a:lnTo>
                    <a:cubicBezTo>
                      <a:pt x="534506" y="464968"/>
                      <a:pt x="485914" y="267326"/>
                      <a:pt x="0" y="202208"/>
                    </a:cubicBezTo>
                    <a:lnTo>
                      <a:pt x="14577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64">
                <a:extLst>
                  <a:ext uri="{FF2B5EF4-FFF2-40B4-BE49-F238E27FC236}">
                    <a16:creationId xmlns:a16="http://schemas.microsoft.com/office/drawing/2014/main" id="{46DF8A77-53E3-4ABB-9C71-A0DDC034E6FF}"/>
                  </a:ext>
                </a:extLst>
              </p:cNvPr>
              <p:cNvSpPr/>
              <p:nvPr/>
            </p:nvSpPr>
            <p:spPr>
              <a:xfrm>
                <a:off x="3107619" y="2345428"/>
                <a:ext cx="1555821" cy="695833"/>
              </a:xfrm>
              <a:custGeom>
                <a:avLst/>
                <a:gdLst>
                  <a:gd name="connsiteX0" fmla="*/ 0 w 1338469"/>
                  <a:gd name="connsiteY0" fmla="*/ 251792 h 503583"/>
                  <a:gd name="connsiteX1" fmla="*/ 669235 w 1338469"/>
                  <a:gd name="connsiteY1" fmla="*/ 0 h 503583"/>
                  <a:gd name="connsiteX2" fmla="*/ 1338470 w 1338469"/>
                  <a:gd name="connsiteY2" fmla="*/ 251792 h 503583"/>
                  <a:gd name="connsiteX3" fmla="*/ 669235 w 1338469"/>
                  <a:gd name="connsiteY3" fmla="*/ 503584 h 503583"/>
                  <a:gd name="connsiteX4" fmla="*/ 0 w 1338469"/>
                  <a:gd name="connsiteY4" fmla="*/ 251792 h 503583"/>
                  <a:gd name="connsiteX0" fmla="*/ 0 w 1497496"/>
                  <a:gd name="connsiteY0" fmla="*/ 259390 h 593036"/>
                  <a:gd name="connsiteX1" fmla="*/ 669235 w 1497496"/>
                  <a:gd name="connsiteY1" fmla="*/ 7598 h 593036"/>
                  <a:gd name="connsiteX2" fmla="*/ 1497496 w 1497496"/>
                  <a:gd name="connsiteY2" fmla="*/ 524433 h 593036"/>
                  <a:gd name="connsiteX3" fmla="*/ 669235 w 1497496"/>
                  <a:gd name="connsiteY3" fmla="*/ 511182 h 593036"/>
                  <a:gd name="connsiteX4" fmla="*/ 0 w 1497496"/>
                  <a:gd name="connsiteY4" fmla="*/ 259390 h 593036"/>
                  <a:gd name="connsiteX0" fmla="*/ 0 w 1497496"/>
                  <a:gd name="connsiteY0" fmla="*/ 257677 h 584076"/>
                  <a:gd name="connsiteX1" fmla="*/ 669235 w 1497496"/>
                  <a:gd name="connsiteY1" fmla="*/ 5885 h 584076"/>
                  <a:gd name="connsiteX2" fmla="*/ 1497496 w 1497496"/>
                  <a:gd name="connsiteY2" fmla="*/ 522720 h 584076"/>
                  <a:gd name="connsiteX3" fmla="*/ 669235 w 1497496"/>
                  <a:gd name="connsiteY3" fmla="*/ 482965 h 584076"/>
                  <a:gd name="connsiteX4" fmla="*/ 0 w 1497496"/>
                  <a:gd name="connsiteY4" fmla="*/ 257677 h 584076"/>
                  <a:gd name="connsiteX0" fmla="*/ 0 w 1391479"/>
                  <a:gd name="connsiteY0" fmla="*/ 437669 h 572455"/>
                  <a:gd name="connsiteX1" fmla="*/ 563218 w 1391479"/>
                  <a:gd name="connsiteY1" fmla="*/ 347 h 572455"/>
                  <a:gd name="connsiteX2" fmla="*/ 1391479 w 1391479"/>
                  <a:gd name="connsiteY2" fmla="*/ 517182 h 572455"/>
                  <a:gd name="connsiteX3" fmla="*/ 563218 w 1391479"/>
                  <a:gd name="connsiteY3" fmla="*/ 477427 h 572455"/>
                  <a:gd name="connsiteX4" fmla="*/ 0 w 1391479"/>
                  <a:gd name="connsiteY4" fmla="*/ 437669 h 572455"/>
                  <a:gd name="connsiteX0" fmla="*/ 43020 w 1434499"/>
                  <a:gd name="connsiteY0" fmla="*/ 530374 h 665160"/>
                  <a:gd name="connsiteX1" fmla="*/ 195420 w 1434499"/>
                  <a:gd name="connsiteY1" fmla="*/ 287 h 665160"/>
                  <a:gd name="connsiteX2" fmla="*/ 1434499 w 1434499"/>
                  <a:gd name="connsiteY2" fmla="*/ 609887 h 665160"/>
                  <a:gd name="connsiteX3" fmla="*/ 606238 w 1434499"/>
                  <a:gd name="connsiteY3" fmla="*/ 570132 h 665160"/>
                  <a:gd name="connsiteX4" fmla="*/ 43020 w 1434499"/>
                  <a:gd name="connsiteY4" fmla="*/ 530374 h 665160"/>
                  <a:gd name="connsiteX0" fmla="*/ 86156 w 1477635"/>
                  <a:gd name="connsiteY0" fmla="*/ 543019 h 677805"/>
                  <a:gd name="connsiteX1" fmla="*/ 238556 w 1477635"/>
                  <a:gd name="connsiteY1" fmla="*/ 12932 h 677805"/>
                  <a:gd name="connsiteX2" fmla="*/ 1477635 w 1477635"/>
                  <a:gd name="connsiteY2" fmla="*/ 622532 h 677805"/>
                  <a:gd name="connsiteX3" fmla="*/ 649374 w 1477635"/>
                  <a:gd name="connsiteY3" fmla="*/ 582777 h 677805"/>
                  <a:gd name="connsiteX4" fmla="*/ 86156 w 1477635"/>
                  <a:gd name="connsiteY4" fmla="*/ 543019 h 677805"/>
                  <a:gd name="connsiteX0" fmla="*/ 86156 w 1477635"/>
                  <a:gd name="connsiteY0" fmla="*/ 543545 h 678331"/>
                  <a:gd name="connsiteX1" fmla="*/ 238556 w 1477635"/>
                  <a:gd name="connsiteY1" fmla="*/ 13458 h 678331"/>
                  <a:gd name="connsiteX2" fmla="*/ 1477635 w 1477635"/>
                  <a:gd name="connsiteY2" fmla="*/ 623058 h 678331"/>
                  <a:gd name="connsiteX3" fmla="*/ 649374 w 1477635"/>
                  <a:gd name="connsiteY3" fmla="*/ 583303 h 678331"/>
                  <a:gd name="connsiteX4" fmla="*/ 86156 w 1477635"/>
                  <a:gd name="connsiteY4" fmla="*/ 543545 h 678331"/>
                  <a:gd name="connsiteX0" fmla="*/ 86156 w 1477635"/>
                  <a:gd name="connsiteY0" fmla="*/ 543545 h 689991"/>
                  <a:gd name="connsiteX1" fmla="*/ 238556 w 1477635"/>
                  <a:gd name="connsiteY1" fmla="*/ 13458 h 689991"/>
                  <a:gd name="connsiteX2" fmla="*/ 1477635 w 1477635"/>
                  <a:gd name="connsiteY2" fmla="*/ 623058 h 689991"/>
                  <a:gd name="connsiteX3" fmla="*/ 649374 w 1477635"/>
                  <a:gd name="connsiteY3" fmla="*/ 583303 h 689991"/>
                  <a:gd name="connsiteX4" fmla="*/ 86156 w 1477635"/>
                  <a:gd name="connsiteY4" fmla="*/ 543545 h 689991"/>
                  <a:gd name="connsiteX0" fmla="*/ 86156 w 1477635"/>
                  <a:gd name="connsiteY0" fmla="*/ 543545 h 695833"/>
                  <a:gd name="connsiteX1" fmla="*/ 238556 w 1477635"/>
                  <a:gd name="connsiteY1" fmla="*/ 13458 h 695833"/>
                  <a:gd name="connsiteX2" fmla="*/ 1477635 w 1477635"/>
                  <a:gd name="connsiteY2" fmla="*/ 623058 h 695833"/>
                  <a:gd name="connsiteX3" fmla="*/ 649374 w 1477635"/>
                  <a:gd name="connsiteY3" fmla="*/ 583303 h 695833"/>
                  <a:gd name="connsiteX4" fmla="*/ 86156 w 1477635"/>
                  <a:gd name="connsiteY4" fmla="*/ 543545 h 695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7635" h="695833">
                    <a:moveTo>
                      <a:pt x="86156" y="543545"/>
                    </a:moveTo>
                    <a:cubicBezTo>
                      <a:pt x="17686" y="448571"/>
                      <a:pt x="-125879" y="119475"/>
                      <a:pt x="238556" y="13458"/>
                    </a:cubicBezTo>
                    <a:cubicBezTo>
                      <a:pt x="602991" y="-92559"/>
                      <a:pt x="1477635" y="457492"/>
                      <a:pt x="1477635" y="623058"/>
                    </a:cubicBezTo>
                    <a:cubicBezTo>
                      <a:pt x="1437879" y="801875"/>
                      <a:pt x="881287" y="596555"/>
                      <a:pt x="649374" y="583303"/>
                    </a:cubicBezTo>
                    <a:cubicBezTo>
                      <a:pt x="417461" y="570051"/>
                      <a:pt x="154626" y="638519"/>
                      <a:pt x="86156" y="5435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Isosceles Triangle 68">
                <a:extLst>
                  <a:ext uri="{FF2B5EF4-FFF2-40B4-BE49-F238E27FC236}">
                    <a16:creationId xmlns:a16="http://schemas.microsoft.com/office/drawing/2014/main" id="{995E2585-BEFE-4CE1-A973-99E336654BC3}"/>
                  </a:ext>
                </a:extLst>
              </p:cNvPr>
              <p:cNvSpPr/>
              <p:nvPr/>
            </p:nvSpPr>
            <p:spPr>
              <a:xfrm flipV="1">
                <a:off x="3401170" y="2452758"/>
                <a:ext cx="318052" cy="332073"/>
              </a:xfrm>
              <a:custGeom>
                <a:avLst/>
                <a:gdLst>
                  <a:gd name="connsiteX0" fmla="*/ 0 w 702365"/>
                  <a:gd name="connsiteY0" fmla="*/ 364547 h 364547"/>
                  <a:gd name="connsiteX1" fmla="*/ 351183 w 702365"/>
                  <a:gd name="connsiteY1" fmla="*/ 0 h 364547"/>
                  <a:gd name="connsiteX2" fmla="*/ 702365 w 702365"/>
                  <a:gd name="connsiteY2" fmla="*/ 364547 h 364547"/>
                  <a:gd name="connsiteX3" fmla="*/ 0 w 702365"/>
                  <a:gd name="connsiteY3" fmla="*/ 364547 h 364547"/>
                  <a:gd name="connsiteX0" fmla="*/ 0 w 530087"/>
                  <a:gd name="connsiteY0" fmla="*/ 364547 h 364547"/>
                  <a:gd name="connsiteX1" fmla="*/ 351183 w 530087"/>
                  <a:gd name="connsiteY1" fmla="*/ 0 h 364547"/>
                  <a:gd name="connsiteX2" fmla="*/ 530087 w 530087"/>
                  <a:gd name="connsiteY2" fmla="*/ 271782 h 364547"/>
                  <a:gd name="connsiteX3" fmla="*/ 0 w 530087"/>
                  <a:gd name="connsiteY3" fmla="*/ 364547 h 364547"/>
                  <a:gd name="connsiteX0" fmla="*/ 0 w 318052"/>
                  <a:gd name="connsiteY0" fmla="*/ 232025 h 271782"/>
                  <a:gd name="connsiteX1" fmla="*/ 139148 w 318052"/>
                  <a:gd name="connsiteY1" fmla="*/ 0 h 271782"/>
                  <a:gd name="connsiteX2" fmla="*/ 318052 w 318052"/>
                  <a:gd name="connsiteY2" fmla="*/ 271782 h 271782"/>
                  <a:gd name="connsiteX3" fmla="*/ 0 w 318052"/>
                  <a:gd name="connsiteY3" fmla="*/ 232025 h 271782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052" h="332073">
                    <a:moveTo>
                      <a:pt x="0" y="232025"/>
                    </a:moveTo>
                    <a:cubicBezTo>
                      <a:pt x="46383" y="154683"/>
                      <a:pt x="-18360" y="102742"/>
                      <a:pt x="139148" y="0"/>
                    </a:cubicBezTo>
                    <a:cubicBezTo>
                      <a:pt x="274983" y="77894"/>
                      <a:pt x="258417" y="181188"/>
                      <a:pt x="318052" y="271782"/>
                    </a:cubicBezTo>
                    <a:cubicBezTo>
                      <a:pt x="259659" y="265284"/>
                      <a:pt x="166342" y="338161"/>
                      <a:pt x="107949" y="331663"/>
                    </a:cubicBezTo>
                    <a:lnTo>
                      <a:pt x="0" y="232025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15B242E1-436C-42FF-99FD-22AD05DA7E1D}"/>
                </a:ext>
              </a:extLst>
            </p:cNvPr>
            <p:cNvGrpSpPr/>
            <p:nvPr/>
          </p:nvGrpSpPr>
          <p:grpSpPr>
            <a:xfrm flipH="1">
              <a:off x="1006469" y="7664632"/>
              <a:ext cx="1269210" cy="633202"/>
              <a:chOff x="3845090" y="4517842"/>
              <a:chExt cx="1697544" cy="846896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A5DF2AE3-CED6-4B8D-9883-30628B388547}"/>
                  </a:ext>
                </a:extLst>
              </p:cNvPr>
              <p:cNvSpPr/>
              <p:nvPr/>
            </p:nvSpPr>
            <p:spPr>
              <a:xfrm flipH="1">
                <a:off x="4964960" y="4517843"/>
                <a:ext cx="313717" cy="311606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8D41A13A-C190-474C-9572-DFD92D15E7D6}"/>
                  </a:ext>
                </a:extLst>
              </p:cNvPr>
              <p:cNvSpPr/>
              <p:nvPr/>
            </p:nvSpPr>
            <p:spPr>
              <a:xfrm rot="420143" flipH="1">
                <a:off x="4396568" y="4974205"/>
                <a:ext cx="222051" cy="228733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E443932A-F01A-4DC4-BBDD-E5806359E6A8}"/>
                  </a:ext>
                </a:extLst>
              </p:cNvPr>
              <p:cNvSpPr/>
              <p:nvPr/>
            </p:nvSpPr>
            <p:spPr>
              <a:xfrm flipH="1">
                <a:off x="3905231" y="4517842"/>
                <a:ext cx="313717" cy="311606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27482EA2-7189-43AE-9EFA-8D2461581311}"/>
                  </a:ext>
                </a:extLst>
              </p:cNvPr>
              <p:cNvSpPr/>
              <p:nvPr/>
            </p:nvSpPr>
            <p:spPr>
              <a:xfrm flipH="1">
                <a:off x="5051074" y="4616750"/>
                <a:ext cx="120077" cy="15664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E51ED12-0B71-42A1-A7E9-676ADDC99514}"/>
                  </a:ext>
                </a:extLst>
              </p:cNvPr>
              <p:cNvSpPr/>
              <p:nvPr/>
            </p:nvSpPr>
            <p:spPr>
              <a:xfrm flipH="1">
                <a:off x="3951387" y="4595319"/>
                <a:ext cx="120077" cy="15664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Arc 105">
                <a:extLst>
                  <a:ext uri="{FF2B5EF4-FFF2-40B4-BE49-F238E27FC236}">
                    <a16:creationId xmlns:a16="http://schemas.microsoft.com/office/drawing/2014/main" id="{13119C11-A007-4A1B-B1BA-DFED7C975DE5}"/>
                  </a:ext>
                </a:extLst>
              </p:cNvPr>
              <p:cNvSpPr/>
              <p:nvPr/>
            </p:nvSpPr>
            <p:spPr>
              <a:xfrm rot="800953" flipH="1">
                <a:off x="4934018" y="4846905"/>
                <a:ext cx="608616" cy="144903"/>
              </a:xfrm>
              <a:prstGeom prst="arc">
                <a:avLst>
                  <a:gd name="adj1" fmla="val 16200000"/>
                  <a:gd name="adj2" fmla="val 21399269"/>
                </a:avLst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C8B47D4B-DC1E-4661-8642-795DB482A8A8}"/>
                  </a:ext>
                </a:extLst>
              </p:cNvPr>
              <p:cNvSpPr/>
              <p:nvPr/>
            </p:nvSpPr>
            <p:spPr>
              <a:xfrm rot="1235064" flipH="1">
                <a:off x="3845090" y="4854619"/>
                <a:ext cx="608616" cy="144901"/>
              </a:xfrm>
              <a:prstGeom prst="arc">
                <a:avLst>
                  <a:gd name="adj1" fmla="val 16200000"/>
                  <a:gd name="adj2" fmla="val 21353668"/>
                </a:avLst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0D8107B7-66CC-4704-BB56-AD2E17B247CC}"/>
                  </a:ext>
                </a:extLst>
              </p:cNvPr>
              <p:cNvSpPr/>
              <p:nvPr/>
            </p:nvSpPr>
            <p:spPr>
              <a:xfrm rot="13016284" flipH="1">
                <a:off x="4524064" y="5222087"/>
                <a:ext cx="243643" cy="142651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E6EB01-02CD-48EF-B981-1D580C39E9F3}"/>
              </a:ext>
            </a:extLst>
          </p:cNvPr>
          <p:cNvGrpSpPr/>
          <p:nvPr/>
        </p:nvGrpSpPr>
        <p:grpSpPr>
          <a:xfrm>
            <a:off x="8218800" y="3792996"/>
            <a:ext cx="378504" cy="332256"/>
            <a:chOff x="8218800" y="3792996"/>
            <a:chExt cx="378504" cy="332256"/>
          </a:xfrm>
        </p:grpSpPr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F754A960-37F1-4E03-B6E4-31438AC8BF20}"/>
                </a:ext>
              </a:extLst>
            </p:cNvPr>
            <p:cNvSpPr/>
            <p:nvPr/>
          </p:nvSpPr>
          <p:spPr>
            <a:xfrm rot="2364905" flipH="1">
              <a:off x="8218800" y="3820954"/>
              <a:ext cx="378504" cy="304298"/>
            </a:xfrm>
            <a:prstGeom prst="arc">
              <a:avLst>
                <a:gd name="adj1" fmla="val 18625565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BB5586C-4943-4327-94DC-B4F4DDB0843E}"/>
                </a:ext>
              </a:extLst>
            </p:cNvPr>
            <p:cNvSpPr/>
            <p:nvPr/>
          </p:nvSpPr>
          <p:spPr>
            <a:xfrm rot="8542871" flipV="1">
              <a:off x="8380945" y="3792996"/>
              <a:ext cx="45719" cy="45719"/>
            </a:xfrm>
            <a:custGeom>
              <a:avLst/>
              <a:gdLst>
                <a:gd name="connsiteX0" fmla="*/ 89168 w 114568"/>
                <a:gd name="connsiteY0" fmla="*/ 0 h 54563"/>
                <a:gd name="connsiteX1" fmla="*/ 268 w 114568"/>
                <a:gd name="connsiteY1" fmla="*/ 50800 h 54563"/>
                <a:gd name="connsiteX2" fmla="*/ 114568 w 114568"/>
                <a:gd name="connsiteY2" fmla="*/ 50800 h 54563"/>
                <a:gd name="connsiteX3" fmla="*/ 114568 w 114568"/>
                <a:gd name="connsiteY3" fmla="*/ 50800 h 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68" h="54563">
                  <a:moveTo>
                    <a:pt x="89168" y="0"/>
                  </a:moveTo>
                  <a:cubicBezTo>
                    <a:pt x="42601" y="21166"/>
                    <a:pt x="-3965" y="42333"/>
                    <a:pt x="268" y="50800"/>
                  </a:cubicBezTo>
                  <a:cubicBezTo>
                    <a:pt x="4501" y="59267"/>
                    <a:pt x="114568" y="50800"/>
                    <a:pt x="114568" y="50800"/>
                  </a:cubicBezTo>
                  <a:lnTo>
                    <a:pt x="114568" y="5080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1" name="emojimouth">
            <a:hlinkClick r:id="" action="ppaction://media"/>
            <a:extLst>
              <a:ext uri="{FF2B5EF4-FFF2-40B4-BE49-F238E27FC236}">
                <a16:creationId xmlns:a16="http://schemas.microsoft.com/office/drawing/2014/main" id="{CB1CFFF1-91B3-4823-9B56-91DEE2F436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2731390" y="6536917"/>
            <a:ext cx="315896" cy="231100"/>
          </a:xfrm>
          <a:prstGeom prst="rect">
            <a:avLst/>
          </a:prstGeom>
        </p:spPr>
      </p:pic>
      <p:pic>
        <p:nvPicPr>
          <p:cNvPr id="23" name="ttsMP3.com_VoiceText_2025-1-5_23-4-15">
            <a:hlinkClick r:id="" action="ppaction://media"/>
            <a:extLst>
              <a:ext uri="{FF2B5EF4-FFF2-40B4-BE49-F238E27FC236}">
                <a16:creationId xmlns:a16="http://schemas.microsoft.com/office/drawing/2014/main" id="{B41AF506-C8A7-4FB4-A6BB-26F121B4CFD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02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496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11"/>
                </p:tgtEl>
              </p:cMediaNode>
            </p:vide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536AB-5038-4F53-96A2-C814B631D9BC}"/>
              </a:ext>
            </a:extLst>
          </p:cNvPr>
          <p:cNvGrpSpPr/>
          <p:nvPr/>
        </p:nvGrpSpPr>
        <p:grpSpPr>
          <a:xfrm>
            <a:off x="10794611" y="-7229659"/>
            <a:ext cx="10222365" cy="4206491"/>
            <a:chOff x="3130849" y="4454082"/>
            <a:chExt cx="6057339" cy="2492588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73D2F7-3518-4119-A1B5-3A3964615A62}"/>
                </a:ext>
              </a:extLst>
            </p:cNvPr>
            <p:cNvSpPr/>
            <p:nvPr/>
          </p:nvSpPr>
          <p:spPr>
            <a:xfrm>
              <a:off x="4443285" y="4454082"/>
              <a:ext cx="3843387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A9CB34-BF54-473F-B1DC-81578123DB44}"/>
                </a:ext>
              </a:extLst>
            </p:cNvPr>
            <p:cNvSpPr/>
            <p:nvPr/>
          </p:nvSpPr>
          <p:spPr>
            <a:xfrm>
              <a:off x="4138733" y="4968102"/>
              <a:ext cx="4253520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87420-BBC0-4354-AB87-DCF27B1551FD}"/>
                </a:ext>
              </a:extLst>
            </p:cNvPr>
            <p:cNvSpPr/>
            <p:nvPr/>
          </p:nvSpPr>
          <p:spPr>
            <a:xfrm>
              <a:off x="3925439" y="5421870"/>
              <a:ext cx="4897354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05F21-6A8D-4CEA-8BA9-7F8CACAC2F2B}"/>
                </a:ext>
              </a:extLst>
            </p:cNvPr>
            <p:cNvSpPr/>
            <p:nvPr/>
          </p:nvSpPr>
          <p:spPr>
            <a:xfrm>
              <a:off x="3496050" y="5935561"/>
              <a:ext cx="5523035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AAA13FA-4E04-4B29-8FF5-A1E166ECEF3B}"/>
                </a:ext>
              </a:extLst>
            </p:cNvPr>
            <p:cNvSpPr/>
            <p:nvPr/>
          </p:nvSpPr>
          <p:spPr>
            <a:xfrm>
              <a:off x="3130849" y="6432320"/>
              <a:ext cx="6057339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-155668" y="9116760"/>
            <a:ext cx="7362092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6984A-BC6D-40B8-888F-2D1083968CB9}"/>
              </a:ext>
            </a:extLst>
          </p:cNvPr>
          <p:cNvSpPr/>
          <p:nvPr/>
        </p:nvSpPr>
        <p:spPr>
          <a:xfrm>
            <a:off x="148614" y="1269905"/>
            <a:ext cx="6501556" cy="781546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E62A3A3B-D95B-40C2-BB52-D97F3F955F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4" t="16893" r="43171" b="872"/>
          <a:stretch>
            <a:fillRect/>
          </a:stretch>
        </p:blipFill>
        <p:spPr>
          <a:xfrm>
            <a:off x="169679" y="1269905"/>
            <a:ext cx="6501556" cy="7815469"/>
          </a:xfrm>
          <a:custGeom>
            <a:avLst/>
            <a:gdLst>
              <a:gd name="connsiteX0" fmla="*/ 0 w 4691535"/>
              <a:gd name="connsiteY0" fmla="*/ 0 h 5639656"/>
              <a:gd name="connsiteX1" fmla="*/ 4691535 w 4691535"/>
              <a:gd name="connsiteY1" fmla="*/ 0 h 5639656"/>
              <a:gd name="connsiteX2" fmla="*/ 4691535 w 4691535"/>
              <a:gd name="connsiteY2" fmla="*/ 5639656 h 5639656"/>
              <a:gd name="connsiteX3" fmla="*/ 0 w 4691535"/>
              <a:gd name="connsiteY3" fmla="*/ 5639656 h 563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1535" h="5639656">
                <a:moveTo>
                  <a:pt x="0" y="0"/>
                </a:moveTo>
                <a:lnTo>
                  <a:pt x="4691535" y="0"/>
                </a:lnTo>
                <a:lnTo>
                  <a:pt x="4691535" y="5639656"/>
                </a:lnTo>
                <a:lnTo>
                  <a:pt x="0" y="5639656"/>
                </a:lnTo>
                <a:close/>
              </a:path>
            </a:pathLst>
          </a:cu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2A6F0B9-844E-44B6-BA9A-7B897061C4E3}"/>
              </a:ext>
            </a:extLst>
          </p:cNvPr>
          <p:cNvGrpSpPr/>
          <p:nvPr/>
        </p:nvGrpSpPr>
        <p:grpSpPr>
          <a:xfrm>
            <a:off x="1094977" y="3877419"/>
            <a:ext cx="3935880" cy="4588273"/>
            <a:chOff x="4144347" y="6294674"/>
            <a:chExt cx="2509532" cy="2925502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B4A421D-FEF8-431B-9C58-072317820408}"/>
                </a:ext>
              </a:extLst>
            </p:cNvPr>
            <p:cNvGrpSpPr/>
            <p:nvPr/>
          </p:nvGrpSpPr>
          <p:grpSpPr>
            <a:xfrm flipH="1">
              <a:off x="4293396" y="6342973"/>
              <a:ext cx="2235553" cy="2877203"/>
              <a:chOff x="-704602" y="7985701"/>
              <a:chExt cx="2884111" cy="3711909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C8DB8C9-39D5-43FF-BB8A-571847225629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F8AEB91-39B7-4EEA-9CF6-BBD12D499A3D}"/>
                  </a:ext>
                </a:extLst>
              </p:cNvPr>
              <p:cNvGrpSpPr/>
              <p:nvPr/>
            </p:nvGrpSpPr>
            <p:grpSpPr>
              <a:xfrm>
                <a:off x="-357365" y="8347949"/>
                <a:ext cx="2536874" cy="3349661"/>
                <a:chOff x="-357365" y="8347949"/>
                <a:chExt cx="2536874" cy="3349661"/>
              </a:xfrm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738339E0-5DAB-4162-92DE-242A7130FFE4}"/>
                    </a:ext>
                  </a:extLst>
                </p:cNvPr>
                <p:cNvSpPr/>
                <p:nvPr/>
              </p:nvSpPr>
              <p:spPr>
                <a:xfrm rot="1370931">
                  <a:off x="1354146" y="9622672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1E33652-7184-4D45-9E40-D5994E8508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4379" y="10228561"/>
                  <a:ext cx="9498" cy="118395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7F0F9142-C4D9-4F29-8F5B-04C10748B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7458" y="10431208"/>
                  <a:ext cx="31784" cy="114007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21B177EF-2598-426A-8126-2635538FF470}"/>
                    </a:ext>
                  </a:extLst>
                </p:cNvPr>
                <p:cNvSpPr/>
                <p:nvPr/>
              </p:nvSpPr>
              <p:spPr>
                <a:xfrm>
                  <a:off x="-357365" y="8347949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1757FA72-E3AE-4B10-A6B0-787DE0EB4B35}"/>
                    </a:ext>
                  </a:extLst>
                </p:cNvPr>
                <p:cNvSpPr/>
                <p:nvPr/>
              </p:nvSpPr>
              <p:spPr>
                <a:xfrm>
                  <a:off x="636112" y="9212290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Top Corners Rounded 84">
                  <a:extLst>
                    <a:ext uri="{FF2B5EF4-FFF2-40B4-BE49-F238E27FC236}">
                      <a16:creationId xmlns:a16="http://schemas.microsoft.com/office/drawing/2014/main" id="{45EA9DCD-728C-4037-8B08-13F755E9E0EC}"/>
                    </a:ext>
                  </a:extLst>
                </p:cNvPr>
                <p:cNvSpPr/>
                <p:nvPr/>
              </p:nvSpPr>
              <p:spPr>
                <a:xfrm>
                  <a:off x="1021399" y="1139714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Top Corners Rounded 85">
                  <a:extLst>
                    <a:ext uri="{FF2B5EF4-FFF2-40B4-BE49-F238E27FC236}">
                      <a16:creationId xmlns:a16="http://schemas.microsoft.com/office/drawing/2014/main" id="{476EB7A3-E77E-4F99-8169-E8CDE1176446}"/>
                    </a:ext>
                  </a:extLst>
                </p:cNvPr>
                <p:cNvSpPr/>
                <p:nvPr/>
              </p:nvSpPr>
              <p:spPr>
                <a:xfrm>
                  <a:off x="491774" y="11497301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DAF5BE05-58FD-4697-AFB1-3511DEF5C5EE}"/>
                    </a:ext>
                  </a:extLst>
                </p:cNvPr>
                <p:cNvSpPr/>
                <p:nvPr/>
              </p:nvSpPr>
              <p:spPr>
                <a:xfrm rot="404450">
                  <a:off x="47646" y="9822290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F01F91B2-40B5-4F86-8642-DCB2358F8165}"/>
                    </a:ext>
                  </a:extLst>
                </p:cNvPr>
                <p:cNvSpPr/>
                <p:nvPr/>
              </p:nvSpPr>
              <p:spPr>
                <a:xfrm>
                  <a:off x="1136789" y="9665677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BBF9AE6D-BD19-4F63-ADBC-301AD98B55FA}"/>
                    </a:ext>
                  </a:extLst>
                </p:cNvPr>
                <p:cNvSpPr/>
                <p:nvPr/>
              </p:nvSpPr>
              <p:spPr>
                <a:xfrm>
                  <a:off x="1477501" y="9210690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90AD818-8A65-4651-A30E-8328260442FF}"/>
                    </a:ext>
                  </a:extLst>
                </p:cNvPr>
                <p:cNvSpPr/>
                <p:nvPr/>
              </p:nvSpPr>
              <p:spPr>
                <a:xfrm>
                  <a:off x="753011" y="932744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B2775FA6-001B-4C57-9719-A34B32CF802C}"/>
                    </a:ext>
                  </a:extLst>
                </p:cNvPr>
                <p:cNvSpPr/>
                <p:nvPr/>
              </p:nvSpPr>
              <p:spPr>
                <a:xfrm>
                  <a:off x="1575118" y="932109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1824961-AC9F-4571-9872-FD8F0AE5277F}"/>
                </a:ext>
              </a:extLst>
            </p:cNvPr>
            <p:cNvSpPr/>
            <p:nvPr/>
          </p:nvSpPr>
          <p:spPr>
            <a:xfrm>
              <a:off x="4144347" y="6294674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97BDDF-9E53-4309-93F0-33039C277447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B962C52-1B7A-4B56-A1F1-53AADFE68DCA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3112348-ED5B-466C-B9FE-ADEDAC141447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B87214-E489-4BFB-910B-50AABA85F8EB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2FDA2D8-74ED-48B3-A1D3-5D65B675D24E}"/>
              </a:ext>
            </a:extLst>
          </p:cNvPr>
          <p:cNvSpPr/>
          <p:nvPr/>
        </p:nvSpPr>
        <p:spPr>
          <a:xfrm>
            <a:off x="3748763" y="1269911"/>
            <a:ext cx="2943533" cy="7815465"/>
          </a:xfrm>
          <a:custGeom>
            <a:avLst/>
            <a:gdLst>
              <a:gd name="connsiteX0" fmla="*/ 0 w 5675679"/>
              <a:gd name="connsiteY0" fmla="*/ 0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0 w 5675679"/>
              <a:gd name="connsiteY4" fmla="*/ 0 h 6822687"/>
              <a:gd name="connsiteX0" fmla="*/ 3106057 w 5675679"/>
              <a:gd name="connsiteY0" fmla="*/ 116114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3106057 w 5675679"/>
              <a:gd name="connsiteY4" fmla="*/ 116114 h 6822687"/>
              <a:gd name="connsiteX0" fmla="*/ 0 w 2569622"/>
              <a:gd name="connsiteY0" fmla="*/ 116114 h 6822687"/>
              <a:gd name="connsiteX1" fmla="*/ 2569622 w 2569622"/>
              <a:gd name="connsiteY1" fmla="*/ 0 h 6822687"/>
              <a:gd name="connsiteX2" fmla="*/ 2569622 w 2569622"/>
              <a:gd name="connsiteY2" fmla="*/ 6822687 h 6822687"/>
              <a:gd name="connsiteX3" fmla="*/ 0 w 2569622"/>
              <a:gd name="connsiteY3" fmla="*/ 6256629 h 6822687"/>
              <a:gd name="connsiteX4" fmla="*/ 0 w 2569622"/>
              <a:gd name="connsiteY4" fmla="*/ 116114 h 6822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622" h="6822687">
                <a:moveTo>
                  <a:pt x="0" y="116114"/>
                </a:moveTo>
                <a:lnTo>
                  <a:pt x="2569622" y="0"/>
                </a:lnTo>
                <a:lnTo>
                  <a:pt x="2569622" y="6822687"/>
                </a:lnTo>
                <a:lnTo>
                  <a:pt x="0" y="6256629"/>
                </a:lnTo>
                <a:lnTo>
                  <a:pt x="0" y="11611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9D4505D6-6F0C-483F-AF99-38B3FDFEFF8D}"/>
              </a:ext>
            </a:extLst>
          </p:cNvPr>
          <p:cNvSpPr/>
          <p:nvPr/>
        </p:nvSpPr>
        <p:spPr>
          <a:xfrm>
            <a:off x="4045145" y="6152381"/>
            <a:ext cx="54040" cy="165648"/>
          </a:xfrm>
          <a:custGeom>
            <a:avLst/>
            <a:gdLst>
              <a:gd name="connsiteX0" fmla="*/ 61850 w 192568"/>
              <a:gd name="connsiteY0" fmla="*/ 197643 h 512688"/>
              <a:gd name="connsiteX1" fmla="*/ 28577 w 192568"/>
              <a:gd name="connsiteY1" fmla="*/ 230916 h 512688"/>
              <a:gd name="connsiteX2" fmla="*/ 28577 w 192568"/>
              <a:gd name="connsiteY2" fmla="*/ 316391 h 512688"/>
              <a:gd name="connsiteX3" fmla="*/ 65330 w 192568"/>
              <a:gd name="connsiteY3" fmla="*/ 353144 h 512688"/>
              <a:gd name="connsiteX4" fmla="*/ 65329 w 192568"/>
              <a:gd name="connsiteY4" fmla="*/ 353145 h 512688"/>
              <a:gd name="connsiteX5" fmla="*/ 102082 w 192568"/>
              <a:gd name="connsiteY5" fmla="*/ 316392 h 512688"/>
              <a:gd name="connsiteX6" fmla="*/ 102082 w 192568"/>
              <a:gd name="connsiteY6" fmla="*/ 230916 h 512688"/>
              <a:gd name="connsiteX7" fmla="*/ 68809 w 192568"/>
              <a:gd name="connsiteY7" fmla="*/ 197643 h 512688"/>
              <a:gd name="connsiteX8" fmla="*/ 87168 w 192568"/>
              <a:gd name="connsiteY8" fmla="*/ 0 h 512688"/>
              <a:gd name="connsiteX9" fmla="*/ 105400 w 192568"/>
              <a:gd name="connsiteY9" fmla="*/ 0 h 512688"/>
              <a:gd name="connsiteX10" fmla="*/ 192568 w 192568"/>
              <a:gd name="connsiteY10" fmla="*/ 87168 h 512688"/>
              <a:gd name="connsiteX11" fmla="*/ 192568 w 192568"/>
              <a:gd name="connsiteY11" fmla="*/ 416404 h 512688"/>
              <a:gd name="connsiteX12" fmla="*/ 96284 w 192568"/>
              <a:gd name="connsiteY12" fmla="*/ 512688 h 512688"/>
              <a:gd name="connsiteX13" fmla="*/ 0 w 192568"/>
              <a:gd name="connsiteY13" fmla="*/ 416404 h 512688"/>
              <a:gd name="connsiteX14" fmla="*/ 0 w 192568"/>
              <a:gd name="connsiteY14" fmla="*/ 87168 h 512688"/>
              <a:gd name="connsiteX15" fmla="*/ 87168 w 192568"/>
              <a:gd name="connsiteY15" fmla="*/ 0 h 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2568" h="512688">
                <a:moveTo>
                  <a:pt x="61850" y="197643"/>
                </a:moveTo>
                <a:cubicBezTo>
                  <a:pt x="43474" y="197643"/>
                  <a:pt x="28577" y="212540"/>
                  <a:pt x="28577" y="230916"/>
                </a:cubicBezTo>
                <a:lnTo>
                  <a:pt x="28577" y="316391"/>
                </a:lnTo>
                <a:cubicBezTo>
                  <a:pt x="28577" y="336689"/>
                  <a:pt x="45032" y="353144"/>
                  <a:pt x="65330" y="353144"/>
                </a:cubicBezTo>
                <a:lnTo>
                  <a:pt x="65329" y="353145"/>
                </a:lnTo>
                <a:cubicBezTo>
                  <a:pt x="85627" y="353145"/>
                  <a:pt x="102082" y="336690"/>
                  <a:pt x="102082" y="316392"/>
                </a:cubicBezTo>
                <a:lnTo>
                  <a:pt x="102082" y="230916"/>
                </a:lnTo>
                <a:cubicBezTo>
                  <a:pt x="102082" y="212540"/>
                  <a:pt x="87185" y="197643"/>
                  <a:pt x="68809" y="197643"/>
                </a:cubicBezTo>
                <a:close/>
                <a:moveTo>
                  <a:pt x="87168" y="0"/>
                </a:moveTo>
                <a:lnTo>
                  <a:pt x="105400" y="0"/>
                </a:lnTo>
                <a:cubicBezTo>
                  <a:pt x="153542" y="0"/>
                  <a:pt x="192568" y="39026"/>
                  <a:pt x="192568" y="87168"/>
                </a:cubicBezTo>
                <a:lnTo>
                  <a:pt x="192568" y="416404"/>
                </a:lnTo>
                <a:cubicBezTo>
                  <a:pt x="192568" y="469580"/>
                  <a:pt x="149460" y="512688"/>
                  <a:pt x="96284" y="512688"/>
                </a:cubicBezTo>
                <a:cubicBezTo>
                  <a:pt x="43108" y="512688"/>
                  <a:pt x="0" y="469580"/>
                  <a:pt x="0" y="416404"/>
                </a:cubicBezTo>
                <a:lnTo>
                  <a:pt x="0" y="87168"/>
                </a:lnTo>
                <a:cubicBezTo>
                  <a:pt x="0" y="39026"/>
                  <a:pt x="39026" y="0"/>
                  <a:pt x="87168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A8857D-66FB-43A1-9BF0-FF27D9626B17}"/>
              </a:ext>
            </a:extLst>
          </p:cNvPr>
          <p:cNvGrpSpPr/>
          <p:nvPr/>
        </p:nvGrpSpPr>
        <p:grpSpPr>
          <a:xfrm>
            <a:off x="4021977" y="5784736"/>
            <a:ext cx="216542" cy="264448"/>
            <a:chOff x="6207245" y="3221193"/>
            <a:chExt cx="224035" cy="273598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8204411-424C-4554-9525-06ACCB725038}"/>
                </a:ext>
              </a:extLst>
            </p:cNvPr>
            <p:cNvSpPr/>
            <p:nvPr/>
          </p:nvSpPr>
          <p:spPr>
            <a:xfrm>
              <a:off x="6207245" y="3221193"/>
              <a:ext cx="120183" cy="2735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7D8465-A5CD-49AC-B94D-9D1D7AE4332F}"/>
                </a:ext>
              </a:extLst>
            </p:cNvPr>
            <p:cNvCxnSpPr>
              <a:cxnSpLocks/>
              <a:stCxn id="155" idx="6"/>
            </p:cNvCxnSpPr>
            <p:nvPr/>
          </p:nvCxnSpPr>
          <p:spPr>
            <a:xfrm>
              <a:off x="6327428" y="3357992"/>
              <a:ext cx="10385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" name="emojimouth">
            <a:hlinkClick r:id="" action="ppaction://media"/>
            <a:extLst>
              <a:ext uri="{FF2B5EF4-FFF2-40B4-BE49-F238E27FC236}">
                <a16:creationId xmlns:a16="http://schemas.microsoft.com/office/drawing/2014/main" id="{3FE9432D-BBA2-4B7F-9CF6-7A837CD365E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2438415" y="6273748"/>
            <a:ext cx="315896" cy="231100"/>
          </a:xfrm>
          <a:prstGeom prst="rect">
            <a:avLst/>
          </a:prstGeom>
        </p:spPr>
      </p:pic>
      <p:pic>
        <p:nvPicPr>
          <p:cNvPr id="17" name="ttsMP3.com_VoiceText_2025-1-5_23-9-9">
            <a:hlinkClick r:id="" action="ppaction://media"/>
            <a:extLst>
              <a:ext uri="{FF2B5EF4-FFF2-40B4-BE49-F238E27FC236}">
                <a16:creationId xmlns:a16="http://schemas.microsoft.com/office/drawing/2014/main" id="{799BC6FE-D5DA-4CBD-A187-E80A6FFC4E8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F8A5B4ED-5C8C-4DAF-A7D1-584E1DDCF92B}"/>
              </a:ext>
            </a:extLst>
          </p:cNvPr>
          <p:cNvSpPr/>
          <p:nvPr/>
        </p:nvSpPr>
        <p:spPr>
          <a:xfrm rot="17652556">
            <a:off x="2698364" y="5293430"/>
            <a:ext cx="457200" cy="432301"/>
          </a:xfrm>
          <a:custGeom>
            <a:avLst/>
            <a:gdLst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2" fmla="*/ 457200 w 914400"/>
              <a:gd name="connsiteY2" fmla="*/ 457200 h 914400"/>
              <a:gd name="connsiteX3" fmla="*/ 734926 w 914400"/>
              <a:gd name="connsiteY3" fmla="*/ 94020 h 914400"/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0" fmla="*/ 277726 w 457200"/>
              <a:gd name="connsiteY0" fmla="*/ 69121 h 432301"/>
              <a:gd name="connsiteX1" fmla="*/ 457200 w 457200"/>
              <a:gd name="connsiteY1" fmla="*/ 432301 h 432301"/>
              <a:gd name="connsiteX2" fmla="*/ 0 w 457200"/>
              <a:gd name="connsiteY2" fmla="*/ 432301 h 432301"/>
              <a:gd name="connsiteX3" fmla="*/ 277726 w 457200"/>
              <a:gd name="connsiteY3" fmla="*/ 69121 h 432301"/>
              <a:gd name="connsiteX0" fmla="*/ 338551 w 457200"/>
              <a:gd name="connsiteY0" fmla="*/ 0 h 432301"/>
              <a:gd name="connsiteX1" fmla="*/ 457200 w 457200"/>
              <a:gd name="connsiteY1" fmla="*/ 432301 h 4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432301" stroke="0" extrusionOk="0">
                <a:moveTo>
                  <a:pt x="277726" y="69121"/>
                </a:moveTo>
                <a:cubicBezTo>
                  <a:pt x="390846" y="155624"/>
                  <a:pt x="457200" y="289897"/>
                  <a:pt x="457200" y="432301"/>
                </a:cubicBezTo>
                <a:lnTo>
                  <a:pt x="0" y="432301"/>
                </a:lnTo>
                <a:lnTo>
                  <a:pt x="277726" y="69121"/>
                </a:lnTo>
                <a:close/>
              </a:path>
              <a:path w="457200" h="432301" fill="none">
                <a:moveTo>
                  <a:pt x="338551" y="0"/>
                </a:moveTo>
                <a:cubicBezTo>
                  <a:pt x="451671" y="86503"/>
                  <a:pt x="457200" y="289897"/>
                  <a:pt x="457200" y="43230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7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2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93"/>
                </p:tgtEl>
              </p:cMediaNode>
            </p:vide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536AB-5038-4F53-96A2-C814B631D9BC}"/>
              </a:ext>
            </a:extLst>
          </p:cNvPr>
          <p:cNvGrpSpPr/>
          <p:nvPr/>
        </p:nvGrpSpPr>
        <p:grpSpPr>
          <a:xfrm>
            <a:off x="10794611" y="-7229659"/>
            <a:ext cx="10222365" cy="4206491"/>
            <a:chOff x="3130849" y="4454082"/>
            <a:chExt cx="6057339" cy="2492588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73D2F7-3518-4119-A1B5-3A3964615A62}"/>
                </a:ext>
              </a:extLst>
            </p:cNvPr>
            <p:cNvSpPr/>
            <p:nvPr/>
          </p:nvSpPr>
          <p:spPr>
            <a:xfrm>
              <a:off x="4443285" y="4454082"/>
              <a:ext cx="3843387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A9CB34-BF54-473F-B1DC-81578123DB44}"/>
                </a:ext>
              </a:extLst>
            </p:cNvPr>
            <p:cNvSpPr/>
            <p:nvPr/>
          </p:nvSpPr>
          <p:spPr>
            <a:xfrm>
              <a:off x="4138733" y="4968102"/>
              <a:ext cx="4253520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87420-BBC0-4354-AB87-DCF27B1551FD}"/>
                </a:ext>
              </a:extLst>
            </p:cNvPr>
            <p:cNvSpPr/>
            <p:nvPr/>
          </p:nvSpPr>
          <p:spPr>
            <a:xfrm>
              <a:off x="3925439" y="5421870"/>
              <a:ext cx="4897354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05F21-6A8D-4CEA-8BA9-7F8CACAC2F2B}"/>
                </a:ext>
              </a:extLst>
            </p:cNvPr>
            <p:cNvSpPr/>
            <p:nvPr/>
          </p:nvSpPr>
          <p:spPr>
            <a:xfrm>
              <a:off x="3496050" y="5935561"/>
              <a:ext cx="5523035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AAA13FA-4E04-4B29-8FF5-A1E166ECEF3B}"/>
                </a:ext>
              </a:extLst>
            </p:cNvPr>
            <p:cNvSpPr/>
            <p:nvPr/>
          </p:nvSpPr>
          <p:spPr>
            <a:xfrm>
              <a:off x="3130849" y="6432320"/>
              <a:ext cx="6057339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0" y="8529922"/>
            <a:ext cx="6858000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CE9647F-2233-47DB-AA8C-CC8AB7F5668D}"/>
              </a:ext>
            </a:extLst>
          </p:cNvPr>
          <p:cNvGrpSpPr/>
          <p:nvPr/>
        </p:nvGrpSpPr>
        <p:grpSpPr>
          <a:xfrm flipH="1">
            <a:off x="526304" y="3741597"/>
            <a:ext cx="3901533" cy="5788351"/>
            <a:chOff x="3641993" y="4774931"/>
            <a:chExt cx="2593651" cy="3847961"/>
          </a:xfrm>
        </p:grpSpPr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B17064AB-34ED-4444-8A84-6A4B5D449821}"/>
                </a:ext>
              </a:extLst>
            </p:cNvPr>
            <p:cNvSpPr/>
            <p:nvPr/>
          </p:nvSpPr>
          <p:spPr>
            <a:xfrm rot="19136376" flipH="1">
              <a:off x="5339081" y="6174754"/>
              <a:ext cx="649908" cy="923978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F041B769-AB02-42A5-BF5D-B8C054EB1967}"/>
                </a:ext>
              </a:extLst>
            </p:cNvPr>
            <p:cNvSpPr/>
            <p:nvPr/>
          </p:nvSpPr>
          <p:spPr>
            <a:xfrm rot="368333">
              <a:off x="3761182" y="6267113"/>
              <a:ext cx="649907" cy="923977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47541A79-438D-4947-9D41-56F9F305F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1552" y="7185995"/>
              <a:ext cx="26032" cy="128412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E4D9B428-DB86-452A-A899-4016351A270B}"/>
                </a:ext>
              </a:extLst>
            </p:cNvPr>
            <p:cNvCxnSpPr>
              <a:cxnSpLocks/>
              <a:endCxn id="239" idx="3"/>
            </p:cNvCxnSpPr>
            <p:nvPr/>
          </p:nvCxnSpPr>
          <p:spPr>
            <a:xfrm>
              <a:off x="5187625" y="7068168"/>
              <a:ext cx="12753" cy="1312755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4E9D93EC-8E6F-4344-9794-47FDEB6B6825}"/>
                </a:ext>
              </a:extLst>
            </p:cNvPr>
            <p:cNvSpPr/>
            <p:nvPr/>
          </p:nvSpPr>
          <p:spPr>
            <a:xfrm>
              <a:off x="3698769" y="4774931"/>
              <a:ext cx="2536875" cy="244778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C58EB728-52EF-46F4-87D9-7A46EE921E05}"/>
                </a:ext>
              </a:extLst>
            </p:cNvPr>
            <p:cNvSpPr/>
            <p:nvPr/>
          </p:nvSpPr>
          <p:spPr>
            <a:xfrm>
              <a:off x="4242308" y="5803090"/>
              <a:ext cx="261279" cy="2595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9" name="Rectangle: Top Corners Rounded 238">
              <a:extLst>
                <a:ext uri="{FF2B5EF4-FFF2-40B4-BE49-F238E27FC236}">
                  <a16:creationId xmlns:a16="http://schemas.microsoft.com/office/drawing/2014/main" id="{006C61EC-0A4D-4347-85E2-D85D714E2C36}"/>
                </a:ext>
              </a:extLst>
            </p:cNvPr>
            <p:cNvSpPr/>
            <p:nvPr/>
          </p:nvSpPr>
          <p:spPr>
            <a:xfrm>
              <a:off x="4865630" y="8380923"/>
              <a:ext cx="669495" cy="2003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0" name="Rectangle: Top Corners Rounded 239">
              <a:extLst>
                <a:ext uri="{FF2B5EF4-FFF2-40B4-BE49-F238E27FC236}">
                  <a16:creationId xmlns:a16="http://schemas.microsoft.com/office/drawing/2014/main" id="{AB532A85-A2F9-474E-8AA7-4FF01CAB97A2}"/>
                </a:ext>
              </a:extLst>
            </p:cNvPr>
            <p:cNvSpPr/>
            <p:nvPr/>
          </p:nvSpPr>
          <p:spPr>
            <a:xfrm>
              <a:off x="4256796" y="8422581"/>
              <a:ext cx="669496" cy="2003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EC75875-5FED-4FC7-B9E0-510459F5A6BD}"/>
                </a:ext>
              </a:extLst>
            </p:cNvPr>
            <p:cNvSpPr/>
            <p:nvPr/>
          </p:nvSpPr>
          <p:spPr>
            <a:xfrm flipH="1">
              <a:off x="5285899" y="6714814"/>
              <a:ext cx="551372" cy="383063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  <a:gd name="connsiteX0" fmla="*/ 0 w 723830"/>
                <a:gd name="connsiteY0" fmla="*/ 0 h 1002839"/>
                <a:gd name="connsiteX1" fmla="*/ 633604 w 723830"/>
                <a:gd name="connsiteY1" fmla="*/ 903446 h 1002839"/>
                <a:gd name="connsiteX2" fmla="*/ 719329 w 723830"/>
                <a:gd name="connsiteY2" fmla="*/ 979646 h 1002839"/>
                <a:gd name="connsiteX3" fmla="*/ 719329 w 723830"/>
                <a:gd name="connsiteY3" fmla="*/ 979646 h 1002839"/>
                <a:gd name="connsiteX0" fmla="*/ 0 w 719414"/>
                <a:gd name="connsiteY0" fmla="*/ 0 h 979646"/>
                <a:gd name="connsiteX1" fmla="*/ 168042 w 719414"/>
                <a:gd name="connsiteY1" fmla="*/ 596585 h 979646"/>
                <a:gd name="connsiteX2" fmla="*/ 633604 w 719414"/>
                <a:gd name="connsiteY2" fmla="*/ 903446 h 979646"/>
                <a:gd name="connsiteX3" fmla="*/ 719329 w 719414"/>
                <a:gd name="connsiteY3" fmla="*/ 979646 h 979646"/>
                <a:gd name="connsiteX4" fmla="*/ 719329 w 719414"/>
                <a:gd name="connsiteY4" fmla="*/ 979646 h 979646"/>
                <a:gd name="connsiteX0" fmla="*/ 0 w 551372"/>
                <a:gd name="connsiteY0" fmla="*/ 0 h 383061"/>
                <a:gd name="connsiteX1" fmla="*/ 465562 w 551372"/>
                <a:gd name="connsiteY1" fmla="*/ 306861 h 383061"/>
                <a:gd name="connsiteX2" fmla="*/ 551287 w 551372"/>
                <a:gd name="connsiteY2" fmla="*/ 383061 h 383061"/>
                <a:gd name="connsiteX3" fmla="*/ 551287 w 551372"/>
                <a:gd name="connsiteY3" fmla="*/ 383061 h 38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372" h="383061">
                  <a:moveTo>
                    <a:pt x="0" y="0"/>
                  </a:moveTo>
                  <a:cubicBezTo>
                    <a:pt x="105601" y="150574"/>
                    <a:pt x="373681" y="243018"/>
                    <a:pt x="465562" y="306861"/>
                  </a:cubicBezTo>
                  <a:cubicBezTo>
                    <a:pt x="557443" y="370705"/>
                    <a:pt x="551287" y="383061"/>
                    <a:pt x="551287" y="383061"/>
                  </a:cubicBezTo>
                  <a:lnTo>
                    <a:pt x="551287" y="38306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3DF283-9A8B-4453-A24B-F27427236394}"/>
                </a:ext>
              </a:extLst>
            </p:cNvPr>
            <p:cNvSpPr/>
            <p:nvPr/>
          </p:nvSpPr>
          <p:spPr>
            <a:xfrm rot="420143" flipH="1">
              <a:off x="4624421" y="6206429"/>
              <a:ext cx="184935" cy="190499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F74F0766-A4B0-4444-AE73-F5F3C0E8C22D}"/>
                </a:ext>
              </a:extLst>
            </p:cNvPr>
            <p:cNvSpPr/>
            <p:nvPr/>
          </p:nvSpPr>
          <p:spPr>
            <a:xfrm>
              <a:off x="5124900" y="5803089"/>
              <a:ext cx="261279" cy="25952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A452AFDA-34BD-43DF-A8E3-0AF878C204D0}"/>
                </a:ext>
              </a:extLst>
            </p:cNvPr>
            <p:cNvSpPr/>
            <p:nvPr/>
          </p:nvSpPr>
          <p:spPr>
            <a:xfrm>
              <a:off x="4321978" y="5891562"/>
              <a:ext cx="100006" cy="130464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8890F3A-D721-4E9B-A069-1FAEE705A1B1}"/>
                </a:ext>
              </a:extLst>
            </p:cNvPr>
            <p:cNvSpPr/>
            <p:nvPr/>
          </p:nvSpPr>
          <p:spPr>
            <a:xfrm>
              <a:off x="5217864" y="5906421"/>
              <a:ext cx="100006" cy="130464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178AE893-C777-4138-A808-4EDAEDAD7B3B}"/>
                </a:ext>
              </a:extLst>
            </p:cNvPr>
            <p:cNvSpPr/>
            <p:nvPr/>
          </p:nvSpPr>
          <p:spPr>
            <a:xfrm>
              <a:off x="3641993" y="4812994"/>
              <a:ext cx="2536875" cy="244778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257181">
                <a:defRPr/>
              </a:pPr>
              <a:endParaRPr lang="en-US" sz="1013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35537B2-81FF-4621-B234-53521993AA7C}"/>
              </a:ext>
            </a:extLst>
          </p:cNvPr>
          <p:cNvGrpSpPr/>
          <p:nvPr/>
        </p:nvGrpSpPr>
        <p:grpSpPr>
          <a:xfrm flipH="1">
            <a:off x="308155" y="3116461"/>
            <a:ext cx="4256341" cy="2268434"/>
            <a:chOff x="3107619" y="2345428"/>
            <a:chExt cx="1555821" cy="829181"/>
          </a:xfrm>
        </p:grpSpPr>
        <p:sp>
          <p:nvSpPr>
            <p:cNvPr id="94" name="Rectangle 65">
              <a:extLst>
                <a:ext uri="{FF2B5EF4-FFF2-40B4-BE49-F238E27FC236}">
                  <a16:creationId xmlns:a16="http://schemas.microsoft.com/office/drawing/2014/main" id="{79659A79-FABD-43D6-BE7A-514864E016F6}"/>
                </a:ext>
              </a:extLst>
            </p:cNvPr>
            <p:cNvSpPr/>
            <p:nvPr/>
          </p:nvSpPr>
          <p:spPr>
            <a:xfrm rot="21402550">
              <a:off x="3254761" y="2805229"/>
              <a:ext cx="1166192" cy="258305"/>
            </a:xfrm>
            <a:custGeom>
              <a:avLst/>
              <a:gdLst>
                <a:gd name="connsiteX0" fmla="*/ 0 w 1073426"/>
                <a:gd name="connsiteY0" fmla="*/ 0 h 152287"/>
                <a:gd name="connsiteX1" fmla="*/ 1073426 w 1073426"/>
                <a:gd name="connsiteY1" fmla="*/ 0 h 152287"/>
                <a:gd name="connsiteX2" fmla="*/ 1073426 w 1073426"/>
                <a:gd name="connsiteY2" fmla="*/ 152287 h 152287"/>
                <a:gd name="connsiteX3" fmla="*/ 0 w 1073426"/>
                <a:gd name="connsiteY3" fmla="*/ 152287 h 152287"/>
                <a:gd name="connsiteX4" fmla="*/ 0 w 1073426"/>
                <a:gd name="connsiteY4" fmla="*/ 0 h 152287"/>
                <a:gd name="connsiteX0" fmla="*/ 0 w 1166192"/>
                <a:gd name="connsiteY0" fmla="*/ 0 h 218548"/>
                <a:gd name="connsiteX1" fmla="*/ 1073426 w 1166192"/>
                <a:gd name="connsiteY1" fmla="*/ 0 h 218548"/>
                <a:gd name="connsiteX2" fmla="*/ 1166192 w 1166192"/>
                <a:gd name="connsiteY2" fmla="*/ 218548 h 218548"/>
                <a:gd name="connsiteX3" fmla="*/ 0 w 1166192"/>
                <a:gd name="connsiteY3" fmla="*/ 152287 h 218548"/>
                <a:gd name="connsiteX4" fmla="*/ 0 w 1166192"/>
                <a:gd name="connsiteY4" fmla="*/ 0 h 218548"/>
                <a:gd name="connsiteX0" fmla="*/ 0 w 1166192"/>
                <a:gd name="connsiteY0" fmla="*/ 0 h 218548"/>
                <a:gd name="connsiteX1" fmla="*/ 1152939 w 1166192"/>
                <a:gd name="connsiteY1" fmla="*/ 13252 h 218548"/>
                <a:gd name="connsiteX2" fmla="*/ 1166192 w 1166192"/>
                <a:gd name="connsiteY2" fmla="*/ 218548 h 218548"/>
                <a:gd name="connsiteX3" fmla="*/ 0 w 1166192"/>
                <a:gd name="connsiteY3" fmla="*/ 152287 h 218548"/>
                <a:gd name="connsiteX4" fmla="*/ 0 w 1166192"/>
                <a:gd name="connsiteY4" fmla="*/ 0 h 218548"/>
                <a:gd name="connsiteX0" fmla="*/ 0 w 1166192"/>
                <a:gd name="connsiteY0" fmla="*/ 0 h 258305"/>
                <a:gd name="connsiteX1" fmla="*/ 1152939 w 1166192"/>
                <a:gd name="connsiteY1" fmla="*/ 53009 h 258305"/>
                <a:gd name="connsiteX2" fmla="*/ 1166192 w 1166192"/>
                <a:gd name="connsiteY2" fmla="*/ 258305 h 258305"/>
                <a:gd name="connsiteX3" fmla="*/ 0 w 1166192"/>
                <a:gd name="connsiteY3" fmla="*/ 192044 h 258305"/>
                <a:gd name="connsiteX4" fmla="*/ 0 w 1166192"/>
                <a:gd name="connsiteY4" fmla="*/ 0 h 25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192" h="258305">
                  <a:moveTo>
                    <a:pt x="0" y="0"/>
                  </a:moveTo>
                  <a:lnTo>
                    <a:pt x="1152939" y="53009"/>
                  </a:lnTo>
                  <a:lnTo>
                    <a:pt x="1166192" y="258305"/>
                  </a:lnTo>
                  <a:lnTo>
                    <a:pt x="0" y="192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66">
              <a:extLst>
                <a:ext uri="{FF2B5EF4-FFF2-40B4-BE49-F238E27FC236}">
                  <a16:creationId xmlns:a16="http://schemas.microsoft.com/office/drawing/2014/main" id="{B6272DFC-FEF7-4629-BF80-7309C56E37B6}"/>
                </a:ext>
              </a:extLst>
            </p:cNvPr>
            <p:cNvSpPr/>
            <p:nvPr/>
          </p:nvSpPr>
          <p:spPr>
            <a:xfrm>
              <a:off x="3114405" y="3025015"/>
              <a:ext cx="1457742" cy="149594"/>
            </a:xfrm>
            <a:custGeom>
              <a:avLst/>
              <a:gdLst>
                <a:gd name="connsiteX0" fmla="*/ 0 w 1311968"/>
                <a:gd name="connsiteY0" fmla="*/ 0 h 321478"/>
                <a:gd name="connsiteX1" fmla="*/ 1311968 w 1311968"/>
                <a:gd name="connsiteY1" fmla="*/ 0 h 321478"/>
                <a:gd name="connsiteX2" fmla="*/ 1311968 w 1311968"/>
                <a:gd name="connsiteY2" fmla="*/ 321478 h 321478"/>
                <a:gd name="connsiteX3" fmla="*/ 0 w 1311968"/>
                <a:gd name="connsiteY3" fmla="*/ 321478 h 321478"/>
                <a:gd name="connsiteX4" fmla="*/ 0 w 1311968"/>
                <a:gd name="connsiteY4" fmla="*/ 0 h 321478"/>
                <a:gd name="connsiteX0" fmla="*/ 145774 w 1457742"/>
                <a:gd name="connsiteY0" fmla="*/ 0 h 321478"/>
                <a:gd name="connsiteX1" fmla="*/ 1457742 w 1457742"/>
                <a:gd name="connsiteY1" fmla="*/ 0 h 321478"/>
                <a:gd name="connsiteX2" fmla="*/ 1457742 w 1457742"/>
                <a:gd name="connsiteY2" fmla="*/ 321478 h 321478"/>
                <a:gd name="connsiteX3" fmla="*/ 0 w 1457742"/>
                <a:gd name="connsiteY3" fmla="*/ 202208 h 321478"/>
                <a:gd name="connsiteX4" fmla="*/ 145774 w 1457742"/>
                <a:gd name="connsiteY4" fmla="*/ 0 h 321478"/>
                <a:gd name="connsiteX0" fmla="*/ 145774 w 1457742"/>
                <a:gd name="connsiteY0" fmla="*/ 0 h 202208"/>
                <a:gd name="connsiteX1" fmla="*/ 1457742 w 1457742"/>
                <a:gd name="connsiteY1" fmla="*/ 0 h 202208"/>
                <a:gd name="connsiteX2" fmla="*/ 0 w 1457742"/>
                <a:gd name="connsiteY2" fmla="*/ 202208 h 202208"/>
                <a:gd name="connsiteX3" fmla="*/ 145774 w 1457742"/>
                <a:gd name="connsiteY3" fmla="*/ 0 h 202208"/>
                <a:gd name="connsiteX0" fmla="*/ 145774 w 1457742"/>
                <a:gd name="connsiteY0" fmla="*/ 0 h 253584"/>
                <a:gd name="connsiteX1" fmla="*/ 1457742 w 1457742"/>
                <a:gd name="connsiteY1" fmla="*/ 0 h 253584"/>
                <a:gd name="connsiteX2" fmla="*/ 0 w 1457742"/>
                <a:gd name="connsiteY2" fmla="*/ 202208 h 253584"/>
                <a:gd name="connsiteX3" fmla="*/ 145774 w 1457742"/>
                <a:gd name="connsiteY3" fmla="*/ 0 h 253584"/>
                <a:gd name="connsiteX0" fmla="*/ 145774 w 1457742"/>
                <a:gd name="connsiteY0" fmla="*/ 0 h 299889"/>
                <a:gd name="connsiteX1" fmla="*/ 1457742 w 1457742"/>
                <a:gd name="connsiteY1" fmla="*/ 0 h 299889"/>
                <a:gd name="connsiteX2" fmla="*/ 0 w 1457742"/>
                <a:gd name="connsiteY2" fmla="*/ 202208 h 299889"/>
                <a:gd name="connsiteX3" fmla="*/ 145774 w 1457742"/>
                <a:gd name="connsiteY3" fmla="*/ 0 h 299889"/>
                <a:gd name="connsiteX0" fmla="*/ 145774 w 1457742"/>
                <a:gd name="connsiteY0" fmla="*/ 0 h 299889"/>
                <a:gd name="connsiteX1" fmla="*/ 1457742 w 1457742"/>
                <a:gd name="connsiteY1" fmla="*/ 0 h 299889"/>
                <a:gd name="connsiteX2" fmla="*/ 0 w 1457742"/>
                <a:gd name="connsiteY2" fmla="*/ 202208 h 299889"/>
                <a:gd name="connsiteX3" fmla="*/ 145774 w 1457742"/>
                <a:gd name="connsiteY3" fmla="*/ 0 h 29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7742" h="299889">
                  <a:moveTo>
                    <a:pt x="145774" y="0"/>
                  </a:moveTo>
                  <a:lnTo>
                    <a:pt x="1457742" y="0"/>
                  </a:lnTo>
                  <a:cubicBezTo>
                    <a:pt x="534506" y="464968"/>
                    <a:pt x="485914" y="267326"/>
                    <a:pt x="0" y="202208"/>
                  </a:cubicBezTo>
                  <a:lnTo>
                    <a:pt x="145774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64">
              <a:extLst>
                <a:ext uri="{FF2B5EF4-FFF2-40B4-BE49-F238E27FC236}">
                  <a16:creationId xmlns:a16="http://schemas.microsoft.com/office/drawing/2014/main" id="{46DF8A77-53E3-4ABB-9C71-A0DDC034E6FF}"/>
                </a:ext>
              </a:extLst>
            </p:cNvPr>
            <p:cNvSpPr/>
            <p:nvPr/>
          </p:nvSpPr>
          <p:spPr>
            <a:xfrm>
              <a:off x="3107619" y="2345428"/>
              <a:ext cx="1555821" cy="695833"/>
            </a:xfrm>
            <a:custGeom>
              <a:avLst/>
              <a:gdLst>
                <a:gd name="connsiteX0" fmla="*/ 0 w 1338469"/>
                <a:gd name="connsiteY0" fmla="*/ 251792 h 503583"/>
                <a:gd name="connsiteX1" fmla="*/ 669235 w 1338469"/>
                <a:gd name="connsiteY1" fmla="*/ 0 h 503583"/>
                <a:gd name="connsiteX2" fmla="*/ 1338470 w 1338469"/>
                <a:gd name="connsiteY2" fmla="*/ 251792 h 503583"/>
                <a:gd name="connsiteX3" fmla="*/ 669235 w 1338469"/>
                <a:gd name="connsiteY3" fmla="*/ 503584 h 503583"/>
                <a:gd name="connsiteX4" fmla="*/ 0 w 1338469"/>
                <a:gd name="connsiteY4" fmla="*/ 251792 h 503583"/>
                <a:gd name="connsiteX0" fmla="*/ 0 w 1497496"/>
                <a:gd name="connsiteY0" fmla="*/ 259390 h 593036"/>
                <a:gd name="connsiteX1" fmla="*/ 669235 w 1497496"/>
                <a:gd name="connsiteY1" fmla="*/ 7598 h 593036"/>
                <a:gd name="connsiteX2" fmla="*/ 1497496 w 1497496"/>
                <a:gd name="connsiteY2" fmla="*/ 524433 h 593036"/>
                <a:gd name="connsiteX3" fmla="*/ 669235 w 1497496"/>
                <a:gd name="connsiteY3" fmla="*/ 511182 h 593036"/>
                <a:gd name="connsiteX4" fmla="*/ 0 w 1497496"/>
                <a:gd name="connsiteY4" fmla="*/ 259390 h 593036"/>
                <a:gd name="connsiteX0" fmla="*/ 0 w 1497496"/>
                <a:gd name="connsiteY0" fmla="*/ 257677 h 584076"/>
                <a:gd name="connsiteX1" fmla="*/ 669235 w 1497496"/>
                <a:gd name="connsiteY1" fmla="*/ 5885 h 584076"/>
                <a:gd name="connsiteX2" fmla="*/ 1497496 w 1497496"/>
                <a:gd name="connsiteY2" fmla="*/ 522720 h 584076"/>
                <a:gd name="connsiteX3" fmla="*/ 669235 w 1497496"/>
                <a:gd name="connsiteY3" fmla="*/ 482965 h 584076"/>
                <a:gd name="connsiteX4" fmla="*/ 0 w 1497496"/>
                <a:gd name="connsiteY4" fmla="*/ 257677 h 584076"/>
                <a:gd name="connsiteX0" fmla="*/ 0 w 1391479"/>
                <a:gd name="connsiteY0" fmla="*/ 437669 h 572455"/>
                <a:gd name="connsiteX1" fmla="*/ 563218 w 1391479"/>
                <a:gd name="connsiteY1" fmla="*/ 347 h 572455"/>
                <a:gd name="connsiteX2" fmla="*/ 1391479 w 1391479"/>
                <a:gd name="connsiteY2" fmla="*/ 517182 h 572455"/>
                <a:gd name="connsiteX3" fmla="*/ 563218 w 1391479"/>
                <a:gd name="connsiteY3" fmla="*/ 477427 h 572455"/>
                <a:gd name="connsiteX4" fmla="*/ 0 w 1391479"/>
                <a:gd name="connsiteY4" fmla="*/ 437669 h 572455"/>
                <a:gd name="connsiteX0" fmla="*/ 43020 w 1434499"/>
                <a:gd name="connsiteY0" fmla="*/ 530374 h 665160"/>
                <a:gd name="connsiteX1" fmla="*/ 195420 w 1434499"/>
                <a:gd name="connsiteY1" fmla="*/ 287 h 665160"/>
                <a:gd name="connsiteX2" fmla="*/ 1434499 w 1434499"/>
                <a:gd name="connsiteY2" fmla="*/ 609887 h 665160"/>
                <a:gd name="connsiteX3" fmla="*/ 606238 w 1434499"/>
                <a:gd name="connsiteY3" fmla="*/ 570132 h 665160"/>
                <a:gd name="connsiteX4" fmla="*/ 43020 w 1434499"/>
                <a:gd name="connsiteY4" fmla="*/ 530374 h 665160"/>
                <a:gd name="connsiteX0" fmla="*/ 86156 w 1477635"/>
                <a:gd name="connsiteY0" fmla="*/ 543019 h 677805"/>
                <a:gd name="connsiteX1" fmla="*/ 238556 w 1477635"/>
                <a:gd name="connsiteY1" fmla="*/ 12932 h 677805"/>
                <a:gd name="connsiteX2" fmla="*/ 1477635 w 1477635"/>
                <a:gd name="connsiteY2" fmla="*/ 622532 h 677805"/>
                <a:gd name="connsiteX3" fmla="*/ 649374 w 1477635"/>
                <a:gd name="connsiteY3" fmla="*/ 582777 h 677805"/>
                <a:gd name="connsiteX4" fmla="*/ 86156 w 1477635"/>
                <a:gd name="connsiteY4" fmla="*/ 543019 h 677805"/>
                <a:gd name="connsiteX0" fmla="*/ 86156 w 1477635"/>
                <a:gd name="connsiteY0" fmla="*/ 543545 h 678331"/>
                <a:gd name="connsiteX1" fmla="*/ 238556 w 1477635"/>
                <a:gd name="connsiteY1" fmla="*/ 13458 h 678331"/>
                <a:gd name="connsiteX2" fmla="*/ 1477635 w 1477635"/>
                <a:gd name="connsiteY2" fmla="*/ 623058 h 678331"/>
                <a:gd name="connsiteX3" fmla="*/ 649374 w 1477635"/>
                <a:gd name="connsiteY3" fmla="*/ 583303 h 678331"/>
                <a:gd name="connsiteX4" fmla="*/ 86156 w 1477635"/>
                <a:gd name="connsiteY4" fmla="*/ 543545 h 678331"/>
                <a:gd name="connsiteX0" fmla="*/ 86156 w 1477635"/>
                <a:gd name="connsiteY0" fmla="*/ 543545 h 689991"/>
                <a:gd name="connsiteX1" fmla="*/ 238556 w 1477635"/>
                <a:gd name="connsiteY1" fmla="*/ 13458 h 689991"/>
                <a:gd name="connsiteX2" fmla="*/ 1477635 w 1477635"/>
                <a:gd name="connsiteY2" fmla="*/ 623058 h 689991"/>
                <a:gd name="connsiteX3" fmla="*/ 649374 w 1477635"/>
                <a:gd name="connsiteY3" fmla="*/ 583303 h 689991"/>
                <a:gd name="connsiteX4" fmla="*/ 86156 w 1477635"/>
                <a:gd name="connsiteY4" fmla="*/ 543545 h 689991"/>
                <a:gd name="connsiteX0" fmla="*/ 86156 w 1477635"/>
                <a:gd name="connsiteY0" fmla="*/ 543545 h 695833"/>
                <a:gd name="connsiteX1" fmla="*/ 238556 w 1477635"/>
                <a:gd name="connsiteY1" fmla="*/ 13458 h 695833"/>
                <a:gd name="connsiteX2" fmla="*/ 1477635 w 1477635"/>
                <a:gd name="connsiteY2" fmla="*/ 623058 h 695833"/>
                <a:gd name="connsiteX3" fmla="*/ 649374 w 1477635"/>
                <a:gd name="connsiteY3" fmla="*/ 583303 h 695833"/>
                <a:gd name="connsiteX4" fmla="*/ 86156 w 1477635"/>
                <a:gd name="connsiteY4" fmla="*/ 543545 h 69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635" h="695833">
                  <a:moveTo>
                    <a:pt x="86156" y="543545"/>
                  </a:moveTo>
                  <a:cubicBezTo>
                    <a:pt x="17686" y="448571"/>
                    <a:pt x="-125879" y="119475"/>
                    <a:pt x="238556" y="13458"/>
                  </a:cubicBezTo>
                  <a:cubicBezTo>
                    <a:pt x="602991" y="-92559"/>
                    <a:pt x="1477635" y="457492"/>
                    <a:pt x="1477635" y="623058"/>
                  </a:cubicBezTo>
                  <a:cubicBezTo>
                    <a:pt x="1437879" y="801875"/>
                    <a:pt x="881287" y="596555"/>
                    <a:pt x="649374" y="583303"/>
                  </a:cubicBezTo>
                  <a:cubicBezTo>
                    <a:pt x="417461" y="570051"/>
                    <a:pt x="154626" y="638519"/>
                    <a:pt x="86156" y="54354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68">
              <a:extLst>
                <a:ext uri="{FF2B5EF4-FFF2-40B4-BE49-F238E27FC236}">
                  <a16:creationId xmlns:a16="http://schemas.microsoft.com/office/drawing/2014/main" id="{995E2585-BEFE-4CE1-A973-99E336654BC3}"/>
                </a:ext>
              </a:extLst>
            </p:cNvPr>
            <p:cNvSpPr/>
            <p:nvPr/>
          </p:nvSpPr>
          <p:spPr>
            <a:xfrm flipV="1">
              <a:off x="3401170" y="2452758"/>
              <a:ext cx="318052" cy="332073"/>
            </a:xfrm>
            <a:custGeom>
              <a:avLst/>
              <a:gdLst>
                <a:gd name="connsiteX0" fmla="*/ 0 w 702365"/>
                <a:gd name="connsiteY0" fmla="*/ 364547 h 364547"/>
                <a:gd name="connsiteX1" fmla="*/ 351183 w 702365"/>
                <a:gd name="connsiteY1" fmla="*/ 0 h 364547"/>
                <a:gd name="connsiteX2" fmla="*/ 702365 w 702365"/>
                <a:gd name="connsiteY2" fmla="*/ 364547 h 364547"/>
                <a:gd name="connsiteX3" fmla="*/ 0 w 702365"/>
                <a:gd name="connsiteY3" fmla="*/ 364547 h 364547"/>
                <a:gd name="connsiteX0" fmla="*/ 0 w 530087"/>
                <a:gd name="connsiteY0" fmla="*/ 364547 h 364547"/>
                <a:gd name="connsiteX1" fmla="*/ 351183 w 530087"/>
                <a:gd name="connsiteY1" fmla="*/ 0 h 364547"/>
                <a:gd name="connsiteX2" fmla="*/ 530087 w 530087"/>
                <a:gd name="connsiteY2" fmla="*/ 271782 h 364547"/>
                <a:gd name="connsiteX3" fmla="*/ 0 w 530087"/>
                <a:gd name="connsiteY3" fmla="*/ 364547 h 364547"/>
                <a:gd name="connsiteX0" fmla="*/ 0 w 318052"/>
                <a:gd name="connsiteY0" fmla="*/ 232025 h 271782"/>
                <a:gd name="connsiteX1" fmla="*/ 139148 w 318052"/>
                <a:gd name="connsiteY1" fmla="*/ 0 h 271782"/>
                <a:gd name="connsiteX2" fmla="*/ 318052 w 318052"/>
                <a:gd name="connsiteY2" fmla="*/ 271782 h 271782"/>
                <a:gd name="connsiteX3" fmla="*/ 0 w 318052"/>
                <a:gd name="connsiteY3" fmla="*/ 232025 h 271782"/>
                <a:gd name="connsiteX0" fmla="*/ 0 w 318052"/>
                <a:gd name="connsiteY0" fmla="*/ 232025 h 332073"/>
                <a:gd name="connsiteX1" fmla="*/ 139148 w 318052"/>
                <a:gd name="connsiteY1" fmla="*/ 0 h 332073"/>
                <a:gd name="connsiteX2" fmla="*/ 318052 w 318052"/>
                <a:gd name="connsiteY2" fmla="*/ 271782 h 332073"/>
                <a:gd name="connsiteX3" fmla="*/ 107949 w 318052"/>
                <a:gd name="connsiteY3" fmla="*/ 331663 h 332073"/>
                <a:gd name="connsiteX4" fmla="*/ 0 w 318052"/>
                <a:gd name="connsiteY4" fmla="*/ 232025 h 332073"/>
                <a:gd name="connsiteX0" fmla="*/ 0 w 318052"/>
                <a:gd name="connsiteY0" fmla="*/ 232025 h 332073"/>
                <a:gd name="connsiteX1" fmla="*/ 139148 w 318052"/>
                <a:gd name="connsiteY1" fmla="*/ 0 h 332073"/>
                <a:gd name="connsiteX2" fmla="*/ 318052 w 318052"/>
                <a:gd name="connsiteY2" fmla="*/ 271782 h 332073"/>
                <a:gd name="connsiteX3" fmla="*/ 107949 w 318052"/>
                <a:gd name="connsiteY3" fmla="*/ 331663 h 332073"/>
                <a:gd name="connsiteX4" fmla="*/ 0 w 318052"/>
                <a:gd name="connsiteY4" fmla="*/ 232025 h 332073"/>
                <a:gd name="connsiteX0" fmla="*/ 0 w 318052"/>
                <a:gd name="connsiteY0" fmla="*/ 232025 h 332073"/>
                <a:gd name="connsiteX1" fmla="*/ 139148 w 318052"/>
                <a:gd name="connsiteY1" fmla="*/ 0 h 332073"/>
                <a:gd name="connsiteX2" fmla="*/ 318052 w 318052"/>
                <a:gd name="connsiteY2" fmla="*/ 271782 h 332073"/>
                <a:gd name="connsiteX3" fmla="*/ 107949 w 318052"/>
                <a:gd name="connsiteY3" fmla="*/ 331663 h 332073"/>
                <a:gd name="connsiteX4" fmla="*/ 0 w 318052"/>
                <a:gd name="connsiteY4" fmla="*/ 232025 h 332073"/>
                <a:gd name="connsiteX0" fmla="*/ 0 w 318052"/>
                <a:gd name="connsiteY0" fmla="*/ 232025 h 332073"/>
                <a:gd name="connsiteX1" fmla="*/ 139148 w 318052"/>
                <a:gd name="connsiteY1" fmla="*/ 0 h 332073"/>
                <a:gd name="connsiteX2" fmla="*/ 318052 w 318052"/>
                <a:gd name="connsiteY2" fmla="*/ 271782 h 332073"/>
                <a:gd name="connsiteX3" fmla="*/ 107949 w 318052"/>
                <a:gd name="connsiteY3" fmla="*/ 331663 h 332073"/>
                <a:gd name="connsiteX4" fmla="*/ 0 w 318052"/>
                <a:gd name="connsiteY4" fmla="*/ 232025 h 332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052" h="332073">
                  <a:moveTo>
                    <a:pt x="0" y="232025"/>
                  </a:moveTo>
                  <a:cubicBezTo>
                    <a:pt x="46383" y="154683"/>
                    <a:pt x="-18360" y="102742"/>
                    <a:pt x="139148" y="0"/>
                  </a:cubicBezTo>
                  <a:cubicBezTo>
                    <a:pt x="274983" y="77894"/>
                    <a:pt x="258417" y="181188"/>
                    <a:pt x="318052" y="271782"/>
                  </a:cubicBezTo>
                  <a:cubicBezTo>
                    <a:pt x="259659" y="265284"/>
                    <a:pt x="166342" y="338161"/>
                    <a:pt x="107949" y="331663"/>
                  </a:cubicBezTo>
                  <a:lnTo>
                    <a:pt x="0" y="23202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5B242E1-436C-42FF-99FD-22AD05DA7E1D}"/>
              </a:ext>
            </a:extLst>
          </p:cNvPr>
          <p:cNvGrpSpPr/>
          <p:nvPr/>
        </p:nvGrpSpPr>
        <p:grpSpPr>
          <a:xfrm flipH="1">
            <a:off x="1778360" y="5567337"/>
            <a:ext cx="2240103" cy="1117575"/>
            <a:chOff x="3845090" y="4517842"/>
            <a:chExt cx="1697544" cy="84689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5DF2AE3-CED6-4B8D-9883-30628B388547}"/>
                </a:ext>
              </a:extLst>
            </p:cNvPr>
            <p:cNvSpPr/>
            <p:nvPr/>
          </p:nvSpPr>
          <p:spPr>
            <a:xfrm flipH="1">
              <a:off x="4964960" y="4517843"/>
              <a:ext cx="313717" cy="311606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D41A13A-C190-474C-9572-DFD92D15E7D6}"/>
                </a:ext>
              </a:extLst>
            </p:cNvPr>
            <p:cNvSpPr/>
            <p:nvPr/>
          </p:nvSpPr>
          <p:spPr>
            <a:xfrm rot="420143" flipH="1">
              <a:off x="4396568" y="4974205"/>
              <a:ext cx="222051" cy="228733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443932A-F01A-4DC4-BBDD-E5806359E6A8}"/>
                </a:ext>
              </a:extLst>
            </p:cNvPr>
            <p:cNvSpPr/>
            <p:nvPr/>
          </p:nvSpPr>
          <p:spPr>
            <a:xfrm flipH="1">
              <a:off x="3905231" y="4517842"/>
              <a:ext cx="313717" cy="311606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7482EA2-7189-43AE-9EFA-8D2461581311}"/>
                </a:ext>
              </a:extLst>
            </p:cNvPr>
            <p:cNvSpPr/>
            <p:nvPr/>
          </p:nvSpPr>
          <p:spPr>
            <a:xfrm flipH="1">
              <a:off x="5051074" y="4616750"/>
              <a:ext cx="120077" cy="156648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E51ED12-0B71-42A1-A7E9-676ADDC99514}"/>
                </a:ext>
              </a:extLst>
            </p:cNvPr>
            <p:cNvSpPr/>
            <p:nvPr/>
          </p:nvSpPr>
          <p:spPr>
            <a:xfrm flipH="1">
              <a:off x="3951387" y="4595319"/>
              <a:ext cx="120077" cy="156648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13119C11-A007-4A1B-B1BA-DFED7C975DE5}"/>
                </a:ext>
              </a:extLst>
            </p:cNvPr>
            <p:cNvSpPr/>
            <p:nvPr/>
          </p:nvSpPr>
          <p:spPr>
            <a:xfrm rot="800953" flipH="1">
              <a:off x="4934018" y="4846905"/>
              <a:ext cx="608616" cy="144903"/>
            </a:xfrm>
            <a:prstGeom prst="arc">
              <a:avLst>
                <a:gd name="adj1" fmla="val 16200000"/>
                <a:gd name="adj2" fmla="val 21399269"/>
              </a:avLst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C8B47D4B-DC1E-4661-8642-795DB482A8A8}"/>
                </a:ext>
              </a:extLst>
            </p:cNvPr>
            <p:cNvSpPr/>
            <p:nvPr/>
          </p:nvSpPr>
          <p:spPr>
            <a:xfrm rot="1235064" flipH="1">
              <a:off x="3845090" y="4854619"/>
              <a:ext cx="608616" cy="144901"/>
            </a:xfrm>
            <a:prstGeom prst="arc">
              <a:avLst>
                <a:gd name="adj1" fmla="val 16200000"/>
                <a:gd name="adj2" fmla="val 21353668"/>
              </a:avLst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0D8107B7-66CC-4704-BB56-AD2E17B247CC}"/>
                </a:ext>
              </a:extLst>
            </p:cNvPr>
            <p:cNvSpPr/>
            <p:nvPr/>
          </p:nvSpPr>
          <p:spPr>
            <a:xfrm rot="13016284" flipH="1">
              <a:off x="4524064" y="5222087"/>
              <a:ext cx="243643" cy="142651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E6EB01-02CD-48EF-B981-1D580C39E9F3}"/>
              </a:ext>
            </a:extLst>
          </p:cNvPr>
          <p:cNvGrpSpPr/>
          <p:nvPr/>
        </p:nvGrpSpPr>
        <p:grpSpPr>
          <a:xfrm>
            <a:off x="8218800" y="3792996"/>
            <a:ext cx="378504" cy="332256"/>
            <a:chOff x="8218800" y="3792996"/>
            <a:chExt cx="378504" cy="332256"/>
          </a:xfrm>
        </p:grpSpPr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F754A960-37F1-4E03-B6E4-31438AC8BF20}"/>
                </a:ext>
              </a:extLst>
            </p:cNvPr>
            <p:cNvSpPr/>
            <p:nvPr/>
          </p:nvSpPr>
          <p:spPr>
            <a:xfrm rot="2364905" flipH="1">
              <a:off x="8218800" y="3820954"/>
              <a:ext cx="378504" cy="304298"/>
            </a:xfrm>
            <a:prstGeom prst="arc">
              <a:avLst>
                <a:gd name="adj1" fmla="val 18625565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BB5586C-4943-4327-94DC-B4F4DDB0843E}"/>
                </a:ext>
              </a:extLst>
            </p:cNvPr>
            <p:cNvSpPr/>
            <p:nvPr/>
          </p:nvSpPr>
          <p:spPr>
            <a:xfrm rot="8542871" flipV="1">
              <a:off x="8380945" y="3792996"/>
              <a:ext cx="45719" cy="45719"/>
            </a:xfrm>
            <a:custGeom>
              <a:avLst/>
              <a:gdLst>
                <a:gd name="connsiteX0" fmla="*/ 89168 w 114568"/>
                <a:gd name="connsiteY0" fmla="*/ 0 h 54563"/>
                <a:gd name="connsiteX1" fmla="*/ 268 w 114568"/>
                <a:gd name="connsiteY1" fmla="*/ 50800 h 54563"/>
                <a:gd name="connsiteX2" fmla="*/ 114568 w 114568"/>
                <a:gd name="connsiteY2" fmla="*/ 50800 h 54563"/>
                <a:gd name="connsiteX3" fmla="*/ 114568 w 114568"/>
                <a:gd name="connsiteY3" fmla="*/ 50800 h 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68" h="54563">
                  <a:moveTo>
                    <a:pt x="89168" y="0"/>
                  </a:moveTo>
                  <a:cubicBezTo>
                    <a:pt x="42601" y="21166"/>
                    <a:pt x="-3965" y="42333"/>
                    <a:pt x="268" y="50800"/>
                  </a:cubicBezTo>
                  <a:cubicBezTo>
                    <a:pt x="4501" y="59267"/>
                    <a:pt x="114568" y="50800"/>
                    <a:pt x="114568" y="50800"/>
                  </a:cubicBezTo>
                  <a:lnTo>
                    <a:pt x="114568" y="5080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1" name="emojimouth">
            <a:hlinkClick r:id="" action="ppaction://media"/>
            <a:extLst>
              <a:ext uri="{FF2B5EF4-FFF2-40B4-BE49-F238E27FC236}">
                <a16:creationId xmlns:a16="http://schemas.microsoft.com/office/drawing/2014/main" id="{CB1CFFF1-91B3-4823-9B56-91DEE2F436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2731390" y="6536917"/>
            <a:ext cx="315896" cy="231100"/>
          </a:xfrm>
          <a:prstGeom prst="rect">
            <a:avLst/>
          </a:prstGeom>
        </p:spPr>
      </p:pic>
      <p:pic>
        <p:nvPicPr>
          <p:cNvPr id="3" name="ttsMP3.com_VoiceText_2025-1-5_23-5-45">
            <a:hlinkClick r:id="" action="ppaction://media"/>
            <a:extLst>
              <a:ext uri="{FF2B5EF4-FFF2-40B4-BE49-F238E27FC236}">
                <a16:creationId xmlns:a16="http://schemas.microsoft.com/office/drawing/2014/main" id="{773D2428-986C-4AC3-9F70-64B2313CC22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97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11"/>
                </p:tgtEl>
              </p:cMediaNode>
            </p:vide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536AB-5038-4F53-96A2-C814B631D9BC}"/>
              </a:ext>
            </a:extLst>
          </p:cNvPr>
          <p:cNvGrpSpPr/>
          <p:nvPr/>
        </p:nvGrpSpPr>
        <p:grpSpPr>
          <a:xfrm>
            <a:off x="10794611" y="-7229659"/>
            <a:ext cx="10222365" cy="4206491"/>
            <a:chOff x="3130849" y="4454082"/>
            <a:chExt cx="6057339" cy="2492588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73D2F7-3518-4119-A1B5-3A3964615A62}"/>
                </a:ext>
              </a:extLst>
            </p:cNvPr>
            <p:cNvSpPr/>
            <p:nvPr/>
          </p:nvSpPr>
          <p:spPr>
            <a:xfrm>
              <a:off x="4443285" y="4454082"/>
              <a:ext cx="3843387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A9CB34-BF54-473F-B1DC-81578123DB44}"/>
                </a:ext>
              </a:extLst>
            </p:cNvPr>
            <p:cNvSpPr/>
            <p:nvPr/>
          </p:nvSpPr>
          <p:spPr>
            <a:xfrm>
              <a:off x="4138733" y="4968102"/>
              <a:ext cx="4253520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87420-BBC0-4354-AB87-DCF27B1551FD}"/>
                </a:ext>
              </a:extLst>
            </p:cNvPr>
            <p:cNvSpPr/>
            <p:nvPr/>
          </p:nvSpPr>
          <p:spPr>
            <a:xfrm>
              <a:off x="3925439" y="5421870"/>
              <a:ext cx="4897354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05F21-6A8D-4CEA-8BA9-7F8CACAC2F2B}"/>
                </a:ext>
              </a:extLst>
            </p:cNvPr>
            <p:cNvSpPr/>
            <p:nvPr/>
          </p:nvSpPr>
          <p:spPr>
            <a:xfrm>
              <a:off x="3496050" y="5935561"/>
              <a:ext cx="5523035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AAA13FA-4E04-4B29-8FF5-A1E166ECEF3B}"/>
                </a:ext>
              </a:extLst>
            </p:cNvPr>
            <p:cNvSpPr/>
            <p:nvPr/>
          </p:nvSpPr>
          <p:spPr>
            <a:xfrm>
              <a:off x="3130849" y="6432320"/>
              <a:ext cx="6057339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-189081" y="9102234"/>
            <a:ext cx="7432431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6984A-BC6D-40B8-888F-2D1083968CB9}"/>
              </a:ext>
            </a:extLst>
          </p:cNvPr>
          <p:cNvSpPr/>
          <p:nvPr/>
        </p:nvSpPr>
        <p:spPr>
          <a:xfrm>
            <a:off x="148614" y="1269905"/>
            <a:ext cx="6501556" cy="781546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E62A3A3B-D95B-40C2-BB52-D97F3F955F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4" t="16893" r="43171" b="872"/>
          <a:stretch>
            <a:fillRect/>
          </a:stretch>
        </p:blipFill>
        <p:spPr>
          <a:xfrm>
            <a:off x="169679" y="1269905"/>
            <a:ext cx="6501556" cy="7815469"/>
          </a:xfrm>
          <a:custGeom>
            <a:avLst/>
            <a:gdLst>
              <a:gd name="connsiteX0" fmla="*/ 0 w 4691535"/>
              <a:gd name="connsiteY0" fmla="*/ 0 h 5639656"/>
              <a:gd name="connsiteX1" fmla="*/ 4691535 w 4691535"/>
              <a:gd name="connsiteY1" fmla="*/ 0 h 5639656"/>
              <a:gd name="connsiteX2" fmla="*/ 4691535 w 4691535"/>
              <a:gd name="connsiteY2" fmla="*/ 5639656 h 5639656"/>
              <a:gd name="connsiteX3" fmla="*/ 0 w 4691535"/>
              <a:gd name="connsiteY3" fmla="*/ 5639656 h 563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1535" h="5639656">
                <a:moveTo>
                  <a:pt x="0" y="0"/>
                </a:moveTo>
                <a:lnTo>
                  <a:pt x="4691535" y="0"/>
                </a:lnTo>
                <a:lnTo>
                  <a:pt x="4691535" y="5639656"/>
                </a:lnTo>
                <a:lnTo>
                  <a:pt x="0" y="5639656"/>
                </a:lnTo>
                <a:close/>
              </a:path>
            </a:pathLst>
          </a:cu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2A6F0B9-844E-44B6-BA9A-7B897061C4E3}"/>
              </a:ext>
            </a:extLst>
          </p:cNvPr>
          <p:cNvGrpSpPr/>
          <p:nvPr/>
        </p:nvGrpSpPr>
        <p:grpSpPr>
          <a:xfrm>
            <a:off x="1094977" y="3877419"/>
            <a:ext cx="3935880" cy="4588273"/>
            <a:chOff x="4144347" y="6294674"/>
            <a:chExt cx="2509532" cy="2925502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B4A421D-FEF8-431B-9C58-072317820408}"/>
                </a:ext>
              </a:extLst>
            </p:cNvPr>
            <p:cNvGrpSpPr/>
            <p:nvPr/>
          </p:nvGrpSpPr>
          <p:grpSpPr>
            <a:xfrm flipH="1">
              <a:off x="4279499" y="6342973"/>
              <a:ext cx="2249450" cy="2877203"/>
              <a:chOff x="-704602" y="7985701"/>
              <a:chExt cx="2902040" cy="3711909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C8DB8C9-39D5-43FF-BB8A-571847225629}"/>
                  </a:ext>
                </a:extLst>
              </p:cNvPr>
              <p:cNvSpPr/>
              <p:nvPr/>
            </p:nvSpPr>
            <p:spPr>
              <a:xfrm rot="20860252">
                <a:off x="-704602" y="7985701"/>
                <a:ext cx="2536874" cy="2261467"/>
              </a:xfrm>
              <a:custGeom>
                <a:avLst/>
                <a:gdLst>
                  <a:gd name="connsiteX0" fmla="*/ 1268437 w 2536874"/>
                  <a:gd name="connsiteY0" fmla="*/ 0 h 2148762"/>
                  <a:gd name="connsiteX1" fmla="*/ 2536874 w 2536874"/>
                  <a:gd name="connsiteY1" fmla="*/ 1223889 h 2148762"/>
                  <a:gd name="connsiteX2" fmla="*/ 2530325 w 2536874"/>
                  <a:gd name="connsiteY2" fmla="*/ 1349025 h 2148762"/>
                  <a:gd name="connsiteX3" fmla="*/ 2529071 w 2536874"/>
                  <a:gd name="connsiteY3" fmla="*/ 1356956 h 2148762"/>
                  <a:gd name="connsiteX4" fmla="*/ 2506790 w 2536874"/>
                  <a:gd name="connsiteY4" fmla="*/ 1337417 h 2148762"/>
                  <a:gd name="connsiteX5" fmla="*/ 1699946 w 2536874"/>
                  <a:gd name="connsiteY5" fmla="*/ 1057940 h 2148762"/>
                  <a:gd name="connsiteX6" fmla="*/ 457279 w 2536874"/>
                  <a:gd name="connsiteY6" fmla="*/ 2035173 h 2148762"/>
                  <a:gd name="connsiteX7" fmla="*/ 439312 w 2536874"/>
                  <a:gd name="connsiteY7" fmla="*/ 2148762 h 2148762"/>
                  <a:gd name="connsiteX8" fmla="*/ 371517 w 2536874"/>
                  <a:gd name="connsiteY8" fmla="*/ 2089309 h 2148762"/>
                  <a:gd name="connsiteX9" fmla="*/ 0 w 2536874"/>
                  <a:gd name="connsiteY9" fmla="*/ 1223889 h 2148762"/>
                  <a:gd name="connsiteX10" fmla="*/ 1268437 w 2536874"/>
                  <a:gd name="connsiteY10" fmla="*/ 0 h 214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36874" h="2148762">
                    <a:moveTo>
                      <a:pt x="1268437" y="0"/>
                    </a:moveTo>
                    <a:cubicBezTo>
                      <a:pt x="1968975" y="0"/>
                      <a:pt x="2536874" y="547954"/>
                      <a:pt x="2536874" y="1223889"/>
                    </a:cubicBezTo>
                    <a:cubicBezTo>
                      <a:pt x="2536874" y="1266135"/>
                      <a:pt x="2534656" y="1307881"/>
                      <a:pt x="2530325" y="1349025"/>
                    </a:cubicBezTo>
                    <a:lnTo>
                      <a:pt x="2529071" y="1356956"/>
                    </a:lnTo>
                    <a:lnTo>
                      <a:pt x="2506790" y="1337417"/>
                    </a:lnTo>
                    <a:cubicBezTo>
                      <a:pt x="2287529" y="1162822"/>
                      <a:pt x="2006431" y="1057940"/>
                      <a:pt x="1699946" y="1057940"/>
                    </a:cubicBezTo>
                    <a:cubicBezTo>
                      <a:pt x="1086975" y="1057940"/>
                      <a:pt x="575556" y="1477468"/>
                      <a:pt x="457279" y="2035173"/>
                    </a:cubicBezTo>
                    <a:lnTo>
                      <a:pt x="439312" y="2148762"/>
                    </a:lnTo>
                    <a:lnTo>
                      <a:pt x="371517" y="2089309"/>
                    </a:lnTo>
                    <a:cubicBezTo>
                      <a:pt x="141975" y="1867829"/>
                      <a:pt x="0" y="1561857"/>
                      <a:pt x="0" y="1223889"/>
                    </a:cubicBezTo>
                    <a:cubicBezTo>
                      <a:pt x="0" y="547954"/>
                      <a:pt x="567899" y="0"/>
                      <a:pt x="1268437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F8AEB91-39B7-4EEA-9CF6-BBD12D499A3D}"/>
                  </a:ext>
                </a:extLst>
              </p:cNvPr>
              <p:cNvGrpSpPr/>
              <p:nvPr/>
            </p:nvGrpSpPr>
            <p:grpSpPr>
              <a:xfrm>
                <a:off x="-339436" y="8377186"/>
                <a:ext cx="2536874" cy="3320424"/>
                <a:chOff x="-339436" y="8377186"/>
                <a:chExt cx="2536874" cy="3320424"/>
              </a:xfrm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738339E0-5DAB-4162-92DE-242A7130FFE4}"/>
                    </a:ext>
                  </a:extLst>
                </p:cNvPr>
                <p:cNvSpPr/>
                <p:nvPr/>
              </p:nvSpPr>
              <p:spPr>
                <a:xfrm rot="1370931">
                  <a:off x="1354146" y="9622672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1E33652-7184-4D45-9E40-D5994E8508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4379" y="10228561"/>
                  <a:ext cx="9498" cy="118395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7F0F9142-C4D9-4F29-8F5B-04C10748B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7458" y="10431208"/>
                  <a:ext cx="31784" cy="114007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21B177EF-2598-426A-8126-2635538FF470}"/>
                    </a:ext>
                  </a:extLst>
                </p:cNvPr>
                <p:cNvSpPr/>
                <p:nvPr/>
              </p:nvSpPr>
              <p:spPr>
                <a:xfrm>
                  <a:off x="-339436" y="8377186"/>
                  <a:ext cx="2536874" cy="2447778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1757FA72-E3AE-4B10-A6B0-787DE0EB4B35}"/>
                    </a:ext>
                  </a:extLst>
                </p:cNvPr>
                <p:cNvSpPr/>
                <p:nvPr/>
              </p:nvSpPr>
              <p:spPr>
                <a:xfrm>
                  <a:off x="636112" y="9212290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Top Corners Rounded 84">
                  <a:extLst>
                    <a:ext uri="{FF2B5EF4-FFF2-40B4-BE49-F238E27FC236}">
                      <a16:creationId xmlns:a16="http://schemas.microsoft.com/office/drawing/2014/main" id="{45EA9DCD-728C-4037-8B08-13F755E9E0EC}"/>
                    </a:ext>
                  </a:extLst>
                </p:cNvPr>
                <p:cNvSpPr/>
                <p:nvPr/>
              </p:nvSpPr>
              <p:spPr>
                <a:xfrm>
                  <a:off x="1021399" y="1139714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Top Corners Rounded 85">
                  <a:extLst>
                    <a:ext uri="{FF2B5EF4-FFF2-40B4-BE49-F238E27FC236}">
                      <a16:creationId xmlns:a16="http://schemas.microsoft.com/office/drawing/2014/main" id="{476EB7A3-E77E-4F99-8169-E8CDE1176446}"/>
                    </a:ext>
                  </a:extLst>
                </p:cNvPr>
                <p:cNvSpPr/>
                <p:nvPr/>
              </p:nvSpPr>
              <p:spPr>
                <a:xfrm>
                  <a:off x="491774" y="11497301"/>
                  <a:ext cx="669495" cy="20030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tx1"/>
                </a:solidFill>
                <a:ln>
                  <a:noFill/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DAF5BE05-58FD-4697-AFB1-3511DEF5C5EE}"/>
                    </a:ext>
                  </a:extLst>
                </p:cNvPr>
                <p:cNvSpPr/>
                <p:nvPr/>
              </p:nvSpPr>
              <p:spPr>
                <a:xfrm rot="17553504">
                  <a:off x="46201" y="9771732"/>
                  <a:ext cx="649909" cy="923976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F01F91B2-40B5-4F86-8642-DCB2358F8165}"/>
                    </a:ext>
                  </a:extLst>
                </p:cNvPr>
                <p:cNvSpPr/>
                <p:nvPr/>
              </p:nvSpPr>
              <p:spPr>
                <a:xfrm>
                  <a:off x="1136789" y="9665677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BBF9AE6D-BD19-4F63-ADBC-301AD98B55FA}"/>
                    </a:ext>
                  </a:extLst>
                </p:cNvPr>
                <p:cNvSpPr/>
                <p:nvPr/>
              </p:nvSpPr>
              <p:spPr>
                <a:xfrm>
                  <a:off x="1477501" y="9210690"/>
                  <a:ext cx="261279" cy="2595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90AD818-8A65-4651-A30E-8328260442FF}"/>
                    </a:ext>
                  </a:extLst>
                </p:cNvPr>
                <p:cNvSpPr/>
                <p:nvPr/>
              </p:nvSpPr>
              <p:spPr>
                <a:xfrm>
                  <a:off x="753011" y="9327442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B2775FA6-001B-4C57-9719-A34B32CF802C}"/>
                    </a:ext>
                  </a:extLst>
                </p:cNvPr>
                <p:cNvSpPr/>
                <p:nvPr/>
              </p:nvSpPr>
              <p:spPr>
                <a:xfrm>
                  <a:off x="1575118" y="9321090"/>
                  <a:ext cx="100007" cy="130463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1824961-AC9F-4571-9872-FD8F0AE5277F}"/>
                </a:ext>
              </a:extLst>
            </p:cNvPr>
            <p:cNvSpPr/>
            <p:nvPr/>
          </p:nvSpPr>
          <p:spPr>
            <a:xfrm>
              <a:off x="4144347" y="6294674"/>
              <a:ext cx="2509532" cy="824053"/>
            </a:xfrm>
            <a:custGeom>
              <a:avLst/>
              <a:gdLst>
                <a:gd name="connsiteX0" fmla="*/ 1150401 w 2300802"/>
                <a:gd name="connsiteY0" fmla="*/ 0 h 710731"/>
                <a:gd name="connsiteX1" fmla="*/ 2265744 w 2300802"/>
                <a:gd name="connsiteY1" fmla="*/ 640511 h 710731"/>
                <a:gd name="connsiteX2" fmla="*/ 2300802 w 2300802"/>
                <a:gd name="connsiteY2" fmla="*/ 710731 h 710731"/>
                <a:gd name="connsiteX3" fmla="*/ 0 w 2300802"/>
                <a:gd name="connsiteY3" fmla="*/ 710731 h 710731"/>
                <a:gd name="connsiteX4" fmla="*/ 35058 w 2300802"/>
                <a:gd name="connsiteY4" fmla="*/ 640511 h 710731"/>
                <a:gd name="connsiteX5" fmla="*/ 1150401 w 2300802"/>
                <a:gd name="connsiteY5" fmla="*/ 0 h 7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0802" h="710731">
                  <a:moveTo>
                    <a:pt x="1150401" y="0"/>
                  </a:moveTo>
                  <a:cubicBezTo>
                    <a:pt x="1632021" y="0"/>
                    <a:pt x="2050948" y="258994"/>
                    <a:pt x="2265744" y="640511"/>
                  </a:cubicBezTo>
                  <a:lnTo>
                    <a:pt x="2300802" y="710731"/>
                  </a:lnTo>
                  <a:lnTo>
                    <a:pt x="0" y="710731"/>
                  </a:lnTo>
                  <a:lnTo>
                    <a:pt x="35058" y="640511"/>
                  </a:lnTo>
                  <a:cubicBezTo>
                    <a:pt x="249854" y="258994"/>
                    <a:pt x="668781" y="0"/>
                    <a:pt x="11504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97BDDF-9E53-4309-93F0-33039C277447}"/>
                </a:ext>
              </a:extLst>
            </p:cNvPr>
            <p:cNvGrpSpPr/>
            <p:nvPr/>
          </p:nvGrpSpPr>
          <p:grpSpPr>
            <a:xfrm>
              <a:off x="5284903" y="6347744"/>
              <a:ext cx="1054009" cy="1558727"/>
              <a:chOff x="5284903" y="6347744"/>
              <a:chExt cx="1054009" cy="1558727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B962C52-1B7A-4B56-A1F1-53AADFE68DCA}"/>
                  </a:ext>
                </a:extLst>
              </p:cNvPr>
              <p:cNvSpPr/>
              <p:nvPr/>
            </p:nvSpPr>
            <p:spPr>
              <a:xfrm rot="20615175" flipH="1">
                <a:off x="5462558" y="6571117"/>
                <a:ext cx="876354" cy="133535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3112348-ED5B-466C-B9FE-ADEDAC141447}"/>
                  </a:ext>
                </a:extLst>
              </p:cNvPr>
              <p:cNvSpPr/>
              <p:nvPr/>
            </p:nvSpPr>
            <p:spPr>
              <a:xfrm rot="20615175" flipH="1">
                <a:off x="5388604" y="6455682"/>
                <a:ext cx="751682" cy="1264289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B87214-E489-4BFB-910B-50AABA85F8EB}"/>
                  </a:ext>
                </a:extLst>
              </p:cNvPr>
              <p:cNvSpPr/>
              <p:nvPr/>
            </p:nvSpPr>
            <p:spPr>
              <a:xfrm rot="20615175" flipH="1">
                <a:off x="5284903" y="6347744"/>
                <a:ext cx="636109" cy="1184424"/>
              </a:xfrm>
              <a:custGeom>
                <a:avLst/>
                <a:gdLst>
                  <a:gd name="connsiteX0" fmla="*/ 983200 w 1326703"/>
                  <a:gd name="connsiteY0" fmla="*/ 0 h 1897340"/>
                  <a:gd name="connsiteX1" fmla="*/ 1275573 w 1326703"/>
                  <a:gd name="connsiteY1" fmla="*/ 42650 h 1897340"/>
                  <a:gd name="connsiteX2" fmla="*/ 1326703 w 1326703"/>
                  <a:gd name="connsiteY2" fmla="*/ 60707 h 1897340"/>
                  <a:gd name="connsiteX3" fmla="*/ 1299167 w 1326703"/>
                  <a:gd name="connsiteY3" fmla="*/ 62048 h 1897340"/>
                  <a:gd name="connsiteX4" fmla="*/ 416493 w 1326703"/>
                  <a:gd name="connsiteY4" fmla="*/ 1005820 h 1897340"/>
                  <a:gd name="connsiteX5" fmla="*/ 1016987 w 1326703"/>
                  <a:gd name="connsiteY5" fmla="*/ 1879939 h 1897340"/>
                  <a:gd name="connsiteX6" fmla="*/ 1056191 w 1326703"/>
                  <a:gd name="connsiteY6" fmla="*/ 1893784 h 1897340"/>
                  <a:gd name="connsiteX7" fmla="*/ 983200 w 1326703"/>
                  <a:gd name="connsiteY7" fmla="*/ 1897340 h 1897340"/>
                  <a:gd name="connsiteX8" fmla="*/ 0 w 1326703"/>
                  <a:gd name="connsiteY8" fmla="*/ 948670 h 1897340"/>
                  <a:gd name="connsiteX9" fmla="*/ 983200 w 1326703"/>
                  <a:gd name="connsiteY9" fmla="*/ 0 h 189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26703" h="1897340">
                    <a:moveTo>
                      <a:pt x="983200" y="0"/>
                    </a:moveTo>
                    <a:cubicBezTo>
                      <a:pt x="1085014" y="0"/>
                      <a:pt x="1183213" y="14932"/>
                      <a:pt x="1275573" y="42650"/>
                    </a:cubicBezTo>
                    <a:lnTo>
                      <a:pt x="1326703" y="60707"/>
                    </a:lnTo>
                    <a:lnTo>
                      <a:pt x="1299167" y="62048"/>
                    </a:lnTo>
                    <a:cubicBezTo>
                      <a:pt x="803382" y="110630"/>
                      <a:pt x="416493" y="514630"/>
                      <a:pt x="416493" y="1005820"/>
                    </a:cubicBezTo>
                    <a:cubicBezTo>
                      <a:pt x="416493" y="1398772"/>
                      <a:pt x="664102" y="1735923"/>
                      <a:pt x="1016987" y="1879939"/>
                    </a:cubicBezTo>
                    <a:lnTo>
                      <a:pt x="1056191" y="1893784"/>
                    </a:lnTo>
                    <a:lnTo>
                      <a:pt x="983200" y="1897340"/>
                    </a:lnTo>
                    <a:cubicBezTo>
                      <a:pt x="440194" y="1897340"/>
                      <a:pt x="0" y="1472606"/>
                      <a:pt x="0" y="948670"/>
                    </a:cubicBezTo>
                    <a:cubicBezTo>
                      <a:pt x="0" y="424734"/>
                      <a:pt x="440194" y="0"/>
                      <a:pt x="98320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4572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2FDA2D8-74ED-48B3-A1D3-5D65B675D24E}"/>
              </a:ext>
            </a:extLst>
          </p:cNvPr>
          <p:cNvSpPr/>
          <p:nvPr/>
        </p:nvSpPr>
        <p:spPr>
          <a:xfrm>
            <a:off x="3748763" y="1269911"/>
            <a:ext cx="2943533" cy="7815465"/>
          </a:xfrm>
          <a:custGeom>
            <a:avLst/>
            <a:gdLst>
              <a:gd name="connsiteX0" fmla="*/ 0 w 5675679"/>
              <a:gd name="connsiteY0" fmla="*/ 0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0 w 5675679"/>
              <a:gd name="connsiteY4" fmla="*/ 0 h 6822687"/>
              <a:gd name="connsiteX0" fmla="*/ 3106057 w 5675679"/>
              <a:gd name="connsiteY0" fmla="*/ 116114 h 6822687"/>
              <a:gd name="connsiteX1" fmla="*/ 5675679 w 5675679"/>
              <a:gd name="connsiteY1" fmla="*/ 0 h 6822687"/>
              <a:gd name="connsiteX2" fmla="*/ 5675679 w 5675679"/>
              <a:gd name="connsiteY2" fmla="*/ 6822687 h 6822687"/>
              <a:gd name="connsiteX3" fmla="*/ 0 w 5675679"/>
              <a:gd name="connsiteY3" fmla="*/ 6822687 h 6822687"/>
              <a:gd name="connsiteX4" fmla="*/ 3106057 w 5675679"/>
              <a:gd name="connsiteY4" fmla="*/ 116114 h 6822687"/>
              <a:gd name="connsiteX0" fmla="*/ 0 w 2569622"/>
              <a:gd name="connsiteY0" fmla="*/ 116114 h 6822687"/>
              <a:gd name="connsiteX1" fmla="*/ 2569622 w 2569622"/>
              <a:gd name="connsiteY1" fmla="*/ 0 h 6822687"/>
              <a:gd name="connsiteX2" fmla="*/ 2569622 w 2569622"/>
              <a:gd name="connsiteY2" fmla="*/ 6822687 h 6822687"/>
              <a:gd name="connsiteX3" fmla="*/ 0 w 2569622"/>
              <a:gd name="connsiteY3" fmla="*/ 6256629 h 6822687"/>
              <a:gd name="connsiteX4" fmla="*/ 0 w 2569622"/>
              <a:gd name="connsiteY4" fmla="*/ 116114 h 6822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622" h="6822687">
                <a:moveTo>
                  <a:pt x="0" y="116114"/>
                </a:moveTo>
                <a:lnTo>
                  <a:pt x="2569622" y="0"/>
                </a:lnTo>
                <a:lnTo>
                  <a:pt x="2569622" y="6822687"/>
                </a:lnTo>
                <a:lnTo>
                  <a:pt x="0" y="6256629"/>
                </a:lnTo>
                <a:lnTo>
                  <a:pt x="0" y="11611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9D4505D6-6F0C-483F-AF99-38B3FDFEFF8D}"/>
              </a:ext>
            </a:extLst>
          </p:cNvPr>
          <p:cNvSpPr/>
          <p:nvPr/>
        </p:nvSpPr>
        <p:spPr>
          <a:xfrm>
            <a:off x="4045145" y="6152381"/>
            <a:ext cx="54040" cy="165648"/>
          </a:xfrm>
          <a:custGeom>
            <a:avLst/>
            <a:gdLst>
              <a:gd name="connsiteX0" fmla="*/ 61850 w 192568"/>
              <a:gd name="connsiteY0" fmla="*/ 197643 h 512688"/>
              <a:gd name="connsiteX1" fmla="*/ 28577 w 192568"/>
              <a:gd name="connsiteY1" fmla="*/ 230916 h 512688"/>
              <a:gd name="connsiteX2" fmla="*/ 28577 w 192568"/>
              <a:gd name="connsiteY2" fmla="*/ 316391 h 512688"/>
              <a:gd name="connsiteX3" fmla="*/ 65330 w 192568"/>
              <a:gd name="connsiteY3" fmla="*/ 353144 h 512688"/>
              <a:gd name="connsiteX4" fmla="*/ 65329 w 192568"/>
              <a:gd name="connsiteY4" fmla="*/ 353145 h 512688"/>
              <a:gd name="connsiteX5" fmla="*/ 102082 w 192568"/>
              <a:gd name="connsiteY5" fmla="*/ 316392 h 512688"/>
              <a:gd name="connsiteX6" fmla="*/ 102082 w 192568"/>
              <a:gd name="connsiteY6" fmla="*/ 230916 h 512688"/>
              <a:gd name="connsiteX7" fmla="*/ 68809 w 192568"/>
              <a:gd name="connsiteY7" fmla="*/ 197643 h 512688"/>
              <a:gd name="connsiteX8" fmla="*/ 87168 w 192568"/>
              <a:gd name="connsiteY8" fmla="*/ 0 h 512688"/>
              <a:gd name="connsiteX9" fmla="*/ 105400 w 192568"/>
              <a:gd name="connsiteY9" fmla="*/ 0 h 512688"/>
              <a:gd name="connsiteX10" fmla="*/ 192568 w 192568"/>
              <a:gd name="connsiteY10" fmla="*/ 87168 h 512688"/>
              <a:gd name="connsiteX11" fmla="*/ 192568 w 192568"/>
              <a:gd name="connsiteY11" fmla="*/ 416404 h 512688"/>
              <a:gd name="connsiteX12" fmla="*/ 96284 w 192568"/>
              <a:gd name="connsiteY12" fmla="*/ 512688 h 512688"/>
              <a:gd name="connsiteX13" fmla="*/ 0 w 192568"/>
              <a:gd name="connsiteY13" fmla="*/ 416404 h 512688"/>
              <a:gd name="connsiteX14" fmla="*/ 0 w 192568"/>
              <a:gd name="connsiteY14" fmla="*/ 87168 h 512688"/>
              <a:gd name="connsiteX15" fmla="*/ 87168 w 192568"/>
              <a:gd name="connsiteY15" fmla="*/ 0 h 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2568" h="512688">
                <a:moveTo>
                  <a:pt x="61850" y="197643"/>
                </a:moveTo>
                <a:cubicBezTo>
                  <a:pt x="43474" y="197643"/>
                  <a:pt x="28577" y="212540"/>
                  <a:pt x="28577" y="230916"/>
                </a:cubicBezTo>
                <a:lnTo>
                  <a:pt x="28577" y="316391"/>
                </a:lnTo>
                <a:cubicBezTo>
                  <a:pt x="28577" y="336689"/>
                  <a:pt x="45032" y="353144"/>
                  <a:pt x="65330" y="353144"/>
                </a:cubicBezTo>
                <a:lnTo>
                  <a:pt x="65329" y="353145"/>
                </a:lnTo>
                <a:cubicBezTo>
                  <a:pt x="85627" y="353145"/>
                  <a:pt x="102082" y="336690"/>
                  <a:pt x="102082" y="316392"/>
                </a:cubicBezTo>
                <a:lnTo>
                  <a:pt x="102082" y="230916"/>
                </a:lnTo>
                <a:cubicBezTo>
                  <a:pt x="102082" y="212540"/>
                  <a:pt x="87185" y="197643"/>
                  <a:pt x="68809" y="197643"/>
                </a:cubicBezTo>
                <a:close/>
                <a:moveTo>
                  <a:pt x="87168" y="0"/>
                </a:moveTo>
                <a:lnTo>
                  <a:pt x="105400" y="0"/>
                </a:lnTo>
                <a:cubicBezTo>
                  <a:pt x="153542" y="0"/>
                  <a:pt x="192568" y="39026"/>
                  <a:pt x="192568" y="87168"/>
                </a:cubicBezTo>
                <a:lnTo>
                  <a:pt x="192568" y="416404"/>
                </a:lnTo>
                <a:cubicBezTo>
                  <a:pt x="192568" y="469580"/>
                  <a:pt x="149460" y="512688"/>
                  <a:pt x="96284" y="512688"/>
                </a:cubicBezTo>
                <a:cubicBezTo>
                  <a:pt x="43108" y="512688"/>
                  <a:pt x="0" y="469580"/>
                  <a:pt x="0" y="416404"/>
                </a:cubicBezTo>
                <a:lnTo>
                  <a:pt x="0" y="87168"/>
                </a:lnTo>
                <a:cubicBezTo>
                  <a:pt x="0" y="39026"/>
                  <a:pt x="39026" y="0"/>
                  <a:pt x="87168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A8857D-66FB-43A1-9BF0-FF27D9626B17}"/>
              </a:ext>
            </a:extLst>
          </p:cNvPr>
          <p:cNvGrpSpPr/>
          <p:nvPr/>
        </p:nvGrpSpPr>
        <p:grpSpPr>
          <a:xfrm>
            <a:off x="4021977" y="5784736"/>
            <a:ext cx="216542" cy="264448"/>
            <a:chOff x="6207245" y="3221193"/>
            <a:chExt cx="224035" cy="273598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8204411-424C-4554-9525-06ACCB725038}"/>
                </a:ext>
              </a:extLst>
            </p:cNvPr>
            <p:cNvSpPr/>
            <p:nvPr/>
          </p:nvSpPr>
          <p:spPr>
            <a:xfrm>
              <a:off x="6207245" y="3221193"/>
              <a:ext cx="120183" cy="2735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7D8465-A5CD-49AC-B94D-9D1D7AE4332F}"/>
                </a:ext>
              </a:extLst>
            </p:cNvPr>
            <p:cNvCxnSpPr>
              <a:cxnSpLocks/>
              <a:stCxn id="155" idx="6"/>
            </p:cNvCxnSpPr>
            <p:nvPr/>
          </p:nvCxnSpPr>
          <p:spPr>
            <a:xfrm>
              <a:off x="6327428" y="3357992"/>
              <a:ext cx="10385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3" name="emojimouth">
            <a:hlinkClick r:id="" action="ppaction://media"/>
            <a:extLst>
              <a:ext uri="{FF2B5EF4-FFF2-40B4-BE49-F238E27FC236}">
                <a16:creationId xmlns:a16="http://schemas.microsoft.com/office/drawing/2014/main" id="{3FE9432D-BBA2-4B7F-9CF6-7A837CD365E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2552276" y="6229570"/>
            <a:ext cx="315896" cy="231100"/>
          </a:xfrm>
          <a:prstGeom prst="rect">
            <a:avLst/>
          </a:prstGeom>
        </p:spPr>
      </p:pic>
      <p:pic>
        <p:nvPicPr>
          <p:cNvPr id="3" name="ttsMP3.com_VoiceText_2025-1-5_23-13-17">
            <a:hlinkClick r:id="" action="ppaction://media"/>
            <a:extLst>
              <a:ext uri="{FF2B5EF4-FFF2-40B4-BE49-F238E27FC236}">
                <a16:creationId xmlns:a16="http://schemas.microsoft.com/office/drawing/2014/main" id="{C61C9EFE-F28A-4B3C-B75B-27BECFD0FB6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62" name="Arc 17">
            <a:extLst>
              <a:ext uri="{FF2B5EF4-FFF2-40B4-BE49-F238E27FC236}">
                <a16:creationId xmlns:a16="http://schemas.microsoft.com/office/drawing/2014/main" id="{733A2B2A-A5A5-44F1-A31D-D186E9035D0F}"/>
              </a:ext>
            </a:extLst>
          </p:cNvPr>
          <p:cNvSpPr/>
          <p:nvPr/>
        </p:nvSpPr>
        <p:spPr>
          <a:xfrm rot="17652556">
            <a:off x="2698364" y="5293430"/>
            <a:ext cx="457200" cy="432301"/>
          </a:xfrm>
          <a:custGeom>
            <a:avLst/>
            <a:gdLst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2" fmla="*/ 457200 w 914400"/>
              <a:gd name="connsiteY2" fmla="*/ 457200 h 914400"/>
              <a:gd name="connsiteX3" fmla="*/ 734926 w 914400"/>
              <a:gd name="connsiteY3" fmla="*/ 94020 h 914400"/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0" fmla="*/ 277726 w 457200"/>
              <a:gd name="connsiteY0" fmla="*/ 69121 h 432301"/>
              <a:gd name="connsiteX1" fmla="*/ 457200 w 457200"/>
              <a:gd name="connsiteY1" fmla="*/ 432301 h 432301"/>
              <a:gd name="connsiteX2" fmla="*/ 0 w 457200"/>
              <a:gd name="connsiteY2" fmla="*/ 432301 h 432301"/>
              <a:gd name="connsiteX3" fmla="*/ 277726 w 457200"/>
              <a:gd name="connsiteY3" fmla="*/ 69121 h 432301"/>
              <a:gd name="connsiteX0" fmla="*/ 338551 w 457200"/>
              <a:gd name="connsiteY0" fmla="*/ 0 h 432301"/>
              <a:gd name="connsiteX1" fmla="*/ 457200 w 457200"/>
              <a:gd name="connsiteY1" fmla="*/ 432301 h 4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432301" stroke="0" extrusionOk="0">
                <a:moveTo>
                  <a:pt x="277726" y="69121"/>
                </a:moveTo>
                <a:cubicBezTo>
                  <a:pt x="390846" y="155624"/>
                  <a:pt x="457200" y="289897"/>
                  <a:pt x="457200" y="432301"/>
                </a:cubicBezTo>
                <a:lnTo>
                  <a:pt x="0" y="432301"/>
                </a:lnTo>
                <a:lnTo>
                  <a:pt x="277726" y="69121"/>
                </a:lnTo>
                <a:close/>
              </a:path>
              <a:path w="457200" h="432301" fill="none">
                <a:moveTo>
                  <a:pt x="338551" y="0"/>
                </a:moveTo>
                <a:cubicBezTo>
                  <a:pt x="451671" y="86503"/>
                  <a:pt x="457200" y="289897"/>
                  <a:pt x="457200" y="43230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17">
            <a:extLst>
              <a:ext uri="{FF2B5EF4-FFF2-40B4-BE49-F238E27FC236}">
                <a16:creationId xmlns:a16="http://schemas.microsoft.com/office/drawing/2014/main" id="{EC599080-A9FF-4572-9E5D-1B888A960DE1}"/>
              </a:ext>
            </a:extLst>
          </p:cNvPr>
          <p:cNvSpPr/>
          <p:nvPr/>
        </p:nvSpPr>
        <p:spPr>
          <a:xfrm rot="17652556">
            <a:off x="1773602" y="5267682"/>
            <a:ext cx="457200" cy="432301"/>
          </a:xfrm>
          <a:custGeom>
            <a:avLst/>
            <a:gdLst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2" fmla="*/ 457200 w 914400"/>
              <a:gd name="connsiteY2" fmla="*/ 457200 h 914400"/>
              <a:gd name="connsiteX3" fmla="*/ 734926 w 914400"/>
              <a:gd name="connsiteY3" fmla="*/ 94020 h 914400"/>
              <a:gd name="connsiteX0" fmla="*/ 734926 w 914400"/>
              <a:gd name="connsiteY0" fmla="*/ 94020 h 914400"/>
              <a:gd name="connsiteX1" fmla="*/ 914400 w 914400"/>
              <a:gd name="connsiteY1" fmla="*/ 457200 h 914400"/>
              <a:gd name="connsiteX0" fmla="*/ 277726 w 457200"/>
              <a:gd name="connsiteY0" fmla="*/ 69121 h 432301"/>
              <a:gd name="connsiteX1" fmla="*/ 457200 w 457200"/>
              <a:gd name="connsiteY1" fmla="*/ 432301 h 432301"/>
              <a:gd name="connsiteX2" fmla="*/ 0 w 457200"/>
              <a:gd name="connsiteY2" fmla="*/ 432301 h 432301"/>
              <a:gd name="connsiteX3" fmla="*/ 277726 w 457200"/>
              <a:gd name="connsiteY3" fmla="*/ 69121 h 432301"/>
              <a:gd name="connsiteX0" fmla="*/ 338551 w 457200"/>
              <a:gd name="connsiteY0" fmla="*/ 0 h 432301"/>
              <a:gd name="connsiteX1" fmla="*/ 457200 w 457200"/>
              <a:gd name="connsiteY1" fmla="*/ 432301 h 4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432301" stroke="0" extrusionOk="0">
                <a:moveTo>
                  <a:pt x="277726" y="69121"/>
                </a:moveTo>
                <a:cubicBezTo>
                  <a:pt x="390846" y="155624"/>
                  <a:pt x="457200" y="289897"/>
                  <a:pt x="457200" y="432301"/>
                </a:cubicBezTo>
                <a:lnTo>
                  <a:pt x="0" y="432301"/>
                </a:lnTo>
                <a:lnTo>
                  <a:pt x="277726" y="69121"/>
                </a:lnTo>
                <a:close/>
              </a:path>
              <a:path w="457200" h="432301" fill="none">
                <a:moveTo>
                  <a:pt x="338551" y="0"/>
                </a:moveTo>
                <a:cubicBezTo>
                  <a:pt x="451671" y="86503"/>
                  <a:pt x="457200" y="289897"/>
                  <a:pt x="457200" y="43230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2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2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93"/>
                </p:tgtEl>
              </p:cMediaNode>
            </p:vide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65D536AB-5038-4F53-96A2-C814B631D9BC}"/>
              </a:ext>
            </a:extLst>
          </p:cNvPr>
          <p:cNvGrpSpPr/>
          <p:nvPr/>
        </p:nvGrpSpPr>
        <p:grpSpPr>
          <a:xfrm>
            <a:off x="10794611" y="-7229659"/>
            <a:ext cx="10222365" cy="4206491"/>
            <a:chOff x="3130849" y="4454082"/>
            <a:chExt cx="6057339" cy="2492588"/>
          </a:xfrm>
          <a:solidFill>
            <a:schemeClr val="bg1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973D2F7-3518-4119-A1B5-3A3964615A62}"/>
                </a:ext>
              </a:extLst>
            </p:cNvPr>
            <p:cNvSpPr/>
            <p:nvPr/>
          </p:nvSpPr>
          <p:spPr>
            <a:xfrm>
              <a:off x="4443285" y="4454082"/>
              <a:ext cx="3843387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FA9CB34-BF54-473F-B1DC-81578123DB44}"/>
                </a:ext>
              </a:extLst>
            </p:cNvPr>
            <p:cNvSpPr/>
            <p:nvPr/>
          </p:nvSpPr>
          <p:spPr>
            <a:xfrm>
              <a:off x="4138733" y="4968102"/>
              <a:ext cx="4253520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F87420-BBC0-4354-AB87-DCF27B1551FD}"/>
                </a:ext>
              </a:extLst>
            </p:cNvPr>
            <p:cNvSpPr/>
            <p:nvPr/>
          </p:nvSpPr>
          <p:spPr>
            <a:xfrm>
              <a:off x="3925439" y="5421870"/>
              <a:ext cx="4897354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9505F21-6A8D-4CEA-8BA9-7F8CACAC2F2B}"/>
                </a:ext>
              </a:extLst>
            </p:cNvPr>
            <p:cNvSpPr/>
            <p:nvPr/>
          </p:nvSpPr>
          <p:spPr>
            <a:xfrm>
              <a:off x="3496050" y="5935561"/>
              <a:ext cx="5523035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AAA13FA-4E04-4B29-8FF5-A1E166ECEF3B}"/>
                </a:ext>
              </a:extLst>
            </p:cNvPr>
            <p:cNvSpPr/>
            <p:nvPr/>
          </p:nvSpPr>
          <p:spPr>
            <a:xfrm>
              <a:off x="3130849" y="6432320"/>
              <a:ext cx="6057339" cy="5143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7529" t="18259" r="41262" b="68965"/>
          <a:stretch/>
        </p:blipFill>
        <p:spPr>
          <a:xfrm>
            <a:off x="1065264" y="12432849"/>
            <a:ext cx="134684" cy="86352"/>
          </a:xfrm>
          <a:prstGeom prst="rect">
            <a:avLst/>
          </a:prstGeom>
        </p:spPr>
      </p:pic>
      <p:sp>
        <p:nvSpPr>
          <p:cNvPr id="157" name="Arc 156">
            <a:extLst>
              <a:ext uri="{FF2B5EF4-FFF2-40B4-BE49-F238E27FC236}">
                <a16:creationId xmlns:a16="http://schemas.microsoft.com/office/drawing/2014/main" id="{AD8E459E-818D-44EB-92E7-D899AA8979F5}"/>
              </a:ext>
            </a:extLst>
          </p:cNvPr>
          <p:cNvSpPr/>
          <p:nvPr/>
        </p:nvSpPr>
        <p:spPr>
          <a:xfrm rot="11401529" flipH="1">
            <a:off x="2175896" y="12453944"/>
            <a:ext cx="238192" cy="5671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F0586A-6191-48A1-A866-F307088D3F70}"/>
              </a:ext>
            </a:extLst>
          </p:cNvPr>
          <p:cNvGrpSpPr/>
          <p:nvPr/>
        </p:nvGrpSpPr>
        <p:grpSpPr>
          <a:xfrm>
            <a:off x="0" y="8529922"/>
            <a:ext cx="6858000" cy="4646666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CFBA0E7-2449-439F-981F-349C2D5E5492}"/>
              </a:ext>
            </a:extLst>
          </p:cNvPr>
          <p:cNvGrpSpPr/>
          <p:nvPr/>
        </p:nvGrpSpPr>
        <p:grpSpPr>
          <a:xfrm>
            <a:off x="308155" y="3116461"/>
            <a:ext cx="4256341" cy="6413487"/>
            <a:chOff x="173472" y="6276001"/>
            <a:chExt cx="2411581" cy="3633789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DCE9647F-2233-47DB-AA8C-CC8AB7F5668D}"/>
                </a:ext>
              </a:extLst>
            </p:cNvPr>
            <p:cNvGrpSpPr/>
            <p:nvPr/>
          </p:nvGrpSpPr>
          <p:grpSpPr>
            <a:xfrm flipH="1">
              <a:off x="297072" y="6630194"/>
              <a:ext cx="2210552" cy="3279596"/>
              <a:chOff x="3641993" y="4774931"/>
              <a:chExt cx="2593651" cy="3847961"/>
            </a:xfrm>
          </p:grpSpPr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17064AB-34ED-4444-8A84-6A4B5D449821}"/>
                  </a:ext>
                </a:extLst>
              </p:cNvPr>
              <p:cNvSpPr/>
              <p:nvPr/>
            </p:nvSpPr>
            <p:spPr>
              <a:xfrm rot="19136376" flipH="1">
                <a:off x="5339081" y="6174754"/>
                <a:ext cx="649908" cy="923978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041B769-AB02-42A5-BF5D-B8C054EB1967}"/>
                  </a:ext>
                </a:extLst>
              </p:cNvPr>
              <p:cNvSpPr/>
              <p:nvPr/>
            </p:nvSpPr>
            <p:spPr>
              <a:xfrm rot="368333">
                <a:off x="3761182" y="6267113"/>
                <a:ext cx="649907" cy="923977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7541A79-438D-4947-9D41-56F9F305F3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1552" y="7185995"/>
                <a:ext cx="26032" cy="128412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E4D9B428-DB86-452A-A899-4016351A270B}"/>
                  </a:ext>
                </a:extLst>
              </p:cNvPr>
              <p:cNvCxnSpPr>
                <a:cxnSpLocks/>
                <a:endCxn id="239" idx="3"/>
              </p:cNvCxnSpPr>
              <p:nvPr/>
            </p:nvCxnSpPr>
            <p:spPr>
              <a:xfrm>
                <a:off x="5187625" y="7068168"/>
                <a:ext cx="12753" cy="1312755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4E9D93EC-8E6F-4344-9794-47FDEB6B6825}"/>
                  </a:ext>
                </a:extLst>
              </p:cNvPr>
              <p:cNvSpPr/>
              <p:nvPr/>
            </p:nvSpPr>
            <p:spPr>
              <a:xfrm>
                <a:off x="3698769" y="4774931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C58EB728-52EF-46F4-87D9-7A46EE921E05}"/>
                  </a:ext>
                </a:extLst>
              </p:cNvPr>
              <p:cNvSpPr/>
              <p:nvPr/>
            </p:nvSpPr>
            <p:spPr>
              <a:xfrm>
                <a:off x="4242308" y="5803090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Rectangle: Top Corners Rounded 238">
                <a:extLst>
                  <a:ext uri="{FF2B5EF4-FFF2-40B4-BE49-F238E27FC236}">
                    <a16:creationId xmlns:a16="http://schemas.microsoft.com/office/drawing/2014/main" id="{006C61EC-0A4D-4347-85E2-D85D714E2C36}"/>
                  </a:ext>
                </a:extLst>
              </p:cNvPr>
              <p:cNvSpPr/>
              <p:nvPr/>
            </p:nvSpPr>
            <p:spPr>
              <a:xfrm>
                <a:off x="4865630" y="8380923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Rectangle: Top Corners Rounded 239">
                <a:extLst>
                  <a:ext uri="{FF2B5EF4-FFF2-40B4-BE49-F238E27FC236}">
                    <a16:creationId xmlns:a16="http://schemas.microsoft.com/office/drawing/2014/main" id="{AB532A85-A2F9-474E-8AA7-4FF01CAB97A2}"/>
                  </a:ext>
                </a:extLst>
              </p:cNvPr>
              <p:cNvSpPr/>
              <p:nvPr/>
            </p:nvSpPr>
            <p:spPr>
              <a:xfrm>
                <a:off x="4256796" y="8422581"/>
                <a:ext cx="669496" cy="2003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EEC75875-5FED-4FC7-B9E0-510459F5A6BD}"/>
                  </a:ext>
                </a:extLst>
              </p:cNvPr>
              <p:cNvSpPr/>
              <p:nvPr/>
            </p:nvSpPr>
            <p:spPr>
              <a:xfrm flipH="1">
                <a:off x="5285899" y="6714814"/>
                <a:ext cx="551372" cy="383063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  <a:gd name="connsiteX0" fmla="*/ 0 w 723830"/>
                  <a:gd name="connsiteY0" fmla="*/ 0 h 1002839"/>
                  <a:gd name="connsiteX1" fmla="*/ 633604 w 723830"/>
                  <a:gd name="connsiteY1" fmla="*/ 903446 h 1002839"/>
                  <a:gd name="connsiteX2" fmla="*/ 719329 w 723830"/>
                  <a:gd name="connsiteY2" fmla="*/ 979646 h 1002839"/>
                  <a:gd name="connsiteX3" fmla="*/ 719329 w 723830"/>
                  <a:gd name="connsiteY3" fmla="*/ 979646 h 1002839"/>
                  <a:gd name="connsiteX0" fmla="*/ 0 w 719414"/>
                  <a:gd name="connsiteY0" fmla="*/ 0 h 979646"/>
                  <a:gd name="connsiteX1" fmla="*/ 168042 w 719414"/>
                  <a:gd name="connsiteY1" fmla="*/ 596585 h 979646"/>
                  <a:gd name="connsiteX2" fmla="*/ 633604 w 719414"/>
                  <a:gd name="connsiteY2" fmla="*/ 903446 h 979646"/>
                  <a:gd name="connsiteX3" fmla="*/ 719329 w 719414"/>
                  <a:gd name="connsiteY3" fmla="*/ 979646 h 979646"/>
                  <a:gd name="connsiteX4" fmla="*/ 719329 w 719414"/>
                  <a:gd name="connsiteY4" fmla="*/ 979646 h 979646"/>
                  <a:gd name="connsiteX0" fmla="*/ 0 w 551372"/>
                  <a:gd name="connsiteY0" fmla="*/ 0 h 383061"/>
                  <a:gd name="connsiteX1" fmla="*/ 465562 w 551372"/>
                  <a:gd name="connsiteY1" fmla="*/ 306861 h 383061"/>
                  <a:gd name="connsiteX2" fmla="*/ 551287 w 551372"/>
                  <a:gd name="connsiteY2" fmla="*/ 383061 h 383061"/>
                  <a:gd name="connsiteX3" fmla="*/ 551287 w 551372"/>
                  <a:gd name="connsiteY3" fmla="*/ 383061 h 38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1372" h="383061">
                    <a:moveTo>
                      <a:pt x="0" y="0"/>
                    </a:moveTo>
                    <a:cubicBezTo>
                      <a:pt x="105601" y="150574"/>
                      <a:pt x="373681" y="243018"/>
                      <a:pt x="465562" y="306861"/>
                    </a:cubicBezTo>
                    <a:cubicBezTo>
                      <a:pt x="557443" y="370705"/>
                      <a:pt x="551287" y="383061"/>
                      <a:pt x="551287" y="383061"/>
                    </a:cubicBezTo>
                    <a:lnTo>
                      <a:pt x="551287" y="38306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53DF283-9A8B-4453-A24B-F27427236394}"/>
                  </a:ext>
                </a:extLst>
              </p:cNvPr>
              <p:cNvSpPr/>
              <p:nvPr/>
            </p:nvSpPr>
            <p:spPr>
              <a:xfrm rot="420143" flipH="1">
                <a:off x="4624421" y="6206429"/>
                <a:ext cx="184935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F74F0766-A4B0-4444-AE73-F5F3C0E8C22D}"/>
                  </a:ext>
                </a:extLst>
              </p:cNvPr>
              <p:cNvSpPr/>
              <p:nvPr/>
            </p:nvSpPr>
            <p:spPr>
              <a:xfrm>
                <a:off x="5124900" y="5803089"/>
                <a:ext cx="261279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A452AFDA-34BD-43DF-A8E3-0AF878C204D0}"/>
                  </a:ext>
                </a:extLst>
              </p:cNvPr>
              <p:cNvSpPr/>
              <p:nvPr/>
            </p:nvSpPr>
            <p:spPr>
              <a:xfrm>
                <a:off x="4321978" y="5891562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98890F3A-D721-4E9B-A069-1FAEE705A1B1}"/>
                  </a:ext>
                </a:extLst>
              </p:cNvPr>
              <p:cNvSpPr/>
              <p:nvPr/>
            </p:nvSpPr>
            <p:spPr>
              <a:xfrm>
                <a:off x="5217864" y="5906421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178AE893-C777-4138-A808-4EDAEDAD7B3B}"/>
                  </a:ext>
                </a:extLst>
              </p:cNvPr>
              <p:cNvSpPr/>
              <p:nvPr/>
            </p:nvSpPr>
            <p:spPr>
              <a:xfrm>
                <a:off x="3641993" y="4812994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35537B2-81FF-4621-B234-53521993AA7C}"/>
                </a:ext>
              </a:extLst>
            </p:cNvPr>
            <p:cNvGrpSpPr/>
            <p:nvPr/>
          </p:nvGrpSpPr>
          <p:grpSpPr>
            <a:xfrm flipH="1">
              <a:off x="173472" y="6276001"/>
              <a:ext cx="2411581" cy="1285262"/>
              <a:chOff x="3107619" y="2345428"/>
              <a:chExt cx="1555821" cy="829181"/>
            </a:xfrm>
          </p:grpSpPr>
          <p:sp>
            <p:nvSpPr>
              <p:cNvPr id="94" name="Rectangle 65">
                <a:extLst>
                  <a:ext uri="{FF2B5EF4-FFF2-40B4-BE49-F238E27FC236}">
                    <a16:creationId xmlns:a16="http://schemas.microsoft.com/office/drawing/2014/main" id="{79659A79-FABD-43D6-BE7A-514864E016F6}"/>
                  </a:ext>
                </a:extLst>
              </p:cNvPr>
              <p:cNvSpPr/>
              <p:nvPr/>
            </p:nvSpPr>
            <p:spPr>
              <a:xfrm rot="21402550">
                <a:off x="3254761" y="2805229"/>
                <a:ext cx="1166192" cy="258305"/>
              </a:xfrm>
              <a:custGeom>
                <a:avLst/>
                <a:gdLst>
                  <a:gd name="connsiteX0" fmla="*/ 0 w 1073426"/>
                  <a:gd name="connsiteY0" fmla="*/ 0 h 152287"/>
                  <a:gd name="connsiteX1" fmla="*/ 1073426 w 1073426"/>
                  <a:gd name="connsiteY1" fmla="*/ 0 h 152287"/>
                  <a:gd name="connsiteX2" fmla="*/ 1073426 w 1073426"/>
                  <a:gd name="connsiteY2" fmla="*/ 152287 h 152287"/>
                  <a:gd name="connsiteX3" fmla="*/ 0 w 1073426"/>
                  <a:gd name="connsiteY3" fmla="*/ 152287 h 152287"/>
                  <a:gd name="connsiteX4" fmla="*/ 0 w 1073426"/>
                  <a:gd name="connsiteY4" fmla="*/ 0 h 152287"/>
                  <a:gd name="connsiteX0" fmla="*/ 0 w 1166192"/>
                  <a:gd name="connsiteY0" fmla="*/ 0 h 218548"/>
                  <a:gd name="connsiteX1" fmla="*/ 1073426 w 1166192"/>
                  <a:gd name="connsiteY1" fmla="*/ 0 h 218548"/>
                  <a:gd name="connsiteX2" fmla="*/ 1166192 w 1166192"/>
                  <a:gd name="connsiteY2" fmla="*/ 218548 h 218548"/>
                  <a:gd name="connsiteX3" fmla="*/ 0 w 1166192"/>
                  <a:gd name="connsiteY3" fmla="*/ 152287 h 218548"/>
                  <a:gd name="connsiteX4" fmla="*/ 0 w 1166192"/>
                  <a:gd name="connsiteY4" fmla="*/ 0 h 218548"/>
                  <a:gd name="connsiteX0" fmla="*/ 0 w 1166192"/>
                  <a:gd name="connsiteY0" fmla="*/ 0 h 218548"/>
                  <a:gd name="connsiteX1" fmla="*/ 1152939 w 1166192"/>
                  <a:gd name="connsiteY1" fmla="*/ 13252 h 218548"/>
                  <a:gd name="connsiteX2" fmla="*/ 1166192 w 1166192"/>
                  <a:gd name="connsiteY2" fmla="*/ 218548 h 218548"/>
                  <a:gd name="connsiteX3" fmla="*/ 0 w 1166192"/>
                  <a:gd name="connsiteY3" fmla="*/ 152287 h 218548"/>
                  <a:gd name="connsiteX4" fmla="*/ 0 w 1166192"/>
                  <a:gd name="connsiteY4" fmla="*/ 0 h 218548"/>
                  <a:gd name="connsiteX0" fmla="*/ 0 w 1166192"/>
                  <a:gd name="connsiteY0" fmla="*/ 0 h 258305"/>
                  <a:gd name="connsiteX1" fmla="*/ 1152939 w 1166192"/>
                  <a:gd name="connsiteY1" fmla="*/ 53009 h 258305"/>
                  <a:gd name="connsiteX2" fmla="*/ 1166192 w 1166192"/>
                  <a:gd name="connsiteY2" fmla="*/ 258305 h 258305"/>
                  <a:gd name="connsiteX3" fmla="*/ 0 w 1166192"/>
                  <a:gd name="connsiteY3" fmla="*/ 192044 h 258305"/>
                  <a:gd name="connsiteX4" fmla="*/ 0 w 1166192"/>
                  <a:gd name="connsiteY4" fmla="*/ 0 h 25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66192" h="258305">
                    <a:moveTo>
                      <a:pt x="0" y="0"/>
                    </a:moveTo>
                    <a:lnTo>
                      <a:pt x="1152939" y="53009"/>
                    </a:lnTo>
                    <a:lnTo>
                      <a:pt x="1166192" y="258305"/>
                    </a:lnTo>
                    <a:lnTo>
                      <a:pt x="0" y="1920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66">
                <a:extLst>
                  <a:ext uri="{FF2B5EF4-FFF2-40B4-BE49-F238E27FC236}">
                    <a16:creationId xmlns:a16="http://schemas.microsoft.com/office/drawing/2014/main" id="{B6272DFC-FEF7-4629-BF80-7309C56E37B6}"/>
                  </a:ext>
                </a:extLst>
              </p:cNvPr>
              <p:cNvSpPr/>
              <p:nvPr/>
            </p:nvSpPr>
            <p:spPr>
              <a:xfrm>
                <a:off x="3114405" y="3025015"/>
                <a:ext cx="1457742" cy="149594"/>
              </a:xfrm>
              <a:custGeom>
                <a:avLst/>
                <a:gdLst>
                  <a:gd name="connsiteX0" fmla="*/ 0 w 1311968"/>
                  <a:gd name="connsiteY0" fmla="*/ 0 h 321478"/>
                  <a:gd name="connsiteX1" fmla="*/ 1311968 w 1311968"/>
                  <a:gd name="connsiteY1" fmla="*/ 0 h 321478"/>
                  <a:gd name="connsiteX2" fmla="*/ 1311968 w 1311968"/>
                  <a:gd name="connsiteY2" fmla="*/ 321478 h 321478"/>
                  <a:gd name="connsiteX3" fmla="*/ 0 w 1311968"/>
                  <a:gd name="connsiteY3" fmla="*/ 321478 h 321478"/>
                  <a:gd name="connsiteX4" fmla="*/ 0 w 1311968"/>
                  <a:gd name="connsiteY4" fmla="*/ 0 h 321478"/>
                  <a:gd name="connsiteX0" fmla="*/ 145774 w 1457742"/>
                  <a:gd name="connsiteY0" fmla="*/ 0 h 321478"/>
                  <a:gd name="connsiteX1" fmla="*/ 1457742 w 1457742"/>
                  <a:gd name="connsiteY1" fmla="*/ 0 h 321478"/>
                  <a:gd name="connsiteX2" fmla="*/ 1457742 w 1457742"/>
                  <a:gd name="connsiteY2" fmla="*/ 321478 h 321478"/>
                  <a:gd name="connsiteX3" fmla="*/ 0 w 1457742"/>
                  <a:gd name="connsiteY3" fmla="*/ 202208 h 321478"/>
                  <a:gd name="connsiteX4" fmla="*/ 145774 w 1457742"/>
                  <a:gd name="connsiteY4" fmla="*/ 0 h 321478"/>
                  <a:gd name="connsiteX0" fmla="*/ 145774 w 1457742"/>
                  <a:gd name="connsiteY0" fmla="*/ 0 h 202208"/>
                  <a:gd name="connsiteX1" fmla="*/ 1457742 w 1457742"/>
                  <a:gd name="connsiteY1" fmla="*/ 0 h 202208"/>
                  <a:gd name="connsiteX2" fmla="*/ 0 w 1457742"/>
                  <a:gd name="connsiteY2" fmla="*/ 202208 h 202208"/>
                  <a:gd name="connsiteX3" fmla="*/ 145774 w 1457742"/>
                  <a:gd name="connsiteY3" fmla="*/ 0 h 202208"/>
                  <a:gd name="connsiteX0" fmla="*/ 145774 w 1457742"/>
                  <a:gd name="connsiteY0" fmla="*/ 0 h 253584"/>
                  <a:gd name="connsiteX1" fmla="*/ 1457742 w 1457742"/>
                  <a:gd name="connsiteY1" fmla="*/ 0 h 253584"/>
                  <a:gd name="connsiteX2" fmla="*/ 0 w 1457742"/>
                  <a:gd name="connsiteY2" fmla="*/ 202208 h 253584"/>
                  <a:gd name="connsiteX3" fmla="*/ 145774 w 1457742"/>
                  <a:gd name="connsiteY3" fmla="*/ 0 h 253584"/>
                  <a:gd name="connsiteX0" fmla="*/ 145774 w 1457742"/>
                  <a:gd name="connsiteY0" fmla="*/ 0 h 299889"/>
                  <a:gd name="connsiteX1" fmla="*/ 1457742 w 1457742"/>
                  <a:gd name="connsiteY1" fmla="*/ 0 h 299889"/>
                  <a:gd name="connsiteX2" fmla="*/ 0 w 1457742"/>
                  <a:gd name="connsiteY2" fmla="*/ 202208 h 299889"/>
                  <a:gd name="connsiteX3" fmla="*/ 145774 w 1457742"/>
                  <a:gd name="connsiteY3" fmla="*/ 0 h 299889"/>
                  <a:gd name="connsiteX0" fmla="*/ 145774 w 1457742"/>
                  <a:gd name="connsiteY0" fmla="*/ 0 h 299889"/>
                  <a:gd name="connsiteX1" fmla="*/ 1457742 w 1457742"/>
                  <a:gd name="connsiteY1" fmla="*/ 0 h 299889"/>
                  <a:gd name="connsiteX2" fmla="*/ 0 w 1457742"/>
                  <a:gd name="connsiteY2" fmla="*/ 202208 h 299889"/>
                  <a:gd name="connsiteX3" fmla="*/ 145774 w 1457742"/>
                  <a:gd name="connsiteY3" fmla="*/ 0 h 29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7742" h="299889">
                    <a:moveTo>
                      <a:pt x="145774" y="0"/>
                    </a:moveTo>
                    <a:lnTo>
                      <a:pt x="1457742" y="0"/>
                    </a:lnTo>
                    <a:cubicBezTo>
                      <a:pt x="534506" y="464968"/>
                      <a:pt x="485914" y="267326"/>
                      <a:pt x="0" y="202208"/>
                    </a:cubicBezTo>
                    <a:lnTo>
                      <a:pt x="14577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64">
                <a:extLst>
                  <a:ext uri="{FF2B5EF4-FFF2-40B4-BE49-F238E27FC236}">
                    <a16:creationId xmlns:a16="http://schemas.microsoft.com/office/drawing/2014/main" id="{46DF8A77-53E3-4ABB-9C71-A0DDC034E6FF}"/>
                  </a:ext>
                </a:extLst>
              </p:cNvPr>
              <p:cNvSpPr/>
              <p:nvPr/>
            </p:nvSpPr>
            <p:spPr>
              <a:xfrm>
                <a:off x="3107619" y="2345428"/>
                <a:ext cx="1555821" cy="695833"/>
              </a:xfrm>
              <a:custGeom>
                <a:avLst/>
                <a:gdLst>
                  <a:gd name="connsiteX0" fmla="*/ 0 w 1338469"/>
                  <a:gd name="connsiteY0" fmla="*/ 251792 h 503583"/>
                  <a:gd name="connsiteX1" fmla="*/ 669235 w 1338469"/>
                  <a:gd name="connsiteY1" fmla="*/ 0 h 503583"/>
                  <a:gd name="connsiteX2" fmla="*/ 1338470 w 1338469"/>
                  <a:gd name="connsiteY2" fmla="*/ 251792 h 503583"/>
                  <a:gd name="connsiteX3" fmla="*/ 669235 w 1338469"/>
                  <a:gd name="connsiteY3" fmla="*/ 503584 h 503583"/>
                  <a:gd name="connsiteX4" fmla="*/ 0 w 1338469"/>
                  <a:gd name="connsiteY4" fmla="*/ 251792 h 503583"/>
                  <a:gd name="connsiteX0" fmla="*/ 0 w 1497496"/>
                  <a:gd name="connsiteY0" fmla="*/ 259390 h 593036"/>
                  <a:gd name="connsiteX1" fmla="*/ 669235 w 1497496"/>
                  <a:gd name="connsiteY1" fmla="*/ 7598 h 593036"/>
                  <a:gd name="connsiteX2" fmla="*/ 1497496 w 1497496"/>
                  <a:gd name="connsiteY2" fmla="*/ 524433 h 593036"/>
                  <a:gd name="connsiteX3" fmla="*/ 669235 w 1497496"/>
                  <a:gd name="connsiteY3" fmla="*/ 511182 h 593036"/>
                  <a:gd name="connsiteX4" fmla="*/ 0 w 1497496"/>
                  <a:gd name="connsiteY4" fmla="*/ 259390 h 593036"/>
                  <a:gd name="connsiteX0" fmla="*/ 0 w 1497496"/>
                  <a:gd name="connsiteY0" fmla="*/ 257677 h 584076"/>
                  <a:gd name="connsiteX1" fmla="*/ 669235 w 1497496"/>
                  <a:gd name="connsiteY1" fmla="*/ 5885 h 584076"/>
                  <a:gd name="connsiteX2" fmla="*/ 1497496 w 1497496"/>
                  <a:gd name="connsiteY2" fmla="*/ 522720 h 584076"/>
                  <a:gd name="connsiteX3" fmla="*/ 669235 w 1497496"/>
                  <a:gd name="connsiteY3" fmla="*/ 482965 h 584076"/>
                  <a:gd name="connsiteX4" fmla="*/ 0 w 1497496"/>
                  <a:gd name="connsiteY4" fmla="*/ 257677 h 584076"/>
                  <a:gd name="connsiteX0" fmla="*/ 0 w 1391479"/>
                  <a:gd name="connsiteY0" fmla="*/ 437669 h 572455"/>
                  <a:gd name="connsiteX1" fmla="*/ 563218 w 1391479"/>
                  <a:gd name="connsiteY1" fmla="*/ 347 h 572455"/>
                  <a:gd name="connsiteX2" fmla="*/ 1391479 w 1391479"/>
                  <a:gd name="connsiteY2" fmla="*/ 517182 h 572455"/>
                  <a:gd name="connsiteX3" fmla="*/ 563218 w 1391479"/>
                  <a:gd name="connsiteY3" fmla="*/ 477427 h 572455"/>
                  <a:gd name="connsiteX4" fmla="*/ 0 w 1391479"/>
                  <a:gd name="connsiteY4" fmla="*/ 437669 h 572455"/>
                  <a:gd name="connsiteX0" fmla="*/ 43020 w 1434499"/>
                  <a:gd name="connsiteY0" fmla="*/ 530374 h 665160"/>
                  <a:gd name="connsiteX1" fmla="*/ 195420 w 1434499"/>
                  <a:gd name="connsiteY1" fmla="*/ 287 h 665160"/>
                  <a:gd name="connsiteX2" fmla="*/ 1434499 w 1434499"/>
                  <a:gd name="connsiteY2" fmla="*/ 609887 h 665160"/>
                  <a:gd name="connsiteX3" fmla="*/ 606238 w 1434499"/>
                  <a:gd name="connsiteY3" fmla="*/ 570132 h 665160"/>
                  <a:gd name="connsiteX4" fmla="*/ 43020 w 1434499"/>
                  <a:gd name="connsiteY4" fmla="*/ 530374 h 665160"/>
                  <a:gd name="connsiteX0" fmla="*/ 86156 w 1477635"/>
                  <a:gd name="connsiteY0" fmla="*/ 543019 h 677805"/>
                  <a:gd name="connsiteX1" fmla="*/ 238556 w 1477635"/>
                  <a:gd name="connsiteY1" fmla="*/ 12932 h 677805"/>
                  <a:gd name="connsiteX2" fmla="*/ 1477635 w 1477635"/>
                  <a:gd name="connsiteY2" fmla="*/ 622532 h 677805"/>
                  <a:gd name="connsiteX3" fmla="*/ 649374 w 1477635"/>
                  <a:gd name="connsiteY3" fmla="*/ 582777 h 677805"/>
                  <a:gd name="connsiteX4" fmla="*/ 86156 w 1477635"/>
                  <a:gd name="connsiteY4" fmla="*/ 543019 h 677805"/>
                  <a:gd name="connsiteX0" fmla="*/ 86156 w 1477635"/>
                  <a:gd name="connsiteY0" fmla="*/ 543545 h 678331"/>
                  <a:gd name="connsiteX1" fmla="*/ 238556 w 1477635"/>
                  <a:gd name="connsiteY1" fmla="*/ 13458 h 678331"/>
                  <a:gd name="connsiteX2" fmla="*/ 1477635 w 1477635"/>
                  <a:gd name="connsiteY2" fmla="*/ 623058 h 678331"/>
                  <a:gd name="connsiteX3" fmla="*/ 649374 w 1477635"/>
                  <a:gd name="connsiteY3" fmla="*/ 583303 h 678331"/>
                  <a:gd name="connsiteX4" fmla="*/ 86156 w 1477635"/>
                  <a:gd name="connsiteY4" fmla="*/ 543545 h 678331"/>
                  <a:gd name="connsiteX0" fmla="*/ 86156 w 1477635"/>
                  <a:gd name="connsiteY0" fmla="*/ 543545 h 689991"/>
                  <a:gd name="connsiteX1" fmla="*/ 238556 w 1477635"/>
                  <a:gd name="connsiteY1" fmla="*/ 13458 h 689991"/>
                  <a:gd name="connsiteX2" fmla="*/ 1477635 w 1477635"/>
                  <a:gd name="connsiteY2" fmla="*/ 623058 h 689991"/>
                  <a:gd name="connsiteX3" fmla="*/ 649374 w 1477635"/>
                  <a:gd name="connsiteY3" fmla="*/ 583303 h 689991"/>
                  <a:gd name="connsiteX4" fmla="*/ 86156 w 1477635"/>
                  <a:gd name="connsiteY4" fmla="*/ 543545 h 689991"/>
                  <a:gd name="connsiteX0" fmla="*/ 86156 w 1477635"/>
                  <a:gd name="connsiteY0" fmla="*/ 543545 h 695833"/>
                  <a:gd name="connsiteX1" fmla="*/ 238556 w 1477635"/>
                  <a:gd name="connsiteY1" fmla="*/ 13458 h 695833"/>
                  <a:gd name="connsiteX2" fmla="*/ 1477635 w 1477635"/>
                  <a:gd name="connsiteY2" fmla="*/ 623058 h 695833"/>
                  <a:gd name="connsiteX3" fmla="*/ 649374 w 1477635"/>
                  <a:gd name="connsiteY3" fmla="*/ 583303 h 695833"/>
                  <a:gd name="connsiteX4" fmla="*/ 86156 w 1477635"/>
                  <a:gd name="connsiteY4" fmla="*/ 543545 h 695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7635" h="695833">
                    <a:moveTo>
                      <a:pt x="86156" y="543545"/>
                    </a:moveTo>
                    <a:cubicBezTo>
                      <a:pt x="17686" y="448571"/>
                      <a:pt x="-125879" y="119475"/>
                      <a:pt x="238556" y="13458"/>
                    </a:cubicBezTo>
                    <a:cubicBezTo>
                      <a:pt x="602991" y="-92559"/>
                      <a:pt x="1477635" y="457492"/>
                      <a:pt x="1477635" y="623058"/>
                    </a:cubicBezTo>
                    <a:cubicBezTo>
                      <a:pt x="1437879" y="801875"/>
                      <a:pt x="881287" y="596555"/>
                      <a:pt x="649374" y="583303"/>
                    </a:cubicBezTo>
                    <a:cubicBezTo>
                      <a:pt x="417461" y="570051"/>
                      <a:pt x="154626" y="638519"/>
                      <a:pt x="86156" y="5435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Isosceles Triangle 68">
                <a:extLst>
                  <a:ext uri="{FF2B5EF4-FFF2-40B4-BE49-F238E27FC236}">
                    <a16:creationId xmlns:a16="http://schemas.microsoft.com/office/drawing/2014/main" id="{995E2585-BEFE-4CE1-A973-99E336654BC3}"/>
                  </a:ext>
                </a:extLst>
              </p:cNvPr>
              <p:cNvSpPr/>
              <p:nvPr/>
            </p:nvSpPr>
            <p:spPr>
              <a:xfrm flipV="1">
                <a:off x="3401170" y="2452758"/>
                <a:ext cx="318052" cy="332073"/>
              </a:xfrm>
              <a:custGeom>
                <a:avLst/>
                <a:gdLst>
                  <a:gd name="connsiteX0" fmla="*/ 0 w 702365"/>
                  <a:gd name="connsiteY0" fmla="*/ 364547 h 364547"/>
                  <a:gd name="connsiteX1" fmla="*/ 351183 w 702365"/>
                  <a:gd name="connsiteY1" fmla="*/ 0 h 364547"/>
                  <a:gd name="connsiteX2" fmla="*/ 702365 w 702365"/>
                  <a:gd name="connsiteY2" fmla="*/ 364547 h 364547"/>
                  <a:gd name="connsiteX3" fmla="*/ 0 w 702365"/>
                  <a:gd name="connsiteY3" fmla="*/ 364547 h 364547"/>
                  <a:gd name="connsiteX0" fmla="*/ 0 w 530087"/>
                  <a:gd name="connsiteY0" fmla="*/ 364547 h 364547"/>
                  <a:gd name="connsiteX1" fmla="*/ 351183 w 530087"/>
                  <a:gd name="connsiteY1" fmla="*/ 0 h 364547"/>
                  <a:gd name="connsiteX2" fmla="*/ 530087 w 530087"/>
                  <a:gd name="connsiteY2" fmla="*/ 271782 h 364547"/>
                  <a:gd name="connsiteX3" fmla="*/ 0 w 530087"/>
                  <a:gd name="connsiteY3" fmla="*/ 364547 h 364547"/>
                  <a:gd name="connsiteX0" fmla="*/ 0 w 318052"/>
                  <a:gd name="connsiteY0" fmla="*/ 232025 h 271782"/>
                  <a:gd name="connsiteX1" fmla="*/ 139148 w 318052"/>
                  <a:gd name="connsiteY1" fmla="*/ 0 h 271782"/>
                  <a:gd name="connsiteX2" fmla="*/ 318052 w 318052"/>
                  <a:gd name="connsiteY2" fmla="*/ 271782 h 271782"/>
                  <a:gd name="connsiteX3" fmla="*/ 0 w 318052"/>
                  <a:gd name="connsiteY3" fmla="*/ 232025 h 271782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  <a:gd name="connsiteX0" fmla="*/ 0 w 318052"/>
                  <a:gd name="connsiteY0" fmla="*/ 232025 h 332073"/>
                  <a:gd name="connsiteX1" fmla="*/ 139148 w 318052"/>
                  <a:gd name="connsiteY1" fmla="*/ 0 h 332073"/>
                  <a:gd name="connsiteX2" fmla="*/ 318052 w 318052"/>
                  <a:gd name="connsiteY2" fmla="*/ 271782 h 332073"/>
                  <a:gd name="connsiteX3" fmla="*/ 107949 w 318052"/>
                  <a:gd name="connsiteY3" fmla="*/ 331663 h 332073"/>
                  <a:gd name="connsiteX4" fmla="*/ 0 w 318052"/>
                  <a:gd name="connsiteY4" fmla="*/ 232025 h 33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052" h="332073">
                    <a:moveTo>
                      <a:pt x="0" y="232025"/>
                    </a:moveTo>
                    <a:cubicBezTo>
                      <a:pt x="46383" y="154683"/>
                      <a:pt x="-18360" y="102742"/>
                      <a:pt x="139148" y="0"/>
                    </a:cubicBezTo>
                    <a:cubicBezTo>
                      <a:pt x="274983" y="77894"/>
                      <a:pt x="258417" y="181188"/>
                      <a:pt x="318052" y="271782"/>
                    </a:cubicBezTo>
                    <a:cubicBezTo>
                      <a:pt x="259659" y="265284"/>
                      <a:pt x="166342" y="338161"/>
                      <a:pt x="107949" y="331663"/>
                    </a:cubicBezTo>
                    <a:lnTo>
                      <a:pt x="0" y="232025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15B242E1-436C-42FF-99FD-22AD05DA7E1D}"/>
                </a:ext>
              </a:extLst>
            </p:cNvPr>
            <p:cNvGrpSpPr/>
            <p:nvPr/>
          </p:nvGrpSpPr>
          <p:grpSpPr>
            <a:xfrm flipH="1">
              <a:off x="1006469" y="7664632"/>
              <a:ext cx="1269210" cy="633202"/>
              <a:chOff x="3845090" y="4517842"/>
              <a:chExt cx="1697544" cy="846896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A5DF2AE3-CED6-4B8D-9883-30628B388547}"/>
                  </a:ext>
                </a:extLst>
              </p:cNvPr>
              <p:cNvSpPr/>
              <p:nvPr/>
            </p:nvSpPr>
            <p:spPr>
              <a:xfrm flipH="1">
                <a:off x="4964960" y="4517843"/>
                <a:ext cx="313717" cy="311606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8D41A13A-C190-474C-9572-DFD92D15E7D6}"/>
                  </a:ext>
                </a:extLst>
              </p:cNvPr>
              <p:cNvSpPr/>
              <p:nvPr/>
            </p:nvSpPr>
            <p:spPr>
              <a:xfrm rot="420143" flipH="1">
                <a:off x="4396568" y="4974205"/>
                <a:ext cx="222051" cy="228733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E443932A-F01A-4DC4-BBDD-E5806359E6A8}"/>
                  </a:ext>
                </a:extLst>
              </p:cNvPr>
              <p:cNvSpPr/>
              <p:nvPr/>
            </p:nvSpPr>
            <p:spPr>
              <a:xfrm flipH="1">
                <a:off x="3905231" y="4517842"/>
                <a:ext cx="313717" cy="311606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27482EA2-7189-43AE-9EFA-8D2461581311}"/>
                  </a:ext>
                </a:extLst>
              </p:cNvPr>
              <p:cNvSpPr/>
              <p:nvPr/>
            </p:nvSpPr>
            <p:spPr>
              <a:xfrm flipH="1">
                <a:off x="5051074" y="4616750"/>
                <a:ext cx="120077" cy="15664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E51ED12-0B71-42A1-A7E9-676ADDC99514}"/>
                  </a:ext>
                </a:extLst>
              </p:cNvPr>
              <p:cNvSpPr/>
              <p:nvPr/>
            </p:nvSpPr>
            <p:spPr>
              <a:xfrm flipH="1">
                <a:off x="3951387" y="4595319"/>
                <a:ext cx="120077" cy="15664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Arc 105">
                <a:extLst>
                  <a:ext uri="{FF2B5EF4-FFF2-40B4-BE49-F238E27FC236}">
                    <a16:creationId xmlns:a16="http://schemas.microsoft.com/office/drawing/2014/main" id="{13119C11-A007-4A1B-B1BA-DFED7C975DE5}"/>
                  </a:ext>
                </a:extLst>
              </p:cNvPr>
              <p:cNvSpPr/>
              <p:nvPr/>
            </p:nvSpPr>
            <p:spPr>
              <a:xfrm rot="800953" flipH="1">
                <a:off x="4934018" y="4846905"/>
                <a:ext cx="608616" cy="144903"/>
              </a:xfrm>
              <a:prstGeom prst="arc">
                <a:avLst>
                  <a:gd name="adj1" fmla="val 16200000"/>
                  <a:gd name="adj2" fmla="val 21399269"/>
                </a:avLst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C8B47D4B-DC1E-4661-8642-795DB482A8A8}"/>
                  </a:ext>
                </a:extLst>
              </p:cNvPr>
              <p:cNvSpPr/>
              <p:nvPr/>
            </p:nvSpPr>
            <p:spPr>
              <a:xfrm rot="1235064" flipH="1">
                <a:off x="3845090" y="4854619"/>
                <a:ext cx="608616" cy="144901"/>
              </a:xfrm>
              <a:prstGeom prst="arc">
                <a:avLst>
                  <a:gd name="adj1" fmla="val 16200000"/>
                  <a:gd name="adj2" fmla="val 21353668"/>
                </a:avLst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0D8107B7-66CC-4704-BB56-AD2E17B247CC}"/>
                  </a:ext>
                </a:extLst>
              </p:cNvPr>
              <p:cNvSpPr/>
              <p:nvPr/>
            </p:nvSpPr>
            <p:spPr>
              <a:xfrm rot="13016284" flipH="1">
                <a:off x="4524064" y="5222087"/>
                <a:ext cx="243643" cy="142651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E6EB01-02CD-48EF-B981-1D580C39E9F3}"/>
              </a:ext>
            </a:extLst>
          </p:cNvPr>
          <p:cNvGrpSpPr/>
          <p:nvPr/>
        </p:nvGrpSpPr>
        <p:grpSpPr>
          <a:xfrm>
            <a:off x="8218800" y="3792996"/>
            <a:ext cx="378504" cy="332256"/>
            <a:chOff x="8218800" y="3792996"/>
            <a:chExt cx="378504" cy="332256"/>
          </a:xfrm>
        </p:grpSpPr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F754A960-37F1-4E03-B6E4-31438AC8BF20}"/>
                </a:ext>
              </a:extLst>
            </p:cNvPr>
            <p:cNvSpPr/>
            <p:nvPr/>
          </p:nvSpPr>
          <p:spPr>
            <a:xfrm rot="2364905" flipH="1">
              <a:off x="8218800" y="3820954"/>
              <a:ext cx="378504" cy="304298"/>
            </a:xfrm>
            <a:prstGeom prst="arc">
              <a:avLst>
                <a:gd name="adj1" fmla="val 18625565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BB5586C-4943-4327-94DC-B4F4DDB0843E}"/>
                </a:ext>
              </a:extLst>
            </p:cNvPr>
            <p:cNvSpPr/>
            <p:nvPr/>
          </p:nvSpPr>
          <p:spPr>
            <a:xfrm rot="8542871" flipV="1">
              <a:off x="8380945" y="3792996"/>
              <a:ext cx="45719" cy="45719"/>
            </a:xfrm>
            <a:custGeom>
              <a:avLst/>
              <a:gdLst>
                <a:gd name="connsiteX0" fmla="*/ 89168 w 114568"/>
                <a:gd name="connsiteY0" fmla="*/ 0 h 54563"/>
                <a:gd name="connsiteX1" fmla="*/ 268 w 114568"/>
                <a:gd name="connsiteY1" fmla="*/ 50800 h 54563"/>
                <a:gd name="connsiteX2" fmla="*/ 114568 w 114568"/>
                <a:gd name="connsiteY2" fmla="*/ 50800 h 54563"/>
                <a:gd name="connsiteX3" fmla="*/ 114568 w 114568"/>
                <a:gd name="connsiteY3" fmla="*/ 50800 h 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68" h="54563">
                  <a:moveTo>
                    <a:pt x="89168" y="0"/>
                  </a:moveTo>
                  <a:cubicBezTo>
                    <a:pt x="42601" y="21166"/>
                    <a:pt x="-3965" y="42333"/>
                    <a:pt x="268" y="50800"/>
                  </a:cubicBezTo>
                  <a:cubicBezTo>
                    <a:pt x="4501" y="59267"/>
                    <a:pt x="114568" y="50800"/>
                    <a:pt x="114568" y="50800"/>
                  </a:cubicBezTo>
                  <a:lnTo>
                    <a:pt x="114568" y="5080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1" name="emojimouth">
            <a:hlinkClick r:id="" action="ppaction://media"/>
            <a:extLst>
              <a:ext uri="{FF2B5EF4-FFF2-40B4-BE49-F238E27FC236}">
                <a16:creationId xmlns:a16="http://schemas.microsoft.com/office/drawing/2014/main" id="{CB1CFFF1-91B3-4823-9B56-91DEE2F436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8"/>
          <a:srcRect l="49010" t="20632" r="43027" b="69011"/>
          <a:stretch/>
        </p:blipFill>
        <p:spPr>
          <a:xfrm>
            <a:off x="2731390" y="6536917"/>
            <a:ext cx="315896" cy="231100"/>
          </a:xfrm>
          <a:prstGeom prst="rect">
            <a:avLst/>
          </a:prstGeom>
        </p:spPr>
      </p:pic>
      <p:pic>
        <p:nvPicPr>
          <p:cNvPr id="4" name="ttsMP3.com_VoiceText_2025-1-5_23-7-46">
            <a:hlinkClick r:id="" action="ppaction://media"/>
            <a:extLst>
              <a:ext uri="{FF2B5EF4-FFF2-40B4-BE49-F238E27FC236}">
                <a16:creationId xmlns:a16="http://schemas.microsoft.com/office/drawing/2014/main" id="{93AFC46C-D0DD-4EF4-BA1A-C2B8BC60131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pic>
        <p:nvPicPr>
          <p:cNvPr id="63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C31675F8-C3D0-489D-9513-2BAEEEFA867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1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5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76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813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111"/>
                </p:tgtEl>
              </p:cMediaNode>
            </p:video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</Words>
  <Application>Microsoft Office PowerPoint</Application>
  <PresentationFormat>Widescreen</PresentationFormat>
  <Paragraphs>1</Paragraphs>
  <Slides>6</Slides>
  <Notes>0</Notes>
  <HiddenSlides>0</HiddenSlides>
  <MMClips>18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10</cp:revision>
  <dcterms:created xsi:type="dcterms:W3CDTF">2025-01-05T19:19:17Z</dcterms:created>
  <dcterms:modified xsi:type="dcterms:W3CDTF">2025-01-05T20:50:01Z</dcterms:modified>
</cp:coreProperties>
</file>