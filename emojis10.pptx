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4438"/>
    <a:srgbClr val="280605"/>
    <a:srgbClr val="744B42"/>
    <a:srgbClr val="FBF3DC"/>
    <a:srgbClr val="AB7584"/>
    <a:srgbClr val="744D42"/>
    <a:srgbClr val="E9D4BF"/>
    <a:srgbClr val="EDD1B9"/>
    <a:srgbClr val="684035"/>
    <a:srgbClr val="573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25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7994-06B7-43FF-AC75-8A6482EBE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4FDC4-876E-4598-8B53-E0510FFD1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5945-4586-45C3-ACE3-D3327660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74FAA-58C9-4A99-9C01-C2252EA2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2077-CC04-490E-96B8-5823B04D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4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5006-E896-418F-B23D-B5D9D7DD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09DB-A90B-480D-849F-FB0D83557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805B-F18B-4D12-9F55-1DBD2EC4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7E85-AA0A-4A37-9DA1-9AA1E1AE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D38B6-1D64-44BD-8F41-DA66FF3B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5796-C55F-42B8-A9FC-F90D1A48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3D09A-DE75-4129-94C7-477426A1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F57D5-D142-4075-9D93-023554BC2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D56E-DCCD-4D7F-AC19-37341B07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E4B27-DE52-4D63-8D15-D4EA7DD2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8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4260-3BCC-4143-9F71-A265A497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891B-AEFA-4938-B514-C5ED6D335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0060B-BF7A-4058-8F75-1D83B6CAE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EEA3B-47DE-4020-B39B-A24EAEE1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7198E-2C23-4D18-B5B5-7EAFCE9A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C8ECD-6D37-4FCC-9B2C-FB95B0B6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35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9DB8-AE86-482B-BE8D-BC5F9019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9CF47-00D5-4D94-A712-C64220FB9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72FC6-D504-426A-87E8-9BC88868E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D9B81-A5AF-4C51-B7A5-4B8605E90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8D427-984E-4DCB-91E5-A8E8F24A4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F32DA-371B-4296-BA03-28611F51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650FE-1401-40D1-B323-63A16140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C8B25-A9E2-4F80-B176-148CA805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8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46F9-3AF0-4007-9004-3A719644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ACF39-C223-48CF-9323-A3AEA3B3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947B8-83E7-4474-8A78-9AFA3525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2D194-CE51-4385-B6E1-3D7C728B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72064-5E75-46DD-8556-1F603D03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1702D-4E74-44B8-B767-E7820360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239EF-A8DE-40E2-AA73-E4050474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452E-7F03-46D4-84F1-B79E6E59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B6D3A-DFD9-484E-8E30-94505136E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80DDF-BF95-4C4C-B369-E04903324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AB1DC-2772-4DFB-9B0D-E9A9C465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031D7-1EFA-4DFA-B26C-F3188E12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B00CC-D6B2-4FFA-BCEE-EA1D37C6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968-3784-4F4A-B414-A3CD4143D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EAEDF-2914-48E7-BEB2-907128CC6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8EF39-F402-4B8F-99B2-69E25619E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92BD-A189-4F93-AE7D-08592D9B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0F348-FBA1-4100-9111-5B3958A7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653DA-C694-4EBD-B746-15B88478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4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0024C-9A88-4216-B004-3A4E9AC8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B7AFD-82AE-48E0-895A-864CAC82F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CABD-A4E6-4B16-A6FA-C5C783B5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45CB-BED2-469C-B19B-91FF051F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11D7-C3A6-4B5B-AD06-C096F02F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2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13AAA8-CF8E-4D6F-9A58-225D9BC96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D35C7-30DD-49B3-A55A-F51B70D2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F5000-EA39-4228-AA09-B9914D4D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A301A-CEC7-4094-B806-61386835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8F6CD-6DB7-4DFF-AAC4-908189BD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7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6D9B9-576A-4E77-BD7D-0981B8DD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A9435-E980-4159-B255-9C56BC3F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7A804-4D73-43E7-9305-24BB28460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5EAB3-30B3-4F4E-9521-5F75DD45C648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4808D-25B0-4DD5-B98E-198613623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CF0B-81DD-480F-951C-8B38DAD56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92F85-56E0-45C9-9740-D5074E88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7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3"/><Relationship Id="rId7" Type="http://schemas.microsoft.com/office/2007/relationships/hdphoto" Target="../media/hdphoto1.wdp"/><Relationship Id="rId12" Type="http://schemas.microsoft.com/office/2007/relationships/hdphoto" Target="../media/hdphoto2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png"/><Relationship Id="rId4" Type="http://schemas.openxmlformats.org/officeDocument/2006/relationships/audio" Target="../media/media2.mp3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3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4" Type="http://schemas.openxmlformats.org/officeDocument/2006/relationships/audio" Target="../media/media3.mp3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4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4.mp3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5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5.mp3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microsoft.com/office/2007/relationships/hdphoto" Target="../media/hdphoto2.wdp"/><Relationship Id="rId3" Type="http://schemas.openxmlformats.org/officeDocument/2006/relationships/video" Target="NULL" TargetMode="Externa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5.png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6" Type="http://schemas.openxmlformats.org/officeDocument/2006/relationships/audio" Target="../media/media7.mp3"/><Relationship Id="rId11" Type="http://schemas.openxmlformats.org/officeDocument/2006/relationships/image" Target="../media/image3.png"/><Relationship Id="rId5" Type="http://schemas.microsoft.com/office/2007/relationships/media" Target="../media/media7.mp3"/><Relationship Id="rId10" Type="http://schemas.openxmlformats.org/officeDocument/2006/relationships/image" Target="../media/image4.png"/><Relationship Id="rId4" Type="http://schemas.microsoft.com/office/2007/relationships/media" Target="../media/media1.mp4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8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8.mp3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9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9.mp3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microsoft.com/office/2007/relationships/hdphoto" Target="../media/hdphoto2.wdp"/><Relationship Id="rId3" Type="http://schemas.openxmlformats.org/officeDocument/2006/relationships/video" Target="NULL" TargetMode="Externa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5.png"/><Relationship Id="rId2" Type="http://schemas.microsoft.com/office/2007/relationships/media" Target="../media/media11.mp3"/><Relationship Id="rId1" Type="http://schemas.openxmlformats.org/officeDocument/2006/relationships/audio" Target="NULL" TargetMode="External"/><Relationship Id="rId6" Type="http://schemas.openxmlformats.org/officeDocument/2006/relationships/audio" Target="../media/media12.mp3"/><Relationship Id="rId11" Type="http://schemas.openxmlformats.org/officeDocument/2006/relationships/image" Target="../media/image3.png"/><Relationship Id="rId5" Type="http://schemas.microsoft.com/office/2007/relationships/media" Target="../media/media12.mp3"/><Relationship Id="rId10" Type="http://schemas.openxmlformats.org/officeDocument/2006/relationships/image" Target="../media/image4.png"/><Relationship Id="rId4" Type="http://schemas.microsoft.com/office/2007/relationships/media" Target="../media/media1.mp4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3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3.mp3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4.mp3"/><Relationship Id="rId7" Type="http://schemas.microsoft.com/office/2007/relationships/hdphoto" Target="../media/hdphoto1.wdp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11" Type="http://schemas.microsoft.com/office/2007/relationships/hdphoto" Target="../media/hdphoto2.wdp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4.mp3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7.mp3"/><Relationship Id="rId13" Type="http://schemas.openxmlformats.org/officeDocument/2006/relationships/image" Target="../media/image3.png"/><Relationship Id="rId3" Type="http://schemas.openxmlformats.org/officeDocument/2006/relationships/video" Target="NULL" TargetMode="External"/><Relationship Id="rId7" Type="http://schemas.microsoft.com/office/2007/relationships/media" Target="../media/media17.mp3"/><Relationship Id="rId12" Type="http://schemas.openxmlformats.org/officeDocument/2006/relationships/image" Target="../media/image4.pn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microsoft.com/office/2007/relationships/media" Target="../media/media16.mp3"/><Relationship Id="rId11" Type="http://schemas.microsoft.com/office/2007/relationships/hdphoto" Target="../media/hdphoto1.wdp"/><Relationship Id="rId5" Type="http://schemas.openxmlformats.org/officeDocument/2006/relationships/audio" Target="NULL" TargetMode="External"/><Relationship Id="rId15" Type="http://schemas.microsoft.com/office/2007/relationships/hdphoto" Target="../media/hdphoto2.wdp"/><Relationship Id="rId10" Type="http://schemas.openxmlformats.org/officeDocument/2006/relationships/image" Target="../media/image1.png"/><Relationship Id="rId4" Type="http://schemas.microsoft.com/office/2007/relationships/media" Target="../media/media1.mp4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59299" y="648037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8824" y="7469459"/>
            <a:ext cx="904200" cy="243795"/>
            <a:chOff x="1077844" y="7117600"/>
            <a:chExt cx="904200" cy="243795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9886286">
              <a:off x="1077844" y="7117600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29A33168-08D9-4D9D-84C9-AE53C4F7F7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699158" y="2038331"/>
            <a:ext cx="2324642" cy="2324642"/>
          </a:xfrm>
          <a:prstGeom prst="rect">
            <a:avLst/>
          </a:prstGeom>
        </p:spPr>
      </p:pic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9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180" name="AIVoiceGenerator_com_1-01-2025T22_12_34_ Cora">
            <a:hlinkClick r:id="" action="ppaction://media"/>
            <a:extLst>
              <a:ext uri="{FF2B5EF4-FFF2-40B4-BE49-F238E27FC236}">
                <a16:creationId xmlns:a16="http://schemas.microsoft.com/office/drawing/2014/main" id="{19CD6F50-4B64-4B75-853A-65EDBE1DB04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321249" y="6133463"/>
            <a:ext cx="609600" cy="609600"/>
          </a:xfrm>
          <a:prstGeom prst="rect">
            <a:avLst/>
          </a:prstGeom>
        </p:spPr>
      </p:pic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3E9D628-F638-44EE-BF18-7011049B95AA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82" name="Cylinder 181">
              <a:extLst>
                <a:ext uri="{FF2B5EF4-FFF2-40B4-BE49-F238E27FC236}">
                  <a16:creationId xmlns:a16="http://schemas.microsoft.com/office/drawing/2014/main" id="{E00B0D32-36DE-4953-8A4C-99CCA63330D1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Cylinder 182">
              <a:extLst>
                <a:ext uri="{FF2B5EF4-FFF2-40B4-BE49-F238E27FC236}">
                  <a16:creationId xmlns:a16="http://schemas.microsoft.com/office/drawing/2014/main" id="{96645456-947D-436F-B33F-C606B0D993F4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ylinder 183">
              <a:extLst>
                <a:ext uri="{FF2B5EF4-FFF2-40B4-BE49-F238E27FC236}">
                  <a16:creationId xmlns:a16="http://schemas.microsoft.com/office/drawing/2014/main" id="{F52EABB5-ED8D-4EED-9707-C1736080FEDD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59">
              <a:extLst>
                <a:ext uri="{FF2B5EF4-FFF2-40B4-BE49-F238E27FC236}">
                  <a16:creationId xmlns:a16="http://schemas.microsoft.com/office/drawing/2014/main" id="{3C0E9E04-19FD-4B5F-A404-4BF4BCF244E7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59">
              <a:extLst>
                <a:ext uri="{FF2B5EF4-FFF2-40B4-BE49-F238E27FC236}">
                  <a16:creationId xmlns:a16="http://schemas.microsoft.com/office/drawing/2014/main" id="{EC24D39D-5B9B-421F-9E34-89B4CB6850F3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rapezoid 74">
              <a:extLst>
                <a:ext uri="{FF2B5EF4-FFF2-40B4-BE49-F238E27FC236}">
                  <a16:creationId xmlns:a16="http://schemas.microsoft.com/office/drawing/2014/main" id="{D7FEC941-65CE-4504-B9E4-743202EBF773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: Rounded Corners 75">
              <a:extLst>
                <a:ext uri="{FF2B5EF4-FFF2-40B4-BE49-F238E27FC236}">
                  <a16:creationId xmlns:a16="http://schemas.microsoft.com/office/drawing/2014/main" id="{625F554D-A228-4082-A975-8A41634101E9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: Rounded Corners 75">
              <a:extLst>
                <a:ext uri="{FF2B5EF4-FFF2-40B4-BE49-F238E27FC236}">
                  <a16:creationId xmlns:a16="http://schemas.microsoft.com/office/drawing/2014/main" id="{4E547524-9405-41B9-ADB5-185442E367B5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: Rounded Corners 75">
              <a:extLst>
                <a:ext uri="{FF2B5EF4-FFF2-40B4-BE49-F238E27FC236}">
                  <a16:creationId xmlns:a16="http://schemas.microsoft.com/office/drawing/2014/main" id="{8FC00041-7EB6-40BD-9340-0B9E27DB67BD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1" name="Picture 190">
            <a:extLst>
              <a:ext uri="{FF2B5EF4-FFF2-40B4-BE49-F238E27FC236}">
                <a16:creationId xmlns:a16="http://schemas.microsoft.com/office/drawing/2014/main" id="{CA4CF628-BF19-4937-AA64-1C9D5DB90E6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F1666E00-2F69-4A35-933C-C0271215B49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73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632" fill="hold"/>
                                        <p:tgtEl>
                                          <p:spTgt spid="1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52065" y="6473079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7338" y="7469459"/>
            <a:ext cx="905686" cy="235092"/>
            <a:chOff x="1076358" y="7126303"/>
            <a:chExt cx="905686" cy="2350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53685">
              <a:off x="1076358" y="712630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119F164-284F-4696-868B-5A1D821170C9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19" name="Cylinder 118">
              <a:extLst>
                <a:ext uri="{FF2B5EF4-FFF2-40B4-BE49-F238E27FC236}">
                  <a16:creationId xmlns:a16="http://schemas.microsoft.com/office/drawing/2014/main" id="{0A24C16A-2DC5-4712-99F8-B45E4779AA85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Cylinder 154">
              <a:extLst>
                <a:ext uri="{FF2B5EF4-FFF2-40B4-BE49-F238E27FC236}">
                  <a16:creationId xmlns:a16="http://schemas.microsoft.com/office/drawing/2014/main" id="{433FF9D7-F636-4002-BC0E-1A88EDE8388D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Cylinder 72">
              <a:extLst>
                <a:ext uri="{FF2B5EF4-FFF2-40B4-BE49-F238E27FC236}">
                  <a16:creationId xmlns:a16="http://schemas.microsoft.com/office/drawing/2014/main" id="{D2A11717-E9E6-4085-9B2F-A7F05F933E3F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59">
              <a:extLst>
                <a:ext uri="{FF2B5EF4-FFF2-40B4-BE49-F238E27FC236}">
                  <a16:creationId xmlns:a16="http://schemas.microsoft.com/office/drawing/2014/main" id="{176E4503-0B45-47AD-82B6-16A29895D078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7AD609A-EE02-4C6F-AE8B-1E095210099C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rapezoid 74">
              <a:extLst>
                <a:ext uri="{FF2B5EF4-FFF2-40B4-BE49-F238E27FC236}">
                  <a16:creationId xmlns:a16="http://schemas.microsoft.com/office/drawing/2014/main" id="{EDB135FE-8A40-4405-8D2A-D8CAB42C4E5A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1E4F84E6-C10D-4FE8-A781-B8AEBAFD1236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: Rounded Corners 75">
              <a:extLst>
                <a:ext uri="{FF2B5EF4-FFF2-40B4-BE49-F238E27FC236}">
                  <a16:creationId xmlns:a16="http://schemas.microsoft.com/office/drawing/2014/main" id="{81397B8C-78B3-45CB-9836-FC44D2B3D70E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: Rounded Corners 75">
              <a:extLst>
                <a:ext uri="{FF2B5EF4-FFF2-40B4-BE49-F238E27FC236}">
                  <a16:creationId xmlns:a16="http://schemas.microsoft.com/office/drawing/2014/main" id="{EFEC0451-CC86-4F46-8ECA-F914362F69BE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A2A6603B-1C99-46B3-B564-2A5B6766436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0D83D59-827C-4BE2-B575-B352B1094F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10"/>
          <a:srcRect l="47529" t="18259" r="41262" b="68965"/>
          <a:stretch/>
        </p:blipFill>
        <p:spPr>
          <a:xfrm flipH="1">
            <a:off x="4927693" y="7987436"/>
            <a:ext cx="314100" cy="201383"/>
          </a:xfrm>
          <a:prstGeom prst="rect">
            <a:avLst/>
          </a:prstGeom>
        </p:spPr>
      </p:pic>
      <p:pic>
        <p:nvPicPr>
          <p:cNvPr id="179" name="AIVoiceGenerator_com_1-01-2025T22_14_57_ Ashley">
            <a:hlinkClick r:id="" action="ppaction://media"/>
            <a:extLst>
              <a:ext uri="{FF2B5EF4-FFF2-40B4-BE49-F238E27FC236}">
                <a16:creationId xmlns:a16="http://schemas.microsoft.com/office/drawing/2014/main" id="{C2283878-19DA-4E96-9212-B5E99658263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35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704" fill="hold"/>
                                        <p:tgtEl>
                                          <p:spTgt spid="1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31412" y="6469232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29836" y="7469459"/>
            <a:ext cx="913188" cy="215042"/>
            <a:chOff x="1068856" y="7146353"/>
            <a:chExt cx="913188" cy="21504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36861">
              <a:off x="1068856" y="714635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2" name="AIVoiceGenerator_com_1-01-2025T22_17_1_ Cora">
            <a:hlinkClick r:id="" action="ppaction://media"/>
            <a:extLst>
              <a:ext uri="{FF2B5EF4-FFF2-40B4-BE49-F238E27FC236}">
                <a16:creationId xmlns:a16="http://schemas.microsoft.com/office/drawing/2014/main" id="{7B130FC0-558E-4DBD-94E8-E3B3976132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77636A4-C367-4AC0-ADCA-EFD6B7700913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4D835442-56C1-4C2B-BD75-3E9886285D36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DAAC5938-2CCB-4068-A3D6-D4716FB2D62A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5422D943-3647-490C-8E7D-57C527D41DD0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B6D61667-AEA8-43F4-A556-1089A5353BDE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E62FE45B-200B-4F3D-BB5D-53EDDED65E64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rapezoid 74">
              <a:extLst>
                <a:ext uri="{FF2B5EF4-FFF2-40B4-BE49-F238E27FC236}">
                  <a16:creationId xmlns:a16="http://schemas.microsoft.com/office/drawing/2014/main" id="{02D27D48-FF45-4615-8C49-30F38E3A7A2E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831727EE-88B9-42E7-A9CC-21C6D221811B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70FCAF52-4F13-4411-8B56-47302F85ECD9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0F4F9684-02E4-4E1C-80A2-B5ACC7D43392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C2521781-18DE-42DE-9F2B-259550B8571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C367F985-60EA-4876-9A8C-A41FE942260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5542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2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65929" y="6488953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7338" y="7469459"/>
            <a:ext cx="905686" cy="235092"/>
            <a:chOff x="1076358" y="7126303"/>
            <a:chExt cx="905686" cy="2350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53685">
              <a:off x="1076358" y="712630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 flipH="1">
            <a:off x="4927693" y="7987436"/>
            <a:ext cx="314100" cy="201383"/>
          </a:xfrm>
          <a:prstGeom prst="rect">
            <a:avLst/>
          </a:prstGeom>
        </p:spPr>
      </p:pic>
      <p:pic>
        <p:nvPicPr>
          <p:cNvPr id="2" name="AIVoiceGenerator_com_1-01-2025T22_20_34_ Ashley">
            <a:hlinkClick r:id="" action="ppaction://media"/>
            <a:extLst>
              <a:ext uri="{FF2B5EF4-FFF2-40B4-BE49-F238E27FC236}">
                <a16:creationId xmlns:a16="http://schemas.microsoft.com/office/drawing/2014/main" id="{E54EA6A1-3CE1-439A-96FA-C646F29077A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556A2D8-5D6B-4766-9993-896F19D97C61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E5784B46-6D2C-4A0A-BB05-852ADCC9471B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59AF08D5-0068-4428-B5C3-A7BD7B7922F6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2699D253-F436-4F93-A6C0-295733FFBEC6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7B2A872B-7984-4D01-ABF9-185E4EB09041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42C7E01C-9ABD-4276-B1C2-74FDE53B2A49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rapezoid 74">
              <a:extLst>
                <a:ext uri="{FF2B5EF4-FFF2-40B4-BE49-F238E27FC236}">
                  <a16:creationId xmlns:a16="http://schemas.microsoft.com/office/drawing/2014/main" id="{C1E00D2D-2C79-4878-A24B-EBFE34627816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8556D703-909F-4C02-B8FA-496D0DAE1DA7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A1C342B7-C48D-4DE6-8039-80CCC2F94D20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77EEB730-AAB6-4216-9565-CDAC776A3F77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6BE574D7-767F-4FF2-B23E-88B683CAEE9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BCB08FF5-89FC-4F8B-AAEF-28BEEB4FE7C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138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38525" y="646933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29836" y="7469459"/>
            <a:ext cx="913188" cy="215042"/>
            <a:chOff x="1068856" y="7146353"/>
            <a:chExt cx="913188" cy="21504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36861">
              <a:off x="1068856" y="714635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hmms-83003">
            <a:hlinkClick r:id="" action="ppaction://media"/>
            <a:extLst>
              <a:ext uri="{FF2B5EF4-FFF2-40B4-BE49-F238E27FC236}">
                <a16:creationId xmlns:a16="http://schemas.microsoft.com/office/drawing/2014/main" id="{0A4182A5-0699-4AD6-A416-AA11B21A71B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1109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pic>
        <p:nvPicPr>
          <p:cNvPr id="121" name="emojimouth">
            <a:hlinkClick r:id="" action="ppaction://media"/>
            <a:extLst>
              <a:ext uri="{FF2B5EF4-FFF2-40B4-BE49-F238E27FC236}">
                <a16:creationId xmlns:a16="http://schemas.microsoft.com/office/drawing/2014/main" id="{D90FDD59-8C62-41F3-B9CD-F5DA14B169D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00" end="2376.3"/>
                </p14:media>
              </p:ext>
            </p:extLst>
          </p:nvPr>
        </p:nvPicPr>
        <p:blipFill rotWithShape="1">
          <a:blip r:embed="rId11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4" name="AIVoiceGenerator_com_1-01-2025T22_23_28_ Cora">
            <a:hlinkClick r:id="" action="ppaction://media"/>
            <a:extLst>
              <a:ext uri="{FF2B5EF4-FFF2-40B4-BE49-F238E27FC236}">
                <a16:creationId xmlns:a16="http://schemas.microsoft.com/office/drawing/2014/main" id="{63FF3453-7BAF-4A2E-AAC9-7D4A5E40E15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EC94EB-FACB-4B4C-9CB5-C4E7DDA04C34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821759BB-787F-447B-8DBC-CECE89179161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3AD3232E-6E81-42AF-8381-785041A77983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Cylinder 160">
              <a:extLst>
                <a:ext uri="{FF2B5EF4-FFF2-40B4-BE49-F238E27FC236}">
                  <a16:creationId xmlns:a16="http://schemas.microsoft.com/office/drawing/2014/main" id="{3F644BEE-11E0-4655-B12A-1ECF2DCBC1B5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D3907378-0476-49AA-8F86-BF5860EC4728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59">
              <a:extLst>
                <a:ext uri="{FF2B5EF4-FFF2-40B4-BE49-F238E27FC236}">
                  <a16:creationId xmlns:a16="http://schemas.microsoft.com/office/drawing/2014/main" id="{54ECD4AA-4D8F-408F-8FE2-CD1A6B70D595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rapezoid 74">
              <a:extLst>
                <a:ext uri="{FF2B5EF4-FFF2-40B4-BE49-F238E27FC236}">
                  <a16:creationId xmlns:a16="http://schemas.microsoft.com/office/drawing/2014/main" id="{6CDAD6CC-B054-4068-890D-3CB0DE18F6C3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B4DAC4A8-DEBA-4CAE-82FE-56BFF7D72D8F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5B997B19-EA77-4461-BF2B-150FAC4F87F5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: Rounded Corners 75">
              <a:extLst>
                <a:ext uri="{FF2B5EF4-FFF2-40B4-BE49-F238E27FC236}">
                  <a16:creationId xmlns:a16="http://schemas.microsoft.com/office/drawing/2014/main" id="{A4404289-C08A-434A-BFBF-01E4EF5D20A3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8" name="Picture 177">
            <a:extLst>
              <a:ext uri="{FF2B5EF4-FFF2-40B4-BE49-F238E27FC236}">
                <a16:creationId xmlns:a16="http://schemas.microsoft.com/office/drawing/2014/main" id="{1B734F70-113A-4A6E-9881-0AA3F319403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909EEFB9-564C-405F-8AAF-CFEC3E30D30E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6351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7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340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6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video>
              <p:cMediaNode vol="80000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121"/>
                </p:tgtEl>
              </p:cMediaNode>
            </p:video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 rot="21262678">
            <a:off x="4359914" y="6692475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09367" y="6447527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7338" y="7469459"/>
            <a:ext cx="905686" cy="235092"/>
            <a:chOff x="1076358" y="7126303"/>
            <a:chExt cx="905686" cy="2350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53685">
              <a:off x="1076358" y="712630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 flipH="1">
            <a:off x="5003629" y="8067285"/>
            <a:ext cx="314100" cy="201383"/>
          </a:xfrm>
          <a:prstGeom prst="rect">
            <a:avLst/>
          </a:prstGeom>
        </p:spPr>
      </p:pic>
      <p:pic>
        <p:nvPicPr>
          <p:cNvPr id="3" name="AIVoiceGenerator_com_1-01-2025T22_30_11_ Ashley">
            <a:hlinkClick r:id="" action="ppaction://media"/>
            <a:extLst>
              <a:ext uri="{FF2B5EF4-FFF2-40B4-BE49-F238E27FC236}">
                <a16:creationId xmlns:a16="http://schemas.microsoft.com/office/drawing/2014/main" id="{C1E3AB79-DF6B-44B5-99FB-444CD0D7271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ED9415B-E619-4DD3-80EE-7CB0269636A9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B757C227-DEEB-4118-825B-7FB0862F79C1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75D3E3C2-93D0-4A93-830A-8F18F32DC2E9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2246ECC3-EA51-443A-A3E0-D294328ECF57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F152BB33-7A1D-4272-B40F-ED2CD64C9F6E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91EA4F52-6B48-4183-A7F0-24B2D7740FFE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rapezoid 74">
              <a:extLst>
                <a:ext uri="{FF2B5EF4-FFF2-40B4-BE49-F238E27FC236}">
                  <a16:creationId xmlns:a16="http://schemas.microsoft.com/office/drawing/2014/main" id="{3EF5690E-29AD-4E11-9FA0-F3BA3C0C6213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1C6F1699-BDD7-4E34-B0FF-6BF18E520448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9CE8E209-800C-45D8-97E3-AF8A01DC2719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12D29F44-B39D-4E4C-A509-81BA3817B45C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4D81B94B-6876-4A44-9670-4B81C583D9D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E0ADB028-DB36-44A1-93DD-AD00AE83E96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3946611" y="8345127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72942272-3D6D-4A7A-8250-8C30C36F1C44}"/>
              </a:ext>
            </a:extLst>
          </p:cNvPr>
          <p:cNvSpPr/>
          <p:nvPr/>
        </p:nvSpPr>
        <p:spPr>
          <a:xfrm rot="3361422" flipH="1">
            <a:off x="4745423" y="8202736"/>
            <a:ext cx="453633" cy="644931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046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3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23564" y="646194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306169" y="7459839"/>
            <a:ext cx="797404" cy="263648"/>
            <a:chOff x="1145189" y="7107367"/>
            <a:chExt cx="797404" cy="263648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885410">
              <a:off x="1145189" y="7107367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10584649">
              <a:off x="1583574" y="715817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1" name="emojimouth">
            <a:hlinkClick r:id="" action="ppaction://media"/>
            <a:extLst>
              <a:ext uri="{FF2B5EF4-FFF2-40B4-BE49-F238E27FC236}">
                <a16:creationId xmlns:a16="http://schemas.microsoft.com/office/drawing/2014/main" id="{D90FDD59-8C62-41F3-B9CD-F5DA14B169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2" name="AIVoiceGenerator_com_1-01-2025T22_32_51_ Cora">
            <a:hlinkClick r:id="" action="ppaction://media"/>
            <a:extLst>
              <a:ext uri="{FF2B5EF4-FFF2-40B4-BE49-F238E27FC236}">
                <a16:creationId xmlns:a16="http://schemas.microsoft.com/office/drawing/2014/main" id="{881C854D-17A6-40CC-B79E-F56405435EA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DECAA4C-6F27-44BE-A124-FA2BFCCDC0E0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03B6F6AD-8186-409A-A9A1-C730117C8FE0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971D3AD6-E5A7-4D54-8618-40FDAD66C1AC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ylinder 135">
              <a:extLst>
                <a:ext uri="{FF2B5EF4-FFF2-40B4-BE49-F238E27FC236}">
                  <a16:creationId xmlns:a16="http://schemas.microsoft.com/office/drawing/2014/main" id="{97F0CC34-B22A-47BC-BB88-7F88163BC29E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A0D4F2BB-B816-402C-AF82-28AFB08D0EEB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1142DD53-7469-4E0E-AC6D-C6BB6CDE5504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rapezoid 74">
              <a:extLst>
                <a:ext uri="{FF2B5EF4-FFF2-40B4-BE49-F238E27FC236}">
                  <a16:creationId xmlns:a16="http://schemas.microsoft.com/office/drawing/2014/main" id="{00A55DB2-624D-41C0-B2D4-F07A7B6E8373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9647650E-0929-4AE1-AF16-697BEBA2801E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8CCC92AF-7216-46D8-9FC9-7D47899997CC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BFEF2FFC-1C19-42EE-AA30-AA81CB941484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439946F3-69CF-4A83-81AB-207D0997AEF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FBB27C3B-A48E-4E97-BFBB-A6045B43011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571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1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2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7950997">
                  <a:off x="1013947" y="986300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2077120" flipH="1">
                  <a:off x="1610963" y="9701123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09368" y="644028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7338" y="7469459"/>
            <a:ext cx="905686" cy="235092"/>
            <a:chOff x="1076358" y="7126303"/>
            <a:chExt cx="905686" cy="2350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8753685">
              <a:off x="1076358" y="712630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 flipH="1">
            <a:off x="4927693" y="7987436"/>
            <a:ext cx="314100" cy="201383"/>
          </a:xfrm>
          <a:prstGeom prst="rect">
            <a:avLst/>
          </a:prstGeom>
        </p:spPr>
      </p:pic>
      <p:pic>
        <p:nvPicPr>
          <p:cNvPr id="3" name="AIVoiceGenerator_com_1-01-2025T22_34_39_ Ashley">
            <a:hlinkClick r:id="" action="ppaction://media"/>
            <a:extLst>
              <a:ext uri="{FF2B5EF4-FFF2-40B4-BE49-F238E27FC236}">
                <a16:creationId xmlns:a16="http://schemas.microsoft.com/office/drawing/2014/main" id="{84624D3D-C744-45A9-B646-EE36F224B7A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0B73C00-4172-4D00-8E6F-411C85E2D7E3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1" name="Cylinder 120">
              <a:extLst>
                <a:ext uri="{FF2B5EF4-FFF2-40B4-BE49-F238E27FC236}">
                  <a16:creationId xmlns:a16="http://schemas.microsoft.com/office/drawing/2014/main" id="{7F07E79E-1261-4743-86C7-2371E01D1A9B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354ECB3E-14CB-44DC-832B-B0DBF4639E98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74515CC8-2829-4422-A5EA-D80D19900D02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59">
              <a:extLst>
                <a:ext uri="{FF2B5EF4-FFF2-40B4-BE49-F238E27FC236}">
                  <a16:creationId xmlns:a16="http://schemas.microsoft.com/office/drawing/2014/main" id="{28510097-4F25-4649-8134-7669F6F62BE7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73B8516A-ADC1-4B07-9313-9A73637EF9C5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rapezoid 74">
              <a:extLst>
                <a:ext uri="{FF2B5EF4-FFF2-40B4-BE49-F238E27FC236}">
                  <a16:creationId xmlns:a16="http://schemas.microsoft.com/office/drawing/2014/main" id="{8FFD6EED-CF85-4C61-B13A-90BB7755E7B4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: Rounded Corners 75">
              <a:extLst>
                <a:ext uri="{FF2B5EF4-FFF2-40B4-BE49-F238E27FC236}">
                  <a16:creationId xmlns:a16="http://schemas.microsoft.com/office/drawing/2014/main" id="{D6315F9A-21AD-4749-8FE4-058E36940D68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10E93601-EE29-429D-B417-DDD9EA1EC084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DA111730-1F44-48EE-9F44-51AE52E28ADA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662F07E2-8877-4E3D-A9B1-138851F59A5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F1DC9EC0-CF8F-45C0-B11D-D4C6801292F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1441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3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14133251" flipH="1">
                  <a:off x="1732459" y="9618356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8704483">
                  <a:off x="688871" y="9851109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132628" y="642575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8643" y="7459839"/>
            <a:ext cx="864930" cy="272992"/>
            <a:chOff x="1077663" y="7098023"/>
            <a:chExt cx="864930" cy="2729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10800000">
              <a:off x="1077663" y="709802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161354">
              <a:off x="1583574" y="715817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deep-sigh-and-exhale-102832">
            <a:hlinkClick r:id="" action="ppaction://media"/>
            <a:extLst>
              <a:ext uri="{FF2B5EF4-FFF2-40B4-BE49-F238E27FC236}">
                <a16:creationId xmlns:a16="http://schemas.microsoft.com/office/drawing/2014/main" id="{ED672E8F-DF07-48F6-A65A-14F9464ABBE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0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pic>
        <p:nvPicPr>
          <p:cNvPr id="119" name="emojimouth">
            <a:hlinkClick r:id="" action="ppaction://media"/>
            <a:extLst>
              <a:ext uri="{FF2B5EF4-FFF2-40B4-BE49-F238E27FC236}">
                <a16:creationId xmlns:a16="http://schemas.microsoft.com/office/drawing/2014/main" id="{56792AF8-CDCA-4E0F-A9C3-99D24C97061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00" end="2376.3"/>
                </p14:media>
              </p:ext>
            </p:extLst>
          </p:nvPr>
        </p:nvPicPr>
        <p:blipFill rotWithShape="1">
          <a:blip r:embed="rId11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4" name="AIVoiceGenerator_com_1-01-2025T22_36_36_ Cora">
            <a:hlinkClick r:id="" action="ppaction://media"/>
            <a:extLst>
              <a:ext uri="{FF2B5EF4-FFF2-40B4-BE49-F238E27FC236}">
                <a16:creationId xmlns:a16="http://schemas.microsoft.com/office/drawing/2014/main" id="{6334B6AC-DFE3-4840-B615-754A6A0B2AC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22D209A-3694-474B-87E1-CC7739908E85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7809309B-21E4-40B2-9597-887E2A83B5FC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E2666EE8-BD26-4738-95AA-96BA8641EECB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ylinder 135">
              <a:extLst>
                <a:ext uri="{FF2B5EF4-FFF2-40B4-BE49-F238E27FC236}">
                  <a16:creationId xmlns:a16="http://schemas.microsoft.com/office/drawing/2014/main" id="{C3A2AF78-4CBF-4B44-B362-88C596595403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1EE4680E-AEF6-43EF-A38D-BC40BD1C5BBB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59">
              <a:extLst>
                <a:ext uri="{FF2B5EF4-FFF2-40B4-BE49-F238E27FC236}">
                  <a16:creationId xmlns:a16="http://schemas.microsoft.com/office/drawing/2014/main" id="{C30F0231-D1B5-4B0D-9328-408E88C77234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rapezoid 74">
              <a:extLst>
                <a:ext uri="{FF2B5EF4-FFF2-40B4-BE49-F238E27FC236}">
                  <a16:creationId xmlns:a16="http://schemas.microsoft.com/office/drawing/2014/main" id="{67F75CE3-278B-4089-9A1B-9F6109ABAA42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A5917511-3CB0-43C6-B1D6-60FA159C0997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B1E684BA-7D5B-4F13-BED0-9877A238BED0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75">
              <a:extLst>
                <a:ext uri="{FF2B5EF4-FFF2-40B4-BE49-F238E27FC236}">
                  <a16:creationId xmlns:a16="http://schemas.microsoft.com/office/drawing/2014/main" id="{DE5974A5-23DD-43DB-B9A8-7953280600CC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358E65F5-65CC-4A71-9248-201313CBF81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E33E6A61-FC1C-4AE1-A53B-71E577F66C47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610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8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34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2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video>
              <p:cMediaNode vol="80000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19964955" flipH="1">
                  <a:off x="1774735" y="9769982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9252576">
                  <a:off x="795500" y="9807042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09368" y="644028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1237338" y="7469459"/>
            <a:ext cx="905686" cy="235092"/>
            <a:chOff x="1076358" y="7126303"/>
            <a:chExt cx="905686" cy="235092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10350311">
              <a:off x="1076358" y="7126303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 rot="643865"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 flipH="1">
            <a:off x="4927693" y="7987436"/>
            <a:ext cx="314100" cy="201383"/>
          </a:xfrm>
          <a:prstGeom prst="rect">
            <a:avLst/>
          </a:prstGeom>
        </p:spPr>
      </p:pic>
      <p:pic>
        <p:nvPicPr>
          <p:cNvPr id="2" name="AIVoiceGenerator_com_1-01-2025T22_43_53_ Ashley">
            <a:hlinkClick r:id="" action="ppaction://media"/>
            <a:extLst>
              <a:ext uri="{FF2B5EF4-FFF2-40B4-BE49-F238E27FC236}">
                <a16:creationId xmlns:a16="http://schemas.microsoft.com/office/drawing/2014/main" id="{57C31389-5F01-4815-AFD1-37991C2341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E81BB2A-BEB6-454E-B3E0-CD6C8D6EDFAE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1" name="Cylinder 120">
              <a:extLst>
                <a:ext uri="{FF2B5EF4-FFF2-40B4-BE49-F238E27FC236}">
                  <a16:creationId xmlns:a16="http://schemas.microsoft.com/office/drawing/2014/main" id="{181F4AA2-3E6A-4AAE-AE1D-48636C05E8E8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E9BFE7D0-23AA-49FA-8C98-1DB51DC84440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29C0D090-E2BB-44B6-A52B-6F8B037861D1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59">
              <a:extLst>
                <a:ext uri="{FF2B5EF4-FFF2-40B4-BE49-F238E27FC236}">
                  <a16:creationId xmlns:a16="http://schemas.microsoft.com/office/drawing/2014/main" id="{DFE5C940-084C-4710-9CBF-4B5DBE72E833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152B8E73-C3C1-4755-9CBC-625901B423F3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rapezoid 74">
              <a:extLst>
                <a:ext uri="{FF2B5EF4-FFF2-40B4-BE49-F238E27FC236}">
                  <a16:creationId xmlns:a16="http://schemas.microsoft.com/office/drawing/2014/main" id="{839FE94F-7D48-4D33-AFE9-86143659CEE2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: Rounded Corners 75">
              <a:extLst>
                <a:ext uri="{FF2B5EF4-FFF2-40B4-BE49-F238E27FC236}">
                  <a16:creationId xmlns:a16="http://schemas.microsoft.com/office/drawing/2014/main" id="{1BCE0E57-83B8-4E37-AB01-16A88EA8F50C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74BAA6C1-0F64-4210-9BA8-B41AE2DB72C1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35348B08-726D-4D72-9E79-B64DB765958C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04EF851A-EE5B-4721-90D2-198E500D041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49973FF3-B927-4EAD-BCFE-4816CE13D32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800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8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 rot="19955658">
                  <a:off x="1008627" y="9969219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14133251" flipH="1">
                  <a:off x="1732459" y="9618356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8704483">
                  <a:off x="688871" y="9851109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132628" y="642575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9" name="emojimouth">
            <a:hlinkClick r:id="" action="ppaction://media"/>
            <a:extLst>
              <a:ext uri="{FF2B5EF4-FFF2-40B4-BE49-F238E27FC236}">
                <a16:creationId xmlns:a16="http://schemas.microsoft.com/office/drawing/2014/main" id="{56792AF8-CDCA-4E0F-A9C3-99D24C970613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>
            <a:off x="1443210" y="8026030"/>
            <a:ext cx="314100" cy="201383"/>
          </a:xfrm>
          <a:prstGeom prst="rect">
            <a:avLst/>
          </a:prstGeom>
        </p:spPr>
      </p:pic>
      <p:pic>
        <p:nvPicPr>
          <p:cNvPr id="2" name="AIVoiceGenerator_com_1-01-2025T22_46_11_ Cora">
            <a:hlinkClick r:id="" action="ppaction://media"/>
            <a:extLst>
              <a:ext uri="{FF2B5EF4-FFF2-40B4-BE49-F238E27FC236}">
                <a16:creationId xmlns:a16="http://schemas.microsoft.com/office/drawing/2014/main" id="{142515BD-9A7F-493F-92CE-0D31853F5E7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7E39F8D-B6EE-4824-B6C5-9D170E03597F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6FCC33F8-2F92-4AAF-9CCB-614EB97FDE35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ylinder 124">
              <a:extLst>
                <a:ext uri="{FF2B5EF4-FFF2-40B4-BE49-F238E27FC236}">
                  <a16:creationId xmlns:a16="http://schemas.microsoft.com/office/drawing/2014/main" id="{D330BA6B-FCFE-4FAF-971D-1FC5B9290D3E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ylinder 125">
              <a:extLst>
                <a:ext uri="{FF2B5EF4-FFF2-40B4-BE49-F238E27FC236}">
                  <a16:creationId xmlns:a16="http://schemas.microsoft.com/office/drawing/2014/main" id="{77C251B3-3CC0-480E-BCF4-34E41DC02CA9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59">
              <a:extLst>
                <a:ext uri="{FF2B5EF4-FFF2-40B4-BE49-F238E27FC236}">
                  <a16:creationId xmlns:a16="http://schemas.microsoft.com/office/drawing/2014/main" id="{9BEA33AB-6E39-490F-B733-98E21EB25C71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59">
              <a:extLst>
                <a:ext uri="{FF2B5EF4-FFF2-40B4-BE49-F238E27FC236}">
                  <a16:creationId xmlns:a16="http://schemas.microsoft.com/office/drawing/2014/main" id="{1F931940-1FB8-420C-BA10-F0004E7E8AAA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rapezoid 74">
              <a:extLst>
                <a:ext uri="{FF2B5EF4-FFF2-40B4-BE49-F238E27FC236}">
                  <a16:creationId xmlns:a16="http://schemas.microsoft.com/office/drawing/2014/main" id="{3BA08921-B4D8-4434-BE74-9B33437DA217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: Rounded Corners 75">
              <a:extLst>
                <a:ext uri="{FF2B5EF4-FFF2-40B4-BE49-F238E27FC236}">
                  <a16:creationId xmlns:a16="http://schemas.microsoft.com/office/drawing/2014/main" id="{62ACED63-5FF9-421C-9CE5-E41D67EF411D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75">
              <a:extLst>
                <a:ext uri="{FF2B5EF4-FFF2-40B4-BE49-F238E27FC236}">
                  <a16:creationId xmlns:a16="http://schemas.microsoft.com/office/drawing/2014/main" id="{9431B9FD-6676-401F-9491-795B4F64192A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75">
              <a:extLst>
                <a:ext uri="{FF2B5EF4-FFF2-40B4-BE49-F238E27FC236}">
                  <a16:creationId xmlns:a16="http://schemas.microsoft.com/office/drawing/2014/main" id="{C1879106-FEDF-4388-9433-B7A150A1EEF1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AEBD9077-A33F-47C8-B793-3BB11403BB7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4BBD3433-FE24-486A-858E-9D6B64658B2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094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8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>
            <a:extLst>
              <a:ext uri="{FF2B5EF4-FFF2-40B4-BE49-F238E27FC236}">
                <a16:creationId xmlns:a16="http://schemas.microsoft.com/office/drawing/2014/main" id="{EBEEAA52-61D8-4BAE-86A0-8CB43A9057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50" y="867329"/>
            <a:ext cx="6421461" cy="642146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CAFE6-812A-4AEA-A1C6-4931CBC59738}"/>
              </a:ext>
            </a:extLst>
          </p:cNvPr>
          <p:cNvGrpSpPr/>
          <p:nvPr/>
        </p:nvGrpSpPr>
        <p:grpSpPr>
          <a:xfrm>
            <a:off x="-1307954" y="-114743"/>
            <a:ext cx="9577144" cy="12306743"/>
            <a:chOff x="-8819207" y="-92385"/>
            <a:chExt cx="9577144" cy="1230674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1CB0757-4DE1-489E-A424-060C49A09B7C}"/>
                </a:ext>
              </a:extLst>
            </p:cNvPr>
            <p:cNvSpPr/>
            <p:nvPr/>
          </p:nvSpPr>
          <p:spPr>
            <a:xfrm>
              <a:off x="-7142574" y="709304"/>
              <a:ext cx="6151012" cy="273297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07835BC-C914-4389-A3B5-CE6ED65D9736}"/>
                </a:ext>
              </a:extLst>
            </p:cNvPr>
            <p:cNvSpPr/>
            <p:nvPr/>
          </p:nvSpPr>
          <p:spPr>
            <a:xfrm>
              <a:off x="-8819207" y="-92385"/>
              <a:ext cx="9577144" cy="799696"/>
            </a:xfrm>
            <a:custGeom>
              <a:avLst/>
              <a:gdLst>
                <a:gd name="connsiteX0" fmla="*/ 0 w 5760741"/>
                <a:gd name="connsiteY0" fmla="*/ 0 h 255957"/>
                <a:gd name="connsiteX1" fmla="*/ 5760741 w 5760741"/>
                <a:gd name="connsiteY1" fmla="*/ 0 h 255957"/>
                <a:gd name="connsiteX2" fmla="*/ 5760741 w 5760741"/>
                <a:gd name="connsiteY2" fmla="*/ 255957 h 255957"/>
                <a:gd name="connsiteX3" fmla="*/ 0 w 5760741"/>
                <a:gd name="connsiteY3" fmla="*/ 255957 h 255957"/>
                <a:gd name="connsiteX4" fmla="*/ 0 w 5760741"/>
                <a:gd name="connsiteY4" fmla="*/ 0 h 255957"/>
                <a:gd name="connsiteX0" fmla="*/ 0 w 6393788"/>
                <a:gd name="connsiteY0" fmla="*/ 0 h 396634"/>
                <a:gd name="connsiteX1" fmla="*/ 6393788 w 6393788"/>
                <a:gd name="connsiteY1" fmla="*/ 140677 h 396634"/>
                <a:gd name="connsiteX2" fmla="*/ 6393788 w 6393788"/>
                <a:gd name="connsiteY2" fmla="*/ 396634 h 396634"/>
                <a:gd name="connsiteX3" fmla="*/ 633047 w 6393788"/>
                <a:gd name="connsiteY3" fmla="*/ 396634 h 396634"/>
                <a:gd name="connsiteX4" fmla="*/ 0 w 6393788"/>
                <a:gd name="connsiteY4" fmla="*/ 0 h 396634"/>
                <a:gd name="connsiteX0" fmla="*/ 0 w 7167511"/>
                <a:gd name="connsiteY0" fmla="*/ 23446 h 420080"/>
                <a:gd name="connsiteX1" fmla="*/ 7167511 w 7167511"/>
                <a:gd name="connsiteY1" fmla="*/ 0 h 420080"/>
                <a:gd name="connsiteX2" fmla="*/ 6393788 w 7167511"/>
                <a:gd name="connsiteY2" fmla="*/ 420080 h 420080"/>
                <a:gd name="connsiteX3" fmla="*/ 633047 w 7167511"/>
                <a:gd name="connsiteY3" fmla="*/ 420080 h 420080"/>
                <a:gd name="connsiteX4" fmla="*/ 0 w 7167511"/>
                <a:gd name="connsiteY4" fmla="*/ 23446 h 4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7511" h="420080">
                  <a:moveTo>
                    <a:pt x="0" y="23446"/>
                  </a:moveTo>
                  <a:lnTo>
                    <a:pt x="7167511" y="0"/>
                  </a:lnTo>
                  <a:lnTo>
                    <a:pt x="6393788" y="420080"/>
                  </a:lnTo>
                  <a:lnTo>
                    <a:pt x="633047" y="420080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rgbClr val="280605"/>
            </a:solidFill>
            <a:ln>
              <a:solidFill>
                <a:srgbClr val="2806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765287-D1BD-4496-BF05-D43F0A38A1BF}"/>
                </a:ext>
              </a:extLst>
            </p:cNvPr>
            <p:cNvSpPr/>
            <p:nvPr/>
          </p:nvSpPr>
          <p:spPr>
            <a:xfrm>
              <a:off x="-1242927" y="159078"/>
              <a:ext cx="985437" cy="11618290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7"/>
                <a:gd name="connsiteY0" fmla="*/ 492369 h 11618290"/>
                <a:gd name="connsiteX1" fmla="*/ 985437 w 985437"/>
                <a:gd name="connsiteY1" fmla="*/ 0 h 11618290"/>
                <a:gd name="connsiteX2" fmla="*/ 868208 w 985437"/>
                <a:gd name="connsiteY2" fmla="*/ 11618290 h 11618290"/>
                <a:gd name="connsiteX3" fmla="*/ 0 w 985437"/>
                <a:gd name="connsiteY3" fmla="*/ 10258413 h 11618290"/>
                <a:gd name="connsiteX4" fmla="*/ 0 w 985437"/>
                <a:gd name="connsiteY4" fmla="*/ 492369 h 116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7" h="11618290">
                  <a:moveTo>
                    <a:pt x="0" y="492369"/>
                  </a:moveTo>
                  <a:lnTo>
                    <a:pt x="985437" y="0"/>
                  </a:lnTo>
                  <a:lnTo>
                    <a:pt x="868208" y="11618290"/>
                  </a:lnTo>
                  <a:lnTo>
                    <a:pt x="0" y="10258413"/>
                  </a:lnTo>
                  <a:lnTo>
                    <a:pt x="0" y="492369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DBBD417A-FCF0-4455-AFA2-C7FFBD589211}"/>
                </a:ext>
              </a:extLst>
            </p:cNvPr>
            <p:cNvSpPr/>
            <p:nvPr/>
          </p:nvSpPr>
          <p:spPr>
            <a:xfrm flipH="1">
              <a:off x="-8015547" y="168049"/>
              <a:ext cx="985438" cy="12046309"/>
            </a:xfrm>
            <a:custGeom>
              <a:avLst/>
              <a:gdLst>
                <a:gd name="connsiteX0" fmla="*/ 0 w 305499"/>
                <a:gd name="connsiteY0" fmla="*/ 0 h 9766044"/>
                <a:gd name="connsiteX1" fmla="*/ 305499 w 305499"/>
                <a:gd name="connsiteY1" fmla="*/ 0 h 9766044"/>
                <a:gd name="connsiteX2" fmla="*/ 305499 w 305499"/>
                <a:gd name="connsiteY2" fmla="*/ 9766044 h 9766044"/>
                <a:gd name="connsiteX3" fmla="*/ 0 w 305499"/>
                <a:gd name="connsiteY3" fmla="*/ 9766044 h 9766044"/>
                <a:gd name="connsiteX4" fmla="*/ 0 w 305499"/>
                <a:gd name="connsiteY4" fmla="*/ 0 h 9766044"/>
                <a:gd name="connsiteX0" fmla="*/ 0 w 915099"/>
                <a:gd name="connsiteY0" fmla="*/ 304800 h 10070844"/>
                <a:gd name="connsiteX1" fmla="*/ 915099 w 915099"/>
                <a:gd name="connsiteY1" fmla="*/ 0 h 10070844"/>
                <a:gd name="connsiteX2" fmla="*/ 305499 w 915099"/>
                <a:gd name="connsiteY2" fmla="*/ 10070844 h 10070844"/>
                <a:gd name="connsiteX3" fmla="*/ 0 w 915099"/>
                <a:gd name="connsiteY3" fmla="*/ 10070844 h 10070844"/>
                <a:gd name="connsiteX4" fmla="*/ 0 w 915099"/>
                <a:gd name="connsiteY4" fmla="*/ 304800 h 10070844"/>
                <a:gd name="connsiteX0" fmla="*/ 0 w 1102669"/>
                <a:gd name="connsiteY0" fmla="*/ 304800 h 11852751"/>
                <a:gd name="connsiteX1" fmla="*/ 915099 w 1102669"/>
                <a:gd name="connsiteY1" fmla="*/ 0 h 11852751"/>
                <a:gd name="connsiteX2" fmla="*/ 1102669 w 1102669"/>
                <a:gd name="connsiteY2" fmla="*/ 11852751 h 11852751"/>
                <a:gd name="connsiteX3" fmla="*/ 0 w 1102669"/>
                <a:gd name="connsiteY3" fmla="*/ 10070844 h 11852751"/>
                <a:gd name="connsiteX4" fmla="*/ 0 w 1102669"/>
                <a:gd name="connsiteY4" fmla="*/ 304800 h 11852751"/>
                <a:gd name="connsiteX0" fmla="*/ 0 w 915099"/>
                <a:gd name="connsiteY0" fmla="*/ 304800 h 11430721"/>
                <a:gd name="connsiteX1" fmla="*/ 915099 w 915099"/>
                <a:gd name="connsiteY1" fmla="*/ 0 h 11430721"/>
                <a:gd name="connsiteX2" fmla="*/ 868208 w 915099"/>
                <a:gd name="connsiteY2" fmla="*/ 11430721 h 11430721"/>
                <a:gd name="connsiteX3" fmla="*/ 0 w 915099"/>
                <a:gd name="connsiteY3" fmla="*/ 10070844 h 11430721"/>
                <a:gd name="connsiteX4" fmla="*/ 0 w 915099"/>
                <a:gd name="connsiteY4" fmla="*/ 304800 h 11430721"/>
                <a:gd name="connsiteX0" fmla="*/ 0 w 985438"/>
                <a:gd name="connsiteY0" fmla="*/ 539262 h 11665183"/>
                <a:gd name="connsiteX1" fmla="*/ 985438 w 985438"/>
                <a:gd name="connsiteY1" fmla="*/ 0 h 11665183"/>
                <a:gd name="connsiteX2" fmla="*/ 868208 w 985438"/>
                <a:gd name="connsiteY2" fmla="*/ 11665183 h 11665183"/>
                <a:gd name="connsiteX3" fmla="*/ 0 w 985438"/>
                <a:gd name="connsiteY3" fmla="*/ 10305306 h 11665183"/>
                <a:gd name="connsiteX4" fmla="*/ 0 w 985438"/>
                <a:gd name="connsiteY4" fmla="*/ 539262 h 1166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38" h="11665183">
                  <a:moveTo>
                    <a:pt x="0" y="539262"/>
                  </a:moveTo>
                  <a:lnTo>
                    <a:pt x="985438" y="0"/>
                  </a:lnTo>
                  <a:lnTo>
                    <a:pt x="868208" y="11665183"/>
                  </a:lnTo>
                  <a:lnTo>
                    <a:pt x="0" y="10305306"/>
                  </a:lnTo>
                  <a:lnTo>
                    <a:pt x="0" y="539262"/>
                  </a:lnTo>
                  <a:close/>
                </a:path>
              </a:pathLst>
            </a:custGeom>
            <a:solidFill>
              <a:srgbClr val="6C4438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46783-8753-4136-8B25-BDC33DA7988F}"/>
                </a:ext>
              </a:extLst>
            </p:cNvPr>
            <p:cNvSpPr/>
            <p:nvPr/>
          </p:nvSpPr>
          <p:spPr>
            <a:xfrm>
              <a:off x="-7052775" y="7414459"/>
              <a:ext cx="5897380" cy="2868888"/>
            </a:xfrm>
            <a:prstGeom prst="rect">
              <a:avLst/>
            </a:prstGeom>
            <a:solidFill>
              <a:srgbClr val="6C4438"/>
            </a:solidFill>
            <a:ln>
              <a:solidFill>
                <a:srgbClr val="6C44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A7489B-6B09-429D-B97D-C75277DB0269}"/>
                </a:ext>
              </a:extLst>
            </p:cNvPr>
            <p:cNvSpPr/>
            <p:nvPr/>
          </p:nvSpPr>
          <p:spPr>
            <a:xfrm>
              <a:off x="-6919708" y="7184451"/>
              <a:ext cx="5455389" cy="268030"/>
            </a:xfrm>
            <a:custGeom>
              <a:avLst/>
              <a:gdLst>
                <a:gd name="connsiteX0" fmla="*/ 0 w 4236189"/>
                <a:gd name="connsiteY0" fmla="*/ 0 h 81396"/>
                <a:gd name="connsiteX1" fmla="*/ 4236189 w 4236189"/>
                <a:gd name="connsiteY1" fmla="*/ 0 h 81396"/>
                <a:gd name="connsiteX2" fmla="*/ 4236189 w 4236189"/>
                <a:gd name="connsiteY2" fmla="*/ 81396 h 81396"/>
                <a:gd name="connsiteX3" fmla="*/ 0 w 4236189"/>
                <a:gd name="connsiteY3" fmla="*/ 81396 h 81396"/>
                <a:gd name="connsiteX4" fmla="*/ 0 w 4236189"/>
                <a:gd name="connsiteY4" fmla="*/ 0 h 81396"/>
                <a:gd name="connsiteX0" fmla="*/ 703385 w 4939574"/>
                <a:gd name="connsiteY0" fmla="*/ 0 h 175181"/>
                <a:gd name="connsiteX1" fmla="*/ 4939574 w 4939574"/>
                <a:gd name="connsiteY1" fmla="*/ 0 h 175181"/>
                <a:gd name="connsiteX2" fmla="*/ 4939574 w 4939574"/>
                <a:gd name="connsiteY2" fmla="*/ 81396 h 175181"/>
                <a:gd name="connsiteX3" fmla="*/ 0 w 4939574"/>
                <a:gd name="connsiteY3" fmla="*/ 175181 h 175181"/>
                <a:gd name="connsiteX4" fmla="*/ 703385 w 4939574"/>
                <a:gd name="connsiteY4" fmla="*/ 0 h 175181"/>
                <a:gd name="connsiteX0" fmla="*/ 703385 w 5455389"/>
                <a:gd name="connsiteY0" fmla="*/ 0 h 175181"/>
                <a:gd name="connsiteX1" fmla="*/ 493957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703385 w 5455389"/>
                <a:gd name="connsiteY0" fmla="*/ 0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703385 w 5455389"/>
                <a:gd name="connsiteY4" fmla="*/ 0 h 175181"/>
                <a:gd name="connsiteX0" fmla="*/ 633046 w 5455389"/>
                <a:gd name="connsiteY0" fmla="*/ 0 h 222073"/>
                <a:gd name="connsiteX1" fmla="*/ 5056804 w 5455389"/>
                <a:gd name="connsiteY1" fmla="*/ 46892 h 222073"/>
                <a:gd name="connsiteX2" fmla="*/ 5455389 w 5455389"/>
                <a:gd name="connsiteY2" fmla="*/ 198627 h 222073"/>
                <a:gd name="connsiteX3" fmla="*/ 0 w 5455389"/>
                <a:gd name="connsiteY3" fmla="*/ 222073 h 222073"/>
                <a:gd name="connsiteX4" fmla="*/ 633046 w 5455389"/>
                <a:gd name="connsiteY4" fmla="*/ 0 h 222073"/>
                <a:gd name="connsiteX0" fmla="*/ 562708 w 5455389"/>
                <a:gd name="connsiteY0" fmla="*/ 70339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70339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562708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562708 w 5455389"/>
                <a:gd name="connsiteY4" fmla="*/ 23447 h 175181"/>
                <a:gd name="connsiteX0" fmla="*/ 468923 w 5455389"/>
                <a:gd name="connsiteY0" fmla="*/ 23447 h 175181"/>
                <a:gd name="connsiteX1" fmla="*/ 5056804 w 5455389"/>
                <a:gd name="connsiteY1" fmla="*/ 0 h 175181"/>
                <a:gd name="connsiteX2" fmla="*/ 5455389 w 5455389"/>
                <a:gd name="connsiteY2" fmla="*/ 151735 h 175181"/>
                <a:gd name="connsiteX3" fmla="*/ 0 w 5455389"/>
                <a:gd name="connsiteY3" fmla="*/ 175181 h 175181"/>
                <a:gd name="connsiteX4" fmla="*/ 468923 w 5455389"/>
                <a:gd name="connsiteY4" fmla="*/ 23447 h 17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5389" h="175181">
                  <a:moveTo>
                    <a:pt x="468923" y="23447"/>
                  </a:moveTo>
                  <a:lnTo>
                    <a:pt x="5056804" y="0"/>
                  </a:lnTo>
                  <a:lnTo>
                    <a:pt x="5455389" y="151735"/>
                  </a:lnTo>
                  <a:lnTo>
                    <a:pt x="0" y="175181"/>
                  </a:lnTo>
                  <a:lnTo>
                    <a:pt x="468923" y="23447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2AD70AC6-CD78-430A-B256-4091C09856F8}"/>
                </a:ext>
              </a:extLst>
            </p:cNvPr>
            <p:cNvSpPr/>
            <p:nvPr/>
          </p:nvSpPr>
          <p:spPr>
            <a:xfrm>
              <a:off x="-8432676" y="10284698"/>
              <a:ext cx="8472921" cy="1929660"/>
            </a:xfrm>
            <a:custGeom>
              <a:avLst/>
              <a:gdLst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5724008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6153669"/>
                <a:gd name="connsiteY0" fmla="*/ 1718645 h 1718645"/>
                <a:gd name="connsiteX1" fmla="*/ 429661 w 6153669"/>
                <a:gd name="connsiteY1" fmla="*/ 0 h 1718645"/>
                <a:gd name="connsiteX2" fmla="*/ 6075701 w 6153669"/>
                <a:gd name="connsiteY2" fmla="*/ 0 h 1718645"/>
                <a:gd name="connsiteX3" fmla="*/ 6153669 w 6153669"/>
                <a:gd name="connsiteY3" fmla="*/ 1718645 h 1718645"/>
                <a:gd name="connsiteX4" fmla="*/ 0 w 6153669"/>
                <a:gd name="connsiteY4" fmla="*/ 1718645 h 1718645"/>
                <a:gd name="connsiteX0" fmla="*/ 0 w 7044623"/>
                <a:gd name="connsiteY0" fmla="*/ 1718645 h 2164122"/>
                <a:gd name="connsiteX1" fmla="*/ 429661 w 7044623"/>
                <a:gd name="connsiteY1" fmla="*/ 0 h 2164122"/>
                <a:gd name="connsiteX2" fmla="*/ 6075701 w 7044623"/>
                <a:gd name="connsiteY2" fmla="*/ 0 h 2164122"/>
                <a:gd name="connsiteX3" fmla="*/ 7044623 w 7044623"/>
                <a:gd name="connsiteY3" fmla="*/ 2164122 h 2164122"/>
                <a:gd name="connsiteX4" fmla="*/ 0 w 7044623"/>
                <a:gd name="connsiteY4" fmla="*/ 1718645 h 2164122"/>
                <a:gd name="connsiteX0" fmla="*/ 0 w 7630777"/>
                <a:gd name="connsiteY0" fmla="*/ 1929660 h 2164122"/>
                <a:gd name="connsiteX1" fmla="*/ 1015815 w 7630777"/>
                <a:gd name="connsiteY1" fmla="*/ 0 h 2164122"/>
                <a:gd name="connsiteX2" fmla="*/ 6661855 w 7630777"/>
                <a:gd name="connsiteY2" fmla="*/ 0 h 2164122"/>
                <a:gd name="connsiteX3" fmla="*/ 7630777 w 7630777"/>
                <a:gd name="connsiteY3" fmla="*/ 2164122 h 2164122"/>
                <a:gd name="connsiteX4" fmla="*/ 0 w 7630777"/>
                <a:gd name="connsiteY4" fmla="*/ 1929660 h 2164122"/>
                <a:gd name="connsiteX0" fmla="*/ 0 w 7654223"/>
                <a:gd name="connsiteY0" fmla="*/ 1929660 h 1929660"/>
                <a:gd name="connsiteX1" fmla="*/ 1015815 w 7654223"/>
                <a:gd name="connsiteY1" fmla="*/ 0 h 1929660"/>
                <a:gd name="connsiteX2" fmla="*/ 6661855 w 7654223"/>
                <a:gd name="connsiteY2" fmla="*/ 0 h 1929660"/>
                <a:gd name="connsiteX3" fmla="*/ 7654223 w 7654223"/>
                <a:gd name="connsiteY3" fmla="*/ 1906215 h 1929660"/>
                <a:gd name="connsiteX4" fmla="*/ 0 w 7654223"/>
                <a:gd name="connsiteY4" fmla="*/ 1929660 h 192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54223" h="1929660">
                  <a:moveTo>
                    <a:pt x="0" y="1929660"/>
                  </a:moveTo>
                  <a:lnTo>
                    <a:pt x="1015815" y="0"/>
                  </a:lnTo>
                  <a:lnTo>
                    <a:pt x="6661855" y="0"/>
                  </a:lnTo>
                  <a:lnTo>
                    <a:pt x="7654223" y="1906215"/>
                  </a:lnTo>
                  <a:lnTo>
                    <a:pt x="0" y="1929660"/>
                  </a:lnTo>
                  <a:close/>
                </a:path>
              </a:pathLst>
            </a:custGeom>
            <a:solidFill>
              <a:srgbClr val="EDD1B9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E8E93B-2812-4041-976F-6CCD4F625C50}"/>
                </a:ext>
              </a:extLst>
            </p:cNvPr>
            <p:cNvSpPr/>
            <p:nvPr/>
          </p:nvSpPr>
          <p:spPr>
            <a:xfrm>
              <a:off x="-7157733" y="665822"/>
              <a:ext cx="6151012" cy="273297"/>
            </a:xfrm>
            <a:prstGeom prst="rect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5972D81-AEBF-485B-8968-7CE5E1C44A84}"/>
              </a:ext>
            </a:extLst>
          </p:cNvPr>
          <p:cNvGrpSpPr/>
          <p:nvPr/>
        </p:nvGrpSpPr>
        <p:grpSpPr>
          <a:xfrm flipH="1">
            <a:off x="-1193023" y="922228"/>
            <a:ext cx="1715232" cy="6168874"/>
            <a:chOff x="6144033" y="2620487"/>
            <a:chExt cx="684270" cy="338879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6CAC2E8-71DB-4D23-A6CD-969BB72E3422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BDC3CA8-F483-48E7-BAF8-E3E285FE7C88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5A29A54-CE03-4F3F-BD32-E88F5625B05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CE0745D-3EDC-4931-B8E6-8D06F46C7C89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BBD49B-2F12-483A-B757-C443E65B5096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622359-C2FF-4237-A1A8-71A07ABA496F}"/>
              </a:ext>
            </a:extLst>
          </p:cNvPr>
          <p:cNvGrpSpPr/>
          <p:nvPr/>
        </p:nvGrpSpPr>
        <p:grpSpPr>
          <a:xfrm>
            <a:off x="2341874" y="285105"/>
            <a:ext cx="1787011" cy="2356393"/>
            <a:chOff x="2253647" y="285105"/>
            <a:chExt cx="1787011" cy="2356393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19EAF6E-C5ED-411A-A9E6-5110D6DF2677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E6E4E65-B211-4CA7-B226-C32AB6317ADF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ln>
              <a:solidFill>
                <a:srgbClr val="2806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AAAB69B-0C98-4604-8504-DE92349644F5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16C8E37-565E-440B-A49F-BF5082B5A676}"/>
              </a:ext>
            </a:extLst>
          </p:cNvPr>
          <p:cNvGrpSpPr/>
          <p:nvPr/>
        </p:nvGrpSpPr>
        <p:grpSpPr>
          <a:xfrm>
            <a:off x="6253580" y="922228"/>
            <a:ext cx="1715232" cy="6168874"/>
            <a:chOff x="6144033" y="2620487"/>
            <a:chExt cx="684270" cy="338879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C87E7E-46E3-413B-BD60-0E9CAD8EDB0C}"/>
                </a:ext>
              </a:extLst>
            </p:cNvPr>
            <p:cNvSpPr/>
            <p:nvPr/>
          </p:nvSpPr>
          <p:spPr>
            <a:xfrm>
              <a:off x="6144033" y="2620487"/>
              <a:ext cx="596785" cy="3362461"/>
            </a:xfrm>
            <a:prstGeom prst="rect">
              <a:avLst/>
            </a:prstGeom>
            <a:solidFill>
              <a:srgbClr val="EDD1B9"/>
            </a:solidFill>
            <a:ln>
              <a:solidFill>
                <a:srgbClr val="EDD1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7FE431E-68E1-45B7-8336-404CD59BD1F1}"/>
                </a:ext>
              </a:extLst>
            </p:cNvPr>
            <p:cNvSpPr/>
            <p:nvPr/>
          </p:nvSpPr>
          <p:spPr>
            <a:xfrm>
              <a:off x="6166522" y="2646820"/>
              <a:ext cx="491277" cy="3305653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B3A84-1372-455B-9BC0-8E7B6FD6E20C}"/>
                </a:ext>
              </a:extLst>
            </p:cNvPr>
            <p:cNvSpPr/>
            <p:nvPr/>
          </p:nvSpPr>
          <p:spPr>
            <a:xfrm>
              <a:off x="6203520" y="2699391"/>
              <a:ext cx="531393" cy="3214426"/>
            </a:xfrm>
            <a:prstGeom prst="rect">
              <a:avLst/>
            </a:prstGeom>
            <a:solidFill>
              <a:srgbClr val="E9D4BF"/>
            </a:solidFill>
            <a:ln>
              <a:solidFill>
                <a:srgbClr val="E9D4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55536C3-E3D3-40EF-AA37-547053DA02B7}"/>
                </a:ext>
              </a:extLst>
            </p:cNvPr>
            <p:cNvSpPr/>
            <p:nvPr/>
          </p:nvSpPr>
          <p:spPr>
            <a:xfrm>
              <a:off x="6166727" y="2620487"/>
              <a:ext cx="605185" cy="3388794"/>
            </a:xfrm>
            <a:prstGeom prst="rect">
              <a:avLst/>
            </a:prstGeom>
            <a:solidFill>
              <a:srgbClr val="744D42"/>
            </a:solidFill>
            <a:ln>
              <a:solidFill>
                <a:srgbClr val="744B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8E698B0-B566-4568-B108-03A41CA542D7}"/>
                </a:ext>
              </a:extLst>
            </p:cNvPr>
            <p:cNvSpPr/>
            <p:nvPr/>
          </p:nvSpPr>
          <p:spPr>
            <a:xfrm>
              <a:off x="6296910" y="2620487"/>
              <a:ext cx="531393" cy="3300210"/>
            </a:xfrm>
            <a:prstGeom prst="rect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632C3E5-33EB-49B3-A7F4-5B9BA5CEE6BB}"/>
              </a:ext>
            </a:extLst>
          </p:cNvPr>
          <p:cNvGrpSpPr/>
          <p:nvPr/>
        </p:nvGrpSpPr>
        <p:grpSpPr>
          <a:xfrm flipH="1">
            <a:off x="4411862" y="6522909"/>
            <a:ext cx="2220167" cy="4579346"/>
            <a:chOff x="11738670" y="4310441"/>
            <a:chExt cx="1790596" cy="3693307"/>
          </a:xfrm>
        </p:grpSpPr>
        <p:sp>
          <p:nvSpPr>
            <p:cNvPr id="139" name="Rectangle 56">
              <a:extLst>
                <a:ext uri="{FF2B5EF4-FFF2-40B4-BE49-F238E27FC236}">
                  <a16:creationId xmlns:a16="http://schemas.microsoft.com/office/drawing/2014/main" id="{E4BB9044-8E84-454C-AED2-834DB462C329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05D40988-3E82-45C8-A822-F02EEAC291F9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7C6F06D-FC09-4E86-A416-F51C492E006E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3">
              <a:extLst>
                <a:ext uri="{FF2B5EF4-FFF2-40B4-BE49-F238E27FC236}">
                  <a16:creationId xmlns:a16="http://schemas.microsoft.com/office/drawing/2014/main" id="{58120831-CCAB-4B42-AD71-28C71ABFB9FC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24">
              <a:extLst>
                <a:ext uri="{FF2B5EF4-FFF2-40B4-BE49-F238E27FC236}">
                  <a16:creationId xmlns:a16="http://schemas.microsoft.com/office/drawing/2014/main" id="{B880CB1F-24D1-4A3B-9AA7-7E722B9AA9CB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2">
              <a:extLst>
                <a:ext uri="{FF2B5EF4-FFF2-40B4-BE49-F238E27FC236}">
                  <a16:creationId xmlns:a16="http://schemas.microsoft.com/office/drawing/2014/main" id="{BF1F590E-82F5-491D-8E22-DB2694F79A31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C1817AD0-8C5B-4D84-9A54-9755907B19C1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868B27B-9AF6-4436-BBB7-4A8C28A95684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617E4FA-2C33-4731-907D-11ABD8ED6BB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10BBDD76-D915-4822-8B7A-0B00930F73F3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4B2775C8-92D6-411C-8C13-EEC3228FA36A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37">
              <a:extLst>
                <a:ext uri="{FF2B5EF4-FFF2-40B4-BE49-F238E27FC236}">
                  <a16:creationId xmlns:a16="http://schemas.microsoft.com/office/drawing/2014/main" id="{DAC0022A-0ED9-46BE-9488-03C3DCCD025E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75FE1800-6EE5-454F-8CC9-FA0F5D61B4B1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36">
              <a:extLst>
                <a:ext uri="{FF2B5EF4-FFF2-40B4-BE49-F238E27FC236}">
                  <a16:creationId xmlns:a16="http://schemas.microsoft.com/office/drawing/2014/main" id="{5E9EA11D-1F62-4186-A90B-16861BEFE8DB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FFE72E-E3C7-47BE-8C76-7642AE0F182B}"/>
              </a:ext>
            </a:extLst>
          </p:cNvPr>
          <p:cNvGrpSpPr/>
          <p:nvPr/>
        </p:nvGrpSpPr>
        <p:grpSpPr>
          <a:xfrm>
            <a:off x="4283851" y="6672407"/>
            <a:ext cx="2397087" cy="3150849"/>
            <a:chOff x="3866971" y="6327657"/>
            <a:chExt cx="2661978" cy="349903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CDE097-C016-4B0A-AB30-A0F0B2509CDD}"/>
                </a:ext>
              </a:extLst>
            </p:cNvPr>
            <p:cNvGrpSpPr/>
            <p:nvPr/>
          </p:nvGrpSpPr>
          <p:grpSpPr>
            <a:xfrm flipH="1">
              <a:off x="3866971" y="6342972"/>
              <a:ext cx="2661978" cy="3483721"/>
              <a:chOff x="-704602" y="7985701"/>
              <a:chExt cx="3434247" cy="4494385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FC8541-67C9-4B79-A637-671F2646482F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9DE7A29-A94D-44CE-A750-9B8323441DA0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959321" cy="3996088"/>
                <a:chOff x="-229676" y="8483998"/>
                <a:chExt cx="2959321" cy="3996088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B6F176F-7CAF-4BF8-8B73-68E628F98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8D0750D-41A1-44DD-9A2A-C45E65571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90F1199-B756-4FD5-BAFD-E9AFAD452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4131F08-EFD5-4A5D-BE16-77AB43BD591B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5A3EEB8B-958A-4883-A82A-ECD4A5DD4B34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: Top Corners Rounded 94">
                  <a:extLst>
                    <a:ext uri="{FF2B5EF4-FFF2-40B4-BE49-F238E27FC236}">
                      <a16:creationId xmlns:a16="http://schemas.microsoft.com/office/drawing/2014/main" id="{510B5AC7-E3D7-4BDF-9408-34676DB3C4D1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Top Corners Rounded 95">
                  <a:extLst>
                    <a:ext uri="{FF2B5EF4-FFF2-40B4-BE49-F238E27FC236}">
                      <a16:creationId xmlns:a16="http://schemas.microsoft.com/office/drawing/2014/main" id="{847BBC30-021B-4D29-9DBA-848025348EE4}"/>
                    </a:ext>
                  </a:extLst>
                </p:cNvPr>
                <p:cNvSpPr/>
                <p:nvPr/>
              </p:nvSpPr>
              <p:spPr>
                <a:xfrm>
                  <a:off x="1840190" y="12279777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B3F7E1BD-2DE0-4A25-8CB7-C1E9835AB812}"/>
                    </a:ext>
                  </a:extLst>
                </p:cNvPr>
                <p:cNvSpPr/>
                <p:nvPr/>
              </p:nvSpPr>
              <p:spPr>
                <a:xfrm>
                  <a:off x="1008627" y="9969220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B5A0637-BD9D-494D-BC40-8DAE5459CDC7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AB06BB5E-D94A-49A1-9B82-0BC9CC1D7A71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7FFEC6B-BA1E-4489-AD90-55A46979791B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59A63D9-A13F-4D89-885F-7DD1D8BD0196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3094B0F-A783-4216-A606-6CFBE1E21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E92D312-0D8A-4F30-B244-6FEF39E762F9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529E1DD-DA59-4AF5-95C8-EA35FEE1BE2A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3E7AC1D-7884-4D7E-AE1C-05432E84D5D0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C7EA2BD-24A7-439E-9C9A-8AF868A6E14E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C66DF79-7551-4E49-8987-44D1F889DD93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D26754C-0816-45FD-A986-0AB0F64DE54D}"/>
              </a:ext>
            </a:extLst>
          </p:cNvPr>
          <p:cNvGrpSpPr/>
          <p:nvPr/>
        </p:nvGrpSpPr>
        <p:grpSpPr>
          <a:xfrm>
            <a:off x="88227" y="6664479"/>
            <a:ext cx="2220167" cy="4579346"/>
            <a:chOff x="11738670" y="4310441"/>
            <a:chExt cx="1790596" cy="3693307"/>
          </a:xfrm>
        </p:grpSpPr>
        <p:sp>
          <p:nvSpPr>
            <p:cNvPr id="129" name="Rectangle 56">
              <a:extLst>
                <a:ext uri="{FF2B5EF4-FFF2-40B4-BE49-F238E27FC236}">
                  <a16:creationId xmlns:a16="http://schemas.microsoft.com/office/drawing/2014/main" id="{275DE6E3-01EF-4207-BDE8-5BC2A093862A}"/>
                </a:ext>
              </a:extLst>
            </p:cNvPr>
            <p:cNvSpPr/>
            <p:nvPr/>
          </p:nvSpPr>
          <p:spPr>
            <a:xfrm>
              <a:off x="13430945" y="5870202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CF8A2750-BD37-4D50-A9E0-986AA8D0BCD3}"/>
                </a:ext>
              </a:extLst>
            </p:cNvPr>
            <p:cNvSpPr/>
            <p:nvPr/>
          </p:nvSpPr>
          <p:spPr>
            <a:xfrm rot="306563">
              <a:off x="12341679" y="584448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ED0FDD-FA73-4BE8-9263-100598043E3A}"/>
                </a:ext>
              </a:extLst>
            </p:cNvPr>
            <p:cNvSpPr/>
            <p:nvPr/>
          </p:nvSpPr>
          <p:spPr>
            <a:xfrm>
              <a:off x="12329570" y="5468083"/>
              <a:ext cx="65630" cy="429551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F0E0C-7B7A-4A2E-9CC6-EFC8FA38F08B}"/>
                </a:ext>
              </a:extLst>
            </p:cNvPr>
            <p:cNvSpPr/>
            <p:nvPr/>
          </p:nvSpPr>
          <p:spPr>
            <a:xfrm rot="1188729" flipH="1" flipV="1">
              <a:off x="13329450" y="5733542"/>
              <a:ext cx="166684" cy="759438"/>
            </a:xfrm>
            <a:custGeom>
              <a:avLst/>
              <a:gdLst>
                <a:gd name="connsiteX0" fmla="*/ 0 w 106016"/>
                <a:gd name="connsiteY0" fmla="*/ 0 h 192081"/>
                <a:gd name="connsiteX1" fmla="*/ 106016 w 106016"/>
                <a:gd name="connsiteY1" fmla="*/ 0 h 192081"/>
                <a:gd name="connsiteX2" fmla="*/ 106016 w 106016"/>
                <a:gd name="connsiteY2" fmla="*/ 192081 h 192081"/>
                <a:gd name="connsiteX3" fmla="*/ 0 w 106016"/>
                <a:gd name="connsiteY3" fmla="*/ 192081 h 192081"/>
                <a:gd name="connsiteX4" fmla="*/ 0 w 106016"/>
                <a:gd name="connsiteY4" fmla="*/ 0 h 192081"/>
                <a:gd name="connsiteX0" fmla="*/ 0 w 106016"/>
                <a:gd name="connsiteY0" fmla="*/ 0 h 540511"/>
                <a:gd name="connsiteX1" fmla="*/ 106016 w 106016"/>
                <a:gd name="connsiteY1" fmla="*/ 0 h 540511"/>
                <a:gd name="connsiteX2" fmla="*/ 106016 w 106016"/>
                <a:gd name="connsiteY2" fmla="*/ 192081 h 540511"/>
                <a:gd name="connsiteX3" fmla="*/ 44532 w 106016"/>
                <a:gd name="connsiteY3" fmla="*/ 540511 h 540511"/>
                <a:gd name="connsiteX4" fmla="*/ 0 w 106016"/>
                <a:gd name="connsiteY4" fmla="*/ 0 h 540511"/>
                <a:gd name="connsiteX0" fmla="*/ 0 w 115342"/>
                <a:gd name="connsiteY0" fmla="*/ 0 h 540511"/>
                <a:gd name="connsiteX1" fmla="*/ 106016 w 115342"/>
                <a:gd name="connsiteY1" fmla="*/ 0 h 540511"/>
                <a:gd name="connsiteX2" fmla="*/ 106016 w 115342"/>
                <a:gd name="connsiteY2" fmla="*/ 192081 h 540511"/>
                <a:gd name="connsiteX3" fmla="*/ 44532 w 115342"/>
                <a:gd name="connsiteY3" fmla="*/ 540511 h 540511"/>
                <a:gd name="connsiteX4" fmla="*/ 0 w 115342"/>
                <a:gd name="connsiteY4" fmla="*/ 0 h 540511"/>
                <a:gd name="connsiteX0" fmla="*/ 0 w 106269"/>
                <a:gd name="connsiteY0" fmla="*/ 0 h 398319"/>
                <a:gd name="connsiteX1" fmla="*/ 106016 w 106269"/>
                <a:gd name="connsiteY1" fmla="*/ 0 h 398319"/>
                <a:gd name="connsiteX2" fmla="*/ 106016 w 106269"/>
                <a:gd name="connsiteY2" fmla="*/ 192081 h 398319"/>
                <a:gd name="connsiteX3" fmla="*/ 27053 w 106269"/>
                <a:gd name="connsiteY3" fmla="*/ 398319 h 398319"/>
                <a:gd name="connsiteX4" fmla="*/ 0 w 106269"/>
                <a:gd name="connsiteY4" fmla="*/ 0 h 398319"/>
                <a:gd name="connsiteX0" fmla="*/ 0 w 119592"/>
                <a:gd name="connsiteY0" fmla="*/ 0 h 408482"/>
                <a:gd name="connsiteX1" fmla="*/ 106016 w 119592"/>
                <a:gd name="connsiteY1" fmla="*/ 0 h 408482"/>
                <a:gd name="connsiteX2" fmla="*/ 106016 w 119592"/>
                <a:gd name="connsiteY2" fmla="*/ 192081 h 408482"/>
                <a:gd name="connsiteX3" fmla="*/ 27053 w 119592"/>
                <a:gd name="connsiteY3" fmla="*/ 398319 h 408482"/>
                <a:gd name="connsiteX4" fmla="*/ 0 w 119592"/>
                <a:gd name="connsiteY4" fmla="*/ 0 h 408482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32628"/>
                <a:gd name="connsiteY0" fmla="*/ 0 h 394761"/>
                <a:gd name="connsiteX1" fmla="*/ 106016 w 132628"/>
                <a:gd name="connsiteY1" fmla="*/ 0 h 394761"/>
                <a:gd name="connsiteX2" fmla="*/ 106016 w 132628"/>
                <a:gd name="connsiteY2" fmla="*/ 192081 h 394761"/>
                <a:gd name="connsiteX3" fmla="*/ 48797 w 132628"/>
                <a:gd name="connsiteY3" fmla="*/ 383737 h 394761"/>
                <a:gd name="connsiteX4" fmla="*/ 0 w 132628"/>
                <a:gd name="connsiteY4" fmla="*/ 0 h 394761"/>
                <a:gd name="connsiteX0" fmla="*/ 0 w 111667"/>
                <a:gd name="connsiteY0" fmla="*/ 0 h 398598"/>
                <a:gd name="connsiteX1" fmla="*/ 106016 w 111667"/>
                <a:gd name="connsiteY1" fmla="*/ 0 h 398598"/>
                <a:gd name="connsiteX2" fmla="*/ 106016 w 111667"/>
                <a:gd name="connsiteY2" fmla="*/ 192081 h 398598"/>
                <a:gd name="connsiteX3" fmla="*/ 48797 w 111667"/>
                <a:gd name="connsiteY3" fmla="*/ 383737 h 398598"/>
                <a:gd name="connsiteX4" fmla="*/ 0 w 111667"/>
                <a:gd name="connsiteY4" fmla="*/ 0 h 398598"/>
                <a:gd name="connsiteX0" fmla="*/ 0 w 106958"/>
                <a:gd name="connsiteY0" fmla="*/ 0 h 704023"/>
                <a:gd name="connsiteX1" fmla="*/ 101307 w 106958"/>
                <a:gd name="connsiteY1" fmla="*/ 305425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06958"/>
                <a:gd name="connsiteY0" fmla="*/ 0 h 704023"/>
                <a:gd name="connsiteX1" fmla="*/ 96963 w 106958"/>
                <a:gd name="connsiteY1" fmla="*/ 124753 h 704023"/>
                <a:gd name="connsiteX2" fmla="*/ 101307 w 106958"/>
                <a:gd name="connsiteY2" fmla="*/ 497506 h 704023"/>
                <a:gd name="connsiteX3" fmla="*/ 44088 w 106958"/>
                <a:gd name="connsiteY3" fmla="*/ 689162 h 704023"/>
                <a:gd name="connsiteX4" fmla="*/ 0 w 106958"/>
                <a:gd name="connsiteY4" fmla="*/ 0 h 704023"/>
                <a:gd name="connsiteX0" fmla="*/ 0 w 119159"/>
                <a:gd name="connsiteY0" fmla="*/ 0 h 704023"/>
                <a:gd name="connsiteX1" fmla="*/ 96963 w 119159"/>
                <a:gd name="connsiteY1" fmla="*/ 124753 h 704023"/>
                <a:gd name="connsiteX2" fmla="*/ 101307 w 119159"/>
                <a:gd name="connsiteY2" fmla="*/ 497506 h 704023"/>
                <a:gd name="connsiteX3" fmla="*/ 44088 w 119159"/>
                <a:gd name="connsiteY3" fmla="*/ 689162 h 704023"/>
                <a:gd name="connsiteX4" fmla="*/ 0 w 119159"/>
                <a:gd name="connsiteY4" fmla="*/ 0 h 704023"/>
                <a:gd name="connsiteX0" fmla="*/ 0 w 149506"/>
                <a:gd name="connsiteY0" fmla="*/ 0 h 704023"/>
                <a:gd name="connsiteX1" fmla="*/ 134477 w 149506"/>
                <a:gd name="connsiteY1" fmla="*/ 97739 h 704023"/>
                <a:gd name="connsiteX2" fmla="*/ 101307 w 149506"/>
                <a:gd name="connsiteY2" fmla="*/ 497506 h 704023"/>
                <a:gd name="connsiteX3" fmla="*/ 44088 w 149506"/>
                <a:gd name="connsiteY3" fmla="*/ 689162 h 704023"/>
                <a:gd name="connsiteX4" fmla="*/ 0 w 149506"/>
                <a:gd name="connsiteY4" fmla="*/ 0 h 704023"/>
                <a:gd name="connsiteX0" fmla="*/ 0 w 153810"/>
                <a:gd name="connsiteY0" fmla="*/ 0 h 715971"/>
                <a:gd name="connsiteX1" fmla="*/ 138781 w 153810"/>
                <a:gd name="connsiteY1" fmla="*/ 109687 h 715971"/>
                <a:gd name="connsiteX2" fmla="*/ 105611 w 153810"/>
                <a:gd name="connsiteY2" fmla="*/ 509454 h 715971"/>
                <a:gd name="connsiteX3" fmla="*/ 48392 w 153810"/>
                <a:gd name="connsiteY3" fmla="*/ 701110 h 715971"/>
                <a:gd name="connsiteX4" fmla="*/ 0 w 153810"/>
                <a:gd name="connsiteY4" fmla="*/ 0 h 715971"/>
                <a:gd name="connsiteX0" fmla="*/ 0 w 153810"/>
                <a:gd name="connsiteY0" fmla="*/ 0 h 759883"/>
                <a:gd name="connsiteX1" fmla="*/ 138781 w 153810"/>
                <a:gd name="connsiteY1" fmla="*/ 109687 h 759883"/>
                <a:gd name="connsiteX2" fmla="*/ 105611 w 153810"/>
                <a:gd name="connsiteY2" fmla="*/ 509454 h 759883"/>
                <a:gd name="connsiteX3" fmla="*/ 105760 w 153810"/>
                <a:gd name="connsiteY3" fmla="*/ 747938 h 759883"/>
                <a:gd name="connsiteX4" fmla="*/ 0 w 153810"/>
                <a:gd name="connsiteY4" fmla="*/ 0 h 759883"/>
                <a:gd name="connsiteX0" fmla="*/ 1675 w 155485"/>
                <a:gd name="connsiteY0" fmla="*/ 0 h 759883"/>
                <a:gd name="connsiteX1" fmla="*/ 140456 w 155485"/>
                <a:gd name="connsiteY1" fmla="*/ 109687 h 759883"/>
                <a:gd name="connsiteX2" fmla="*/ 107286 w 155485"/>
                <a:gd name="connsiteY2" fmla="*/ 509454 h 759883"/>
                <a:gd name="connsiteX3" fmla="*/ 107435 w 155485"/>
                <a:gd name="connsiteY3" fmla="*/ 747938 h 759883"/>
                <a:gd name="connsiteX4" fmla="*/ 1675 w 155485"/>
                <a:gd name="connsiteY4" fmla="*/ 0 h 759883"/>
                <a:gd name="connsiteX0" fmla="*/ 18709 w 172519"/>
                <a:gd name="connsiteY0" fmla="*/ 0 h 759883"/>
                <a:gd name="connsiteX1" fmla="*/ 157490 w 172519"/>
                <a:gd name="connsiteY1" fmla="*/ 109687 h 759883"/>
                <a:gd name="connsiteX2" fmla="*/ 124320 w 172519"/>
                <a:gd name="connsiteY2" fmla="*/ 509454 h 759883"/>
                <a:gd name="connsiteX3" fmla="*/ 124469 w 172519"/>
                <a:gd name="connsiteY3" fmla="*/ 747938 h 759883"/>
                <a:gd name="connsiteX4" fmla="*/ 18709 w 172519"/>
                <a:gd name="connsiteY4" fmla="*/ 0 h 759883"/>
                <a:gd name="connsiteX0" fmla="*/ 25689 w 166684"/>
                <a:gd name="connsiteY0" fmla="*/ 0 h 759438"/>
                <a:gd name="connsiteX1" fmla="*/ 151655 w 166684"/>
                <a:gd name="connsiteY1" fmla="*/ 109242 h 759438"/>
                <a:gd name="connsiteX2" fmla="*/ 118485 w 166684"/>
                <a:gd name="connsiteY2" fmla="*/ 509009 h 759438"/>
                <a:gd name="connsiteX3" fmla="*/ 118634 w 166684"/>
                <a:gd name="connsiteY3" fmla="*/ 747493 h 759438"/>
                <a:gd name="connsiteX4" fmla="*/ 25689 w 166684"/>
                <a:gd name="connsiteY4" fmla="*/ 0 h 75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4" h="759438">
                  <a:moveTo>
                    <a:pt x="25689" y="0"/>
                  </a:moveTo>
                  <a:lnTo>
                    <a:pt x="151655" y="109242"/>
                  </a:lnTo>
                  <a:cubicBezTo>
                    <a:pt x="199709" y="250450"/>
                    <a:pt x="117037" y="384758"/>
                    <a:pt x="118485" y="509009"/>
                  </a:cubicBezTo>
                  <a:cubicBezTo>
                    <a:pt x="97990" y="625152"/>
                    <a:pt x="229744" y="807940"/>
                    <a:pt x="118634" y="747493"/>
                  </a:cubicBezTo>
                  <a:cubicBezTo>
                    <a:pt x="-88360" y="539804"/>
                    <a:pt x="41955" y="127912"/>
                    <a:pt x="25689" y="0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C420A3-CCA2-429D-B76B-E0AE405CEBCC}"/>
                </a:ext>
              </a:extLst>
            </p:cNvPr>
            <p:cNvSpPr/>
            <p:nvPr/>
          </p:nvSpPr>
          <p:spPr>
            <a:xfrm>
              <a:off x="11804317" y="6256029"/>
              <a:ext cx="1540273" cy="284208"/>
            </a:xfrm>
            <a:custGeom>
              <a:avLst/>
              <a:gdLst>
                <a:gd name="connsiteX0" fmla="*/ 0 w 1396052"/>
                <a:gd name="connsiteY0" fmla="*/ 0 h 184848"/>
                <a:gd name="connsiteX1" fmla="*/ 1396052 w 1396052"/>
                <a:gd name="connsiteY1" fmla="*/ 0 h 184848"/>
                <a:gd name="connsiteX2" fmla="*/ 1396052 w 1396052"/>
                <a:gd name="connsiteY2" fmla="*/ 184848 h 184848"/>
                <a:gd name="connsiteX3" fmla="*/ 0 w 1396052"/>
                <a:gd name="connsiteY3" fmla="*/ 184848 h 184848"/>
                <a:gd name="connsiteX4" fmla="*/ 0 w 1396052"/>
                <a:gd name="connsiteY4" fmla="*/ 0 h 184848"/>
                <a:gd name="connsiteX0" fmla="*/ 0 w 1463785"/>
                <a:gd name="connsiteY0" fmla="*/ 0 h 216220"/>
                <a:gd name="connsiteX1" fmla="*/ 1396052 w 1463785"/>
                <a:gd name="connsiteY1" fmla="*/ 0 h 216220"/>
                <a:gd name="connsiteX2" fmla="*/ 1396052 w 1463785"/>
                <a:gd name="connsiteY2" fmla="*/ 184848 h 216220"/>
                <a:gd name="connsiteX3" fmla="*/ 0 w 1463785"/>
                <a:gd name="connsiteY3" fmla="*/ 184848 h 216220"/>
                <a:gd name="connsiteX4" fmla="*/ 0 w 1463785"/>
                <a:gd name="connsiteY4" fmla="*/ 0 h 216220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89185"/>
                <a:gd name="connsiteY0" fmla="*/ 0 h 218612"/>
                <a:gd name="connsiteX1" fmla="*/ 1396052 w 1489185"/>
                <a:gd name="connsiteY1" fmla="*/ 0 h 218612"/>
                <a:gd name="connsiteX2" fmla="*/ 1396052 w 1489185"/>
                <a:gd name="connsiteY2" fmla="*/ 184848 h 218612"/>
                <a:gd name="connsiteX3" fmla="*/ 0 w 1489185"/>
                <a:gd name="connsiteY3" fmla="*/ 184848 h 218612"/>
                <a:gd name="connsiteX4" fmla="*/ 0 w 1489185"/>
                <a:gd name="connsiteY4" fmla="*/ 0 h 218612"/>
                <a:gd name="connsiteX0" fmla="*/ 0 w 1475344"/>
                <a:gd name="connsiteY0" fmla="*/ 0 h 253310"/>
                <a:gd name="connsiteX1" fmla="*/ 1396052 w 1475344"/>
                <a:gd name="connsiteY1" fmla="*/ 0 h 253310"/>
                <a:gd name="connsiteX2" fmla="*/ 1377002 w 1475344"/>
                <a:gd name="connsiteY2" fmla="*/ 222948 h 253310"/>
                <a:gd name="connsiteX3" fmla="*/ 0 w 1475344"/>
                <a:gd name="connsiteY3" fmla="*/ 184848 h 253310"/>
                <a:gd name="connsiteX4" fmla="*/ 0 w 1475344"/>
                <a:gd name="connsiteY4" fmla="*/ 0 h 253310"/>
                <a:gd name="connsiteX0" fmla="*/ 0 w 1447248"/>
                <a:gd name="connsiteY0" fmla="*/ 0 h 223803"/>
                <a:gd name="connsiteX1" fmla="*/ 1396052 w 1447248"/>
                <a:gd name="connsiteY1" fmla="*/ 0 h 223803"/>
                <a:gd name="connsiteX2" fmla="*/ 1377002 w 1447248"/>
                <a:gd name="connsiteY2" fmla="*/ 222948 h 223803"/>
                <a:gd name="connsiteX3" fmla="*/ 0 w 1447248"/>
                <a:gd name="connsiteY3" fmla="*/ 184848 h 223803"/>
                <a:gd name="connsiteX4" fmla="*/ 0 w 1447248"/>
                <a:gd name="connsiteY4" fmla="*/ 0 h 223803"/>
                <a:gd name="connsiteX0" fmla="*/ 0 w 1464095"/>
                <a:gd name="connsiteY0" fmla="*/ 0 h 222964"/>
                <a:gd name="connsiteX1" fmla="*/ 1396052 w 1464095"/>
                <a:gd name="connsiteY1" fmla="*/ 0 h 222964"/>
                <a:gd name="connsiteX2" fmla="*/ 1377002 w 1464095"/>
                <a:gd name="connsiteY2" fmla="*/ 222948 h 222964"/>
                <a:gd name="connsiteX3" fmla="*/ 0 w 1464095"/>
                <a:gd name="connsiteY3" fmla="*/ 184848 h 222964"/>
                <a:gd name="connsiteX4" fmla="*/ 0 w 1464095"/>
                <a:gd name="connsiteY4" fmla="*/ 0 h 222964"/>
                <a:gd name="connsiteX0" fmla="*/ 0 w 1478158"/>
                <a:gd name="connsiteY0" fmla="*/ 0 h 222948"/>
                <a:gd name="connsiteX1" fmla="*/ 1396052 w 1478158"/>
                <a:gd name="connsiteY1" fmla="*/ 0 h 222948"/>
                <a:gd name="connsiteX2" fmla="*/ 1377002 w 1478158"/>
                <a:gd name="connsiteY2" fmla="*/ 222948 h 222948"/>
                <a:gd name="connsiteX3" fmla="*/ 0 w 1478158"/>
                <a:gd name="connsiteY3" fmla="*/ 184848 h 222948"/>
                <a:gd name="connsiteX4" fmla="*/ 0 w 1478158"/>
                <a:gd name="connsiteY4" fmla="*/ 0 h 222948"/>
                <a:gd name="connsiteX0" fmla="*/ 0 w 1478158"/>
                <a:gd name="connsiteY0" fmla="*/ 0 h 228945"/>
                <a:gd name="connsiteX1" fmla="*/ 1396052 w 1478158"/>
                <a:gd name="connsiteY1" fmla="*/ 0 h 228945"/>
                <a:gd name="connsiteX2" fmla="*/ 1377002 w 1478158"/>
                <a:gd name="connsiteY2" fmla="*/ 222948 h 228945"/>
                <a:gd name="connsiteX3" fmla="*/ 0 w 1478158"/>
                <a:gd name="connsiteY3" fmla="*/ 184848 h 228945"/>
                <a:gd name="connsiteX4" fmla="*/ 0 w 1478158"/>
                <a:gd name="connsiteY4" fmla="*/ 0 h 228945"/>
                <a:gd name="connsiteX0" fmla="*/ 6350 w 1484508"/>
                <a:gd name="connsiteY0" fmla="*/ 0 h 232796"/>
                <a:gd name="connsiteX1" fmla="*/ 1402402 w 1484508"/>
                <a:gd name="connsiteY1" fmla="*/ 0 h 232796"/>
                <a:gd name="connsiteX2" fmla="*/ 1383352 w 1484508"/>
                <a:gd name="connsiteY2" fmla="*/ 222948 h 232796"/>
                <a:gd name="connsiteX3" fmla="*/ 0 w 1484508"/>
                <a:gd name="connsiteY3" fmla="*/ 216598 h 232796"/>
                <a:gd name="connsiteX4" fmla="*/ 6350 w 1484508"/>
                <a:gd name="connsiteY4" fmla="*/ 0 h 232796"/>
                <a:gd name="connsiteX0" fmla="*/ 46601 w 1524759"/>
                <a:gd name="connsiteY0" fmla="*/ 0 h 232796"/>
                <a:gd name="connsiteX1" fmla="*/ 1442653 w 1524759"/>
                <a:gd name="connsiteY1" fmla="*/ 0 h 232796"/>
                <a:gd name="connsiteX2" fmla="*/ 1423603 w 1524759"/>
                <a:gd name="connsiteY2" fmla="*/ 222948 h 232796"/>
                <a:gd name="connsiteX3" fmla="*/ 40251 w 1524759"/>
                <a:gd name="connsiteY3" fmla="*/ 216598 h 232796"/>
                <a:gd name="connsiteX4" fmla="*/ 46601 w 1524759"/>
                <a:gd name="connsiteY4" fmla="*/ 0 h 232796"/>
                <a:gd name="connsiteX0" fmla="*/ 70085 w 1548243"/>
                <a:gd name="connsiteY0" fmla="*/ 0 h 232796"/>
                <a:gd name="connsiteX1" fmla="*/ 1466137 w 1548243"/>
                <a:gd name="connsiteY1" fmla="*/ 0 h 232796"/>
                <a:gd name="connsiteX2" fmla="*/ 1447087 w 1548243"/>
                <a:gd name="connsiteY2" fmla="*/ 222948 h 232796"/>
                <a:gd name="connsiteX3" fmla="*/ 63735 w 1548243"/>
                <a:gd name="connsiteY3" fmla="*/ 216598 h 232796"/>
                <a:gd name="connsiteX4" fmla="*/ 70085 w 1548243"/>
                <a:gd name="connsiteY4" fmla="*/ 0 h 232796"/>
                <a:gd name="connsiteX0" fmla="*/ 54205 w 1532363"/>
                <a:gd name="connsiteY0" fmla="*/ 0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0 h 232796"/>
                <a:gd name="connsiteX0" fmla="*/ 54205 w 1532363"/>
                <a:gd name="connsiteY0" fmla="*/ 5852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5852 h 232796"/>
                <a:gd name="connsiteX0" fmla="*/ 54205 w 1532363"/>
                <a:gd name="connsiteY0" fmla="*/ 15604 h 232796"/>
                <a:gd name="connsiteX1" fmla="*/ 1450257 w 1532363"/>
                <a:gd name="connsiteY1" fmla="*/ 0 h 232796"/>
                <a:gd name="connsiteX2" fmla="*/ 1431207 w 1532363"/>
                <a:gd name="connsiteY2" fmla="*/ 222948 h 232796"/>
                <a:gd name="connsiteX3" fmla="*/ 47855 w 1532363"/>
                <a:gd name="connsiteY3" fmla="*/ 216598 h 232796"/>
                <a:gd name="connsiteX4" fmla="*/ 54205 w 1532363"/>
                <a:gd name="connsiteY4" fmla="*/ 15604 h 232796"/>
                <a:gd name="connsiteX0" fmla="*/ 40683 w 1540273"/>
                <a:gd name="connsiteY0" fmla="*/ 23406 h 232796"/>
                <a:gd name="connsiteX1" fmla="*/ 1458167 w 1540273"/>
                <a:gd name="connsiteY1" fmla="*/ 0 h 232796"/>
                <a:gd name="connsiteX2" fmla="*/ 1439117 w 1540273"/>
                <a:gd name="connsiteY2" fmla="*/ 222948 h 232796"/>
                <a:gd name="connsiteX3" fmla="*/ 55765 w 1540273"/>
                <a:gd name="connsiteY3" fmla="*/ 216598 h 232796"/>
                <a:gd name="connsiteX4" fmla="*/ 40683 w 1540273"/>
                <a:gd name="connsiteY4" fmla="*/ 23406 h 23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0273" h="232796">
                  <a:moveTo>
                    <a:pt x="40683" y="23406"/>
                  </a:moveTo>
                  <a:lnTo>
                    <a:pt x="1458167" y="0"/>
                  </a:lnTo>
                  <a:cubicBezTo>
                    <a:pt x="1458167" y="61616"/>
                    <a:pt x="1655017" y="218482"/>
                    <a:pt x="1439117" y="222948"/>
                  </a:cubicBezTo>
                  <a:cubicBezTo>
                    <a:pt x="802316" y="248348"/>
                    <a:pt x="521116" y="216598"/>
                    <a:pt x="55765" y="216598"/>
                  </a:cubicBezTo>
                  <a:cubicBezTo>
                    <a:pt x="-37368" y="30099"/>
                    <a:pt x="6816" y="70205"/>
                    <a:pt x="40683" y="23406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100E9D-4932-4DCB-A1F5-27B54BA57E80}"/>
                </a:ext>
              </a:extLst>
            </p:cNvPr>
            <p:cNvSpPr/>
            <p:nvPr/>
          </p:nvSpPr>
          <p:spPr>
            <a:xfrm>
              <a:off x="11840729" y="5695099"/>
              <a:ext cx="1667580" cy="600019"/>
            </a:xfrm>
            <a:custGeom>
              <a:avLst/>
              <a:gdLst>
                <a:gd name="connsiteX0" fmla="*/ 0 w 819150"/>
                <a:gd name="connsiteY0" fmla="*/ 0 h 290986"/>
                <a:gd name="connsiteX1" fmla="*/ 819150 w 819150"/>
                <a:gd name="connsiteY1" fmla="*/ 0 h 290986"/>
                <a:gd name="connsiteX2" fmla="*/ 819150 w 819150"/>
                <a:gd name="connsiteY2" fmla="*/ 290986 h 290986"/>
                <a:gd name="connsiteX3" fmla="*/ 0 w 819150"/>
                <a:gd name="connsiteY3" fmla="*/ 290986 h 290986"/>
                <a:gd name="connsiteX4" fmla="*/ 0 w 819150"/>
                <a:gd name="connsiteY4" fmla="*/ 0 h 2909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530350 w 1530350"/>
                <a:gd name="connsiteY2" fmla="*/ 29098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530350"/>
                <a:gd name="connsiteY0" fmla="*/ 0 h 583086"/>
                <a:gd name="connsiteX1" fmla="*/ 1530350 w 1530350"/>
                <a:gd name="connsiteY1" fmla="*/ 0 h 583086"/>
                <a:gd name="connsiteX2" fmla="*/ 1492250 w 1530350"/>
                <a:gd name="connsiteY2" fmla="*/ 564036 h 583086"/>
                <a:gd name="connsiteX3" fmla="*/ 0 w 1530350"/>
                <a:gd name="connsiteY3" fmla="*/ 583086 h 583086"/>
                <a:gd name="connsiteX4" fmla="*/ 711200 w 153035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0 h 583086"/>
                <a:gd name="connsiteX1" fmla="*/ 1530350 w 1667580"/>
                <a:gd name="connsiteY1" fmla="*/ 0 h 583086"/>
                <a:gd name="connsiteX2" fmla="*/ 1492250 w 1667580"/>
                <a:gd name="connsiteY2" fmla="*/ 564036 h 583086"/>
                <a:gd name="connsiteX3" fmla="*/ 0 w 1667580"/>
                <a:gd name="connsiteY3" fmla="*/ 583086 h 583086"/>
                <a:gd name="connsiteX4" fmla="*/ 711200 w 1667580"/>
                <a:gd name="connsiteY4" fmla="*/ 0 h 583086"/>
                <a:gd name="connsiteX0" fmla="*/ 711200 w 1667580"/>
                <a:gd name="connsiteY0" fmla="*/ 16933 h 600019"/>
                <a:gd name="connsiteX1" fmla="*/ 1530350 w 1667580"/>
                <a:gd name="connsiteY1" fmla="*/ 16933 h 600019"/>
                <a:gd name="connsiteX2" fmla="*/ 1492250 w 1667580"/>
                <a:gd name="connsiteY2" fmla="*/ 580969 h 600019"/>
                <a:gd name="connsiteX3" fmla="*/ 0 w 1667580"/>
                <a:gd name="connsiteY3" fmla="*/ 600019 h 600019"/>
                <a:gd name="connsiteX4" fmla="*/ 711200 w 1667580"/>
                <a:gd name="connsiteY4" fmla="*/ 16933 h 6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580" h="600019">
                  <a:moveTo>
                    <a:pt x="711200" y="16933"/>
                  </a:moveTo>
                  <a:cubicBezTo>
                    <a:pt x="984250" y="16933"/>
                    <a:pt x="1244600" y="-21167"/>
                    <a:pt x="1530350" y="16933"/>
                  </a:cubicBezTo>
                  <a:cubicBezTo>
                    <a:pt x="1854200" y="33495"/>
                    <a:pt x="1504950" y="392957"/>
                    <a:pt x="1492250" y="580969"/>
                  </a:cubicBezTo>
                  <a:lnTo>
                    <a:pt x="0" y="600019"/>
                  </a:lnTo>
                  <a:cubicBezTo>
                    <a:pt x="237067" y="405657"/>
                    <a:pt x="512233" y="20795"/>
                    <a:pt x="711200" y="16933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939BC8-8334-4E24-90A4-0276A11AAC08}"/>
                </a:ext>
              </a:extLst>
            </p:cNvPr>
            <p:cNvSpPr/>
            <p:nvPr/>
          </p:nvSpPr>
          <p:spPr>
            <a:xfrm>
              <a:off x="11792742" y="4310441"/>
              <a:ext cx="484172" cy="380700"/>
            </a:xfrm>
            <a:custGeom>
              <a:avLst/>
              <a:gdLst>
                <a:gd name="connsiteX0" fmla="*/ 0 w 343561"/>
                <a:gd name="connsiteY0" fmla="*/ 0 h 106380"/>
                <a:gd name="connsiteX1" fmla="*/ 343561 w 343561"/>
                <a:gd name="connsiteY1" fmla="*/ 0 h 106380"/>
                <a:gd name="connsiteX2" fmla="*/ 343561 w 343561"/>
                <a:gd name="connsiteY2" fmla="*/ 106380 h 106380"/>
                <a:gd name="connsiteX3" fmla="*/ 0 w 343561"/>
                <a:gd name="connsiteY3" fmla="*/ 106380 h 106380"/>
                <a:gd name="connsiteX4" fmla="*/ 0 w 343561"/>
                <a:gd name="connsiteY4" fmla="*/ 0 h 10638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343561 w 465481"/>
                <a:gd name="connsiteY2" fmla="*/ 426420 h 426420"/>
                <a:gd name="connsiteX3" fmla="*/ 0 w 465481"/>
                <a:gd name="connsiteY3" fmla="*/ 426420 h 426420"/>
                <a:gd name="connsiteX4" fmla="*/ 0 w 465481"/>
                <a:gd name="connsiteY4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0 w 465481"/>
                <a:gd name="connsiteY0" fmla="*/ 320040 h 426420"/>
                <a:gd name="connsiteX1" fmla="*/ 465481 w 465481"/>
                <a:gd name="connsiteY1" fmla="*/ 0 h 426420"/>
                <a:gd name="connsiteX2" fmla="*/ 0 w 465481"/>
                <a:gd name="connsiteY2" fmla="*/ 426420 h 426420"/>
                <a:gd name="connsiteX3" fmla="*/ 0 w 465481"/>
                <a:gd name="connsiteY3" fmla="*/ 320040 h 426420"/>
                <a:gd name="connsiteX0" fmla="*/ 49061 w 514542"/>
                <a:gd name="connsiteY0" fmla="*/ 320040 h 426420"/>
                <a:gd name="connsiteX1" fmla="*/ 514542 w 514542"/>
                <a:gd name="connsiteY1" fmla="*/ 0 h 426420"/>
                <a:gd name="connsiteX2" fmla="*/ 49061 w 514542"/>
                <a:gd name="connsiteY2" fmla="*/ 426420 h 426420"/>
                <a:gd name="connsiteX3" fmla="*/ 49061 w 514542"/>
                <a:gd name="connsiteY3" fmla="*/ 320040 h 426420"/>
                <a:gd name="connsiteX0" fmla="*/ 47690 w 520791"/>
                <a:gd name="connsiteY0" fmla="*/ 289560 h 395940"/>
                <a:gd name="connsiteX1" fmla="*/ 520791 w 520791"/>
                <a:gd name="connsiteY1" fmla="*/ 0 h 395940"/>
                <a:gd name="connsiteX2" fmla="*/ 47690 w 520791"/>
                <a:gd name="connsiteY2" fmla="*/ 395940 h 395940"/>
                <a:gd name="connsiteX3" fmla="*/ 47690 w 520791"/>
                <a:gd name="connsiteY3" fmla="*/ 289560 h 395940"/>
                <a:gd name="connsiteX0" fmla="*/ 56791 w 484172"/>
                <a:gd name="connsiteY0" fmla="*/ 274320 h 380700"/>
                <a:gd name="connsiteX1" fmla="*/ 484172 w 484172"/>
                <a:gd name="connsiteY1" fmla="*/ 0 h 380700"/>
                <a:gd name="connsiteX2" fmla="*/ 56791 w 484172"/>
                <a:gd name="connsiteY2" fmla="*/ 380700 h 380700"/>
                <a:gd name="connsiteX3" fmla="*/ 56791 w 484172"/>
                <a:gd name="connsiteY3" fmla="*/ 274320 h 38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4172" h="380700">
                  <a:moveTo>
                    <a:pt x="56791" y="274320"/>
                  </a:moveTo>
                  <a:cubicBezTo>
                    <a:pt x="-54749" y="327660"/>
                    <a:pt x="-44368" y="213360"/>
                    <a:pt x="484172" y="0"/>
                  </a:cubicBezTo>
                  <a:lnTo>
                    <a:pt x="56791" y="380700"/>
                  </a:lnTo>
                  <a:lnTo>
                    <a:pt x="56791" y="27432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EF8D2A9-D8A4-431A-874B-7505A2E98B1E}"/>
                </a:ext>
              </a:extLst>
            </p:cNvPr>
            <p:cNvSpPr/>
            <p:nvPr/>
          </p:nvSpPr>
          <p:spPr>
            <a:xfrm>
              <a:off x="11815517" y="5827509"/>
              <a:ext cx="80312" cy="81807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890DC-75D9-4113-9D1D-11620BBE8473}"/>
                </a:ext>
              </a:extLst>
            </p:cNvPr>
            <p:cNvSpPr/>
            <p:nvPr/>
          </p:nvSpPr>
          <p:spPr>
            <a:xfrm>
              <a:off x="11859697" y="6537878"/>
              <a:ext cx="1410654" cy="170947"/>
            </a:xfrm>
            <a:prstGeom prst="rect">
              <a:avLst/>
            </a:pr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686F54-77C1-4126-AB0F-AD9D9FB4E90C}"/>
                </a:ext>
              </a:extLst>
            </p:cNvPr>
            <p:cNvSpPr/>
            <p:nvPr/>
          </p:nvSpPr>
          <p:spPr>
            <a:xfrm>
              <a:off x="13164903" y="6679914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40225096-3C00-46CE-8993-763D6F1B5F1B}"/>
                </a:ext>
              </a:extLst>
            </p:cNvPr>
            <p:cNvSpPr/>
            <p:nvPr/>
          </p:nvSpPr>
          <p:spPr>
            <a:xfrm rot="306563">
              <a:off x="11738755" y="6638186"/>
              <a:ext cx="98321" cy="1323834"/>
            </a:xfrm>
            <a:custGeom>
              <a:avLst/>
              <a:gdLst>
                <a:gd name="connsiteX0" fmla="*/ 0 w 81750"/>
                <a:gd name="connsiteY0" fmla="*/ 0 h 285609"/>
                <a:gd name="connsiteX1" fmla="*/ 81750 w 81750"/>
                <a:gd name="connsiteY1" fmla="*/ 0 h 285609"/>
                <a:gd name="connsiteX2" fmla="*/ 81750 w 81750"/>
                <a:gd name="connsiteY2" fmla="*/ 285609 h 285609"/>
                <a:gd name="connsiteX3" fmla="*/ 0 w 81750"/>
                <a:gd name="connsiteY3" fmla="*/ 285609 h 285609"/>
                <a:gd name="connsiteX4" fmla="*/ 0 w 81750"/>
                <a:gd name="connsiteY4" fmla="*/ 0 h 285609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285609 h 1323834"/>
                <a:gd name="connsiteX4" fmla="*/ 0 w 81750"/>
                <a:gd name="connsiteY4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0 w 81750"/>
                <a:gd name="connsiteY0" fmla="*/ 0 h 1323834"/>
                <a:gd name="connsiteX1" fmla="*/ 81750 w 81750"/>
                <a:gd name="connsiteY1" fmla="*/ 0 h 1323834"/>
                <a:gd name="connsiteX2" fmla="*/ 34125 w 81750"/>
                <a:gd name="connsiteY2" fmla="*/ 1323834 h 1323834"/>
                <a:gd name="connsiteX3" fmla="*/ 0 w 81750"/>
                <a:gd name="connsiteY3" fmla="*/ 0 h 1323834"/>
                <a:gd name="connsiteX0" fmla="*/ 805 w 82555"/>
                <a:gd name="connsiteY0" fmla="*/ 0 h 1323834"/>
                <a:gd name="connsiteX1" fmla="*/ 82555 w 82555"/>
                <a:gd name="connsiteY1" fmla="*/ 0 h 1323834"/>
                <a:gd name="connsiteX2" fmla="*/ 34930 w 82555"/>
                <a:gd name="connsiteY2" fmla="*/ 1323834 h 1323834"/>
                <a:gd name="connsiteX3" fmla="*/ 805 w 82555"/>
                <a:gd name="connsiteY3" fmla="*/ 0 h 1323834"/>
                <a:gd name="connsiteX0" fmla="*/ 16571 w 98321"/>
                <a:gd name="connsiteY0" fmla="*/ 0 h 1323834"/>
                <a:gd name="connsiteX1" fmla="*/ 98321 w 98321"/>
                <a:gd name="connsiteY1" fmla="*/ 0 h 1323834"/>
                <a:gd name="connsiteX2" fmla="*/ 50696 w 98321"/>
                <a:gd name="connsiteY2" fmla="*/ 1323834 h 1323834"/>
                <a:gd name="connsiteX3" fmla="*/ 16571 w 98321"/>
                <a:gd name="connsiteY3" fmla="*/ 0 h 13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321" h="1323834">
                  <a:moveTo>
                    <a:pt x="16571" y="0"/>
                  </a:moveTo>
                  <a:lnTo>
                    <a:pt x="98321" y="0"/>
                  </a:lnTo>
                  <a:cubicBezTo>
                    <a:pt x="82446" y="441278"/>
                    <a:pt x="114196" y="901606"/>
                    <a:pt x="50696" y="1323834"/>
                  </a:cubicBezTo>
                  <a:cubicBezTo>
                    <a:pt x="-46404" y="892081"/>
                    <a:pt x="27946" y="441278"/>
                    <a:pt x="16571" y="0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A329DC-AA14-4B70-A974-6C9C07ACAB14}"/>
                </a:ext>
              </a:extLst>
            </p:cNvPr>
            <p:cNvSpPr/>
            <p:nvPr/>
          </p:nvSpPr>
          <p:spPr>
            <a:xfrm>
              <a:off x="11908767" y="4311773"/>
              <a:ext cx="509689" cy="1589720"/>
            </a:xfrm>
            <a:custGeom>
              <a:avLst/>
              <a:gdLst>
                <a:gd name="connsiteX0" fmla="*/ 0 w 368300"/>
                <a:gd name="connsiteY0" fmla="*/ 0 h 1297620"/>
                <a:gd name="connsiteX1" fmla="*/ 368300 w 368300"/>
                <a:gd name="connsiteY1" fmla="*/ 0 h 1297620"/>
                <a:gd name="connsiteX2" fmla="*/ 368300 w 368300"/>
                <a:gd name="connsiteY2" fmla="*/ 1297620 h 1297620"/>
                <a:gd name="connsiteX3" fmla="*/ 0 w 368300"/>
                <a:gd name="connsiteY3" fmla="*/ 1297620 h 1297620"/>
                <a:gd name="connsiteX4" fmla="*/ 0 w 368300"/>
                <a:gd name="connsiteY4" fmla="*/ 0 h 1297620"/>
                <a:gd name="connsiteX0" fmla="*/ 0 w 431800"/>
                <a:gd name="connsiteY0" fmla="*/ 241300 h 1538920"/>
                <a:gd name="connsiteX1" fmla="*/ 431800 w 431800"/>
                <a:gd name="connsiteY1" fmla="*/ 0 h 1538920"/>
                <a:gd name="connsiteX2" fmla="*/ 368300 w 431800"/>
                <a:gd name="connsiteY2" fmla="*/ 1538920 h 1538920"/>
                <a:gd name="connsiteX3" fmla="*/ 0 w 431800"/>
                <a:gd name="connsiteY3" fmla="*/ 1538920 h 1538920"/>
                <a:gd name="connsiteX4" fmla="*/ 0 w 431800"/>
                <a:gd name="connsiteY4" fmla="*/ 241300 h 1538920"/>
                <a:gd name="connsiteX0" fmla="*/ 0 w 469900"/>
                <a:gd name="connsiteY0" fmla="*/ 241300 h 1538920"/>
                <a:gd name="connsiteX1" fmla="*/ 469900 w 469900"/>
                <a:gd name="connsiteY1" fmla="*/ 0 h 1538920"/>
                <a:gd name="connsiteX2" fmla="*/ 406400 w 469900"/>
                <a:gd name="connsiteY2" fmla="*/ 1538920 h 1538920"/>
                <a:gd name="connsiteX3" fmla="*/ 38100 w 469900"/>
                <a:gd name="connsiteY3" fmla="*/ 1538920 h 1538920"/>
                <a:gd name="connsiteX4" fmla="*/ 0 w 469900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406400 w 509689"/>
                <a:gd name="connsiteY3" fmla="*/ 1538920 h 1538920"/>
                <a:gd name="connsiteX4" fmla="*/ 38100 w 509689"/>
                <a:gd name="connsiteY4" fmla="*/ 1538920 h 1538920"/>
                <a:gd name="connsiteX5" fmla="*/ 0 w 509689"/>
                <a:gd name="connsiteY5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535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38920"/>
                <a:gd name="connsiteX1" fmla="*/ 469900 w 509689"/>
                <a:gd name="connsiteY1" fmla="*/ 0 h 1538920"/>
                <a:gd name="connsiteX2" fmla="*/ 508000 w 509689"/>
                <a:gd name="connsiteY2" fmla="*/ 1078989 h 1538920"/>
                <a:gd name="connsiteX3" fmla="*/ 38100 w 509689"/>
                <a:gd name="connsiteY3" fmla="*/ 1538920 h 1538920"/>
                <a:gd name="connsiteX4" fmla="*/ 0 w 509689"/>
                <a:gd name="connsiteY4" fmla="*/ 241300 h 15389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  <a:gd name="connsiteX0" fmla="*/ 0 w 509689"/>
                <a:gd name="connsiteY0" fmla="*/ 241300 h 1589720"/>
                <a:gd name="connsiteX1" fmla="*/ 469900 w 509689"/>
                <a:gd name="connsiteY1" fmla="*/ 0 h 1589720"/>
                <a:gd name="connsiteX2" fmla="*/ 508000 w 509689"/>
                <a:gd name="connsiteY2" fmla="*/ 1078989 h 1589720"/>
                <a:gd name="connsiteX3" fmla="*/ 38100 w 509689"/>
                <a:gd name="connsiteY3" fmla="*/ 1589720 h 1589720"/>
                <a:gd name="connsiteX4" fmla="*/ 0 w 509689"/>
                <a:gd name="connsiteY4" fmla="*/ 241300 h 158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89" h="1589720">
                  <a:moveTo>
                    <a:pt x="0" y="241300"/>
                  </a:moveTo>
                  <a:cubicBezTo>
                    <a:pt x="143933" y="110067"/>
                    <a:pt x="71967" y="29633"/>
                    <a:pt x="469900" y="0"/>
                  </a:cubicBezTo>
                  <a:cubicBezTo>
                    <a:pt x="457200" y="465496"/>
                    <a:pt x="520700" y="613493"/>
                    <a:pt x="508000" y="1078989"/>
                  </a:cubicBezTo>
                  <a:cubicBezTo>
                    <a:pt x="351367" y="1363533"/>
                    <a:pt x="270933" y="1457576"/>
                    <a:pt x="38100" y="1589720"/>
                  </a:cubicBezTo>
                  <a:lnTo>
                    <a:pt x="0" y="241300"/>
                  </a:ln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B57CCE-F19F-4B4E-823E-1787478AF03A}"/>
                </a:ext>
              </a:extLst>
            </p:cNvPr>
            <p:cNvSpPr/>
            <p:nvPr/>
          </p:nvSpPr>
          <p:spPr>
            <a:xfrm>
              <a:off x="11738670" y="4488417"/>
              <a:ext cx="203196" cy="1409217"/>
            </a:xfrm>
            <a:custGeom>
              <a:avLst/>
              <a:gdLst>
                <a:gd name="connsiteX0" fmla="*/ 0 w 114277"/>
                <a:gd name="connsiteY0" fmla="*/ 0 h 1361392"/>
                <a:gd name="connsiteX1" fmla="*/ 114277 w 114277"/>
                <a:gd name="connsiteY1" fmla="*/ 0 h 1361392"/>
                <a:gd name="connsiteX2" fmla="*/ 114277 w 114277"/>
                <a:gd name="connsiteY2" fmla="*/ 1361392 h 1361392"/>
                <a:gd name="connsiteX3" fmla="*/ 0 w 114277"/>
                <a:gd name="connsiteY3" fmla="*/ 1361392 h 1361392"/>
                <a:gd name="connsiteX4" fmla="*/ 0 w 114277"/>
                <a:gd name="connsiteY4" fmla="*/ 0 h 1361392"/>
                <a:gd name="connsiteX0" fmla="*/ 0 w 144757"/>
                <a:gd name="connsiteY0" fmla="*/ 0 h 1361392"/>
                <a:gd name="connsiteX1" fmla="*/ 114277 w 144757"/>
                <a:gd name="connsiteY1" fmla="*/ 0 h 1361392"/>
                <a:gd name="connsiteX2" fmla="*/ 144757 w 144757"/>
                <a:gd name="connsiteY2" fmla="*/ 1330912 h 1361392"/>
                <a:gd name="connsiteX3" fmla="*/ 0 w 144757"/>
                <a:gd name="connsiteY3" fmla="*/ 1361392 h 1361392"/>
                <a:gd name="connsiteX4" fmla="*/ 0 w 144757"/>
                <a:gd name="connsiteY4" fmla="*/ 0 h 1361392"/>
                <a:gd name="connsiteX0" fmla="*/ 0 w 144757"/>
                <a:gd name="connsiteY0" fmla="*/ 0 h 1330912"/>
                <a:gd name="connsiteX1" fmla="*/ 114277 w 144757"/>
                <a:gd name="connsiteY1" fmla="*/ 0 h 1330912"/>
                <a:gd name="connsiteX2" fmla="*/ 144757 w 144757"/>
                <a:gd name="connsiteY2" fmla="*/ 1330912 h 1330912"/>
                <a:gd name="connsiteX3" fmla="*/ 0 w 144757"/>
                <a:gd name="connsiteY3" fmla="*/ 1328470 h 1330912"/>
                <a:gd name="connsiteX4" fmla="*/ 0 w 144757"/>
                <a:gd name="connsiteY4" fmla="*/ 0 h 1330912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144757"/>
                <a:gd name="connsiteY0" fmla="*/ 0 h 1462599"/>
                <a:gd name="connsiteX1" fmla="*/ 114277 w 144757"/>
                <a:gd name="connsiteY1" fmla="*/ 131687 h 1462599"/>
                <a:gd name="connsiteX2" fmla="*/ 144757 w 144757"/>
                <a:gd name="connsiteY2" fmla="*/ 1462599 h 1462599"/>
                <a:gd name="connsiteX3" fmla="*/ 0 w 144757"/>
                <a:gd name="connsiteY3" fmla="*/ 1460157 h 1462599"/>
                <a:gd name="connsiteX4" fmla="*/ 0 w 144757"/>
                <a:gd name="connsiteY4" fmla="*/ 0 h 1462599"/>
                <a:gd name="connsiteX0" fmla="*/ 0 w 211689"/>
                <a:gd name="connsiteY0" fmla="*/ 3637 h 1433314"/>
                <a:gd name="connsiteX1" fmla="*/ 181209 w 211689"/>
                <a:gd name="connsiteY1" fmla="*/ 102402 h 1433314"/>
                <a:gd name="connsiteX2" fmla="*/ 211689 w 211689"/>
                <a:gd name="connsiteY2" fmla="*/ 1433314 h 1433314"/>
                <a:gd name="connsiteX3" fmla="*/ 66932 w 211689"/>
                <a:gd name="connsiteY3" fmla="*/ 1430872 h 1433314"/>
                <a:gd name="connsiteX4" fmla="*/ 0 w 211689"/>
                <a:gd name="connsiteY4" fmla="*/ 3637 h 1433314"/>
                <a:gd name="connsiteX0" fmla="*/ 0 w 211689"/>
                <a:gd name="connsiteY0" fmla="*/ 72775 h 1403687"/>
                <a:gd name="connsiteX1" fmla="*/ 181209 w 211689"/>
                <a:gd name="connsiteY1" fmla="*/ 72775 h 1403687"/>
                <a:gd name="connsiteX2" fmla="*/ 211689 w 211689"/>
                <a:gd name="connsiteY2" fmla="*/ 1403687 h 1403687"/>
                <a:gd name="connsiteX3" fmla="*/ 66932 w 211689"/>
                <a:gd name="connsiteY3" fmla="*/ 1401245 h 1403687"/>
                <a:gd name="connsiteX4" fmla="*/ 0 w 211689"/>
                <a:gd name="connsiteY4" fmla="*/ 72775 h 1403687"/>
                <a:gd name="connsiteX0" fmla="*/ 0 w 211689"/>
                <a:gd name="connsiteY0" fmla="*/ 0 h 1330912"/>
                <a:gd name="connsiteX1" fmla="*/ 211689 w 211689"/>
                <a:gd name="connsiteY1" fmla="*/ 1330912 h 1330912"/>
                <a:gd name="connsiteX2" fmla="*/ 66932 w 211689"/>
                <a:gd name="connsiteY2" fmla="*/ 1328470 h 1330912"/>
                <a:gd name="connsiteX3" fmla="*/ 0 w 211689"/>
                <a:gd name="connsiteY3" fmla="*/ 0 h 1330912"/>
                <a:gd name="connsiteX0" fmla="*/ 76494 w 144757"/>
                <a:gd name="connsiteY0" fmla="*/ 0 h 1454369"/>
                <a:gd name="connsiteX1" fmla="*/ 144757 w 144757"/>
                <a:gd name="connsiteY1" fmla="*/ 1454369 h 1454369"/>
                <a:gd name="connsiteX2" fmla="*/ 0 w 144757"/>
                <a:gd name="connsiteY2" fmla="*/ 1451927 h 1454369"/>
                <a:gd name="connsiteX3" fmla="*/ 76494 w 144757"/>
                <a:gd name="connsiteY3" fmla="*/ 0 h 1454369"/>
                <a:gd name="connsiteX0" fmla="*/ 154771 w 223034"/>
                <a:gd name="connsiteY0" fmla="*/ 1845 h 1456214"/>
                <a:gd name="connsiteX1" fmla="*/ 223034 w 223034"/>
                <a:gd name="connsiteY1" fmla="*/ 1456214 h 1456214"/>
                <a:gd name="connsiteX2" fmla="*/ 78277 w 223034"/>
                <a:gd name="connsiteY2" fmla="*/ 1453772 h 1456214"/>
                <a:gd name="connsiteX3" fmla="*/ 154771 w 223034"/>
                <a:gd name="connsiteY3" fmla="*/ 1845 h 1456214"/>
                <a:gd name="connsiteX0" fmla="*/ 186711 w 254974"/>
                <a:gd name="connsiteY0" fmla="*/ 1428 h 1455797"/>
                <a:gd name="connsiteX1" fmla="*/ 254974 w 254974"/>
                <a:gd name="connsiteY1" fmla="*/ 1455797 h 1455797"/>
                <a:gd name="connsiteX2" fmla="*/ 110217 w 254974"/>
                <a:gd name="connsiteY2" fmla="*/ 1453355 h 1455797"/>
                <a:gd name="connsiteX3" fmla="*/ 186711 w 254974"/>
                <a:gd name="connsiteY3" fmla="*/ 1428 h 145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974" h="1455797">
                  <a:moveTo>
                    <a:pt x="186711" y="1428"/>
                  </a:moveTo>
                  <a:cubicBezTo>
                    <a:pt x="210837" y="1835"/>
                    <a:pt x="243819" y="1234385"/>
                    <a:pt x="254974" y="1455797"/>
                  </a:cubicBezTo>
                  <a:lnTo>
                    <a:pt x="110217" y="1453355"/>
                  </a:lnTo>
                  <a:cubicBezTo>
                    <a:pt x="30536" y="1282137"/>
                    <a:pt x="-125638" y="-49575"/>
                    <a:pt x="186711" y="1428"/>
                  </a:cubicBezTo>
                  <a:close/>
                </a:path>
              </a:pathLst>
            </a:custGeom>
            <a:solidFill>
              <a:srgbClr val="FAF0D6"/>
            </a:solidFill>
            <a:ln>
              <a:solidFill>
                <a:srgbClr val="FAF0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5004D4E-51B7-4C07-873D-17D469211D08}"/>
                </a:ext>
              </a:extLst>
            </p:cNvPr>
            <p:cNvSpPr/>
            <p:nvPr/>
          </p:nvSpPr>
          <p:spPr>
            <a:xfrm>
              <a:off x="13268794" y="6027186"/>
              <a:ext cx="254954" cy="694822"/>
            </a:xfrm>
            <a:custGeom>
              <a:avLst/>
              <a:gdLst>
                <a:gd name="connsiteX0" fmla="*/ 0 w 1410654"/>
                <a:gd name="connsiteY0" fmla="*/ 0 h 170947"/>
                <a:gd name="connsiteX1" fmla="*/ 1410654 w 1410654"/>
                <a:gd name="connsiteY1" fmla="*/ 0 h 170947"/>
                <a:gd name="connsiteX2" fmla="*/ 1410654 w 1410654"/>
                <a:gd name="connsiteY2" fmla="*/ 170947 h 170947"/>
                <a:gd name="connsiteX3" fmla="*/ 0 w 1410654"/>
                <a:gd name="connsiteY3" fmla="*/ 170947 h 170947"/>
                <a:gd name="connsiteX4" fmla="*/ 0 w 1410654"/>
                <a:gd name="connsiteY4" fmla="*/ 0 h 170947"/>
                <a:gd name="connsiteX0" fmla="*/ 0 w 1448754"/>
                <a:gd name="connsiteY0" fmla="*/ 419100 h 590047"/>
                <a:gd name="connsiteX1" fmla="*/ 1448754 w 1448754"/>
                <a:gd name="connsiteY1" fmla="*/ 0 h 590047"/>
                <a:gd name="connsiteX2" fmla="*/ 1410654 w 1448754"/>
                <a:gd name="connsiteY2" fmla="*/ 590047 h 590047"/>
                <a:gd name="connsiteX3" fmla="*/ 0 w 1448754"/>
                <a:gd name="connsiteY3" fmla="*/ 590047 h 590047"/>
                <a:gd name="connsiteX4" fmla="*/ 0 w 1448754"/>
                <a:gd name="connsiteY4" fmla="*/ 419100 h 590047"/>
                <a:gd name="connsiteX0" fmla="*/ 0 w 1467804"/>
                <a:gd name="connsiteY0" fmla="*/ 419100 h 590047"/>
                <a:gd name="connsiteX1" fmla="*/ 1448754 w 1467804"/>
                <a:gd name="connsiteY1" fmla="*/ 0 h 590047"/>
                <a:gd name="connsiteX2" fmla="*/ 1467804 w 1467804"/>
                <a:gd name="connsiteY2" fmla="*/ 196347 h 590047"/>
                <a:gd name="connsiteX3" fmla="*/ 0 w 1467804"/>
                <a:gd name="connsiteY3" fmla="*/ 590047 h 590047"/>
                <a:gd name="connsiteX4" fmla="*/ 0 w 1467804"/>
                <a:gd name="connsiteY4" fmla="*/ 419100 h 590047"/>
                <a:gd name="connsiteX0" fmla="*/ 0 w 1467804"/>
                <a:gd name="connsiteY0" fmla="*/ 419100 h 596397"/>
                <a:gd name="connsiteX1" fmla="*/ 1448754 w 1467804"/>
                <a:gd name="connsiteY1" fmla="*/ 0 h 596397"/>
                <a:gd name="connsiteX2" fmla="*/ 1467804 w 1467804"/>
                <a:gd name="connsiteY2" fmla="*/ 196347 h 596397"/>
                <a:gd name="connsiteX3" fmla="*/ 1193800 w 1467804"/>
                <a:gd name="connsiteY3" fmla="*/ 596397 h 596397"/>
                <a:gd name="connsiteX4" fmla="*/ 0 w 1467804"/>
                <a:gd name="connsiteY4" fmla="*/ 419100 h 596397"/>
                <a:gd name="connsiteX0" fmla="*/ 0 w 337504"/>
                <a:gd name="connsiteY0" fmla="*/ 450850 h 596397"/>
                <a:gd name="connsiteX1" fmla="*/ 318454 w 337504"/>
                <a:gd name="connsiteY1" fmla="*/ 0 h 596397"/>
                <a:gd name="connsiteX2" fmla="*/ 337504 w 337504"/>
                <a:gd name="connsiteY2" fmla="*/ 196347 h 596397"/>
                <a:gd name="connsiteX3" fmla="*/ 63500 w 337504"/>
                <a:gd name="connsiteY3" fmla="*/ 596397 h 596397"/>
                <a:gd name="connsiteX4" fmla="*/ 0 w 337504"/>
                <a:gd name="connsiteY4" fmla="*/ 450850 h 596397"/>
                <a:gd name="connsiteX0" fmla="*/ 0 w 343854"/>
                <a:gd name="connsiteY0" fmla="*/ 419100 h 596397"/>
                <a:gd name="connsiteX1" fmla="*/ 324804 w 343854"/>
                <a:gd name="connsiteY1" fmla="*/ 0 h 596397"/>
                <a:gd name="connsiteX2" fmla="*/ 343854 w 343854"/>
                <a:gd name="connsiteY2" fmla="*/ 196347 h 596397"/>
                <a:gd name="connsiteX3" fmla="*/ 69850 w 343854"/>
                <a:gd name="connsiteY3" fmla="*/ 596397 h 596397"/>
                <a:gd name="connsiteX4" fmla="*/ 0 w 343854"/>
                <a:gd name="connsiteY4" fmla="*/ 419100 h 596397"/>
                <a:gd name="connsiteX0" fmla="*/ 0 w 343854"/>
                <a:gd name="connsiteY0" fmla="*/ 419100 h 577347"/>
                <a:gd name="connsiteX1" fmla="*/ 324804 w 343854"/>
                <a:gd name="connsiteY1" fmla="*/ 0 h 577347"/>
                <a:gd name="connsiteX2" fmla="*/ 343854 w 343854"/>
                <a:gd name="connsiteY2" fmla="*/ 196347 h 577347"/>
                <a:gd name="connsiteX3" fmla="*/ 19050 w 343854"/>
                <a:gd name="connsiteY3" fmla="*/ 577347 h 577347"/>
                <a:gd name="connsiteX4" fmla="*/ 0 w 343854"/>
                <a:gd name="connsiteY4" fmla="*/ 419100 h 577347"/>
                <a:gd name="connsiteX0" fmla="*/ 0 w 343854"/>
                <a:gd name="connsiteY0" fmla="*/ 419100 h 583697"/>
                <a:gd name="connsiteX1" fmla="*/ 324804 w 343854"/>
                <a:gd name="connsiteY1" fmla="*/ 0 h 583697"/>
                <a:gd name="connsiteX2" fmla="*/ 343854 w 343854"/>
                <a:gd name="connsiteY2" fmla="*/ 196347 h 583697"/>
                <a:gd name="connsiteX3" fmla="*/ 38100 w 343854"/>
                <a:gd name="connsiteY3" fmla="*/ 583697 h 583697"/>
                <a:gd name="connsiteX4" fmla="*/ 0 w 34385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9940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324804"/>
                <a:gd name="connsiteY0" fmla="*/ 419100 h 583697"/>
                <a:gd name="connsiteX1" fmla="*/ 324804 w 324804"/>
                <a:gd name="connsiteY1" fmla="*/ 0 h 583697"/>
                <a:gd name="connsiteX2" fmla="*/ 280354 w 324804"/>
                <a:gd name="connsiteY2" fmla="*/ 196347 h 583697"/>
                <a:gd name="connsiteX3" fmla="*/ 38100 w 324804"/>
                <a:gd name="connsiteY3" fmla="*/ 583697 h 583697"/>
                <a:gd name="connsiteX4" fmla="*/ 0 w 324804"/>
                <a:gd name="connsiteY4" fmla="*/ 419100 h 583697"/>
                <a:gd name="connsiteX0" fmla="*/ 0 w 299404"/>
                <a:gd name="connsiteY0" fmla="*/ 409575 h 574172"/>
                <a:gd name="connsiteX1" fmla="*/ 299404 w 299404"/>
                <a:gd name="connsiteY1" fmla="*/ 0 h 574172"/>
                <a:gd name="connsiteX2" fmla="*/ 280354 w 299404"/>
                <a:gd name="connsiteY2" fmla="*/ 186822 h 574172"/>
                <a:gd name="connsiteX3" fmla="*/ 38100 w 299404"/>
                <a:gd name="connsiteY3" fmla="*/ 574172 h 574172"/>
                <a:gd name="connsiteX4" fmla="*/ 0 w 299404"/>
                <a:gd name="connsiteY4" fmla="*/ 409575 h 574172"/>
                <a:gd name="connsiteX0" fmla="*/ 0 w 299404"/>
                <a:gd name="connsiteY0" fmla="*/ 409575 h 593222"/>
                <a:gd name="connsiteX1" fmla="*/ 299404 w 299404"/>
                <a:gd name="connsiteY1" fmla="*/ 0 h 593222"/>
                <a:gd name="connsiteX2" fmla="*/ 280354 w 299404"/>
                <a:gd name="connsiteY2" fmla="*/ 186822 h 593222"/>
                <a:gd name="connsiteX3" fmla="*/ 63500 w 299404"/>
                <a:gd name="connsiteY3" fmla="*/ 593222 h 593222"/>
                <a:gd name="connsiteX4" fmla="*/ 0 w 299404"/>
                <a:gd name="connsiteY4" fmla="*/ 409575 h 593222"/>
                <a:gd name="connsiteX0" fmla="*/ 0 w 280354"/>
                <a:gd name="connsiteY0" fmla="*/ 403225 h 593222"/>
                <a:gd name="connsiteX1" fmla="*/ 280354 w 280354"/>
                <a:gd name="connsiteY1" fmla="*/ 0 h 593222"/>
                <a:gd name="connsiteX2" fmla="*/ 261304 w 280354"/>
                <a:gd name="connsiteY2" fmla="*/ 186822 h 593222"/>
                <a:gd name="connsiteX3" fmla="*/ 44450 w 280354"/>
                <a:gd name="connsiteY3" fmla="*/ 593222 h 593222"/>
                <a:gd name="connsiteX4" fmla="*/ 0 w 280354"/>
                <a:gd name="connsiteY4" fmla="*/ 403225 h 59322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1868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61304 w 280354"/>
                <a:gd name="connsiteY2" fmla="*/ 234447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80354"/>
                <a:gd name="connsiteY0" fmla="*/ 403225 h 586872"/>
                <a:gd name="connsiteX1" fmla="*/ 280354 w 280354"/>
                <a:gd name="connsiteY1" fmla="*/ 0 h 586872"/>
                <a:gd name="connsiteX2" fmla="*/ 242254 w 280354"/>
                <a:gd name="connsiteY2" fmla="*/ 250322 h 586872"/>
                <a:gd name="connsiteX3" fmla="*/ 44450 w 280354"/>
                <a:gd name="connsiteY3" fmla="*/ 586872 h 586872"/>
                <a:gd name="connsiteX4" fmla="*/ 0 w 280354"/>
                <a:gd name="connsiteY4" fmla="*/ 403225 h 586872"/>
                <a:gd name="connsiteX0" fmla="*/ 0 w 264479"/>
                <a:gd name="connsiteY0" fmla="*/ 549275 h 732922"/>
                <a:gd name="connsiteX1" fmla="*/ 264479 w 264479"/>
                <a:gd name="connsiteY1" fmla="*/ 0 h 732922"/>
                <a:gd name="connsiteX2" fmla="*/ 242254 w 264479"/>
                <a:gd name="connsiteY2" fmla="*/ 396372 h 732922"/>
                <a:gd name="connsiteX3" fmla="*/ 44450 w 264479"/>
                <a:gd name="connsiteY3" fmla="*/ 732922 h 732922"/>
                <a:gd name="connsiteX4" fmla="*/ 0 w 264479"/>
                <a:gd name="connsiteY4" fmla="*/ 549275 h 732922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51779 w 274004"/>
                <a:gd name="connsiteY2" fmla="*/ 39637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20029 w 274004"/>
                <a:gd name="connsiteY2" fmla="*/ 297947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74004"/>
                <a:gd name="connsiteY0" fmla="*/ 549275 h 729747"/>
                <a:gd name="connsiteX1" fmla="*/ 274004 w 274004"/>
                <a:gd name="connsiteY1" fmla="*/ 0 h 729747"/>
                <a:gd name="connsiteX2" fmla="*/ 213679 w 274004"/>
                <a:gd name="connsiteY2" fmla="*/ 275722 h 729747"/>
                <a:gd name="connsiteX3" fmla="*/ 0 w 274004"/>
                <a:gd name="connsiteY3" fmla="*/ 729747 h 729747"/>
                <a:gd name="connsiteX4" fmla="*/ 9525 w 27400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13679 w 267654"/>
                <a:gd name="connsiteY2" fmla="*/ 275722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7654"/>
                <a:gd name="connsiteY0" fmla="*/ 549275 h 729747"/>
                <a:gd name="connsiteX1" fmla="*/ 267654 w 267654"/>
                <a:gd name="connsiteY1" fmla="*/ 0 h 729747"/>
                <a:gd name="connsiteX2" fmla="*/ 232729 w 267654"/>
                <a:gd name="connsiteY2" fmla="*/ 253497 h 729747"/>
                <a:gd name="connsiteX3" fmla="*/ 0 w 267654"/>
                <a:gd name="connsiteY3" fmla="*/ 729747 h 729747"/>
                <a:gd name="connsiteX4" fmla="*/ 9525 w 267654"/>
                <a:gd name="connsiteY4" fmla="*/ 549275 h 729747"/>
                <a:gd name="connsiteX0" fmla="*/ 9525 w 264479"/>
                <a:gd name="connsiteY0" fmla="*/ 533400 h 713872"/>
                <a:gd name="connsiteX1" fmla="*/ 264479 w 264479"/>
                <a:gd name="connsiteY1" fmla="*/ 0 h 713872"/>
                <a:gd name="connsiteX2" fmla="*/ 232729 w 264479"/>
                <a:gd name="connsiteY2" fmla="*/ 237622 h 713872"/>
                <a:gd name="connsiteX3" fmla="*/ 0 w 264479"/>
                <a:gd name="connsiteY3" fmla="*/ 713872 h 713872"/>
                <a:gd name="connsiteX4" fmla="*/ 9525 w 264479"/>
                <a:gd name="connsiteY4" fmla="*/ 533400 h 71387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185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32729 w 254954"/>
                <a:gd name="connsiteY2" fmla="*/ 20269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2254 w 254954"/>
                <a:gd name="connsiteY2" fmla="*/ 155072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  <a:gd name="connsiteX0" fmla="*/ 9525 w 254954"/>
                <a:gd name="connsiteY0" fmla="*/ 514350 h 694822"/>
                <a:gd name="connsiteX1" fmla="*/ 254954 w 254954"/>
                <a:gd name="connsiteY1" fmla="*/ 0 h 694822"/>
                <a:gd name="connsiteX2" fmla="*/ 245429 w 254954"/>
                <a:gd name="connsiteY2" fmla="*/ 120147 h 694822"/>
                <a:gd name="connsiteX3" fmla="*/ 0 w 254954"/>
                <a:gd name="connsiteY3" fmla="*/ 694822 h 694822"/>
                <a:gd name="connsiteX4" fmla="*/ 9525 w 254954"/>
                <a:gd name="connsiteY4" fmla="*/ 514350 h 69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954" h="694822">
                  <a:moveTo>
                    <a:pt x="9525" y="514350"/>
                  </a:moveTo>
                  <a:lnTo>
                    <a:pt x="254954" y="0"/>
                  </a:lnTo>
                  <a:lnTo>
                    <a:pt x="245429" y="120147"/>
                  </a:lnTo>
                  <a:lnTo>
                    <a:pt x="0" y="694822"/>
                  </a:lnTo>
                  <a:lnTo>
                    <a:pt x="9525" y="514350"/>
                  </a:ln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84B684-F593-4050-93A6-0CC37D3FE608}"/>
              </a:ext>
            </a:extLst>
          </p:cNvPr>
          <p:cNvGrpSpPr/>
          <p:nvPr/>
        </p:nvGrpSpPr>
        <p:grpSpPr>
          <a:xfrm>
            <a:off x="9477" y="6713321"/>
            <a:ext cx="2401948" cy="3120367"/>
            <a:chOff x="6785" y="6327461"/>
            <a:chExt cx="2661978" cy="3458172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CFDAFE-8CC4-4C67-B8B9-0F199780A7AC}"/>
                </a:ext>
              </a:extLst>
            </p:cNvPr>
            <p:cNvGrpSpPr/>
            <p:nvPr/>
          </p:nvGrpSpPr>
          <p:grpSpPr>
            <a:xfrm>
              <a:off x="6785" y="6327461"/>
              <a:ext cx="2661978" cy="3458172"/>
              <a:chOff x="-704602" y="7974105"/>
              <a:chExt cx="3434247" cy="446142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F9754BF-C31A-4F53-9DB0-6C44850F98BB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51075E-9A7A-44AC-87FD-6BCF51B17BBD}"/>
                  </a:ext>
                </a:extLst>
              </p:cNvPr>
              <p:cNvGrpSpPr/>
              <p:nvPr/>
            </p:nvGrpSpPr>
            <p:grpSpPr>
              <a:xfrm>
                <a:off x="-547106" y="7974105"/>
                <a:ext cx="3276751" cy="4461425"/>
                <a:chOff x="-547106" y="7974105"/>
                <a:chExt cx="3276751" cy="4461425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064E897-EF43-48AB-924B-C8A4F0B39220}"/>
                    </a:ext>
                  </a:extLst>
                </p:cNvPr>
                <p:cNvSpPr/>
                <p:nvPr/>
              </p:nvSpPr>
              <p:spPr>
                <a:xfrm rot="19964955" flipH="1">
                  <a:off x="1774735" y="9769982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0B7744A-AF15-4BF2-889B-47B0E7CFE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8099" y="10587408"/>
                  <a:ext cx="1106799" cy="30237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2D2010C-03F6-4AC7-8BC1-07CD20ED4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4743" y="10809320"/>
                  <a:ext cx="1178800" cy="33251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A8D13A-DABF-4A6D-B339-EE4DCACB66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34241" y="11109135"/>
                  <a:ext cx="141977" cy="124185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EDDEE79-3B86-4E43-B591-53B2D8ABB7B6}"/>
                    </a:ext>
                  </a:extLst>
                </p:cNvPr>
                <p:cNvSpPr/>
                <p:nvPr/>
              </p:nvSpPr>
              <p:spPr>
                <a:xfrm>
                  <a:off x="-229676" y="8483997"/>
                  <a:ext cx="2536874" cy="244777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57DCED7-51B4-45EC-8475-34B36CE869C0}"/>
                    </a:ext>
                  </a:extLst>
                </p:cNvPr>
                <p:cNvSpPr/>
                <p:nvPr/>
              </p:nvSpPr>
              <p:spPr>
                <a:xfrm>
                  <a:off x="1172175" y="9224374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Top Corners Rounded 43">
                  <a:extLst>
                    <a:ext uri="{FF2B5EF4-FFF2-40B4-BE49-F238E27FC236}">
                      <a16:creationId xmlns:a16="http://schemas.microsoft.com/office/drawing/2014/main" id="{C71AFA5B-EB7A-4B9D-B3CF-37F4519AA583}"/>
                    </a:ext>
                  </a:extLst>
                </p:cNvPr>
                <p:cNvSpPr/>
                <p:nvPr/>
              </p:nvSpPr>
              <p:spPr>
                <a:xfrm>
                  <a:off x="2060150" y="1209279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Top Corners Rounded 44">
                  <a:extLst>
                    <a:ext uri="{FF2B5EF4-FFF2-40B4-BE49-F238E27FC236}">
                      <a16:creationId xmlns:a16="http://schemas.microsoft.com/office/drawing/2014/main" id="{4B0C2B8B-12B8-40E1-8967-6C72473743EF}"/>
                    </a:ext>
                  </a:extLst>
                </p:cNvPr>
                <p:cNvSpPr/>
                <p:nvPr/>
              </p:nvSpPr>
              <p:spPr>
                <a:xfrm>
                  <a:off x="1741470" y="12235220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3856D007-3B21-4410-8EFD-DC0509041305}"/>
                    </a:ext>
                  </a:extLst>
                </p:cNvPr>
                <p:cNvSpPr/>
                <p:nvPr/>
              </p:nvSpPr>
              <p:spPr>
                <a:xfrm rot="19252576">
                  <a:off x="795500" y="9807042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7F1C85D1-C262-44B5-8A58-F51E3CEC874B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DDCA25A-87EE-40B1-88F5-9FF7E73DC308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DF0E9F-B94C-4CDA-A730-F2628BC99DDE}"/>
                    </a:ext>
                  </a:extLst>
                </p:cNvPr>
                <p:cNvSpPr/>
                <p:nvPr/>
              </p:nvSpPr>
              <p:spPr>
                <a:xfrm>
                  <a:off x="1289072" y="9339524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280214C-5651-46EA-BF06-ACA1BCC3BC56}"/>
                    </a:ext>
                  </a:extLst>
                </p:cNvPr>
                <p:cNvSpPr/>
                <p:nvPr/>
              </p:nvSpPr>
              <p:spPr>
                <a:xfrm>
                  <a:off x="2041355" y="9288981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88266BF-03D3-48F2-812B-8D5E9A9085DA}"/>
                    </a:ext>
                  </a:extLst>
                </p:cNvPr>
                <p:cNvSpPr/>
                <p:nvPr/>
              </p:nvSpPr>
              <p:spPr>
                <a:xfrm rot="20734271">
                  <a:off x="-547106" y="7974105"/>
                  <a:ext cx="2089759" cy="1389838"/>
                </a:xfrm>
                <a:custGeom>
                  <a:avLst/>
                  <a:gdLst>
                    <a:gd name="connsiteX0" fmla="*/ 1260634 w 2089759"/>
                    <a:gd name="connsiteY0" fmla="*/ 0 h 1389838"/>
                    <a:gd name="connsiteX1" fmla="*/ 2067478 w 2089759"/>
                    <a:gd name="connsiteY1" fmla="*/ 279477 h 1389838"/>
                    <a:gd name="connsiteX2" fmla="*/ 2089759 w 2089759"/>
                    <a:gd name="connsiteY2" fmla="*/ 299016 h 1389838"/>
                    <a:gd name="connsiteX3" fmla="*/ 2071792 w 2089759"/>
                    <a:gd name="connsiteY3" fmla="*/ 412605 h 1389838"/>
                    <a:gd name="connsiteX4" fmla="*/ 829125 w 2089759"/>
                    <a:gd name="connsiteY4" fmla="*/ 1389838 h 1389838"/>
                    <a:gd name="connsiteX5" fmla="*/ 22281 w 2089759"/>
                    <a:gd name="connsiteY5" fmla="*/ 1110361 h 1389838"/>
                    <a:gd name="connsiteX6" fmla="*/ 0 w 2089759"/>
                    <a:gd name="connsiteY6" fmla="*/ 1090822 h 1389838"/>
                    <a:gd name="connsiteX7" fmla="*/ 17967 w 2089759"/>
                    <a:gd name="connsiteY7" fmla="*/ 977233 h 1389838"/>
                    <a:gd name="connsiteX8" fmla="*/ 1260634 w 2089759"/>
                    <a:gd name="connsiteY8" fmla="*/ 0 h 1389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9759" h="1389838">
                      <a:moveTo>
                        <a:pt x="1260634" y="0"/>
                      </a:moveTo>
                      <a:cubicBezTo>
                        <a:pt x="1567119" y="0"/>
                        <a:pt x="1848217" y="104882"/>
                        <a:pt x="2067478" y="279477"/>
                      </a:cubicBezTo>
                      <a:lnTo>
                        <a:pt x="2089759" y="299016"/>
                      </a:lnTo>
                      <a:lnTo>
                        <a:pt x="2071792" y="412605"/>
                      </a:lnTo>
                      <a:cubicBezTo>
                        <a:pt x="1953515" y="970311"/>
                        <a:pt x="1442096" y="1389838"/>
                        <a:pt x="829125" y="1389838"/>
                      </a:cubicBezTo>
                      <a:cubicBezTo>
                        <a:pt x="522640" y="1389838"/>
                        <a:pt x="241542" y="1284956"/>
                        <a:pt x="22281" y="1110361"/>
                      </a:cubicBezTo>
                      <a:lnTo>
                        <a:pt x="0" y="1090822"/>
                      </a:lnTo>
                      <a:lnTo>
                        <a:pt x="17967" y="977233"/>
                      </a:lnTo>
                      <a:cubicBezTo>
                        <a:pt x="136244" y="419528"/>
                        <a:pt x="647663" y="0"/>
                        <a:pt x="1260634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29A516E-E3E1-49C6-812B-735F9D6D2EA5}"/>
                    </a:ext>
                  </a:extLst>
                </p:cNvPr>
                <p:cNvSpPr/>
                <p:nvPr/>
              </p:nvSpPr>
              <p:spPr>
                <a:xfrm rot="1692869">
                  <a:off x="913717" y="8242588"/>
                  <a:ext cx="1688685" cy="643641"/>
                </a:xfrm>
                <a:custGeom>
                  <a:avLst/>
                  <a:gdLst>
                    <a:gd name="connsiteX0" fmla="*/ 0 w 1013373"/>
                    <a:gd name="connsiteY0" fmla="*/ 40511 h 439325"/>
                    <a:gd name="connsiteX1" fmla="*/ 87844 w 1013373"/>
                    <a:gd name="connsiteY1" fmla="*/ 20157 h 439325"/>
                    <a:gd name="connsiteX2" fmla="*/ 1007416 w 1013373"/>
                    <a:gd name="connsiteY2" fmla="*/ 223541 h 439325"/>
                    <a:gd name="connsiteX3" fmla="*/ 1013373 w 1013373"/>
                    <a:gd name="connsiteY3" fmla="*/ 228313 h 439325"/>
                    <a:gd name="connsiteX4" fmla="*/ 1010613 w 1013373"/>
                    <a:gd name="connsiteY4" fmla="*/ 230304 h 439325"/>
                    <a:gd name="connsiteX5" fmla="*/ 301418 w 1013373"/>
                    <a:gd name="connsiteY5" fmla="*/ 439325 h 439325"/>
                    <a:gd name="connsiteX6" fmla="*/ 287592 w 1013373"/>
                    <a:gd name="connsiteY6" fmla="*/ 438652 h 439325"/>
                    <a:gd name="connsiteX7" fmla="*/ 261250 w 1013373"/>
                    <a:gd name="connsiteY7" fmla="*/ 381024 h 439325"/>
                    <a:gd name="connsiteX8" fmla="*/ 81753 w 1013373"/>
                    <a:gd name="connsiteY8" fmla="*/ 121393 h 439325"/>
                    <a:gd name="connsiteX9" fmla="*/ 0 w 1013373"/>
                    <a:gd name="connsiteY9" fmla="*/ 40511 h 4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13373" h="439325">
                      <a:moveTo>
                        <a:pt x="0" y="40511"/>
                      </a:moveTo>
                      <a:lnTo>
                        <a:pt x="87844" y="20157"/>
                      </a:lnTo>
                      <a:cubicBezTo>
                        <a:pt x="401657" y="-36981"/>
                        <a:pt x="732975" y="26300"/>
                        <a:pt x="1007416" y="223541"/>
                      </a:cubicBezTo>
                      <a:lnTo>
                        <a:pt x="1013373" y="228313"/>
                      </a:lnTo>
                      <a:lnTo>
                        <a:pt x="1010613" y="230304"/>
                      </a:lnTo>
                      <a:cubicBezTo>
                        <a:pt x="808169" y="362269"/>
                        <a:pt x="564120" y="439325"/>
                        <a:pt x="301418" y="439325"/>
                      </a:cubicBezTo>
                      <a:lnTo>
                        <a:pt x="287592" y="438652"/>
                      </a:lnTo>
                      <a:lnTo>
                        <a:pt x="261250" y="381024"/>
                      </a:lnTo>
                      <a:cubicBezTo>
                        <a:pt x="213685" y="287854"/>
                        <a:pt x="153725" y="200430"/>
                        <a:pt x="81753" y="121393"/>
                      </a:cubicBezTo>
                      <a:lnTo>
                        <a:pt x="0" y="4051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7E1C874-78F1-47A0-9287-DDB4D5695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607" y="10869964"/>
                  <a:ext cx="66152" cy="132570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AB76D-1048-43EC-8ED6-47A664BE4B0E}"/>
                </a:ext>
              </a:extLst>
            </p:cNvPr>
            <p:cNvSpPr/>
            <p:nvPr/>
          </p:nvSpPr>
          <p:spPr>
            <a:xfrm rot="784183">
              <a:off x="209368" y="6440285"/>
              <a:ext cx="1326703" cy="1930464"/>
            </a:xfrm>
            <a:custGeom>
              <a:avLst/>
              <a:gdLst>
                <a:gd name="connsiteX0" fmla="*/ 983200 w 1326703"/>
                <a:gd name="connsiteY0" fmla="*/ 0 h 1897340"/>
                <a:gd name="connsiteX1" fmla="*/ 1275573 w 1326703"/>
                <a:gd name="connsiteY1" fmla="*/ 42650 h 1897340"/>
                <a:gd name="connsiteX2" fmla="*/ 1326703 w 1326703"/>
                <a:gd name="connsiteY2" fmla="*/ 60707 h 1897340"/>
                <a:gd name="connsiteX3" fmla="*/ 1299167 w 1326703"/>
                <a:gd name="connsiteY3" fmla="*/ 62048 h 1897340"/>
                <a:gd name="connsiteX4" fmla="*/ 416493 w 1326703"/>
                <a:gd name="connsiteY4" fmla="*/ 1005820 h 1897340"/>
                <a:gd name="connsiteX5" fmla="*/ 1016987 w 1326703"/>
                <a:gd name="connsiteY5" fmla="*/ 1879939 h 1897340"/>
                <a:gd name="connsiteX6" fmla="*/ 1056191 w 1326703"/>
                <a:gd name="connsiteY6" fmla="*/ 1893784 h 1897340"/>
                <a:gd name="connsiteX7" fmla="*/ 983200 w 1326703"/>
                <a:gd name="connsiteY7" fmla="*/ 1897340 h 1897340"/>
                <a:gd name="connsiteX8" fmla="*/ 0 w 1326703"/>
                <a:gd name="connsiteY8" fmla="*/ 948670 h 1897340"/>
                <a:gd name="connsiteX9" fmla="*/ 983200 w 1326703"/>
                <a:gd name="connsiteY9" fmla="*/ 0 h 189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6703" h="1897340">
                  <a:moveTo>
                    <a:pt x="983200" y="0"/>
                  </a:moveTo>
                  <a:cubicBezTo>
                    <a:pt x="1085014" y="0"/>
                    <a:pt x="1183213" y="14932"/>
                    <a:pt x="1275573" y="42650"/>
                  </a:cubicBezTo>
                  <a:lnTo>
                    <a:pt x="1326703" y="60707"/>
                  </a:lnTo>
                  <a:lnTo>
                    <a:pt x="1299167" y="62048"/>
                  </a:lnTo>
                  <a:cubicBezTo>
                    <a:pt x="803382" y="110630"/>
                    <a:pt x="416493" y="514630"/>
                    <a:pt x="416493" y="1005820"/>
                  </a:cubicBezTo>
                  <a:cubicBezTo>
                    <a:pt x="416493" y="1398772"/>
                    <a:pt x="664102" y="1735923"/>
                    <a:pt x="1016987" y="1879939"/>
                  </a:cubicBezTo>
                  <a:lnTo>
                    <a:pt x="1056191" y="1893784"/>
                  </a:lnTo>
                  <a:lnTo>
                    <a:pt x="983200" y="1897340"/>
                  </a:lnTo>
                  <a:cubicBezTo>
                    <a:pt x="440194" y="1897340"/>
                    <a:pt x="0" y="1472606"/>
                    <a:pt x="0" y="948670"/>
                  </a:cubicBezTo>
                  <a:cubicBezTo>
                    <a:pt x="0" y="424734"/>
                    <a:pt x="440194" y="0"/>
                    <a:pt x="9832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18D1FFE-24C6-487A-939A-58046A6BBFB7}"/>
              </a:ext>
            </a:extLst>
          </p:cNvPr>
          <p:cNvGrpSpPr/>
          <p:nvPr/>
        </p:nvGrpSpPr>
        <p:grpSpPr>
          <a:xfrm flipV="1">
            <a:off x="4648420" y="7710578"/>
            <a:ext cx="943724" cy="217929"/>
            <a:chOff x="1038320" y="7148552"/>
            <a:chExt cx="943724" cy="217929"/>
          </a:xfrm>
        </p:grpSpPr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74C5D374-DDE4-4EBA-8AC5-54913E038F54}"/>
                </a:ext>
              </a:extLst>
            </p:cNvPr>
            <p:cNvSpPr/>
            <p:nvPr/>
          </p:nvSpPr>
          <p:spPr>
            <a:xfrm rot="9292065">
              <a:off x="1038320" y="7153638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Arc 134">
              <a:extLst>
                <a:ext uri="{FF2B5EF4-FFF2-40B4-BE49-F238E27FC236}">
                  <a16:creationId xmlns:a16="http://schemas.microsoft.com/office/drawing/2014/main" id="{CD87C400-857F-4509-BF4C-9AF8C4E0C50C}"/>
                </a:ext>
              </a:extLst>
            </p:cNvPr>
            <p:cNvSpPr/>
            <p:nvPr/>
          </p:nvSpPr>
          <p:spPr>
            <a:xfrm rot="9028676">
              <a:off x="1623025" y="7148552"/>
              <a:ext cx="359019" cy="21284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57AB56DC-B772-4332-BB87-EAA13BA33885}"/>
              </a:ext>
            </a:extLst>
          </p:cNvPr>
          <p:cNvSpPr/>
          <p:nvPr/>
        </p:nvSpPr>
        <p:spPr>
          <a:xfrm rot="643865">
            <a:off x="1510707" y="8107702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AIVoiceGenerator_com_1-01-2025T22_48_55_ Ashley">
            <a:hlinkClick r:id="" action="ppaction://media"/>
            <a:extLst>
              <a:ext uri="{FF2B5EF4-FFF2-40B4-BE49-F238E27FC236}">
                <a16:creationId xmlns:a16="http://schemas.microsoft.com/office/drawing/2014/main" id="{4B9925EC-BB8F-4B91-8524-1EF375FC8B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1302D69E-526A-482A-9D97-E935488B3A19}"/>
              </a:ext>
            </a:extLst>
          </p:cNvPr>
          <p:cNvSpPr/>
          <p:nvPr/>
        </p:nvSpPr>
        <p:spPr>
          <a:xfrm>
            <a:off x="5025003" y="8078251"/>
            <a:ext cx="132343" cy="45719"/>
          </a:xfrm>
          <a:custGeom>
            <a:avLst/>
            <a:gdLst>
              <a:gd name="connsiteX0" fmla="*/ 4816 w 1113086"/>
              <a:gd name="connsiteY0" fmla="*/ 82008 h 379987"/>
              <a:gd name="connsiteX1" fmla="*/ 433441 w 1113086"/>
              <a:gd name="connsiteY1" fmla="*/ 85183 h 379987"/>
              <a:gd name="connsiteX2" fmla="*/ 519166 w 1113086"/>
              <a:gd name="connsiteY2" fmla="*/ 116933 h 379987"/>
              <a:gd name="connsiteX3" fmla="*/ 579491 w 1113086"/>
              <a:gd name="connsiteY3" fmla="*/ 104233 h 379987"/>
              <a:gd name="connsiteX4" fmla="*/ 604891 w 1113086"/>
              <a:gd name="connsiteY4" fmla="*/ 62958 h 379987"/>
              <a:gd name="connsiteX5" fmla="*/ 1112891 w 1113086"/>
              <a:gd name="connsiteY5" fmla="*/ 15333 h 379987"/>
              <a:gd name="connsiteX6" fmla="*/ 662041 w 1113086"/>
              <a:gd name="connsiteY6" fmla="*/ 355058 h 379987"/>
              <a:gd name="connsiteX7" fmla="*/ 392166 w 1113086"/>
              <a:gd name="connsiteY7" fmla="*/ 345533 h 379987"/>
              <a:gd name="connsiteX8" fmla="*/ 214366 w 1113086"/>
              <a:gd name="connsiteY8" fmla="*/ 275683 h 379987"/>
              <a:gd name="connsiteX9" fmla="*/ 4816 w 1113086"/>
              <a:gd name="connsiteY9" fmla="*/ 82008 h 379987"/>
              <a:gd name="connsiteX0" fmla="*/ 4816 w 1113291"/>
              <a:gd name="connsiteY0" fmla="*/ 75842 h 373821"/>
              <a:gd name="connsiteX1" fmla="*/ 433441 w 1113291"/>
              <a:gd name="connsiteY1" fmla="*/ 79017 h 373821"/>
              <a:gd name="connsiteX2" fmla="*/ 519166 w 1113291"/>
              <a:gd name="connsiteY2" fmla="*/ 110767 h 373821"/>
              <a:gd name="connsiteX3" fmla="*/ 579491 w 1113291"/>
              <a:gd name="connsiteY3" fmla="*/ 98067 h 373821"/>
              <a:gd name="connsiteX4" fmla="*/ 1112891 w 1113291"/>
              <a:gd name="connsiteY4" fmla="*/ 9167 h 373821"/>
              <a:gd name="connsiteX5" fmla="*/ 662041 w 1113291"/>
              <a:gd name="connsiteY5" fmla="*/ 348892 h 373821"/>
              <a:gd name="connsiteX6" fmla="*/ 392166 w 1113291"/>
              <a:gd name="connsiteY6" fmla="*/ 339367 h 373821"/>
              <a:gd name="connsiteX7" fmla="*/ 214366 w 1113291"/>
              <a:gd name="connsiteY7" fmla="*/ 269517 h 373821"/>
              <a:gd name="connsiteX8" fmla="*/ 4816 w 1113291"/>
              <a:gd name="connsiteY8" fmla="*/ 75842 h 373821"/>
              <a:gd name="connsiteX0" fmla="*/ 4816 w 1113291"/>
              <a:gd name="connsiteY0" fmla="*/ 78386 h 376365"/>
              <a:gd name="connsiteX1" fmla="*/ 433441 w 1113291"/>
              <a:gd name="connsiteY1" fmla="*/ 81561 h 376365"/>
              <a:gd name="connsiteX2" fmla="*/ 519166 w 1113291"/>
              <a:gd name="connsiteY2" fmla="*/ 113311 h 376365"/>
              <a:gd name="connsiteX3" fmla="*/ 579491 w 1113291"/>
              <a:gd name="connsiteY3" fmla="*/ 81561 h 376365"/>
              <a:gd name="connsiteX4" fmla="*/ 1112891 w 1113291"/>
              <a:gd name="connsiteY4" fmla="*/ 11711 h 376365"/>
              <a:gd name="connsiteX5" fmla="*/ 662041 w 1113291"/>
              <a:gd name="connsiteY5" fmla="*/ 351436 h 376365"/>
              <a:gd name="connsiteX6" fmla="*/ 392166 w 1113291"/>
              <a:gd name="connsiteY6" fmla="*/ 341911 h 376365"/>
              <a:gd name="connsiteX7" fmla="*/ 214366 w 1113291"/>
              <a:gd name="connsiteY7" fmla="*/ 272061 h 376365"/>
              <a:gd name="connsiteX8" fmla="*/ 4816 w 1113291"/>
              <a:gd name="connsiteY8" fmla="*/ 78386 h 376365"/>
              <a:gd name="connsiteX0" fmla="*/ 4816 w 1113987"/>
              <a:gd name="connsiteY0" fmla="*/ 67224 h 365203"/>
              <a:gd name="connsiteX1" fmla="*/ 433441 w 1113987"/>
              <a:gd name="connsiteY1" fmla="*/ 70399 h 365203"/>
              <a:gd name="connsiteX2" fmla="*/ 519166 w 1113987"/>
              <a:gd name="connsiteY2" fmla="*/ 102149 h 365203"/>
              <a:gd name="connsiteX3" fmla="*/ 579491 w 1113987"/>
              <a:gd name="connsiteY3" fmla="*/ 70399 h 365203"/>
              <a:gd name="connsiteX4" fmla="*/ 1112891 w 1113987"/>
              <a:gd name="connsiteY4" fmla="*/ 549 h 365203"/>
              <a:gd name="connsiteX5" fmla="*/ 662041 w 1113987"/>
              <a:gd name="connsiteY5" fmla="*/ 340274 h 365203"/>
              <a:gd name="connsiteX6" fmla="*/ 392166 w 1113987"/>
              <a:gd name="connsiteY6" fmla="*/ 330749 h 365203"/>
              <a:gd name="connsiteX7" fmla="*/ 214366 w 1113987"/>
              <a:gd name="connsiteY7" fmla="*/ 260899 h 365203"/>
              <a:gd name="connsiteX8" fmla="*/ 4816 w 1113987"/>
              <a:gd name="connsiteY8" fmla="*/ 67224 h 365203"/>
              <a:gd name="connsiteX0" fmla="*/ 4816 w 1113987"/>
              <a:gd name="connsiteY0" fmla="*/ 67394 h 365373"/>
              <a:gd name="connsiteX1" fmla="*/ 433441 w 1113987"/>
              <a:gd name="connsiteY1" fmla="*/ 70569 h 365373"/>
              <a:gd name="connsiteX2" fmla="*/ 519166 w 1113987"/>
              <a:gd name="connsiteY2" fmla="*/ 102319 h 365373"/>
              <a:gd name="connsiteX3" fmla="*/ 579491 w 1113987"/>
              <a:gd name="connsiteY3" fmla="*/ 70569 h 365373"/>
              <a:gd name="connsiteX4" fmla="*/ 1112891 w 1113987"/>
              <a:gd name="connsiteY4" fmla="*/ 719 h 365373"/>
              <a:gd name="connsiteX5" fmla="*/ 662041 w 1113987"/>
              <a:gd name="connsiteY5" fmla="*/ 340444 h 365373"/>
              <a:gd name="connsiteX6" fmla="*/ 392166 w 1113987"/>
              <a:gd name="connsiteY6" fmla="*/ 330919 h 365373"/>
              <a:gd name="connsiteX7" fmla="*/ 214366 w 1113987"/>
              <a:gd name="connsiteY7" fmla="*/ 261069 h 365373"/>
              <a:gd name="connsiteX8" fmla="*/ 4816 w 1113987"/>
              <a:gd name="connsiteY8" fmla="*/ 67394 h 365373"/>
              <a:gd name="connsiteX0" fmla="*/ 4816 w 1113108"/>
              <a:gd name="connsiteY0" fmla="*/ 80414 h 378393"/>
              <a:gd name="connsiteX1" fmla="*/ 433441 w 1113108"/>
              <a:gd name="connsiteY1" fmla="*/ 83589 h 378393"/>
              <a:gd name="connsiteX2" fmla="*/ 519166 w 1113108"/>
              <a:gd name="connsiteY2" fmla="*/ 115339 h 378393"/>
              <a:gd name="connsiteX3" fmla="*/ 601716 w 1113108"/>
              <a:gd name="connsiteY3" fmla="*/ 80414 h 378393"/>
              <a:gd name="connsiteX4" fmla="*/ 1112891 w 1113108"/>
              <a:gd name="connsiteY4" fmla="*/ 13739 h 378393"/>
              <a:gd name="connsiteX5" fmla="*/ 662041 w 1113108"/>
              <a:gd name="connsiteY5" fmla="*/ 353464 h 378393"/>
              <a:gd name="connsiteX6" fmla="*/ 392166 w 1113108"/>
              <a:gd name="connsiteY6" fmla="*/ 343939 h 378393"/>
              <a:gd name="connsiteX7" fmla="*/ 214366 w 1113108"/>
              <a:gd name="connsiteY7" fmla="*/ 274089 h 378393"/>
              <a:gd name="connsiteX8" fmla="*/ 4816 w 1113108"/>
              <a:gd name="connsiteY8" fmla="*/ 80414 h 378393"/>
              <a:gd name="connsiteX0" fmla="*/ 4816 w 1113066"/>
              <a:gd name="connsiteY0" fmla="*/ 82957 h 380936"/>
              <a:gd name="connsiteX1" fmla="*/ 433441 w 1113066"/>
              <a:gd name="connsiteY1" fmla="*/ 86132 h 380936"/>
              <a:gd name="connsiteX2" fmla="*/ 519166 w 1113066"/>
              <a:gd name="connsiteY2" fmla="*/ 117882 h 380936"/>
              <a:gd name="connsiteX3" fmla="*/ 608066 w 1113066"/>
              <a:gd name="connsiteY3" fmla="*/ 70257 h 380936"/>
              <a:gd name="connsiteX4" fmla="*/ 1112891 w 1113066"/>
              <a:gd name="connsiteY4" fmla="*/ 16282 h 380936"/>
              <a:gd name="connsiteX5" fmla="*/ 662041 w 1113066"/>
              <a:gd name="connsiteY5" fmla="*/ 356007 h 380936"/>
              <a:gd name="connsiteX6" fmla="*/ 392166 w 1113066"/>
              <a:gd name="connsiteY6" fmla="*/ 346482 h 380936"/>
              <a:gd name="connsiteX7" fmla="*/ 214366 w 1113066"/>
              <a:gd name="connsiteY7" fmla="*/ 276632 h 380936"/>
              <a:gd name="connsiteX8" fmla="*/ 4816 w 1113066"/>
              <a:gd name="connsiteY8" fmla="*/ 82957 h 380936"/>
              <a:gd name="connsiteX0" fmla="*/ 4816 w 1115568"/>
              <a:gd name="connsiteY0" fmla="*/ 67070 h 365049"/>
              <a:gd name="connsiteX1" fmla="*/ 433441 w 1115568"/>
              <a:gd name="connsiteY1" fmla="*/ 70245 h 365049"/>
              <a:gd name="connsiteX2" fmla="*/ 519166 w 1115568"/>
              <a:gd name="connsiteY2" fmla="*/ 101995 h 365049"/>
              <a:gd name="connsiteX3" fmla="*/ 608066 w 1115568"/>
              <a:gd name="connsiteY3" fmla="*/ 54370 h 365049"/>
              <a:gd name="connsiteX4" fmla="*/ 1112891 w 1115568"/>
              <a:gd name="connsiteY4" fmla="*/ 395 h 365049"/>
              <a:gd name="connsiteX5" fmla="*/ 662041 w 1115568"/>
              <a:gd name="connsiteY5" fmla="*/ 340120 h 365049"/>
              <a:gd name="connsiteX6" fmla="*/ 392166 w 1115568"/>
              <a:gd name="connsiteY6" fmla="*/ 330595 h 365049"/>
              <a:gd name="connsiteX7" fmla="*/ 214366 w 1115568"/>
              <a:gd name="connsiteY7" fmla="*/ 260745 h 365049"/>
              <a:gd name="connsiteX8" fmla="*/ 4816 w 1115568"/>
              <a:gd name="connsiteY8" fmla="*/ 67070 h 365049"/>
              <a:gd name="connsiteX0" fmla="*/ 8764 w 1119516"/>
              <a:gd name="connsiteY0" fmla="*/ 67070 h 365049"/>
              <a:gd name="connsiteX1" fmla="*/ 437389 w 1119516"/>
              <a:gd name="connsiteY1" fmla="*/ 70245 h 365049"/>
              <a:gd name="connsiteX2" fmla="*/ 523114 w 1119516"/>
              <a:gd name="connsiteY2" fmla="*/ 101995 h 365049"/>
              <a:gd name="connsiteX3" fmla="*/ 612014 w 1119516"/>
              <a:gd name="connsiteY3" fmla="*/ 54370 h 365049"/>
              <a:gd name="connsiteX4" fmla="*/ 1116839 w 1119516"/>
              <a:gd name="connsiteY4" fmla="*/ 395 h 365049"/>
              <a:gd name="connsiteX5" fmla="*/ 665989 w 1119516"/>
              <a:gd name="connsiteY5" fmla="*/ 340120 h 365049"/>
              <a:gd name="connsiteX6" fmla="*/ 396114 w 1119516"/>
              <a:gd name="connsiteY6" fmla="*/ 330595 h 365049"/>
              <a:gd name="connsiteX7" fmla="*/ 218314 w 1119516"/>
              <a:gd name="connsiteY7" fmla="*/ 260745 h 365049"/>
              <a:gd name="connsiteX8" fmla="*/ 8764 w 1119516"/>
              <a:gd name="connsiteY8" fmla="*/ 67070 h 365049"/>
              <a:gd name="connsiteX0" fmla="*/ 4351 w 1115103"/>
              <a:gd name="connsiteY0" fmla="*/ 67070 h 365049"/>
              <a:gd name="connsiteX1" fmla="*/ 420276 w 1115103"/>
              <a:gd name="connsiteY1" fmla="*/ 60720 h 365049"/>
              <a:gd name="connsiteX2" fmla="*/ 518701 w 1115103"/>
              <a:gd name="connsiteY2" fmla="*/ 101995 h 365049"/>
              <a:gd name="connsiteX3" fmla="*/ 607601 w 1115103"/>
              <a:gd name="connsiteY3" fmla="*/ 54370 h 365049"/>
              <a:gd name="connsiteX4" fmla="*/ 1112426 w 1115103"/>
              <a:gd name="connsiteY4" fmla="*/ 395 h 365049"/>
              <a:gd name="connsiteX5" fmla="*/ 661576 w 1115103"/>
              <a:gd name="connsiteY5" fmla="*/ 340120 h 365049"/>
              <a:gd name="connsiteX6" fmla="*/ 391701 w 1115103"/>
              <a:gd name="connsiteY6" fmla="*/ 330595 h 365049"/>
              <a:gd name="connsiteX7" fmla="*/ 213901 w 1115103"/>
              <a:gd name="connsiteY7" fmla="*/ 260745 h 365049"/>
              <a:gd name="connsiteX8" fmla="*/ 4351 w 1115103"/>
              <a:gd name="connsiteY8" fmla="*/ 67070 h 365049"/>
              <a:gd name="connsiteX0" fmla="*/ 6566 w 1117318"/>
              <a:gd name="connsiteY0" fmla="*/ 67070 h 365049"/>
              <a:gd name="connsiteX1" fmla="*/ 422491 w 1117318"/>
              <a:gd name="connsiteY1" fmla="*/ 60720 h 365049"/>
              <a:gd name="connsiteX2" fmla="*/ 520916 w 1117318"/>
              <a:gd name="connsiteY2" fmla="*/ 101995 h 365049"/>
              <a:gd name="connsiteX3" fmla="*/ 609816 w 1117318"/>
              <a:gd name="connsiteY3" fmla="*/ 54370 h 365049"/>
              <a:gd name="connsiteX4" fmla="*/ 1114641 w 1117318"/>
              <a:gd name="connsiteY4" fmla="*/ 395 h 365049"/>
              <a:gd name="connsiteX5" fmla="*/ 663791 w 1117318"/>
              <a:gd name="connsiteY5" fmla="*/ 340120 h 365049"/>
              <a:gd name="connsiteX6" fmla="*/ 393916 w 1117318"/>
              <a:gd name="connsiteY6" fmla="*/ 330595 h 365049"/>
              <a:gd name="connsiteX7" fmla="*/ 216116 w 1117318"/>
              <a:gd name="connsiteY7" fmla="*/ 260745 h 365049"/>
              <a:gd name="connsiteX8" fmla="*/ 6566 w 1117318"/>
              <a:gd name="connsiteY8" fmla="*/ 67070 h 365049"/>
              <a:gd name="connsiteX0" fmla="*/ 7462 w 1118037"/>
              <a:gd name="connsiteY0" fmla="*/ 67074 h 373955"/>
              <a:gd name="connsiteX1" fmla="*/ 423387 w 1118037"/>
              <a:gd name="connsiteY1" fmla="*/ 60724 h 373955"/>
              <a:gd name="connsiteX2" fmla="*/ 521812 w 1118037"/>
              <a:gd name="connsiteY2" fmla="*/ 101999 h 373955"/>
              <a:gd name="connsiteX3" fmla="*/ 610712 w 1118037"/>
              <a:gd name="connsiteY3" fmla="*/ 54374 h 373955"/>
              <a:gd name="connsiteX4" fmla="*/ 1115537 w 1118037"/>
              <a:gd name="connsiteY4" fmla="*/ 399 h 373955"/>
              <a:gd name="connsiteX5" fmla="*/ 664687 w 1118037"/>
              <a:gd name="connsiteY5" fmla="*/ 340124 h 373955"/>
              <a:gd name="connsiteX6" fmla="*/ 566262 w 1118037"/>
              <a:gd name="connsiteY6" fmla="*/ 352824 h 373955"/>
              <a:gd name="connsiteX7" fmla="*/ 217012 w 1118037"/>
              <a:gd name="connsiteY7" fmla="*/ 260749 h 373955"/>
              <a:gd name="connsiteX8" fmla="*/ 7462 w 1118037"/>
              <a:gd name="connsiteY8" fmla="*/ 67074 h 373955"/>
              <a:gd name="connsiteX0" fmla="*/ 7462 w 1124417"/>
              <a:gd name="connsiteY0" fmla="*/ 75198 h 362376"/>
              <a:gd name="connsiteX1" fmla="*/ 423387 w 1124417"/>
              <a:gd name="connsiteY1" fmla="*/ 68848 h 362376"/>
              <a:gd name="connsiteX2" fmla="*/ 521812 w 1124417"/>
              <a:gd name="connsiteY2" fmla="*/ 110123 h 362376"/>
              <a:gd name="connsiteX3" fmla="*/ 610712 w 1124417"/>
              <a:gd name="connsiteY3" fmla="*/ 62498 h 362376"/>
              <a:gd name="connsiteX4" fmla="*/ 1115537 w 1124417"/>
              <a:gd name="connsiteY4" fmla="*/ 8523 h 362376"/>
              <a:gd name="connsiteX5" fmla="*/ 905987 w 1124417"/>
              <a:gd name="connsiteY5" fmla="*/ 233948 h 362376"/>
              <a:gd name="connsiteX6" fmla="*/ 566262 w 1124417"/>
              <a:gd name="connsiteY6" fmla="*/ 360948 h 362376"/>
              <a:gd name="connsiteX7" fmla="*/ 217012 w 1124417"/>
              <a:gd name="connsiteY7" fmla="*/ 268873 h 362376"/>
              <a:gd name="connsiteX8" fmla="*/ 7462 w 1124417"/>
              <a:gd name="connsiteY8" fmla="*/ 75198 h 362376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  <a:gd name="connsiteX0" fmla="*/ 7462 w 1124417"/>
              <a:gd name="connsiteY0" fmla="*/ 66719 h 353897"/>
              <a:gd name="connsiteX1" fmla="*/ 423387 w 1124417"/>
              <a:gd name="connsiteY1" fmla="*/ 60369 h 353897"/>
              <a:gd name="connsiteX2" fmla="*/ 521812 w 1124417"/>
              <a:gd name="connsiteY2" fmla="*/ 101644 h 353897"/>
              <a:gd name="connsiteX3" fmla="*/ 610712 w 1124417"/>
              <a:gd name="connsiteY3" fmla="*/ 54019 h 353897"/>
              <a:gd name="connsiteX4" fmla="*/ 1115537 w 1124417"/>
              <a:gd name="connsiteY4" fmla="*/ 44 h 353897"/>
              <a:gd name="connsiteX5" fmla="*/ 905987 w 1124417"/>
              <a:gd name="connsiteY5" fmla="*/ 225469 h 353897"/>
              <a:gd name="connsiteX6" fmla="*/ 566262 w 1124417"/>
              <a:gd name="connsiteY6" fmla="*/ 352469 h 353897"/>
              <a:gd name="connsiteX7" fmla="*/ 217012 w 1124417"/>
              <a:gd name="connsiteY7" fmla="*/ 260394 h 353897"/>
              <a:gd name="connsiteX8" fmla="*/ 7462 w 1124417"/>
              <a:gd name="connsiteY8" fmla="*/ 66719 h 35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4417" h="353897">
                <a:moveTo>
                  <a:pt x="7462" y="66719"/>
                </a:moveTo>
                <a:cubicBezTo>
                  <a:pt x="51383" y="61957"/>
                  <a:pt x="337662" y="54548"/>
                  <a:pt x="423387" y="60369"/>
                </a:cubicBezTo>
                <a:cubicBezTo>
                  <a:pt x="509112" y="66190"/>
                  <a:pt x="490591" y="102702"/>
                  <a:pt x="521812" y="101644"/>
                </a:cubicBezTo>
                <a:cubicBezTo>
                  <a:pt x="553033" y="100586"/>
                  <a:pt x="511758" y="86827"/>
                  <a:pt x="610712" y="54019"/>
                </a:cubicBezTo>
                <a:cubicBezTo>
                  <a:pt x="709666" y="21211"/>
                  <a:pt x="1066325" y="3219"/>
                  <a:pt x="1115537" y="44"/>
                </a:cubicBezTo>
                <a:cubicBezTo>
                  <a:pt x="1164749" y="-3131"/>
                  <a:pt x="997533" y="166732"/>
                  <a:pt x="905987" y="225469"/>
                </a:cubicBezTo>
                <a:cubicBezTo>
                  <a:pt x="814441" y="284207"/>
                  <a:pt x="640875" y="365698"/>
                  <a:pt x="566262" y="352469"/>
                </a:cubicBezTo>
                <a:cubicBezTo>
                  <a:pt x="485300" y="355115"/>
                  <a:pt x="310145" y="308019"/>
                  <a:pt x="217012" y="260394"/>
                </a:cubicBezTo>
                <a:cubicBezTo>
                  <a:pt x="123879" y="212769"/>
                  <a:pt x="-36459" y="71481"/>
                  <a:pt x="7462" y="66719"/>
                </a:cubicBezTo>
                <a:close/>
              </a:path>
            </a:pathLst>
          </a:custGeom>
          <a:solidFill>
            <a:srgbClr val="AB7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6" name="emojimouth">
            <a:hlinkClick r:id="" action="ppaction://media"/>
            <a:extLst>
              <a:ext uri="{FF2B5EF4-FFF2-40B4-BE49-F238E27FC236}">
                <a16:creationId xmlns:a16="http://schemas.microsoft.com/office/drawing/2014/main" id="{C0C6B670-006F-4B07-AF36-33DEC0F2538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00" end="2376.3"/>
                </p14:media>
              </p:ext>
            </p:extLst>
          </p:nvPr>
        </p:nvPicPr>
        <p:blipFill rotWithShape="1">
          <a:blip r:embed="rId13"/>
          <a:srcRect l="47529" t="18259" r="41262" b="68965"/>
          <a:stretch/>
        </p:blipFill>
        <p:spPr>
          <a:xfrm flipH="1">
            <a:off x="4928896" y="7997109"/>
            <a:ext cx="314100" cy="201383"/>
          </a:xfrm>
          <a:prstGeom prst="rect">
            <a:avLst/>
          </a:prstGeom>
        </p:spPr>
      </p:pic>
      <p:pic>
        <p:nvPicPr>
          <p:cNvPr id="121" name="soft-piano-100-bpm-121529">
            <a:hlinkClick r:id="" action="ppaction://media"/>
            <a:extLst>
              <a:ext uri="{FF2B5EF4-FFF2-40B4-BE49-F238E27FC236}">
                <a16:creationId xmlns:a16="http://schemas.microsoft.com/office/drawing/2014/main" id="{B8E87B80-8BDC-4613-8977-6E87DEA6E398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7278.3437"/>
                  <p14:fade in="500" out="2000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4" name="AIVoiceGenerator_com_1-01-2025T22_57_17_ Ashley">
            <a:hlinkClick r:id="" action="ppaction://media"/>
            <a:extLst>
              <a:ext uri="{FF2B5EF4-FFF2-40B4-BE49-F238E27FC236}">
                <a16:creationId xmlns:a16="http://schemas.microsoft.com/office/drawing/2014/main" id="{9C3EAD41-16C1-4D82-8C98-F8943A6FDB5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822093" y="5146735"/>
            <a:ext cx="609600" cy="609600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E741FD7-94DF-423F-BD26-0E6C7DA5BEEA}"/>
              </a:ext>
            </a:extLst>
          </p:cNvPr>
          <p:cNvGrpSpPr/>
          <p:nvPr/>
        </p:nvGrpSpPr>
        <p:grpSpPr>
          <a:xfrm>
            <a:off x="1527689" y="8241777"/>
            <a:ext cx="3651798" cy="3653585"/>
            <a:chOff x="10202862" y="5184357"/>
            <a:chExt cx="2956852" cy="2958299"/>
          </a:xfrm>
        </p:grpSpPr>
        <p:sp>
          <p:nvSpPr>
            <p:cNvPr id="161" name="Cylinder 160">
              <a:extLst>
                <a:ext uri="{FF2B5EF4-FFF2-40B4-BE49-F238E27FC236}">
                  <a16:creationId xmlns:a16="http://schemas.microsoft.com/office/drawing/2014/main" id="{B53CF98E-1EAA-4D77-950C-0691625042FC}"/>
                </a:ext>
              </a:extLst>
            </p:cNvPr>
            <p:cNvSpPr/>
            <p:nvPr/>
          </p:nvSpPr>
          <p:spPr>
            <a:xfrm>
              <a:off x="11736645" y="5607957"/>
              <a:ext cx="213222" cy="2162801"/>
            </a:xfrm>
            <a:prstGeom prst="can">
              <a:avLst/>
            </a:prstGeom>
            <a:solidFill>
              <a:srgbClr val="28060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ylinder 161">
              <a:extLst>
                <a:ext uri="{FF2B5EF4-FFF2-40B4-BE49-F238E27FC236}">
                  <a16:creationId xmlns:a16="http://schemas.microsoft.com/office/drawing/2014/main" id="{0C6793A1-121D-4802-89C9-908465FBA22E}"/>
                </a:ext>
              </a:extLst>
            </p:cNvPr>
            <p:cNvSpPr/>
            <p:nvPr/>
          </p:nvSpPr>
          <p:spPr>
            <a:xfrm>
              <a:off x="11682625" y="5607957"/>
              <a:ext cx="213222" cy="2162801"/>
            </a:xfrm>
            <a:prstGeom prst="can">
              <a:avLst/>
            </a:pr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Cylinder 162">
              <a:extLst>
                <a:ext uri="{FF2B5EF4-FFF2-40B4-BE49-F238E27FC236}">
                  <a16:creationId xmlns:a16="http://schemas.microsoft.com/office/drawing/2014/main" id="{BD0E9DC3-BBBB-41CA-BD4F-759038E057C4}"/>
                </a:ext>
              </a:extLst>
            </p:cNvPr>
            <p:cNvSpPr/>
            <p:nvPr/>
          </p:nvSpPr>
          <p:spPr>
            <a:xfrm>
              <a:off x="11705753" y="5609046"/>
              <a:ext cx="213222" cy="2162801"/>
            </a:xfrm>
            <a:prstGeom prst="can">
              <a:avLst/>
            </a:pr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59">
              <a:extLst>
                <a:ext uri="{FF2B5EF4-FFF2-40B4-BE49-F238E27FC236}">
                  <a16:creationId xmlns:a16="http://schemas.microsoft.com/office/drawing/2014/main" id="{B409DF51-274B-4DD9-81C5-6D2562EFC962}"/>
                </a:ext>
              </a:extLst>
            </p:cNvPr>
            <p:cNvSpPr/>
            <p:nvPr/>
          </p:nvSpPr>
          <p:spPr>
            <a:xfrm>
              <a:off x="11159396" y="7409995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240907"/>
            </a:solidFill>
            <a:ln>
              <a:solidFill>
                <a:srgbClr val="240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59">
              <a:extLst>
                <a:ext uri="{FF2B5EF4-FFF2-40B4-BE49-F238E27FC236}">
                  <a16:creationId xmlns:a16="http://schemas.microsoft.com/office/drawing/2014/main" id="{8A50A523-E28A-4026-A6FD-4BC2580C688D}"/>
                </a:ext>
              </a:extLst>
            </p:cNvPr>
            <p:cNvSpPr/>
            <p:nvPr/>
          </p:nvSpPr>
          <p:spPr>
            <a:xfrm>
              <a:off x="11149289" y="7350547"/>
              <a:ext cx="1302594" cy="732661"/>
            </a:xfrm>
            <a:custGeom>
              <a:avLst/>
              <a:gdLst>
                <a:gd name="connsiteX0" fmla="*/ 0 w 1133475"/>
                <a:gd name="connsiteY0" fmla="*/ 161402 h 322803"/>
                <a:gd name="connsiteX1" fmla="*/ 566738 w 1133475"/>
                <a:gd name="connsiteY1" fmla="*/ 0 h 322803"/>
                <a:gd name="connsiteX2" fmla="*/ 1133476 w 1133475"/>
                <a:gd name="connsiteY2" fmla="*/ 161402 h 322803"/>
                <a:gd name="connsiteX3" fmla="*/ 566738 w 1133475"/>
                <a:gd name="connsiteY3" fmla="*/ 322804 h 322803"/>
                <a:gd name="connsiteX4" fmla="*/ 0 w 1133475"/>
                <a:gd name="connsiteY4" fmla="*/ 161402 h 322803"/>
                <a:gd name="connsiteX0" fmla="*/ 0 w 1133476"/>
                <a:gd name="connsiteY0" fmla="*/ 570977 h 732379"/>
                <a:gd name="connsiteX1" fmla="*/ 566738 w 1133476"/>
                <a:gd name="connsiteY1" fmla="*/ 0 h 732379"/>
                <a:gd name="connsiteX2" fmla="*/ 1133476 w 1133476"/>
                <a:gd name="connsiteY2" fmla="*/ 570977 h 732379"/>
                <a:gd name="connsiteX3" fmla="*/ 566738 w 1133476"/>
                <a:gd name="connsiteY3" fmla="*/ 732379 h 732379"/>
                <a:gd name="connsiteX4" fmla="*/ 0 w 1133476"/>
                <a:gd name="connsiteY4" fmla="*/ 570977 h 732379"/>
                <a:gd name="connsiteX0" fmla="*/ 0 w 1133476"/>
                <a:gd name="connsiteY0" fmla="*/ 642993 h 804395"/>
                <a:gd name="connsiteX1" fmla="*/ 566738 w 1133476"/>
                <a:gd name="connsiteY1" fmla="*/ 72016 h 804395"/>
                <a:gd name="connsiteX2" fmla="*/ 1133476 w 1133476"/>
                <a:gd name="connsiteY2" fmla="*/ 642993 h 804395"/>
                <a:gd name="connsiteX3" fmla="*/ 566738 w 1133476"/>
                <a:gd name="connsiteY3" fmla="*/ 804395 h 804395"/>
                <a:gd name="connsiteX4" fmla="*/ 0 w 1133476"/>
                <a:gd name="connsiteY4" fmla="*/ 642993 h 804395"/>
                <a:gd name="connsiteX0" fmla="*/ 0 w 1133476"/>
                <a:gd name="connsiteY0" fmla="*/ 584093 h 745495"/>
                <a:gd name="connsiteX1" fmla="*/ 566738 w 1133476"/>
                <a:gd name="connsiteY1" fmla="*/ 13116 h 745495"/>
                <a:gd name="connsiteX2" fmla="*/ 1133476 w 1133476"/>
                <a:gd name="connsiteY2" fmla="*/ 584093 h 745495"/>
                <a:gd name="connsiteX3" fmla="*/ 566738 w 1133476"/>
                <a:gd name="connsiteY3" fmla="*/ 745495 h 745495"/>
                <a:gd name="connsiteX4" fmla="*/ 0 w 1133476"/>
                <a:gd name="connsiteY4" fmla="*/ 584093 h 745495"/>
                <a:gd name="connsiteX0" fmla="*/ 0 w 1133476"/>
                <a:gd name="connsiteY0" fmla="*/ 573095 h 734497"/>
                <a:gd name="connsiteX1" fmla="*/ 566738 w 1133476"/>
                <a:gd name="connsiteY1" fmla="*/ 2118 h 734497"/>
                <a:gd name="connsiteX2" fmla="*/ 1133476 w 1133476"/>
                <a:gd name="connsiteY2" fmla="*/ 573095 h 734497"/>
                <a:gd name="connsiteX3" fmla="*/ 566738 w 1133476"/>
                <a:gd name="connsiteY3" fmla="*/ 734497 h 734497"/>
                <a:gd name="connsiteX4" fmla="*/ 0 w 1133476"/>
                <a:gd name="connsiteY4" fmla="*/ 573095 h 734497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33476"/>
                <a:gd name="connsiteY0" fmla="*/ 571543 h 732945"/>
                <a:gd name="connsiteX1" fmla="*/ 566738 w 1133476"/>
                <a:gd name="connsiteY1" fmla="*/ 566 h 732945"/>
                <a:gd name="connsiteX2" fmla="*/ 1133476 w 1133476"/>
                <a:gd name="connsiteY2" fmla="*/ 571543 h 732945"/>
                <a:gd name="connsiteX3" fmla="*/ 566738 w 1133476"/>
                <a:gd name="connsiteY3" fmla="*/ 732945 h 732945"/>
                <a:gd name="connsiteX4" fmla="*/ 0 w 1133476"/>
                <a:gd name="connsiteY4" fmla="*/ 571543 h 732945"/>
                <a:gd name="connsiteX0" fmla="*/ 0 w 1162051"/>
                <a:gd name="connsiteY0" fmla="*/ 571266 h 734164"/>
                <a:gd name="connsiteX1" fmla="*/ 566738 w 1162051"/>
                <a:gd name="connsiteY1" fmla="*/ 289 h 734164"/>
                <a:gd name="connsiteX2" fmla="*/ 1162051 w 1162051"/>
                <a:gd name="connsiteY2" fmla="*/ 504591 h 734164"/>
                <a:gd name="connsiteX3" fmla="*/ 566738 w 1162051"/>
                <a:gd name="connsiteY3" fmla="*/ 732668 h 734164"/>
                <a:gd name="connsiteX4" fmla="*/ 0 w 1162051"/>
                <a:gd name="connsiteY4" fmla="*/ 571266 h 734164"/>
                <a:gd name="connsiteX0" fmla="*/ 0 w 1172065"/>
                <a:gd name="connsiteY0" fmla="*/ 571266 h 734164"/>
                <a:gd name="connsiteX1" fmla="*/ 566738 w 1172065"/>
                <a:gd name="connsiteY1" fmla="*/ 289 h 734164"/>
                <a:gd name="connsiteX2" fmla="*/ 1162051 w 1172065"/>
                <a:gd name="connsiteY2" fmla="*/ 504591 h 734164"/>
                <a:gd name="connsiteX3" fmla="*/ 566738 w 1172065"/>
                <a:gd name="connsiteY3" fmla="*/ 732668 h 734164"/>
                <a:gd name="connsiteX4" fmla="*/ 0 w 1172065"/>
                <a:gd name="connsiteY4" fmla="*/ 571266 h 734164"/>
                <a:gd name="connsiteX0" fmla="*/ 0 w 1185652"/>
                <a:gd name="connsiteY0" fmla="*/ 571266 h 734164"/>
                <a:gd name="connsiteX1" fmla="*/ 566738 w 1185652"/>
                <a:gd name="connsiteY1" fmla="*/ 289 h 734164"/>
                <a:gd name="connsiteX2" fmla="*/ 1162051 w 1185652"/>
                <a:gd name="connsiteY2" fmla="*/ 504591 h 734164"/>
                <a:gd name="connsiteX3" fmla="*/ 566738 w 1185652"/>
                <a:gd name="connsiteY3" fmla="*/ 732668 h 734164"/>
                <a:gd name="connsiteX4" fmla="*/ 0 w 1185652"/>
                <a:gd name="connsiteY4" fmla="*/ 571266 h 734164"/>
                <a:gd name="connsiteX0" fmla="*/ 116942 w 1302594"/>
                <a:gd name="connsiteY0" fmla="*/ 571266 h 746336"/>
                <a:gd name="connsiteX1" fmla="*/ 683680 w 1302594"/>
                <a:gd name="connsiteY1" fmla="*/ 289 h 746336"/>
                <a:gd name="connsiteX2" fmla="*/ 1278993 w 1302594"/>
                <a:gd name="connsiteY2" fmla="*/ 504591 h 746336"/>
                <a:gd name="connsiteX3" fmla="*/ 683680 w 1302594"/>
                <a:gd name="connsiteY3" fmla="*/ 732668 h 746336"/>
                <a:gd name="connsiteX4" fmla="*/ 116942 w 1302594"/>
                <a:gd name="connsiteY4" fmla="*/ 571266 h 746336"/>
                <a:gd name="connsiteX0" fmla="*/ 116942 w 1302594"/>
                <a:gd name="connsiteY0" fmla="*/ 447439 h 733722"/>
                <a:gd name="connsiteX1" fmla="*/ 683680 w 1302594"/>
                <a:gd name="connsiteY1" fmla="*/ 287 h 733722"/>
                <a:gd name="connsiteX2" fmla="*/ 1278993 w 1302594"/>
                <a:gd name="connsiteY2" fmla="*/ 504589 h 733722"/>
                <a:gd name="connsiteX3" fmla="*/ 683680 w 1302594"/>
                <a:gd name="connsiteY3" fmla="*/ 732666 h 733722"/>
                <a:gd name="connsiteX4" fmla="*/ 116942 w 1302594"/>
                <a:gd name="connsiteY4" fmla="*/ 447439 h 733722"/>
                <a:gd name="connsiteX0" fmla="*/ 116942 w 1302594"/>
                <a:gd name="connsiteY0" fmla="*/ 447227 h 732661"/>
                <a:gd name="connsiteX1" fmla="*/ 683680 w 1302594"/>
                <a:gd name="connsiteY1" fmla="*/ 75 h 732661"/>
                <a:gd name="connsiteX2" fmla="*/ 1278993 w 1302594"/>
                <a:gd name="connsiteY2" fmla="*/ 475802 h 732661"/>
                <a:gd name="connsiteX3" fmla="*/ 683680 w 1302594"/>
                <a:gd name="connsiteY3" fmla="*/ 732454 h 732661"/>
                <a:gd name="connsiteX4" fmla="*/ 116942 w 1302594"/>
                <a:gd name="connsiteY4" fmla="*/ 447227 h 73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594" h="732661">
                  <a:moveTo>
                    <a:pt x="116942" y="447227"/>
                  </a:moveTo>
                  <a:cubicBezTo>
                    <a:pt x="526517" y="220389"/>
                    <a:pt x="490005" y="-4687"/>
                    <a:pt x="683680" y="75"/>
                  </a:cubicBezTo>
                  <a:cubicBezTo>
                    <a:pt x="877355" y="4837"/>
                    <a:pt x="821793" y="272362"/>
                    <a:pt x="1278993" y="475802"/>
                  </a:cubicBezTo>
                  <a:cubicBezTo>
                    <a:pt x="1421868" y="660192"/>
                    <a:pt x="877355" y="737216"/>
                    <a:pt x="683680" y="732454"/>
                  </a:cubicBezTo>
                  <a:cubicBezTo>
                    <a:pt x="490005" y="727692"/>
                    <a:pt x="-292633" y="674065"/>
                    <a:pt x="116942" y="447227"/>
                  </a:cubicBez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rapezoid 74">
              <a:extLst>
                <a:ext uri="{FF2B5EF4-FFF2-40B4-BE49-F238E27FC236}">
                  <a16:creationId xmlns:a16="http://schemas.microsoft.com/office/drawing/2014/main" id="{C008650D-5EB1-476F-A232-324C74F9E3A2}"/>
                </a:ext>
              </a:extLst>
            </p:cNvPr>
            <p:cNvSpPr/>
            <p:nvPr/>
          </p:nvSpPr>
          <p:spPr>
            <a:xfrm>
              <a:off x="10224904" y="5184357"/>
              <a:ext cx="2919132" cy="589595"/>
            </a:xfrm>
            <a:custGeom>
              <a:avLst/>
              <a:gdLst>
                <a:gd name="connsiteX0" fmla="*/ 0 w 2253329"/>
                <a:gd name="connsiteY0" fmla="*/ 584833 h 584833"/>
                <a:gd name="connsiteX1" fmla="*/ 245051 w 2253329"/>
                <a:gd name="connsiteY1" fmla="*/ 0 h 584833"/>
                <a:gd name="connsiteX2" fmla="*/ 2008278 w 2253329"/>
                <a:gd name="connsiteY2" fmla="*/ 0 h 584833"/>
                <a:gd name="connsiteX3" fmla="*/ 2253329 w 2253329"/>
                <a:gd name="connsiteY3" fmla="*/ 584833 h 584833"/>
                <a:gd name="connsiteX4" fmla="*/ 0 w 2253329"/>
                <a:gd name="connsiteY4" fmla="*/ 584833 h 584833"/>
                <a:gd name="connsiteX0" fmla="*/ 0 w 2377154"/>
                <a:gd name="connsiteY0" fmla="*/ 584833 h 584833"/>
                <a:gd name="connsiteX1" fmla="*/ 245051 w 2377154"/>
                <a:gd name="connsiteY1" fmla="*/ 0 h 584833"/>
                <a:gd name="connsiteX2" fmla="*/ 2008278 w 2377154"/>
                <a:gd name="connsiteY2" fmla="*/ 0 h 584833"/>
                <a:gd name="connsiteX3" fmla="*/ 2377154 w 2377154"/>
                <a:gd name="connsiteY3" fmla="*/ 527683 h 584833"/>
                <a:gd name="connsiteX4" fmla="*/ 0 w 2377154"/>
                <a:gd name="connsiteY4" fmla="*/ 584833 h 584833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27683 h 575308"/>
                <a:gd name="connsiteX4" fmla="*/ 0 w 2434304"/>
                <a:gd name="connsiteY4" fmla="*/ 575308 h 575308"/>
                <a:gd name="connsiteX0" fmla="*/ 0 w 2434304"/>
                <a:gd name="connsiteY0" fmla="*/ 575308 h 575308"/>
                <a:gd name="connsiteX1" fmla="*/ 302201 w 2434304"/>
                <a:gd name="connsiteY1" fmla="*/ 0 h 575308"/>
                <a:gd name="connsiteX2" fmla="*/ 2065428 w 2434304"/>
                <a:gd name="connsiteY2" fmla="*/ 0 h 575308"/>
                <a:gd name="connsiteX3" fmla="*/ 2434304 w 2434304"/>
                <a:gd name="connsiteY3" fmla="*/ 575308 h 575308"/>
                <a:gd name="connsiteX4" fmla="*/ 0 w 2434304"/>
                <a:gd name="connsiteY4" fmla="*/ 575308 h 575308"/>
                <a:gd name="connsiteX0" fmla="*/ 0 w 2443829"/>
                <a:gd name="connsiteY0" fmla="*/ 575308 h 575308"/>
                <a:gd name="connsiteX1" fmla="*/ 302201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75308 h 575308"/>
                <a:gd name="connsiteX1" fmla="*/ 330776 w 2443829"/>
                <a:gd name="connsiteY1" fmla="*/ 0 h 575308"/>
                <a:gd name="connsiteX2" fmla="*/ 2065428 w 2443829"/>
                <a:gd name="connsiteY2" fmla="*/ 0 h 575308"/>
                <a:gd name="connsiteX3" fmla="*/ 2443829 w 2443829"/>
                <a:gd name="connsiteY3" fmla="*/ 546733 h 575308"/>
                <a:gd name="connsiteX4" fmla="*/ 0 w 2443829"/>
                <a:gd name="connsiteY4" fmla="*/ 575308 h 575308"/>
                <a:gd name="connsiteX0" fmla="*/ 0 w 2443829"/>
                <a:gd name="connsiteY0" fmla="*/ 589595 h 589595"/>
                <a:gd name="connsiteX1" fmla="*/ 349826 w 2443829"/>
                <a:gd name="connsiteY1" fmla="*/ 0 h 589595"/>
                <a:gd name="connsiteX2" fmla="*/ 2065428 w 2443829"/>
                <a:gd name="connsiteY2" fmla="*/ 14287 h 589595"/>
                <a:gd name="connsiteX3" fmla="*/ 2443829 w 2443829"/>
                <a:gd name="connsiteY3" fmla="*/ 561020 h 589595"/>
                <a:gd name="connsiteX4" fmla="*/ 0 w 2443829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58117"/>
                <a:gd name="connsiteY0" fmla="*/ 589595 h 589595"/>
                <a:gd name="connsiteX1" fmla="*/ 364114 w 2458117"/>
                <a:gd name="connsiteY1" fmla="*/ 0 h 589595"/>
                <a:gd name="connsiteX2" fmla="*/ 2079716 w 2458117"/>
                <a:gd name="connsiteY2" fmla="*/ 14287 h 589595"/>
                <a:gd name="connsiteX3" fmla="*/ 2458117 w 2458117"/>
                <a:gd name="connsiteY3" fmla="*/ 561020 h 589595"/>
                <a:gd name="connsiteX4" fmla="*/ 0 w 2458117"/>
                <a:gd name="connsiteY4" fmla="*/ 589595 h 589595"/>
                <a:gd name="connsiteX0" fmla="*/ 0 w 2462880"/>
                <a:gd name="connsiteY0" fmla="*/ 589595 h 589595"/>
                <a:gd name="connsiteX1" fmla="*/ 364114 w 2462880"/>
                <a:gd name="connsiteY1" fmla="*/ 0 h 589595"/>
                <a:gd name="connsiteX2" fmla="*/ 2079716 w 2462880"/>
                <a:gd name="connsiteY2" fmla="*/ 14287 h 589595"/>
                <a:gd name="connsiteX3" fmla="*/ 2462880 w 2462880"/>
                <a:gd name="connsiteY3" fmla="*/ 556257 h 589595"/>
                <a:gd name="connsiteX4" fmla="*/ 0 w 2462880"/>
                <a:gd name="connsiteY4" fmla="*/ 589595 h 58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2880" h="589595">
                  <a:moveTo>
                    <a:pt x="0" y="589595"/>
                  </a:moveTo>
                  <a:cubicBezTo>
                    <a:pt x="97558" y="374013"/>
                    <a:pt x="242743" y="196532"/>
                    <a:pt x="364114" y="0"/>
                  </a:cubicBezTo>
                  <a:lnTo>
                    <a:pt x="2079716" y="14287"/>
                  </a:lnTo>
                  <a:lnTo>
                    <a:pt x="2462880" y="556257"/>
                  </a:lnTo>
                  <a:lnTo>
                    <a:pt x="0" y="589595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: Rounded Corners 75">
              <a:extLst>
                <a:ext uri="{FF2B5EF4-FFF2-40B4-BE49-F238E27FC236}">
                  <a16:creationId xmlns:a16="http://schemas.microsoft.com/office/drawing/2014/main" id="{CDB832CD-955B-42D3-ABDB-CAA0703DFD32}"/>
                </a:ext>
              </a:extLst>
            </p:cNvPr>
            <p:cNvSpPr/>
            <p:nvPr/>
          </p:nvSpPr>
          <p:spPr>
            <a:xfrm>
              <a:off x="10218540" y="5743602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: Rounded Corners 75">
              <a:extLst>
                <a:ext uri="{FF2B5EF4-FFF2-40B4-BE49-F238E27FC236}">
                  <a16:creationId xmlns:a16="http://schemas.microsoft.com/office/drawing/2014/main" id="{00AD053B-DEA0-453E-AA65-1435D2907765}"/>
                </a:ext>
              </a:extLst>
            </p:cNvPr>
            <p:cNvSpPr/>
            <p:nvPr/>
          </p:nvSpPr>
          <p:spPr>
            <a:xfrm>
              <a:off x="10202862" y="5829268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684035"/>
            </a:solidFill>
            <a:ln>
              <a:solidFill>
                <a:srgbClr val="6840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: Rounded Corners 75">
              <a:extLst>
                <a:ext uri="{FF2B5EF4-FFF2-40B4-BE49-F238E27FC236}">
                  <a16:creationId xmlns:a16="http://schemas.microsoft.com/office/drawing/2014/main" id="{CC2C4AED-6507-4745-BD6C-07AACFE38DC4}"/>
                </a:ext>
              </a:extLst>
            </p:cNvPr>
            <p:cNvSpPr/>
            <p:nvPr/>
          </p:nvSpPr>
          <p:spPr>
            <a:xfrm>
              <a:off x="10202862" y="5796357"/>
              <a:ext cx="2941174" cy="158479"/>
            </a:xfrm>
            <a:custGeom>
              <a:avLst/>
              <a:gdLst>
                <a:gd name="connsiteX0" fmla="*/ 0 w 2452654"/>
                <a:gd name="connsiteY0" fmla="*/ 20239 h 121430"/>
                <a:gd name="connsiteX1" fmla="*/ 20239 w 2452654"/>
                <a:gd name="connsiteY1" fmla="*/ 0 h 121430"/>
                <a:gd name="connsiteX2" fmla="*/ 2432415 w 2452654"/>
                <a:gd name="connsiteY2" fmla="*/ 0 h 121430"/>
                <a:gd name="connsiteX3" fmla="*/ 2452654 w 2452654"/>
                <a:gd name="connsiteY3" fmla="*/ 20239 h 121430"/>
                <a:gd name="connsiteX4" fmla="*/ 2452654 w 2452654"/>
                <a:gd name="connsiteY4" fmla="*/ 101191 h 121430"/>
                <a:gd name="connsiteX5" fmla="*/ 2432415 w 2452654"/>
                <a:gd name="connsiteY5" fmla="*/ 121430 h 121430"/>
                <a:gd name="connsiteX6" fmla="*/ 20239 w 2452654"/>
                <a:gd name="connsiteY6" fmla="*/ 121430 h 121430"/>
                <a:gd name="connsiteX7" fmla="*/ 0 w 2452654"/>
                <a:gd name="connsiteY7" fmla="*/ 101191 h 121430"/>
                <a:gd name="connsiteX8" fmla="*/ 0 w 2452654"/>
                <a:gd name="connsiteY8" fmla="*/ 20239 h 121430"/>
                <a:gd name="connsiteX0" fmla="*/ 0 w 2452654"/>
                <a:gd name="connsiteY0" fmla="*/ 20239 h 138363"/>
                <a:gd name="connsiteX1" fmla="*/ 20239 w 2452654"/>
                <a:gd name="connsiteY1" fmla="*/ 0 h 138363"/>
                <a:gd name="connsiteX2" fmla="*/ 2432415 w 2452654"/>
                <a:gd name="connsiteY2" fmla="*/ 0 h 138363"/>
                <a:gd name="connsiteX3" fmla="*/ 2452654 w 2452654"/>
                <a:gd name="connsiteY3" fmla="*/ 20239 h 138363"/>
                <a:gd name="connsiteX4" fmla="*/ 2452654 w 2452654"/>
                <a:gd name="connsiteY4" fmla="*/ 101191 h 138363"/>
                <a:gd name="connsiteX5" fmla="*/ 2432415 w 2452654"/>
                <a:gd name="connsiteY5" fmla="*/ 121430 h 138363"/>
                <a:gd name="connsiteX6" fmla="*/ 20239 w 2452654"/>
                <a:gd name="connsiteY6" fmla="*/ 121430 h 138363"/>
                <a:gd name="connsiteX7" fmla="*/ 0 w 2452654"/>
                <a:gd name="connsiteY7" fmla="*/ 101191 h 138363"/>
                <a:gd name="connsiteX8" fmla="*/ 0 w 2452654"/>
                <a:gd name="connsiteY8" fmla="*/ 20239 h 138363"/>
                <a:gd name="connsiteX0" fmla="*/ 0 w 2452654"/>
                <a:gd name="connsiteY0" fmla="*/ 20239 h 159530"/>
                <a:gd name="connsiteX1" fmla="*/ 20239 w 2452654"/>
                <a:gd name="connsiteY1" fmla="*/ 0 h 159530"/>
                <a:gd name="connsiteX2" fmla="*/ 2432415 w 2452654"/>
                <a:gd name="connsiteY2" fmla="*/ 0 h 159530"/>
                <a:gd name="connsiteX3" fmla="*/ 2452654 w 2452654"/>
                <a:gd name="connsiteY3" fmla="*/ 20239 h 159530"/>
                <a:gd name="connsiteX4" fmla="*/ 2452654 w 2452654"/>
                <a:gd name="connsiteY4" fmla="*/ 101191 h 159530"/>
                <a:gd name="connsiteX5" fmla="*/ 2432415 w 2452654"/>
                <a:gd name="connsiteY5" fmla="*/ 121430 h 159530"/>
                <a:gd name="connsiteX6" fmla="*/ 20239 w 2452654"/>
                <a:gd name="connsiteY6" fmla="*/ 121430 h 159530"/>
                <a:gd name="connsiteX7" fmla="*/ 0 w 2452654"/>
                <a:gd name="connsiteY7" fmla="*/ 101191 h 159530"/>
                <a:gd name="connsiteX8" fmla="*/ 0 w 2452654"/>
                <a:gd name="connsiteY8" fmla="*/ 20239 h 159530"/>
                <a:gd name="connsiteX0" fmla="*/ 0 w 2452654"/>
                <a:gd name="connsiteY0" fmla="*/ 20239 h 166705"/>
                <a:gd name="connsiteX1" fmla="*/ 20239 w 2452654"/>
                <a:gd name="connsiteY1" fmla="*/ 0 h 166705"/>
                <a:gd name="connsiteX2" fmla="*/ 2432415 w 2452654"/>
                <a:gd name="connsiteY2" fmla="*/ 0 h 166705"/>
                <a:gd name="connsiteX3" fmla="*/ 2452654 w 2452654"/>
                <a:gd name="connsiteY3" fmla="*/ 20239 h 166705"/>
                <a:gd name="connsiteX4" fmla="*/ 2452654 w 2452654"/>
                <a:gd name="connsiteY4" fmla="*/ 101191 h 166705"/>
                <a:gd name="connsiteX5" fmla="*/ 2432415 w 2452654"/>
                <a:gd name="connsiteY5" fmla="*/ 121430 h 166705"/>
                <a:gd name="connsiteX6" fmla="*/ 20239 w 2452654"/>
                <a:gd name="connsiteY6" fmla="*/ 121430 h 166705"/>
                <a:gd name="connsiteX7" fmla="*/ 0 w 2452654"/>
                <a:gd name="connsiteY7" fmla="*/ 101191 h 166705"/>
                <a:gd name="connsiteX8" fmla="*/ 0 w 2452654"/>
                <a:gd name="connsiteY8" fmla="*/ 20239 h 166705"/>
                <a:gd name="connsiteX0" fmla="*/ 0 w 2452654"/>
                <a:gd name="connsiteY0" fmla="*/ 20239 h 170854"/>
                <a:gd name="connsiteX1" fmla="*/ 20239 w 2452654"/>
                <a:gd name="connsiteY1" fmla="*/ 0 h 170854"/>
                <a:gd name="connsiteX2" fmla="*/ 2432415 w 2452654"/>
                <a:gd name="connsiteY2" fmla="*/ 0 h 170854"/>
                <a:gd name="connsiteX3" fmla="*/ 2452654 w 2452654"/>
                <a:gd name="connsiteY3" fmla="*/ 20239 h 170854"/>
                <a:gd name="connsiteX4" fmla="*/ 2452654 w 2452654"/>
                <a:gd name="connsiteY4" fmla="*/ 101191 h 170854"/>
                <a:gd name="connsiteX5" fmla="*/ 2432415 w 2452654"/>
                <a:gd name="connsiteY5" fmla="*/ 121430 h 170854"/>
                <a:gd name="connsiteX6" fmla="*/ 20239 w 2452654"/>
                <a:gd name="connsiteY6" fmla="*/ 121430 h 170854"/>
                <a:gd name="connsiteX7" fmla="*/ 0 w 2452654"/>
                <a:gd name="connsiteY7" fmla="*/ 101191 h 170854"/>
                <a:gd name="connsiteX8" fmla="*/ 0 w 2452654"/>
                <a:gd name="connsiteY8" fmla="*/ 20239 h 170854"/>
                <a:gd name="connsiteX0" fmla="*/ 0 w 2452654"/>
                <a:gd name="connsiteY0" fmla="*/ 20239 h 158479"/>
                <a:gd name="connsiteX1" fmla="*/ 20239 w 2452654"/>
                <a:gd name="connsiteY1" fmla="*/ 0 h 158479"/>
                <a:gd name="connsiteX2" fmla="*/ 2432415 w 2452654"/>
                <a:gd name="connsiteY2" fmla="*/ 0 h 158479"/>
                <a:gd name="connsiteX3" fmla="*/ 2452654 w 2452654"/>
                <a:gd name="connsiteY3" fmla="*/ 20239 h 158479"/>
                <a:gd name="connsiteX4" fmla="*/ 2452654 w 2452654"/>
                <a:gd name="connsiteY4" fmla="*/ 101191 h 158479"/>
                <a:gd name="connsiteX5" fmla="*/ 2432415 w 2452654"/>
                <a:gd name="connsiteY5" fmla="*/ 121430 h 158479"/>
                <a:gd name="connsiteX6" fmla="*/ 20239 w 2452654"/>
                <a:gd name="connsiteY6" fmla="*/ 121430 h 158479"/>
                <a:gd name="connsiteX7" fmla="*/ 0 w 2452654"/>
                <a:gd name="connsiteY7" fmla="*/ 101191 h 158479"/>
                <a:gd name="connsiteX8" fmla="*/ 0 w 2452654"/>
                <a:gd name="connsiteY8" fmla="*/ 20239 h 15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2654" h="158479">
                  <a:moveTo>
                    <a:pt x="0" y="20239"/>
                  </a:moveTo>
                  <a:cubicBezTo>
                    <a:pt x="0" y="9061"/>
                    <a:pt x="9061" y="0"/>
                    <a:pt x="20239" y="0"/>
                  </a:cubicBezTo>
                  <a:lnTo>
                    <a:pt x="2432415" y="0"/>
                  </a:lnTo>
                  <a:cubicBezTo>
                    <a:pt x="2443593" y="0"/>
                    <a:pt x="2452654" y="9061"/>
                    <a:pt x="2452654" y="20239"/>
                  </a:cubicBezTo>
                  <a:lnTo>
                    <a:pt x="2452654" y="101191"/>
                  </a:lnTo>
                  <a:cubicBezTo>
                    <a:pt x="2452654" y="112369"/>
                    <a:pt x="2443593" y="121430"/>
                    <a:pt x="2432415" y="121430"/>
                  </a:cubicBezTo>
                  <a:cubicBezTo>
                    <a:pt x="2266531" y="188105"/>
                    <a:pt x="9911" y="150005"/>
                    <a:pt x="20239" y="121430"/>
                  </a:cubicBezTo>
                  <a:cubicBezTo>
                    <a:pt x="9061" y="121430"/>
                    <a:pt x="0" y="112369"/>
                    <a:pt x="0" y="101191"/>
                  </a:cubicBezTo>
                  <a:lnTo>
                    <a:pt x="0" y="20239"/>
                  </a:lnTo>
                  <a:close/>
                </a:path>
              </a:pathLst>
            </a:custGeom>
            <a:solidFill>
              <a:srgbClr val="FBF3DC"/>
            </a:solidFill>
            <a:ln>
              <a:solidFill>
                <a:srgbClr val="FBF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9" name="Picture 178">
            <a:extLst>
              <a:ext uri="{FF2B5EF4-FFF2-40B4-BE49-F238E27FC236}">
                <a16:creationId xmlns:a16="http://schemas.microsoft.com/office/drawing/2014/main" id="{3F163FBF-D9BB-4425-B5F9-E13D10977A4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 flipH="1">
            <a:off x="2104204" y="8153953"/>
            <a:ext cx="828623" cy="598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D2C6B38D-5E9B-4CFE-B106-D934793CD93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48828" y1="84505" x2="47852" y2="72396"/>
                        <a14:backgroundMark x1="75781" y1="87760" x2="75781" y2="87760"/>
                        <a14:backgroundMark x1="73633" y1="86979" x2="73633" y2="86979"/>
                        <a14:backgroundMark x1="73633" y1="86979" x2="73633" y2="86979"/>
                        <a14:backgroundMark x1="71289" y1="87500" x2="71289" y2="87500"/>
                        <a14:backgroundMark x1="71289" y1="87500" x2="71289" y2="87500"/>
                        <a14:backgroundMark x1="71289" y1="87500" x2="42188" y2="93099"/>
                        <a14:backgroundMark x1="47070" y1="93099" x2="75977" y2="87500"/>
                        <a14:backgroundMark x1="72266" y1="88802" x2="81055" y2="85026"/>
                        <a14:backgroundMark x1="80273" y1="85026" x2="47070" y2="93359"/>
                        <a14:backgroundMark x1="47070" y1="93359" x2="21094" y2="83464"/>
                        <a14:backgroundMark x1="47070" y1="89323" x2="47070" y2="89323"/>
                        <a14:backgroundMark x1="52539" y1="89323" x2="52539" y2="89323"/>
                        <a14:backgroundMark x1="59375" y1="90234" x2="59375" y2="90234"/>
                        <a14:backgroundMark x1="38281" y1="89974" x2="40039" y2="88802"/>
                        <a14:backgroundMark x1="42773" y1="89323" x2="42773" y2="89323"/>
                      </a14:backgroundRemoval>
                    </a14:imgEffect>
                  </a14:imgLayer>
                </a14:imgProps>
              </a:ext>
            </a:extLst>
          </a:blip>
          <a:srcRect l="13407" t="57533" r="15650" b="8314"/>
          <a:stretch/>
        </p:blipFill>
        <p:spPr>
          <a:xfrm>
            <a:off x="4023796" y="8243906"/>
            <a:ext cx="708815" cy="511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081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1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34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2000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43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video>
              <p:cMediaNode vol="80000" showWhenStopped="0">
                <p:cTn id="19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1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0</Words>
  <Application>Microsoft Office PowerPoint</Application>
  <PresentationFormat>Widescreen</PresentationFormat>
  <Paragraphs>0</Paragraphs>
  <Slides>12</Slides>
  <Notes>0</Notes>
  <HiddenSlides>0</HiddenSlides>
  <MMClips>28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18</cp:revision>
  <dcterms:created xsi:type="dcterms:W3CDTF">2025-01-01T17:50:27Z</dcterms:created>
  <dcterms:modified xsi:type="dcterms:W3CDTF">2025-01-01T21:08:40Z</dcterms:modified>
</cp:coreProperties>
</file>