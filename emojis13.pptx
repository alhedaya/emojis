
<file path=[Content_Types].xml><?xml version="1.0" encoding="utf-8"?>
<Types xmlns="http://schemas.openxmlformats.org/package/2006/content-types">
  <Default Extension="jpeg" ContentType="image/jpeg"/>
  <Default Extension="mp3" ContentType="audio/mpeg"/>
  <Default Extension="mp4" ContentType="video/mp4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7" r:id="rId2"/>
    <p:sldId id="259" r:id="rId3"/>
    <p:sldId id="260" r:id="rId4"/>
    <p:sldId id="261" r:id="rId5"/>
    <p:sldId id="262" r:id="rId6"/>
    <p:sldId id="263" r:id="rId7"/>
    <p:sldId id="264" r:id="rId8"/>
  </p:sldIdLst>
  <p:sldSz cx="6858000" cy="12192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000" autoAdjust="0"/>
    <p:restoredTop sz="94660"/>
  </p:normalViewPr>
  <p:slideViewPr>
    <p:cSldViewPr snapToGrid="0">
      <p:cViewPr>
        <p:scale>
          <a:sx n="50" d="100"/>
          <a:sy n="50" d="100"/>
        </p:scale>
        <p:origin x="2340" y="-28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14350" y="1995312"/>
            <a:ext cx="5829300" cy="4244622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57250" y="6403623"/>
            <a:ext cx="5143500" cy="2943577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7E88BB-BA7B-4588-81C7-CFD993027410}" type="datetimeFigureOut">
              <a:rPr lang="en-US" smtClean="0"/>
              <a:t>1/12/2025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2C97BF-14FF-4784-9913-60075B1775C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3335472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7E88BB-BA7B-4588-81C7-CFD993027410}" type="datetimeFigureOut">
              <a:rPr lang="en-US" smtClean="0"/>
              <a:t>1/12/2025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2C97BF-14FF-4784-9913-60075B1775C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0113947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7916" y="3039537"/>
            <a:ext cx="5915025" cy="5071532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67916" y="8159048"/>
            <a:ext cx="5915025" cy="2666999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/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7E88BB-BA7B-4588-81C7-CFD993027410}" type="datetimeFigureOut">
              <a:rPr lang="en-US" smtClean="0"/>
              <a:t>1/12/2025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2C97BF-14FF-4784-9913-60075B1775C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9023308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71488" y="3245556"/>
            <a:ext cx="2914650" cy="7735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471863" y="3245556"/>
            <a:ext cx="2914650" cy="7735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7E88BB-BA7B-4588-81C7-CFD993027410}" type="datetimeFigureOut">
              <a:rPr lang="en-US" smtClean="0"/>
              <a:t>1/12/2025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2C97BF-14FF-4784-9913-60075B1775C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6204846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649114"/>
            <a:ext cx="5915025" cy="2356556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72381" y="2988734"/>
            <a:ext cx="2901255" cy="146473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72381" y="4453467"/>
            <a:ext cx="2901255" cy="655037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471863" y="2988734"/>
            <a:ext cx="2915543" cy="146473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3471863" y="4453467"/>
            <a:ext cx="2915543" cy="655037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7E88BB-BA7B-4588-81C7-CFD993027410}" type="datetimeFigureOut">
              <a:rPr lang="en-US" smtClean="0"/>
              <a:t>1/12/2025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2C97BF-14FF-4784-9913-60075B1775C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3356317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7E88BB-BA7B-4588-81C7-CFD993027410}" type="datetimeFigureOut">
              <a:rPr lang="en-US" smtClean="0"/>
              <a:t>1/12/2025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2C97BF-14FF-4784-9913-60075B1775C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031244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7E88BB-BA7B-4588-81C7-CFD993027410}" type="datetimeFigureOut">
              <a:rPr lang="en-US" smtClean="0"/>
              <a:t>1/12/2025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2C97BF-14FF-4784-9913-60075B1775C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2011158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812800"/>
            <a:ext cx="2211884" cy="28448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915543" y="1755425"/>
            <a:ext cx="3471863" cy="8664222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72381" y="3657600"/>
            <a:ext cx="2211884" cy="6776156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7E88BB-BA7B-4588-81C7-CFD993027410}" type="datetimeFigureOut">
              <a:rPr lang="en-US" smtClean="0"/>
              <a:t>1/12/2025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2C97BF-14FF-4784-9913-60075B1775C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1916742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812800"/>
            <a:ext cx="2211884" cy="28448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915543" y="1755425"/>
            <a:ext cx="3471863" cy="8664222"/>
          </a:xfrm>
        </p:spPr>
        <p:txBody>
          <a:bodyPr anchor="t"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72381" y="3657600"/>
            <a:ext cx="2211884" cy="6776156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7E88BB-BA7B-4588-81C7-CFD993027410}" type="datetimeFigureOut">
              <a:rPr lang="en-US" smtClean="0"/>
              <a:t>1/12/2025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2C97BF-14FF-4784-9913-60075B1775C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56442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7E88BB-BA7B-4588-81C7-CFD993027410}" type="datetimeFigureOut">
              <a:rPr lang="en-US" smtClean="0"/>
              <a:t>1/12/2025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2C97BF-14FF-4784-9913-60075B1775C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2134236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4907757" y="649111"/>
            <a:ext cx="1478756" cy="10332156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71488" y="649111"/>
            <a:ext cx="4350544" cy="10332156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7E88BB-BA7B-4588-81C7-CFD993027410}" type="datetimeFigureOut">
              <a:rPr lang="en-US" smtClean="0"/>
              <a:t>1/12/2025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2C97BF-14FF-4784-9913-60075B1775C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5456055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71488" y="649114"/>
            <a:ext cx="5915025" cy="235655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71488" y="3245556"/>
            <a:ext cx="5915025" cy="773571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71488" y="11300181"/>
            <a:ext cx="1543050" cy="64911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37E88BB-BA7B-4588-81C7-CFD993027410}" type="datetimeFigureOut">
              <a:rPr lang="en-US" smtClean="0"/>
              <a:t>1/12/2025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271713" y="11300181"/>
            <a:ext cx="2314575" cy="64911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4843463" y="11300181"/>
            <a:ext cx="1543050" cy="64911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A2C97BF-14FF-4784-9913-60075B1775C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5138258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microsoft.com/office/2007/relationships/media" Target="../media/media2.mp3"/><Relationship Id="rId7" Type="http://schemas.openxmlformats.org/officeDocument/2006/relationships/image" Target="../media/image2.png"/><Relationship Id="rId2" Type="http://schemas.microsoft.com/office/2007/relationships/media" Target="../media/media1.mp4"/><Relationship Id="rId1" Type="http://schemas.openxmlformats.org/officeDocument/2006/relationships/video" Target="NULL" TargetMode="External"/><Relationship Id="rId6" Type="http://schemas.openxmlformats.org/officeDocument/2006/relationships/image" Target="../media/image1.png"/><Relationship Id="rId5" Type="http://schemas.openxmlformats.org/officeDocument/2006/relationships/slideLayout" Target="../slideLayouts/slideLayout7.xml"/><Relationship Id="rId4" Type="http://schemas.openxmlformats.org/officeDocument/2006/relationships/audio" Target="../media/media2.mp3"/></Relationships>
</file>

<file path=ppt/slides/_rels/slide2.xml.rels><?xml version="1.0" encoding="UTF-8" standalone="yes"?>
<Relationships xmlns="http://schemas.openxmlformats.org/package/2006/relationships"><Relationship Id="rId3" Type="http://schemas.microsoft.com/office/2007/relationships/media" Target="../media/media3.mp3"/><Relationship Id="rId7" Type="http://schemas.openxmlformats.org/officeDocument/2006/relationships/image" Target="../media/image2.png"/><Relationship Id="rId2" Type="http://schemas.microsoft.com/office/2007/relationships/media" Target="../media/media1.mp4"/><Relationship Id="rId1" Type="http://schemas.openxmlformats.org/officeDocument/2006/relationships/video" Target="NULL" TargetMode="External"/><Relationship Id="rId6" Type="http://schemas.openxmlformats.org/officeDocument/2006/relationships/image" Target="../media/image1.png"/><Relationship Id="rId5" Type="http://schemas.openxmlformats.org/officeDocument/2006/relationships/slideLayout" Target="../slideLayouts/slideLayout7.xml"/><Relationship Id="rId4" Type="http://schemas.openxmlformats.org/officeDocument/2006/relationships/audio" Target="../media/media3.mp3"/></Relationships>
</file>

<file path=ppt/slides/_rels/slide3.xml.rels><?xml version="1.0" encoding="UTF-8" standalone="yes"?>
<Relationships xmlns="http://schemas.openxmlformats.org/package/2006/relationships"><Relationship Id="rId3" Type="http://schemas.microsoft.com/office/2007/relationships/media" Target="../media/media4.mp3"/><Relationship Id="rId7" Type="http://schemas.openxmlformats.org/officeDocument/2006/relationships/image" Target="../media/image2.png"/><Relationship Id="rId2" Type="http://schemas.microsoft.com/office/2007/relationships/media" Target="../media/media1.mp4"/><Relationship Id="rId1" Type="http://schemas.openxmlformats.org/officeDocument/2006/relationships/video" Target="NULL" TargetMode="External"/><Relationship Id="rId6" Type="http://schemas.openxmlformats.org/officeDocument/2006/relationships/image" Target="../media/image1.png"/><Relationship Id="rId5" Type="http://schemas.openxmlformats.org/officeDocument/2006/relationships/slideLayout" Target="../slideLayouts/slideLayout7.xml"/><Relationship Id="rId4" Type="http://schemas.openxmlformats.org/officeDocument/2006/relationships/audio" Target="../media/media4.mp3"/></Relationships>
</file>

<file path=ppt/slides/_rels/slide4.xml.rels><?xml version="1.0" encoding="UTF-8" standalone="yes"?>
<Relationships xmlns="http://schemas.openxmlformats.org/package/2006/relationships"><Relationship Id="rId3" Type="http://schemas.microsoft.com/office/2007/relationships/media" Target="../media/media5.mp3"/><Relationship Id="rId7" Type="http://schemas.openxmlformats.org/officeDocument/2006/relationships/image" Target="../media/image2.png"/><Relationship Id="rId2" Type="http://schemas.microsoft.com/office/2007/relationships/media" Target="../media/media1.mp4"/><Relationship Id="rId1" Type="http://schemas.openxmlformats.org/officeDocument/2006/relationships/video" Target="NULL" TargetMode="External"/><Relationship Id="rId6" Type="http://schemas.openxmlformats.org/officeDocument/2006/relationships/image" Target="../media/image1.png"/><Relationship Id="rId5" Type="http://schemas.openxmlformats.org/officeDocument/2006/relationships/slideLayout" Target="../slideLayouts/slideLayout7.xml"/><Relationship Id="rId4" Type="http://schemas.openxmlformats.org/officeDocument/2006/relationships/audio" Target="../media/media5.mp3"/></Relationships>
</file>

<file path=ppt/slides/_rels/slide5.xml.rels><?xml version="1.0" encoding="UTF-8" standalone="yes"?>
<Relationships xmlns="http://schemas.openxmlformats.org/package/2006/relationships"><Relationship Id="rId3" Type="http://schemas.microsoft.com/office/2007/relationships/media" Target="../media/media6.mp3"/><Relationship Id="rId7" Type="http://schemas.openxmlformats.org/officeDocument/2006/relationships/image" Target="../media/image2.png"/><Relationship Id="rId2" Type="http://schemas.microsoft.com/office/2007/relationships/media" Target="../media/media1.mp4"/><Relationship Id="rId1" Type="http://schemas.openxmlformats.org/officeDocument/2006/relationships/video" Target="NULL" TargetMode="External"/><Relationship Id="rId6" Type="http://schemas.openxmlformats.org/officeDocument/2006/relationships/image" Target="../media/image1.png"/><Relationship Id="rId5" Type="http://schemas.openxmlformats.org/officeDocument/2006/relationships/slideLayout" Target="../slideLayouts/slideLayout7.xml"/><Relationship Id="rId4" Type="http://schemas.openxmlformats.org/officeDocument/2006/relationships/audio" Target="../media/media6.mp3"/></Relationships>
</file>

<file path=ppt/slides/_rels/slide6.xml.rels><?xml version="1.0" encoding="UTF-8" standalone="yes"?>
<Relationships xmlns="http://schemas.openxmlformats.org/package/2006/relationships"><Relationship Id="rId3" Type="http://schemas.microsoft.com/office/2007/relationships/media" Target="../media/media7.mp3"/><Relationship Id="rId7" Type="http://schemas.openxmlformats.org/officeDocument/2006/relationships/image" Target="../media/image2.png"/><Relationship Id="rId2" Type="http://schemas.microsoft.com/office/2007/relationships/media" Target="../media/media1.mp4"/><Relationship Id="rId1" Type="http://schemas.openxmlformats.org/officeDocument/2006/relationships/video" Target="NULL" TargetMode="External"/><Relationship Id="rId6" Type="http://schemas.openxmlformats.org/officeDocument/2006/relationships/image" Target="../media/image1.png"/><Relationship Id="rId5" Type="http://schemas.openxmlformats.org/officeDocument/2006/relationships/slideLayout" Target="../slideLayouts/slideLayout7.xml"/><Relationship Id="rId4" Type="http://schemas.openxmlformats.org/officeDocument/2006/relationships/audio" Target="../media/media7.mp3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audio" Target="../media/media8.mp3"/><Relationship Id="rId1" Type="http://schemas.microsoft.com/office/2007/relationships/media" Target="../media/media8.mp3"/><Relationship Id="rId4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>
            <a:extLst>
              <a:ext uri="{FF2B5EF4-FFF2-40B4-BE49-F238E27FC236}">
                <a16:creationId xmlns:a16="http://schemas.microsoft.com/office/drawing/2014/main" id="{104AF8E7-E341-447D-AE69-A319F2E2C610}"/>
              </a:ext>
            </a:extLst>
          </p:cNvPr>
          <p:cNvGrpSpPr/>
          <p:nvPr/>
        </p:nvGrpSpPr>
        <p:grpSpPr>
          <a:xfrm flipH="1">
            <a:off x="9343432" y="4357051"/>
            <a:ext cx="2382011" cy="5291365"/>
            <a:chOff x="6846095" y="3702540"/>
            <a:chExt cx="1339881" cy="2976393"/>
          </a:xfrm>
          <a:solidFill>
            <a:schemeClr val="bg1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grpSpPr>
        <p:sp>
          <p:nvSpPr>
            <p:cNvPr id="3" name="Rectangle 7">
              <a:extLst>
                <a:ext uri="{FF2B5EF4-FFF2-40B4-BE49-F238E27FC236}">
                  <a16:creationId xmlns:a16="http://schemas.microsoft.com/office/drawing/2014/main" id="{FFCBED18-6161-4BE0-8A4E-894A74965115}"/>
                </a:ext>
              </a:extLst>
            </p:cNvPr>
            <p:cNvSpPr/>
            <p:nvPr/>
          </p:nvSpPr>
          <p:spPr>
            <a:xfrm rot="16200000">
              <a:off x="6871037" y="4380823"/>
              <a:ext cx="1531445" cy="174879"/>
            </a:xfrm>
            <a:custGeom>
              <a:avLst/>
              <a:gdLst>
                <a:gd name="connsiteX0" fmla="*/ 0 w 1371600"/>
                <a:gd name="connsiteY0" fmla="*/ 0 h 176004"/>
                <a:gd name="connsiteX1" fmla="*/ 1371600 w 1371600"/>
                <a:gd name="connsiteY1" fmla="*/ 0 h 176004"/>
                <a:gd name="connsiteX2" fmla="*/ 1371600 w 1371600"/>
                <a:gd name="connsiteY2" fmla="*/ 176004 h 176004"/>
                <a:gd name="connsiteX3" fmla="*/ 0 w 1371600"/>
                <a:gd name="connsiteY3" fmla="*/ 176004 h 176004"/>
                <a:gd name="connsiteX4" fmla="*/ 0 w 1371600"/>
                <a:gd name="connsiteY4" fmla="*/ 0 h 176004"/>
                <a:gd name="connsiteX0" fmla="*/ 0 w 1371600"/>
                <a:gd name="connsiteY0" fmla="*/ 0 h 176004"/>
                <a:gd name="connsiteX1" fmla="*/ 1371600 w 1371600"/>
                <a:gd name="connsiteY1" fmla="*/ 0 h 176004"/>
                <a:gd name="connsiteX2" fmla="*/ 1371600 w 1371600"/>
                <a:gd name="connsiteY2" fmla="*/ 176004 h 176004"/>
                <a:gd name="connsiteX3" fmla="*/ 0 w 1371600"/>
                <a:gd name="connsiteY3" fmla="*/ 176004 h 176004"/>
                <a:gd name="connsiteX4" fmla="*/ 0 w 1371600"/>
                <a:gd name="connsiteY4" fmla="*/ 0 h 176004"/>
                <a:gd name="connsiteX0" fmla="*/ 0 w 1371600"/>
                <a:gd name="connsiteY0" fmla="*/ 0 h 176004"/>
                <a:gd name="connsiteX1" fmla="*/ 1371600 w 1371600"/>
                <a:gd name="connsiteY1" fmla="*/ 0 h 176004"/>
                <a:gd name="connsiteX2" fmla="*/ 1371600 w 1371600"/>
                <a:gd name="connsiteY2" fmla="*/ 176004 h 176004"/>
                <a:gd name="connsiteX3" fmla="*/ 0 w 1371600"/>
                <a:gd name="connsiteY3" fmla="*/ 176004 h 176004"/>
                <a:gd name="connsiteX4" fmla="*/ 0 w 1371600"/>
                <a:gd name="connsiteY4" fmla="*/ 0 h 176004"/>
                <a:gd name="connsiteX0" fmla="*/ 0 w 1371600"/>
                <a:gd name="connsiteY0" fmla="*/ 0 h 176004"/>
                <a:gd name="connsiteX1" fmla="*/ 1323975 w 1371600"/>
                <a:gd name="connsiteY1" fmla="*/ 0 h 176004"/>
                <a:gd name="connsiteX2" fmla="*/ 1371600 w 1371600"/>
                <a:gd name="connsiteY2" fmla="*/ 176004 h 176004"/>
                <a:gd name="connsiteX3" fmla="*/ 0 w 1371600"/>
                <a:gd name="connsiteY3" fmla="*/ 176004 h 176004"/>
                <a:gd name="connsiteX4" fmla="*/ 0 w 1371600"/>
                <a:gd name="connsiteY4" fmla="*/ 0 h 176004"/>
                <a:gd name="connsiteX0" fmla="*/ 0 w 1371600"/>
                <a:gd name="connsiteY0" fmla="*/ 0 h 176004"/>
                <a:gd name="connsiteX1" fmla="*/ 1323975 w 1371600"/>
                <a:gd name="connsiteY1" fmla="*/ 0 h 176004"/>
                <a:gd name="connsiteX2" fmla="*/ 1371600 w 1371600"/>
                <a:gd name="connsiteY2" fmla="*/ 176004 h 176004"/>
                <a:gd name="connsiteX3" fmla="*/ 0 w 1371600"/>
                <a:gd name="connsiteY3" fmla="*/ 176004 h 176004"/>
                <a:gd name="connsiteX4" fmla="*/ 0 w 1371600"/>
                <a:gd name="connsiteY4" fmla="*/ 0 h 176004"/>
                <a:gd name="connsiteX0" fmla="*/ 0 w 1371600"/>
                <a:gd name="connsiteY0" fmla="*/ 0 h 176004"/>
                <a:gd name="connsiteX1" fmla="*/ 1300163 w 1371600"/>
                <a:gd name="connsiteY1" fmla="*/ 0 h 176004"/>
                <a:gd name="connsiteX2" fmla="*/ 1371600 w 1371600"/>
                <a:gd name="connsiteY2" fmla="*/ 176004 h 176004"/>
                <a:gd name="connsiteX3" fmla="*/ 0 w 1371600"/>
                <a:gd name="connsiteY3" fmla="*/ 176004 h 176004"/>
                <a:gd name="connsiteX4" fmla="*/ 0 w 1371600"/>
                <a:gd name="connsiteY4" fmla="*/ 0 h 176004"/>
                <a:gd name="connsiteX0" fmla="*/ 0 w 1371600"/>
                <a:gd name="connsiteY0" fmla="*/ 0 h 176004"/>
                <a:gd name="connsiteX1" fmla="*/ 1300163 w 1371600"/>
                <a:gd name="connsiteY1" fmla="*/ 0 h 176004"/>
                <a:gd name="connsiteX2" fmla="*/ 1371600 w 1371600"/>
                <a:gd name="connsiteY2" fmla="*/ 176004 h 176004"/>
                <a:gd name="connsiteX3" fmla="*/ 0 w 1371600"/>
                <a:gd name="connsiteY3" fmla="*/ 176004 h 176004"/>
                <a:gd name="connsiteX4" fmla="*/ 0 w 1371600"/>
                <a:gd name="connsiteY4" fmla="*/ 0 h 176004"/>
                <a:gd name="connsiteX0" fmla="*/ 71437 w 1371600"/>
                <a:gd name="connsiteY0" fmla="*/ 0 h 190292"/>
                <a:gd name="connsiteX1" fmla="*/ 1300163 w 1371600"/>
                <a:gd name="connsiteY1" fmla="*/ 14288 h 190292"/>
                <a:gd name="connsiteX2" fmla="*/ 1371600 w 1371600"/>
                <a:gd name="connsiteY2" fmla="*/ 190292 h 190292"/>
                <a:gd name="connsiteX3" fmla="*/ 0 w 1371600"/>
                <a:gd name="connsiteY3" fmla="*/ 190292 h 190292"/>
                <a:gd name="connsiteX4" fmla="*/ 71437 w 1371600"/>
                <a:gd name="connsiteY4" fmla="*/ 0 h 190292"/>
                <a:gd name="connsiteX0" fmla="*/ 76200 w 1376363"/>
                <a:gd name="connsiteY0" fmla="*/ 0 h 190292"/>
                <a:gd name="connsiteX1" fmla="*/ 1304926 w 1376363"/>
                <a:gd name="connsiteY1" fmla="*/ 14288 h 190292"/>
                <a:gd name="connsiteX2" fmla="*/ 1376363 w 1376363"/>
                <a:gd name="connsiteY2" fmla="*/ 190292 h 190292"/>
                <a:gd name="connsiteX3" fmla="*/ 0 w 1376363"/>
                <a:gd name="connsiteY3" fmla="*/ 118854 h 190292"/>
                <a:gd name="connsiteX4" fmla="*/ 76200 w 1376363"/>
                <a:gd name="connsiteY4" fmla="*/ 0 h 190292"/>
                <a:gd name="connsiteX0" fmla="*/ 76200 w 1376363"/>
                <a:gd name="connsiteY0" fmla="*/ 0 h 190292"/>
                <a:gd name="connsiteX1" fmla="*/ 1304926 w 1376363"/>
                <a:gd name="connsiteY1" fmla="*/ 14288 h 190292"/>
                <a:gd name="connsiteX2" fmla="*/ 1376363 w 1376363"/>
                <a:gd name="connsiteY2" fmla="*/ 190292 h 190292"/>
                <a:gd name="connsiteX3" fmla="*/ 0 w 1376363"/>
                <a:gd name="connsiteY3" fmla="*/ 118854 h 190292"/>
                <a:gd name="connsiteX4" fmla="*/ 76200 w 1376363"/>
                <a:gd name="connsiteY4" fmla="*/ 0 h 190292"/>
                <a:gd name="connsiteX0" fmla="*/ 76203 w 1376366"/>
                <a:gd name="connsiteY0" fmla="*/ 0 h 190292"/>
                <a:gd name="connsiteX1" fmla="*/ 1304929 w 1376366"/>
                <a:gd name="connsiteY1" fmla="*/ 14288 h 190292"/>
                <a:gd name="connsiteX2" fmla="*/ 1376366 w 1376366"/>
                <a:gd name="connsiteY2" fmla="*/ 190292 h 190292"/>
                <a:gd name="connsiteX3" fmla="*/ 0 w 1376366"/>
                <a:gd name="connsiteY3" fmla="*/ 133144 h 190292"/>
                <a:gd name="connsiteX4" fmla="*/ 76203 w 1376366"/>
                <a:gd name="connsiteY4" fmla="*/ 0 h 190292"/>
                <a:gd name="connsiteX0" fmla="*/ 76203 w 1376366"/>
                <a:gd name="connsiteY0" fmla="*/ 0 h 190292"/>
                <a:gd name="connsiteX1" fmla="*/ 1304929 w 1376366"/>
                <a:gd name="connsiteY1" fmla="*/ 14288 h 190292"/>
                <a:gd name="connsiteX2" fmla="*/ 1376366 w 1376366"/>
                <a:gd name="connsiteY2" fmla="*/ 190292 h 190292"/>
                <a:gd name="connsiteX3" fmla="*/ 0 w 1376366"/>
                <a:gd name="connsiteY3" fmla="*/ 133144 h 190292"/>
                <a:gd name="connsiteX4" fmla="*/ 76203 w 1376366"/>
                <a:gd name="connsiteY4" fmla="*/ 0 h 190292"/>
                <a:gd name="connsiteX0" fmla="*/ 76203 w 1376366"/>
                <a:gd name="connsiteY0" fmla="*/ 0 h 190292"/>
                <a:gd name="connsiteX1" fmla="*/ 1304929 w 1376366"/>
                <a:gd name="connsiteY1" fmla="*/ 14288 h 190292"/>
                <a:gd name="connsiteX2" fmla="*/ 1376366 w 1376366"/>
                <a:gd name="connsiteY2" fmla="*/ 190292 h 190292"/>
                <a:gd name="connsiteX3" fmla="*/ 0 w 1376366"/>
                <a:gd name="connsiteY3" fmla="*/ 133144 h 190292"/>
                <a:gd name="connsiteX4" fmla="*/ 76203 w 1376366"/>
                <a:gd name="connsiteY4" fmla="*/ 0 h 190292"/>
                <a:gd name="connsiteX0" fmla="*/ 76203 w 1408178"/>
                <a:gd name="connsiteY0" fmla="*/ 0 h 199837"/>
                <a:gd name="connsiteX1" fmla="*/ 1304929 w 1408178"/>
                <a:gd name="connsiteY1" fmla="*/ 14288 h 199837"/>
                <a:gd name="connsiteX2" fmla="*/ 1376366 w 1408178"/>
                <a:gd name="connsiteY2" fmla="*/ 190292 h 199837"/>
                <a:gd name="connsiteX3" fmla="*/ 1271592 w 1408178"/>
                <a:gd name="connsiteY3" fmla="*/ 165928 h 199837"/>
                <a:gd name="connsiteX4" fmla="*/ 0 w 1408178"/>
                <a:gd name="connsiteY4" fmla="*/ 133144 h 199837"/>
                <a:gd name="connsiteX5" fmla="*/ 76203 w 1408178"/>
                <a:gd name="connsiteY5" fmla="*/ 0 h 199837"/>
                <a:gd name="connsiteX0" fmla="*/ 76203 w 1445057"/>
                <a:gd name="connsiteY0" fmla="*/ 0 h 165928"/>
                <a:gd name="connsiteX1" fmla="*/ 1304929 w 1445057"/>
                <a:gd name="connsiteY1" fmla="*/ 14288 h 165928"/>
                <a:gd name="connsiteX2" fmla="*/ 1271592 w 1445057"/>
                <a:gd name="connsiteY2" fmla="*/ 165928 h 165928"/>
                <a:gd name="connsiteX3" fmla="*/ 0 w 1445057"/>
                <a:gd name="connsiteY3" fmla="*/ 133144 h 165928"/>
                <a:gd name="connsiteX4" fmla="*/ 76203 w 1445057"/>
                <a:gd name="connsiteY4" fmla="*/ 0 h 165928"/>
                <a:gd name="connsiteX0" fmla="*/ 76203 w 1389964"/>
                <a:gd name="connsiteY0" fmla="*/ 0 h 170366"/>
                <a:gd name="connsiteX1" fmla="*/ 1304929 w 1389964"/>
                <a:gd name="connsiteY1" fmla="*/ 14288 h 170366"/>
                <a:gd name="connsiteX2" fmla="*/ 1271592 w 1389964"/>
                <a:gd name="connsiteY2" fmla="*/ 165928 h 170366"/>
                <a:gd name="connsiteX3" fmla="*/ 0 w 1389964"/>
                <a:gd name="connsiteY3" fmla="*/ 133144 h 170366"/>
                <a:gd name="connsiteX4" fmla="*/ 76203 w 1389964"/>
                <a:gd name="connsiteY4" fmla="*/ 0 h 170366"/>
                <a:gd name="connsiteX0" fmla="*/ 76203 w 1414958"/>
                <a:gd name="connsiteY0" fmla="*/ 0 h 165727"/>
                <a:gd name="connsiteX1" fmla="*/ 1304929 w 1414958"/>
                <a:gd name="connsiteY1" fmla="*/ 14288 h 165727"/>
                <a:gd name="connsiteX2" fmla="*/ 1354158 w 1414958"/>
                <a:gd name="connsiteY2" fmla="*/ 161169 h 165727"/>
                <a:gd name="connsiteX3" fmla="*/ 0 w 1414958"/>
                <a:gd name="connsiteY3" fmla="*/ 133144 h 165727"/>
                <a:gd name="connsiteX4" fmla="*/ 76203 w 1414958"/>
                <a:gd name="connsiteY4" fmla="*/ 0 h 165727"/>
                <a:gd name="connsiteX0" fmla="*/ 76203 w 1389953"/>
                <a:gd name="connsiteY0" fmla="*/ 0 h 165849"/>
                <a:gd name="connsiteX1" fmla="*/ 1304929 w 1389953"/>
                <a:gd name="connsiteY1" fmla="*/ 14288 h 165849"/>
                <a:gd name="connsiteX2" fmla="*/ 1354158 w 1389953"/>
                <a:gd name="connsiteY2" fmla="*/ 161169 h 165849"/>
                <a:gd name="connsiteX3" fmla="*/ 0 w 1389953"/>
                <a:gd name="connsiteY3" fmla="*/ 133144 h 165849"/>
                <a:gd name="connsiteX4" fmla="*/ 76203 w 1389953"/>
                <a:gd name="connsiteY4" fmla="*/ 0 h 165849"/>
                <a:gd name="connsiteX0" fmla="*/ 76203 w 1390963"/>
                <a:gd name="connsiteY0" fmla="*/ 0 h 157765"/>
                <a:gd name="connsiteX1" fmla="*/ 1304929 w 1390963"/>
                <a:gd name="connsiteY1" fmla="*/ 14288 h 157765"/>
                <a:gd name="connsiteX2" fmla="*/ 1356331 w 1390963"/>
                <a:gd name="connsiteY2" fmla="*/ 152846 h 157765"/>
                <a:gd name="connsiteX3" fmla="*/ 0 w 1390963"/>
                <a:gd name="connsiteY3" fmla="*/ 133144 h 157765"/>
                <a:gd name="connsiteX4" fmla="*/ 76203 w 1390963"/>
                <a:gd name="connsiteY4" fmla="*/ 0 h 157765"/>
                <a:gd name="connsiteX0" fmla="*/ 76203 w 1397388"/>
                <a:gd name="connsiteY0" fmla="*/ 0 h 152858"/>
                <a:gd name="connsiteX1" fmla="*/ 1304929 w 1397388"/>
                <a:gd name="connsiteY1" fmla="*/ 14288 h 152858"/>
                <a:gd name="connsiteX2" fmla="*/ 1356331 w 1397388"/>
                <a:gd name="connsiteY2" fmla="*/ 152846 h 152858"/>
                <a:gd name="connsiteX3" fmla="*/ 0 w 1397388"/>
                <a:gd name="connsiteY3" fmla="*/ 133144 h 152858"/>
                <a:gd name="connsiteX4" fmla="*/ 76203 w 1397388"/>
                <a:gd name="connsiteY4" fmla="*/ 0 h 15285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397388" h="152858">
                  <a:moveTo>
                    <a:pt x="76203" y="0"/>
                  </a:moveTo>
                  <a:lnTo>
                    <a:pt x="1304929" y="14288"/>
                  </a:lnTo>
                  <a:cubicBezTo>
                    <a:pt x="1443323" y="46706"/>
                    <a:pt x="1395937" y="154208"/>
                    <a:pt x="1356331" y="152846"/>
                  </a:cubicBezTo>
                  <a:cubicBezTo>
                    <a:pt x="1126937" y="143321"/>
                    <a:pt x="199231" y="163974"/>
                    <a:pt x="0" y="133144"/>
                  </a:cubicBezTo>
                  <a:lnTo>
                    <a:pt x="76203" y="0"/>
                  </a:lnTo>
                  <a:close/>
                </a:path>
              </a:pathLst>
            </a:custGeom>
            <a:grp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1625640"/>
              <a:endParaRPr lang="en-US" sz="3202" dirty="0">
                <a:solidFill>
                  <a:prstClr val="white"/>
                </a:solidFill>
                <a:latin typeface="Calibri" panose="020F0502020204030204"/>
              </a:endParaRPr>
            </a:p>
          </p:txBody>
        </p:sp>
        <p:sp>
          <p:nvSpPr>
            <p:cNvPr id="4" name="Rectangle 3">
              <a:extLst>
                <a:ext uri="{FF2B5EF4-FFF2-40B4-BE49-F238E27FC236}">
                  <a16:creationId xmlns:a16="http://schemas.microsoft.com/office/drawing/2014/main" id="{BF6FBC72-7A20-4D2B-A538-325C7AE26CE0}"/>
                </a:ext>
              </a:extLst>
            </p:cNvPr>
            <p:cNvSpPr/>
            <p:nvPr/>
          </p:nvSpPr>
          <p:spPr>
            <a:xfrm>
              <a:off x="6898534" y="5348584"/>
              <a:ext cx="140494" cy="756998"/>
            </a:xfrm>
            <a:prstGeom prst="rect">
              <a:avLst/>
            </a:prstGeom>
            <a:grp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1625640"/>
              <a:endParaRPr lang="en-US" sz="3202">
                <a:solidFill>
                  <a:prstClr val="white"/>
                </a:solidFill>
                <a:latin typeface="Calibri" panose="020F0502020204030204"/>
              </a:endParaRPr>
            </a:p>
          </p:txBody>
        </p:sp>
        <p:sp>
          <p:nvSpPr>
            <p:cNvPr id="5" name="Rectangle 6">
              <a:extLst>
                <a:ext uri="{FF2B5EF4-FFF2-40B4-BE49-F238E27FC236}">
                  <a16:creationId xmlns:a16="http://schemas.microsoft.com/office/drawing/2014/main" id="{546EA8F7-5824-4558-84AB-A7DB5449DBE9}"/>
                </a:ext>
              </a:extLst>
            </p:cNvPr>
            <p:cNvSpPr/>
            <p:nvPr/>
          </p:nvSpPr>
          <p:spPr>
            <a:xfrm>
              <a:off x="6846095" y="5000832"/>
              <a:ext cx="140494" cy="621298"/>
            </a:xfrm>
            <a:custGeom>
              <a:avLst/>
              <a:gdLst>
                <a:gd name="connsiteX0" fmla="*/ 0 w 183356"/>
                <a:gd name="connsiteY0" fmla="*/ 0 h 176004"/>
                <a:gd name="connsiteX1" fmla="*/ 183356 w 183356"/>
                <a:gd name="connsiteY1" fmla="*/ 0 h 176004"/>
                <a:gd name="connsiteX2" fmla="*/ 183356 w 183356"/>
                <a:gd name="connsiteY2" fmla="*/ 176004 h 176004"/>
                <a:gd name="connsiteX3" fmla="*/ 0 w 183356"/>
                <a:gd name="connsiteY3" fmla="*/ 176004 h 176004"/>
                <a:gd name="connsiteX4" fmla="*/ 0 w 183356"/>
                <a:gd name="connsiteY4" fmla="*/ 0 h 176004"/>
                <a:gd name="connsiteX0" fmla="*/ 33337 w 183356"/>
                <a:gd name="connsiteY0" fmla="*/ 0 h 614154"/>
                <a:gd name="connsiteX1" fmla="*/ 183356 w 183356"/>
                <a:gd name="connsiteY1" fmla="*/ 438150 h 614154"/>
                <a:gd name="connsiteX2" fmla="*/ 183356 w 183356"/>
                <a:gd name="connsiteY2" fmla="*/ 614154 h 614154"/>
                <a:gd name="connsiteX3" fmla="*/ 0 w 183356"/>
                <a:gd name="connsiteY3" fmla="*/ 614154 h 614154"/>
                <a:gd name="connsiteX4" fmla="*/ 33337 w 183356"/>
                <a:gd name="connsiteY4" fmla="*/ 0 h 614154"/>
                <a:gd name="connsiteX0" fmla="*/ 0 w 150019"/>
                <a:gd name="connsiteY0" fmla="*/ 0 h 614154"/>
                <a:gd name="connsiteX1" fmla="*/ 150019 w 150019"/>
                <a:gd name="connsiteY1" fmla="*/ 438150 h 614154"/>
                <a:gd name="connsiteX2" fmla="*/ 150019 w 150019"/>
                <a:gd name="connsiteY2" fmla="*/ 614154 h 614154"/>
                <a:gd name="connsiteX3" fmla="*/ 35719 w 150019"/>
                <a:gd name="connsiteY3" fmla="*/ 297448 h 614154"/>
                <a:gd name="connsiteX4" fmla="*/ 0 w 150019"/>
                <a:gd name="connsiteY4" fmla="*/ 0 h 614154"/>
                <a:gd name="connsiteX0" fmla="*/ 0 w 140494"/>
                <a:gd name="connsiteY0" fmla="*/ 0 h 618917"/>
                <a:gd name="connsiteX1" fmla="*/ 140494 w 140494"/>
                <a:gd name="connsiteY1" fmla="*/ 442913 h 618917"/>
                <a:gd name="connsiteX2" fmla="*/ 140494 w 140494"/>
                <a:gd name="connsiteY2" fmla="*/ 618917 h 618917"/>
                <a:gd name="connsiteX3" fmla="*/ 26194 w 140494"/>
                <a:gd name="connsiteY3" fmla="*/ 302211 h 618917"/>
                <a:gd name="connsiteX4" fmla="*/ 0 w 140494"/>
                <a:gd name="connsiteY4" fmla="*/ 0 h 618917"/>
                <a:gd name="connsiteX0" fmla="*/ 0 w 140494"/>
                <a:gd name="connsiteY0" fmla="*/ 0 h 621298"/>
                <a:gd name="connsiteX1" fmla="*/ 140494 w 140494"/>
                <a:gd name="connsiteY1" fmla="*/ 445294 h 621298"/>
                <a:gd name="connsiteX2" fmla="*/ 140494 w 140494"/>
                <a:gd name="connsiteY2" fmla="*/ 621298 h 621298"/>
                <a:gd name="connsiteX3" fmla="*/ 26194 w 140494"/>
                <a:gd name="connsiteY3" fmla="*/ 304592 h 621298"/>
                <a:gd name="connsiteX4" fmla="*/ 0 w 140494"/>
                <a:gd name="connsiteY4" fmla="*/ 0 h 6212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494" h="621298">
                  <a:moveTo>
                    <a:pt x="0" y="0"/>
                  </a:moveTo>
                  <a:lnTo>
                    <a:pt x="140494" y="445294"/>
                  </a:lnTo>
                  <a:lnTo>
                    <a:pt x="140494" y="621298"/>
                  </a:lnTo>
                  <a:lnTo>
                    <a:pt x="26194" y="304592"/>
                  </a:lnTo>
                  <a:lnTo>
                    <a:pt x="0" y="0"/>
                  </a:lnTo>
                  <a:close/>
                </a:path>
              </a:pathLst>
            </a:custGeom>
            <a:grp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1625640"/>
              <a:endParaRPr lang="en-US" sz="3202">
                <a:solidFill>
                  <a:prstClr val="white"/>
                </a:solidFill>
                <a:latin typeface="Calibri" panose="020F0502020204030204"/>
              </a:endParaRPr>
            </a:p>
          </p:txBody>
        </p:sp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id="{2788AAB0-CE60-4583-8E47-5766F4BDA1FE}"/>
                </a:ext>
              </a:extLst>
            </p:cNvPr>
            <p:cNvSpPr/>
            <p:nvPr/>
          </p:nvSpPr>
          <p:spPr>
            <a:xfrm>
              <a:off x="6986588" y="5622130"/>
              <a:ext cx="140494" cy="1056803"/>
            </a:xfrm>
            <a:prstGeom prst="rect">
              <a:avLst/>
            </a:prstGeom>
            <a:grp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1625640"/>
              <a:endParaRPr lang="en-US" sz="3202">
                <a:solidFill>
                  <a:prstClr val="white"/>
                </a:solidFill>
                <a:latin typeface="Calibri" panose="020F0502020204030204"/>
              </a:endParaRPr>
            </a:p>
          </p:txBody>
        </p:sp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3A4DE481-4F39-47A0-9DE3-2A757DA3D0A9}"/>
                </a:ext>
              </a:extLst>
            </p:cNvPr>
            <p:cNvSpPr/>
            <p:nvPr/>
          </p:nvSpPr>
          <p:spPr>
            <a:xfrm>
              <a:off x="7614047" y="5427702"/>
              <a:ext cx="140494" cy="677880"/>
            </a:xfrm>
            <a:prstGeom prst="rect">
              <a:avLst/>
            </a:prstGeom>
            <a:grp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1625640"/>
              <a:endParaRPr lang="en-US" sz="3202" dirty="0">
                <a:solidFill>
                  <a:prstClr val="white"/>
                </a:solidFill>
                <a:latin typeface="Calibri" panose="020F0502020204030204"/>
              </a:endParaRPr>
            </a:p>
          </p:txBody>
        </p:sp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09FEFF21-65B2-4337-98D1-6F62A999D29F}"/>
                </a:ext>
              </a:extLst>
            </p:cNvPr>
            <p:cNvSpPr/>
            <p:nvPr/>
          </p:nvSpPr>
          <p:spPr>
            <a:xfrm rot="1636952" flipH="1">
              <a:off x="7577535" y="3886551"/>
              <a:ext cx="608441" cy="441896"/>
            </a:xfrm>
            <a:custGeom>
              <a:avLst/>
              <a:gdLst>
                <a:gd name="connsiteX0" fmla="*/ 0 w 1371600"/>
                <a:gd name="connsiteY0" fmla="*/ 0 h 176004"/>
                <a:gd name="connsiteX1" fmla="*/ 1371600 w 1371600"/>
                <a:gd name="connsiteY1" fmla="*/ 0 h 176004"/>
                <a:gd name="connsiteX2" fmla="*/ 1371600 w 1371600"/>
                <a:gd name="connsiteY2" fmla="*/ 176004 h 176004"/>
                <a:gd name="connsiteX3" fmla="*/ 0 w 1371600"/>
                <a:gd name="connsiteY3" fmla="*/ 176004 h 176004"/>
                <a:gd name="connsiteX4" fmla="*/ 0 w 1371600"/>
                <a:gd name="connsiteY4" fmla="*/ 0 h 176004"/>
                <a:gd name="connsiteX0" fmla="*/ 0 w 1371600"/>
                <a:gd name="connsiteY0" fmla="*/ 0 h 176004"/>
                <a:gd name="connsiteX1" fmla="*/ 1371600 w 1371600"/>
                <a:gd name="connsiteY1" fmla="*/ 0 h 176004"/>
                <a:gd name="connsiteX2" fmla="*/ 1371600 w 1371600"/>
                <a:gd name="connsiteY2" fmla="*/ 176004 h 176004"/>
                <a:gd name="connsiteX3" fmla="*/ 0 w 1371600"/>
                <a:gd name="connsiteY3" fmla="*/ 176004 h 176004"/>
                <a:gd name="connsiteX4" fmla="*/ 0 w 1371600"/>
                <a:gd name="connsiteY4" fmla="*/ 0 h 176004"/>
                <a:gd name="connsiteX0" fmla="*/ 0 w 1371600"/>
                <a:gd name="connsiteY0" fmla="*/ 0 h 176004"/>
                <a:gd name="connsiteX1" fmla="*/ 1371600 w 1371600"/>
                <a:gd name="connsiteY1" fmla="*/ 0 h 176004"/>
                <a:gd name="connsiteX2" fmla="*/ 1371600 w 1371600"/>
                <a:gd name="connsiteY2" fmla="*/ 176004 h 176004"/>
                <a:gd name="connsiteX3" fmla="*/ 0 w 1371600"/>
                <a:gd name="connsiteY3" fmla="*/ 176004 h 176004"/>
                <a:gd name="connsiteX4" fmla="*/ 0 w 1371600"/>
                <a:gd name="connsiteY4" fmla="*/ 0 h 176004"/>
                <a:gd name="connsiteX0" fmla="*/ 0 w 1371600"/>
                <a:gd name="connsiteY0" fmla="*/ 0 h 176004"/>
                <a:gd name="connsiteX1" fmla="*/ 1323975 w 1371600"/>
                <a:gd name="connsiteY1" fmla="*/ 0 h 176004"/>
                <a:gd name="connsiteX2" fmla="*/ 1371600 w 1371600"/>
                <a:gd name="connsiteY2" fmla="*/ 176004 h 176004"/>
                <a:gd name="connsiteX3" fmla="*/ 0 w 1371600"/>
                <a:gd name="connsiteY3" fmla="*/ 176004 h 176004"/>
                <a:gd name="connsiteX4" fmla="*/ 0 w 1371600"/>
                <a:gd name="connsiteY4" fmla="*/ 0 h 176004"/>
                <a:gd name="connsiteX0" fmla="*/ 0 w 1371600"/>
                <a:gd name="connsiteY0" fmla="*/ 0 h 176004"/>
                <a:gd name="connsiteX1" fmla="*/ 1323975 w 1371600"/>
                <a:gd name="connsiteY1" fmla="*/ 0 h 176004"/>
                <a:gd name="connsiteX2" fmla="*/ 1371600 w 1371600"/>
                <a:gd name="connsiteY2" fmla="*/ 176004 h 176004"/>
                <a:gd name="connsiteX3" fmla="*/ 0 w 1371600"/>
                <a:gd name="connsiteY3" fmla="*/ 176004 h 176004"/>
                <a:gd name="connsiteX4" fmla="*/ 0 w 1371600"/>
                <a:gd name="connsiteY4" fmla="*/ 0 h 176004"/>
                <a:gd name="connsiteX0" fmla="*/ 0 w 1371600"/>
                <a:gd name="connsiteY0" fmla="*/ 0 h 176004"/>
                <a:gd name="connsiteX1" fmla="*/ 1300163 w 1371600"/>
                <a:gd name="connsiteY1" fmla="*/ 0 h 176004"/>
                <a:gd name="connsiteX2" fmla="*/ 1371600 w 1371600"/>
                <a:gd name="connsiteY2" fmla="*/ 176004 h 176004"/>
                <a:gd name="connsiteX3" fmla="*/ 0 w 1371600"/>
                <a:gd name="connsiteY3" fmla="*/ 176004 h 176004"/>
                <a:gd name="connsiteX4" fmla="*/ 0 w 1371600"/>
                <a:gd name="connsiteY4" fmla="*/ 0 h 176004"/>
                <a:gd name="connsiteX0" fmla="*/ 0 w 1371600"/>
                <a:gd name="connsiteY0" fmla="*/ 0 h 176004"/>
                <a:gd name="connsiteX1" fmla="*/ 1300163 w 1371600"/>
                <a:gd name="connsiteY1" fmla="*/ 0 h 176004"/>
                <a:gd name="connsiteX2" fmla="*/ 1371600 w 1371600"/>
                <a:gd name="connsiteY2" fmla="*/ 176004 h 176004"/>
                <a:gd name="connsiteX3" fmla="*/ 0 w 1371600"/>
                <a:gd name="connsiteY3" fmla="*/ 176004 h 176004"/>
                <a:gd name="connsiteX4" fmla="*/ 0 w 1371600"/>
                <a:gd name="connsiteY4" fmla="*/ 0 h 176004"/>
                <a:gd name="connsiteX0" fmla="*/ 71437 w 1371600"/>
                <a:gd name="connsiteY0" fmla="*/ 0 h 190292"/>
                <a:gd name="connsiteX1" fmla="*/ 1300163 w 1371600"/>
                <a:gd name="connsiteY1" fmla="*/ 14288 h 190292"/>
                <a:gd name="connsiteX2" fmla="*/ 1371600 w 1371600"/>
                <a:gd name="connsiteY2" fmla="*/ 190292 h 190292"/>
                <a:gd name="connsiteX3" fmla="*/ 0 w 1371600"/>
                <a:gd name="connsiteY3" fmla="*/ 190292 h 190292"/>
                <a:gd name="connsiteX4" fmla="*/ 71437 w 1371600"/>
                <a:gd name="connsiteY4" fmla="*/ 0 h 190292"/>
                <a:gd name="connsiteX0" fmla="*/ 76200 w 1376363"/>
                <a:gd name="connsiteY0" fmla="*/ 0 h 190292"/>
                <a:gd name="connsiteX1" fmla="*/ 1304926 w 1376363"/>
                <a:gd name="connsiteY1" fmla="*/ 14288 h 190292"/>
                <a:gd name="connsiteX2" fmla="*/ 1376363 w 1376363"/>
                <a:gd name="connsiteY2" fmla="*/ 190292 h 190292"/>
                <a:gd name="connsiteX3" fmla="*/ 0 w 1376363"/>
                <a:gd name="connsiteY3" fmla="*/ 118854 h 190292"/>
                <a:gd name="connsiteX4" fmla="*/ 76200 w 1376363"/>
                <a:gd name="connsiteY4" fmla="*/ 0 h 190292"/>
                <a:gd name="connsiteX0" fmla="*/ 76200 w 1376363"/>
                <a:gd name="connsiteY0" fmla="*/ 0 h 190292"/>
                <a:gd name="connsiteX1" fmla="*/ 1304926 w 1376363"/>
                <a:gd name="connsiteY1" fmla="*/ 14288 h 190292"/>
                <a:gd name="connsiteX2" fmla="*/ 1376363 w 1376363"/>
                <a:gd name="connsiteY2" fmla="*/ 190292 h 190292"/>
                <a:gd name="connsiteX3" fmla="*/ 0 w 1376363"/>
                <a:gd name="connsiteY3" fmla="*/ 118854 h 190292"/>
                <a:gd name="connsiteX4" fmla="*/ 76200 w 1376363"/>
                <a:gd name="connsiteY4" fmla="*/ 0 h 190292"/>
                <a:gd name="connsiteX0" fmla="*/ 76203 w 1376366"/>
                <a:gd name="connsiteY0" fmla="*/ 0 h 190292"/>
                <a:gd name="connsiteX1" fmla="*/ 1304929 w 1376366"/>
                <a:gd name="connsiteY1" fmla="*/ 14288 h 190292"/>
                <a:gd name="connsiteX2" fmla="*/ 1376366 w 1376366"/>
                <a:gd name="connsiteY2" fmla="*/ 190292 h 190292"/>
                <a:gd name="connsiteX3" fmla="*/ 0 w 1376366"/>
                <a:gd name="connsiteY3" fmla="*/ 133144 h 190292"/>
                <a:gd name="connsiteX4" fmla="*/ 76203 w 1376366"/>
                <a:gd name="connsiteY4" fmla="*/ 0 h 190292"/>
                <a:gd name="connsiteX0" fmla="*/ 76203 w 1376366"/>
                <a:gd name="connsiteY0" fmla="*/ 0 h 190292"/>
                <a:gd name="connsiteX1" fmla="*/ 1304929 w 1376366"/>
                <a:gd name="connsiteY1" fmla="*/ 14288 h 190292"/>
                <a:gd name="connsiteX2" fmla="*/ 1376366 w 1376366"/>
                <a:gd name="connsiteY2" fmla="*/ 190292 h 190292"/>
                <a:gd name="connsiteX3" fmla="*/ 0 w 1376366"/>
                <a:gd name="connsiteY3" fmla="*/ 133144 h 190292"/>
                <a:gd name="connsiteX4" fmla="*/ 76203 w 1376366"/>
                <a:gd name="connsiteY4" fmla="*/ 0 h 190292"/>
                <a:gd name="connsiteX0" fmla="*/ 76203 w 1376366"/>
                <a:gd name="connsiteY0" fmla="*/ 0 h 190292"/>
                <a:gd name="connsiteX1" fmla="*/ 1304929 w 1376366"/>
                <a:gd name="connsiteY1" fmla="*/ 14288 h 190292"/>
                <a:gd name="connsiteX2" fmla="*/ 1376366 w 1376366"/>
                <a:gd name="connsiteY2" fmla="*/ 190292 h 190292"/>
                <a:gd name="connsiteX3" fmla="*/ 0 w 1376366"/>
                <a:gd name="connsiteY3" fmla="*/ 133144 h 190292"/>
                <a:gd name="connsiteX4" fmla="*/ 76203 w 1376366"/>
                <a:gd name="connsiteY4" fmla="*/ 0 h 190292"/>
                <a:gd name="connsiteX0" fmla="*/ 76203 w 1408178"/>
                <a:gd name="connsiteY0" fmla="*/ 0 h 199837"/>
                <a:gd name="connsiteX1" fmla="*/ 1304929 w 1408178"/>
                <a:gd name="connsiteY1" fmla="*/ 14288 h 199837"/>
                <a:gd name="connsiteX2" fmla="*/ 1376366 w 1408178"/>
                <a:gd name="connsiteY2" fmla="*/ 190292 h 199837"/>
                <a:gd name="connsiteX3" fmla="*/ 1271592 w 1408178"/>
                <a:gd name="connsiteY3" fmla="*/ 165928 h 199837"/>
                <a:gd name="connsiteX4" fmla="*/ 0 w 1408178"/>
                <a:gd name="connsiteY4" fmla="*/ 133144 h 199837"/>
                <a:gd name="connsiteX5" fmla="*/ 76203 w 1408178"/>
                <a:gd name="connsiteY5" fmla="*/ 0 h 199837"/>
                <a:gd name="connsiteX0" fmla="*/ 76203 w 1445057"/>
                <a:gd name="connsiteY0" fmla="*/ 0 h 165928"/>
                <a:gd name="connsiteX1" fmla="*/ 1304929 w 1445057"/>
                <a:gd name="connsiteY1" fmla="*/ 14288 h 165928"/>
                <a:gd name="connsiteX2" fmla="*/ 1271592 w 1445057"/>
                <a:gd name="connsiteY2" fmla="*/ 165928 h 165928"/>
                <a:gd name="connsiteX3" fmla="*/ 0 w 1445057"/>
                <a:gd name="connsiteY3" fmla="*/ 133144 h 165928"/>
                <a:gd name="connsiteX4" fmla="*/ 76203 w 1445057"/>
                <a:gd name="connsiteY4" fmla="*/ 0 h 165928"/>
                <a:gd name="connsiteX0" fmla="*/ 76203 w 1389964"/>
                <a:gd name="connsiteY0" fmla="*/ 0 h 170366"/>
                <a:gd name="connsiteX1" fmla="*/ 1304929 w 1389964"/>
                <a:gd name="connsiteY1" fmla="*/ 14288 h 170366"/>
                <a:gd name="connsiteX2" fmla="*/ 1271592 w 1389964"/>
                <a:gd name="connsiteY2" fmla="*/ 165928 h 170366"/>
                <a:gd name="connsiteX3" fmla="*/ 0 w 1389964"/>
                <a:gd name="connsiteY3" fmla="*/ 133144 h 170366"/>
                <a:gd name="connsiteX4" fmla="*/ 76203 w 1389964"/>
                <a:gd name="connsiteY4" fmla="*/ 0 h 170366"/>
                <a:gd name="connsiteX0" fmla="*/ 76203 w 1414958"/>
                <a:gd name="connsiteY0" fmla="*/ 0 h 165727"/>
                <a:gd name="connsiteX1" fmla="*/ 1304929 w 1414958"/>
                <a:gd name="connsiteY1" fmla="*/ 14288 h 165727"/>
                <a:gd name="connsiteX2" fmla="*/ 1354158 w 1414958"/>
                <a:gd name="connsiteY2" fmla="*/ 161169 h 165727"/>
                <a:gd name="connsiteX3" fmla="*/ 0 w 1414958"/>
                <a:gd name="connsiteY3" fmla="*/ 133144 h 165727"/>
                <a:gd name="connsiteX4" fmla="*/ 76203 w 1414958"/>
                <a:gd name="connsiteY4" fmla="*/ 0 h 165727"/>
                <a:gd name="connsiteX0" fmla="*/ 76203 w 1389953"/>
                <a:gd name="connsiteY0" fmla="*/ 0 h 165849"/>
                <a:gd name="connsiteX1" fmla="*/ 1304929 w 1389953"/>
                <a:gd name="connsiteY1" fmla="*/ 14288 h 165849"/>
                <a:gd name="connsiteX2" fmla="*/ 1354158 w 1389953"/>
                <a:gd name="connsiteY2" fmla="*/ 161169 h 165849"/>
                <a:gd name="connsiteX3" fmla="*/ 0 w 1389953"/>
                <a:gd name="connsiteY3" fmla="*/ 133144 h 165849"/>
                <a:gd name="connsiteX4" fmla="*/ 76203 w 1389953"/>
                <a:gd name="connsiteY4" fmla="*/ 0 h 165849"/>
                <a:gd name="connsiteX0" fmla="*/ 76203 w 1416589"/>
                <a:gd name="connsiteY0" fmla="*/ 0 h 167890"/>
                <a:gd name="connsiteX1" fmla="*/ 1347944 w 1416589"/>
                <a:gd name="connsiteY1" fmla="*/ 66591 h 167890"/>
                <a:gd name="connsiteX2" fmla="*/ 1354158 w 1416589"/>
                <a:gd name="connsiteY2" fmla="*/ 161169 h 167890"/>
                <a:gd name="connsiteX3" fmla="*/ 0 w 1416589"/>
                <a:gd name="connsiteY3" fmla="*/ 133144 h 167890"/>
                <a:gd name="connsiteX4" fmla="*/ 76203 w 1416589"/>
                <a:gd name="connsiteY4" fmla="*/ 0 h 167890"/>
                <a:gd name="connsiteX0" fmla="*/ 76203 w 1416589"/>
                <a:gd name="connsiteY0" fmla="*/ 0 h 167890"/>
                <a:gd name="connsiteX1" fmla="*/ 1201637 w 1416589"/>
                <a:gd name="connsiteY1" fmla="*/ 39435 h 167890"/>
                <a:gd name="connsiteX2" fmla="*/ 1347944 w 1416589"/>
                <a:gd name="connsiteY2" fmla="*/ 66591 h 167890"/>
                <a:gd name="connsiteX3" fmla="*/ 1354158 w 1416589"/>
                <a:gd name="connsiteY3" fmla="*/ 161169 h 167890"/>
                <a:gd name="connsiteX4" fmla="*/ 0 w 1416589"/>
                <a:gd name="connsiteY4" fmla="*/ 133144 h 167890"/>
                <a:gd name="connsiteX5" fmla="*/ 76203 w 1416589"/>
                <a:gd name="connsiteY5" fmla="*/ 0 h 167890"/>
                <a:gd name="connsiteX0" fmla="*/ 76203 w 1416589"/>
                <a:gd name="connsiteY0" fmla="*/ 0 h 167890"/>
                <a:gd name="connsiteX1" fmla="*/ 1201637 w 1416589"/>
                <a:gd name="connsiteY1" fmla="*/ 39435 h 167890"/>
                <a:gd name="connsiteX2" fmla="*/ 1347944 w 1416589"/>
                <a:gd name="connsiteY2" fmla="*/ 66591 h 167890"/>
                <a:gd name="connsiteX3" fmla="*/ 1354158 w 1416589"/>
                <a:gd name="connsiteY3" fmla="*/ 161169 h 167890"/>
                <a:gd name="connsiteX4" fmla="*/ 0 w 1416589"/>
                <a:gd name="connsiteY4" fmla="*/ 133144 h 167890"/>
                <a:gd name="connsiteX5" fmla="*/ 76203 w 1416589"/>
                <a:gd name="connsiteY5" fmla="*/ 0 h 167890"/>
                <a:gd name="connsiteX0" fmla="*/ 76203 w 1416589"/>
                <a:gd name="connsiteY0" fmla="*/ 0 h 167890"/>
                <a:gd name="connsiteX1" fmla="*/ 1201637 w 1416589"/>
                <a:gd name="connsiteY1" fmla="*/ 39435 h 167890"/>
                <a:gd name="connsiteX2" fmla="*/ 1347944 w 1416589"/>
                <a:gd name="connsiteY2" fmla="*/ 66591 h 167890"/>
                <a:gd name="connsiteX3" fmla="*/ 1354158 w 1416589"/>
                <a:gd name="connsiteY3" fmla="*/ 161169 h 167890"/>
                <a:gd name="connsiteX4" fmla="*/ 0 w 1416589"/>
                <a:gd name="connsiteY4" fmla="*/ 133144 h 167890"/>
                <a:gd name="connsiteX5" fmla="*/ 76203 w 1416589"/>
                <a:gd name="connsiteY5" fmla="*/ 0 h 167890"/>
                <a:gd name="connsiteX0" fmla="*/ 554141 w 1416589"/>
                <a:gd name="connsiteY0" fmla="*/ 86708 h 128455"/>
                <a:gd name="connsiteX1" fmla="*/ 1201637 w 1416589"/>
                <a:gd name="connsiteY1" fmla="*/ 0 h 128455"/>
                <a:gd name="connsiteX2" fmla="*/ 1347944 w 1416589"/>
                <a:gd name="connsiteY2" fmla="*/ 27156 h 128455"/>
                <a:gd name="connsiteX3" fmla="*/ 1354158 w 1416589"/>
                <a:gd name="connsiteY3" fmla="*/ 121734 h 128455"/>
                <a:gd name="connsiteX4" fmla="*/ 0 w 1416589"/>
                <a:gd name="connsiteY4" fmla="*/ 93709 h 128455"/>
                <a:gd name="connsiteX5" fmla="*/ 554141 w 1416589"/>
                <a:gd name="connsiteY5" fmla="*/ 86708 h 128455"/>
                <a:gd name="connsiteX0" fmla="*/ 0 w 862448"/>
                <a:gd name="connsiteY0" fmla="*/ 86708 h 128455"/>
                <a:gd name="connsiteX1" fmla="*/ 647496 w 862448"/>
                <a:gd name="connsiteY1" fmla="*/ 0 h 128455"/>
                <a:gd name="connsiteX2" fmla="*/ 793803 w 862448"/>
                <a:gd name="connsiteY2" fmla="*/ 27156 h 128455"/>
                <a:gd name="connsiteX3" fmla="*/ 800017 w 862448"/>
                <a:gd name="connsiteY3" fmla="*/ 121734 h 128455"/>
                <a:gd name="connsiteX4" fmla="*/ 0 w 862448"/>
                <a:gd name="connsiteY4" fmla="*/ 86708 h 128455"/>
                <a:gd name="connsiteX0" fmla="*/ 0 w 749714"/>
                <a:gd name="connsiteY0" fmla="*/ 86501 h 128455"/>
                <a:gd name="connsiteX1" fmla="*/ 534762 w 749714"/>
                <a:gd name="connsiteY1" fmla="*/ 0 h 128455"/>
                <a:gd name="connsiteX2" fmla="*/ 681069 w 749714"/>
                <a:gd name="connsiteY2" fmla="*/ 27156 h 128455"/>
                <a:gd name="connsiteX3" fmla="*/ 687283 w 749714"/>
                <a:gd name="connsiteY3" fmla="*/ 121734 h 128455"/>
                <a:gd name="connsiteX4" fmla="*/ 0 w 749714"/>
                <a:gd name="connsiteY4" fmla="*/ 86501 h 128455"/>
                <a:gd name="connsiteX0" fmla="*/ 152521 w 214952"/>
                <a:gd name="connsiteY0" fmla="*/ 121734 h 128455"/>
                <a:gd name="connsiteX1" fmla="*/ 0 w 214952"/>
                <a:gd name="connsiteY1" fmla="*/ 0 h 128455"/>
                <a:gd name="connsiteX2" fmla="*/ 146307 w 214952"/>
                <a:gd name="connsiteY2" fmla="*/ 27156 h 128455"/>
                <a:gd name="connsiteX3" fmla="*/ 152521 w 214952"/>
                <a:gd name="connsiteY3" fmla="*/ 121734 h 128455"/>
                <a:gd name="connsiteX0" fmla="*/ 520876 w 583307"/>
                <a:gd name="connsiteY0" fmla="*/ 121734 h 128455"/>
                <a:gd name="connsiteX1" fmla="*/ 1216 w 583307"/>
                <a:gd name="connsiteY1" fmla="*/ 114482 h 128455"/>
                <a:gd name="connsiteX2" fmla="*/ 368355 w 583307"/>
                <a:gd name="connsiteY2" fmla="*/ 0 h 128455"/>
                <a:gd name="connsiteX3" fmla="*/ 514662 w 583307"/>
                <a:gd name="connsiteY3" fmla="*/ 27156 h 128455"/>
                <a:gd name="connsiteX4" fmla="*/ 520876 w 583307"/>
                <a:gd name="connsiteY4" fmla="*/ 121734 h 128455"/>
                <a:gd name="connsiteX0" fmla="*/ 521493 w 583924"/>
                <a:gd name="connsiteY0" fmla="*/ 123896 h 130617"/>
                <a:gd name="connsiteX1" fmla="*/ 1833 w 583924"/>
                <a:gd name="connsiteY1" fmla="*/ 116644 h 130617"/>
                <a:gd name="connsiteX2" fmla="*/ 234935 w 583924"/>
                <a:gd name="connsiteY2" fmla="*/ 0 h 130617"/>
                <a:gd name="connsiteX3" fmla="*/ 515279 w 583924"/>
                <a:gd name="connsiteY3" fmla="*/ 29318 h 130617"/>
                <a:gd name="connsiteX4" fmla="*/ 521493 w 583924"/>
                <a:gd name="connsiteY4" fmla="*/ 123896 h 130617"/>
                <a:gd name="connsiteX0" fmla="*/ 521493 w 583924"/>
                <a:gd name="connsiteY0" fmla="*/ 123896 h 130617"/>
                <a:gd name="connsiteX1" fmla="*/ 1833 w 583924"/>
                <a:gd name="connsiteY1" fmla="*/ 116644 h 130617"/>
                <a:gd name="connsiteX2" fmla="*/ 234935 w 583924"/>
                <a:gd name="connsiteY2" fmla="*/ 0 h 130617"/>
                <a:gd name="connsiteX3" fmla="*/ 515279 w 583924"/>
                <a:gd name="connsiteY3" fmla="*/ 29318 h 130617"/>
                <a:gd name="connsiteX4" fmla="*/ 521493 w 583924"/>
                <a:gd name="connsiteY4" fmla="*/ 123896 h 130617"/>
                <a:gd name="connsiteX0" fmla="*/ 519662 w 582093"/>
                <a:gd name="connsiteY0" fmla="*/ 94593 h 101314"/>
                <a:gd name="connsiteX1" fmla="*/ 2 w 582093"/>
                <a:gd name="connsiteY1" fmla="*/ 87341 h 101314"/>
                <a:gd name="connsiteX2" fmla="*/ 513448 w 582093"/>
                <a:gd name="connsiteY2" fmla="*/ 15 h 101314"/>
                <a:gd name="connsiteX3" fmla="*/ 519662 w 582093"/>
                <a:gd name="connsiteY3" fmla="*/ 94593 h 101314"/>
                <a:gd name="connsiteX0" fmla="*/ 528398 w 590829"/>
                <a:gd name="connsiteY0" fmla="*/ 118728 h 125449"/>
                <a:gd name="connsiteX1" fmla="*/ 8738 w 590829"/>
                <a:gd name="connsiteY1" fmla="*/ 111476 h 125449"/>
                <a:gd name="connsiteX2" fmla="*/ 224033 w 590829"/>
                <a:gd name="connsiteY2" fmla="*/ 4560 h 125449"/>
                <a:gd name="connsiteX3" fmla="*/ 522184 w 590829"/>
                <a:gd name="connsiteY3" fmla="*/ 24150 h 125449"/>
                <a:gd name="connsiteX4" fmla="*/ 528398 w 590829"/>
                <a:gd name="connsiteY4" fmla="*/ 118728 h 125449"/>
                <a:gd name="connsiteX0" fmla="*/ 477050 w 577683"/>
                <a:gd name="connsiteY0" fmla="*/ 83749 h 115313"/>
                <a:gd name="connsiteX1" fmla="*/ 8738 w 577683"/>
                <a:gd name="connsiteY1" fmla="*/ 111476 h 115313"/>
                <a:gd name="connsiteX2" fmla="*/ 224033 w 577683"/>
                <a:gd name="connsiteY2" fmla="*/ 4560 h 115313"/>
                <a:gd name="connsiteX3" fmla="*/ 522184 w 577683"/>
                <a:gd name="connsiteY3" fmla="*/ 24150 h 115313"/>
                <a:gd name="connsiteX4" fmla="*/ 477050 w 577683"/>
                <a:gd name="connsiteY4" fmla="*/ 83749 h 115313"/>
                <a:gd name="connsiteX0" fmla="*/ 477050 w 570150"/>
                <a:gd name="connsiteY0" fmla="*/ 83749 h 115313"/>
                <a:gd name="connsiteX1" fmla="*/ 8738 w 570150"/>
                <a:gd name="connsiteY1" fmla="*/ 111476 h 115313"/>
                <a:gd name="connsiteX2" fmla="*/ 224033 w 570150"/>
                <a:gd name="connsiteY2" fmla="*/ 4560 h 115313"/>
                <a:gd name="connsiteX3" fmla="*/ 522184 w 570150"/>
                <a:gd name="connsiteY3" fmla="*/ 24150 h 115313"/>
                <a:gd name="connsiteX4" fmla="*/ 477050 w 570150"/>
                <a:gd name="connsiteY4" fmla="*/ 83749 h 115313"/>
                <a:gd name="connsiteX0" fmla="*/ 477050 w 551642"/>
                <a:gd name="connsiteY0" fmla="*/ 83514 h 115078"/>
                <a:gd name="connsiteX1" fmla="*/ 8738 w 551642"/>
                <a:gd name="connsiteY1" fmla="*/ 111241 h 115078"/>
                <a:gd name="connsiteX2" fmla="*/ 224033 w 551642"/>
                <a:gd name="connsiteY2" fmla="*/ 4325 h 115078"/>
                <a:gd name="connsiteX3" fmla="*/ 522184 w 551642"/>
                <a:gd name="connsiteY3" fmla="*/ 23915 h 115078"/>
                <a:gd name="connsiteX4" fmla="*/ 529633 w 551642"/>
                <a:gd name="connsiteY4" fmla="*/ 50356 h 115078"/>
                <a:gd name="connsiteX5" fmla="*/ 477050 w 551642"/>
                <a:gd name="connsiteY5" fmla="*/ 83514 h 115078"/>
                <a:gd name="connsiteX0" fmla="*/ 477050 w 549228"/>
                <a:gd name="connsiteY0" fmla="*/ 83514 h 115078"/>
                <a:gd name="connsiteX1" fmla="*/ 8738 w 549228"/>
                <a:gd name="connsiteY1" fmla="*/ 111241 h 115078"/>
                <a:gd name="connsiteX2" fmla="*/ 224033 w 549228"/>
                <a:gd name="connsiteY2" fmla="*/ 4325 h 115078"/>
                <a:gd name="connsiteX3" fmla="*/ 522184 w 549228"/>
                <a:gd name="connsiteY3" fmla="*/ 23915 h 115078"/>
                <a:gd name="connsiteX4" fmla="*/ 521909 w 549228"/>
                <a:gd name="connsiteY4" fmla="*/ 48809 h 115078"/>
                <a:gd name="connsiteX5" fmla="*/ 477050 w 549228"/>
                <a:gd name="connsiteY5" fmla="*/ 83514 h 115078"/>
                <a:gd name="connsiteX0" fmla="*/ 461479 w 549228"/>
                <a:gd name="connsiteY0" fmla="*/ 84193 h 115131"/>
                <a:gd name="connsiteX1" fmla="*/ 8738 w 549228"/>
                <a:gd name="connsiteY1" fmla="*/ 111241 h 115131"/>
                <a:gd name="connsiteX2" fmla="*/ 224033 w 549228"/>
                <a:gd name="connsiteY2" fmla="*/ 4325 h 115131"/>
                <a:gd name="connsiteX3" fmla="*/ 522184 w 549228"/>
                <a:gd name="connsiteY3" fmla="*/ 23915 h 115131"/>
                <a:gd name="connsiteX4" fmla="*/ 521909 w 549228"/>
                <a:gd name="connsiteY4" fmla="*/ 48809 h 115131"/>
                <a:gd name="connsiteX5" fmla="*/ 461479 w 549228"/>
                <a:gd name="connsiteY5" fmla="*/ 84193 h 115131"/>
                <a:gd name="connsiteX0" fmla="*/ 461479 w 553006"/>
                <a:gd name="connsiteY0" fmla="*/ 84193 h 115131"/>
                <a:gd name="connsiteX1" fmla="*/ 8738 w 553006"/>
                <a:gd name="connsiteY1" fmla="*/ 111241 h 115131"/>
                <a:gd name="connsiteX2" fmla="*/ 224033 w 553006"/>
                <a:gd name="connsiteY2" fmla="*/ 4325 h 115131"/>
                <a:gd name="connsiteX3" fmla="*/ 522184 w 553006"/>
                <a:gd name="connsiteY3" fmla="*/ 23915 h 115131"/>
                <a:gd name="connsiteX4" fmla="*/ 533494 w 553006"/>
                <a:gd name="connsiteY4" fmla="*/ 51131 h 115131"/>
                <a:gd name="connsiteX5" fmla="*/ 461479 w 553006"/>
                <a:gd name="connsiteY5" fmla="*/ 84193 h 115131"/>
                <a:gd name="connsiteX0" fmla="*/ 461479 w 553006"/>
                <a:gd name="connsiteY0" fmla="*/ 84193 h 115131"/>
                <a:gd name="connsiteX1" fmla="*/ 8738 w 553006"/>
                <a:gd name="connsiteY1" fmla="*/ 111241 h 115131"/>
                <a:gd name="connsiteX2" fmla="*/ 224033 w 553006"/>
                <a:gd name="connsiteY2" fmla="*/ 4325 h 115131"/>
                <a:gd name="connsiteX3" fmla="*/ 522184 w 553006"/>
                <a:gd name="connsiteY3" fmla="*/ 23915 h 115131"/>
                <a:gd name="connsiteX4" fmla="*/ 533494 w 553006"/>
                <a:gd name="connsiteY4" fmla="*/ 51131 h 115131"/>
                <a:gd name="connsiteX5" fmla="*/ 461479 w 553006"/>
                <a:gd name="connsiteY5" fmla="*/ 84193 h 115131"/>
                <a:gd name="connsiteX0" fmla="*/ 461479 w 559037"/>
                <a:gd name="connsiteY0" fmla="*/ 84193 h 115131"/>
                <a:gd name="connsiteX1" fmla="*/ 8738 w 559037"/>
                <a:gd name="connsiteY1" fmla="*/ 111241 h 115131"/>
                <a:gd name="connsiteX2" fmla="*/ 224033 w 559037"/>
                <a:gd name="connsiteY2" fmla="*/ 4325 h 115131"/>
                <a:gd name="connsiteX3" fmla="*/ 522184 w 559037"/>
                <a:gd name="connsiteY3" fmla="*/ 23915 h 115131"/>
                <a:gd name="connsiteX4" fmla="*/ 533494 w 559037"/>
                <a:gd name="connsiteY4" fmla="*/ 51131 h 115131"/>
                <a:gd name="connsiteX5" fmla="*/ 461479 w 559037"/>
                <a:gd name="connsiteY5" fmla="*/ 84193 h 115131"/>
                <a:gd name="connsiteX0" fmla="*/ 461479 w 563340"/>
                <a:gd name="connsiteY0" fmla="*/ 84193 h 115131"/>
                <a:gd name="connsiteX1" fmla="*/ 8738 w 563340"/>
                <a:gd name="connsiteY1" fmla="*/ 111241 h 115131"/>
                <a:gd name="connsiteX2" fmla="*/ 224033 w 563340"/>
                <a:gd name="connsiteY2" fmla="*/ 4325 h 115131"/>
                <a:gd name="connsiteX3" fmla="*/ 522184 w 563340"/>
                <a:gd name="connsiteY3" fmla="*/ 23915 h 115131"/>
                <a:gd name="connsiteX4" fmla="*/ 542093 w 563340"/>
                <a:gd name="connsiteY4" fmla="*/ 55703 h 115131"/>
                <a:gd name="connsiteX5" fmla="*/ 461479 w 563340"/>
                <a:gd name="connsiteY5" fmla="*/ 84193 h 115131"/>
                <a:gd name="connsiteX0" fmla="*/ 461479 w 554261"/>
                <a:gd name="connsiteY0" fmla="*/ 84193 h 115131"/>
                <a:gd name="connsiteX1" fmla="*/ 8738 w 554261"/>
                <a:gd name="connsiteY1" fmla="*/ 111241 h 115131"/>
                <a:gd name="connsiteX2" fmla="*/ 224033 w 554261"/>
                <a:gd name="connsiteY2" fmla="*/ 4325 h 115131"/>
                <a:gd name="connsiteX3" fmla="*/ 522184 w 554261"/>
                <a:gd name="connsiteY3" fmla="*/ 23915 h 115131"/>
                <a:gd name="connsiteX4" fmla="*/ 542093 w 554261"/>
                <a:gd name="connsiteY4" fmla="*/ 55703 h 115131"/>
                <a:gd name="connsiteX5" fmla="*/ 461479 w 554261"/>
                <a:gd name="connsiteY5" fmla="*/ 84193 h 115131"/>
                <a:gd name="connsiteX0" fmla="*/ 461479 w 554261"/>
                <a:gd name="connsiteY0" fmla="*/ 84193 h 115131"/>
                <a:gd name="connsiteX1" fmla="*/ 8738 w 554261"/>
                <a:gd name="connsiteY1" fmla="*/ 111241 h 115131"/>
                <a:gd name="connsiteX2" fmla="*/ 224033 w 554261"/>
                <a:gd name="connsiteY2" fmla="*/ 4325 h 115131"/>
                <a:gd name="connsiteX3" fmla="*/ 522184 w 554261"/>
                <a:gd name="connsiteY3" fmla="*/ 23915 h 115131"/>
                <a:gd name="connsiteX4" fmla="*/ 542093 w 554261"/>
                <a:gd name="connsiteY4" fmla="*/ 55703 h 115131"/>
                <a:gd name="connsiteX5" fmla="*/ 461479 w 554261"/>
                <a:gd name="connsiteY5" fmla="*/ 84193 h 115131"/>
                <a:gd name="connsiteX0" fmla="*/ 461479 w 554587"/>
                <a:gd name="connsiteY0" fmla="*/ 84193 h 115131"/>
                <a:gd name="connsiteX1" fmla="*/ 8738 w 554587"/>
                <a:gd name="connsiteY1" fmla="*/ 111241 h 115131"/>
                <a:gd name="connsiteX2" fmla="*/ 224033 w 554587"/>
                <a:gd name="connsiteY2" fmla="*/ 4325 h 115131"/>
                <a:gd name="connsiteX3" fmla="*/ 522184 w 554587"/>
                <a:gd name="connsiteY3" fmla="*/ 23915 h 115131"/>
                <a:gd name="connsiteX4" fmla="*/ 542093 w 554587"/>
                <a:gd name="connsiteY4" fmla="*/ 55703 h 115131"/>
                <a:gd name="connsiteX5" fmla="*/ 493109 w 554587"/>
                <a:gd name="connsiteY5" fmla="*/ 98120 h 115131"/>
                <a:gd name="connsiteX6" fmla="*/ 461479 w 554587"/>
                <a:gd name="connsiteY6" fmla="*/ 84193 h 115131"/>
                <a:gd name="connsiteX0" fmla="*/ 440929 w 554587"/>
                <a:gd name="connsiteY0" fmla="*/ 88623 h 115521"/>
                <a:gd name="connsiteX1" fmla="*/ 8738 w 554587"/>
                <a:gd name="connsiteY1" fmla="*/ 111241 h 115521"/>
                <a:gd name="connsiteX2" fmla="*/ 224033 w 554587"/>
                <a:gd name="connsiteY2" fmla="*/ 4325 h 115521"/>
                <a:gd name="connsiteX3" fmla="*/ 522184 w 554587"/>
                <a:gd name="connsiteY3" fmla="*/ 23915 h 115521"/>
                <a:gd name="connsiteX4" fmla="*/ 542093 w 554587"/>
                <a:gd name="connsiteY4" fmla="*/ 55703 h 115521"/>
                <a:gd name="connsiteX5" fmla="*/ 493109 w 554587"/>
                <a:gd name="connsiteY5" fmla="*/ 98120 h 115521"/>
                <a:gd name="connsiteX6" fmla="*/ 440929 w 554587"/>
                <a:gd name="connsiteY6" fmla="*/ 88623 h 115521"/>
                <a:gd name="connsiteX0" fmla="*/ 440929 w 554587"/>
                <a:gd name="connsiteY0" fmla="*/ 88623 h 115521"/>
                <a:gd name="connsiteX1" fmla="*/ 8738 w 554587"/>
                <a:gd name="connsiteY1" fmla="*/ 111241 h 115521"/>
                <a:gd name="connsiteX2" fmla="*/ 224033 w 554587"/>
                <a:gd name="connsiteY2" fmla="*/ 4325 h 115521"/>
                <a:gd name="connsiteX3" fmla="*/ 522184 w 554587"/>
                <a:gd name="connsiteY3" fmla="*/ 23915 h 115521"/>
                <a:gd name="connsiteX4" fmla="*/ 542093 w 554587"/>
                <a:gd name="connsiteY4" fmla="*/ 55703 h 115521"/>
                <a:gd name="connsiteX5" fmla="*/ 493109 w 554587"/>
                <a:gd name="connsiteY5" fmla="*/ 98120 h 115521"/>
                <a:gd name="connsiteX6" fmla="*/ 440929 w 554587"/>
                <a:gd name="connsiteY6" fmla="*/ 88623 h 115521"/>
                <a:gd name="connsiteX0" fmla="*/ 440929 w 554587"/>
                <a:gd name="connsiteY0" fmla="*/ 88623 h 117137"/>
                <a:gd name="connsiteX1" fmla="*/ 8738 w 554587"/>
                <a:gd name="connsiteY1" fmla="*/ 111241 h 117137"/>
                <a:gd name="connsiteX2" fmla="*/ 224033 w 554587"/>
                <a:gd name="connsiteY2" fmla="*/ 4325 h 117137"/>
                <a:gd name="connsiteX3" fmla="*/ 522184 w 554587"/>
                <a:gd name="connsiteY3" fmla="*/ 23915 h 117137"/>
                <a:gd name="connsiteX4" fmla="*/ 542093 w 554587"/>
                <a:gd name="connsiteY4" fmla="*/ 55703 h 117137"/>
                <a:gd name="connsiteX5" fmla="*/ 493109 w 554587"/>
                <a:gd name="connsiteY5" fmla="*/ 98120 h 117137"/>
                <a:gd name="connsiteX6" fmla="*/ 440929 w 554587"/>
                <a:gd name="connsiteY6" fmla="*/ 88623 h 117137"/>
                <a:gd name="connsiteX0" fmla="*/ 440929 w 554587"/>
                <a:gd name="connsiteY0" fmla="*/ 88623 h 121672"/>
                <a:gd name="connsiteX1" fmla="*/ 169930 w 554587"/>
                <a:gd name="connsiteY1" fmla="*/ 115045 h 121672"/>
                <a:gd name="connsiteX2" fmla="*/ 8738 w 554587"/>
                <a:gd name="connsiteY2" fmla="*/ 111241 h 121672"/>
                <a:gd name="connsiteX3" fmla="*/ 224033 w 554587"/>
                <a:gd name="connsiteY3" fmla="*/ 4325 h 121672"/>
                <a:gd name="connsiteX4" fmla="*/ 522184 w 554587"/>
                <a:gd name="connsiteY4" fmla="*/ 23915 h 121672"/>
                <a:gd name="connsiteX5" fmla="*/ 542093 w 554587"/>
                <a:gd name="connsiteY5" fmla="*/ 55703 h 121672"/>
                <a:gd name="connsiteX6" fmla="*/ 493109 w 554587"/>
                <a:gd name="connsiteY6" fmla="*/ 98120 h 121672"/>
                <a:gd name="connsiteX7" fmla="*/ 440929 w 554587"/>
                <a:gd name="connsiteY7" fmla="*/ 88623 h 121672"/>
                <a:gd name="connsiteX0" fmla="*/ 440929 w 554587"/>
                <a:gd name="connsiteY0" fmla="*/ 88623 h 135483"/>
                <a:gd name="connsiteX1" fmla="*/ 158610 w 554587"/>
                <a:gd name="connsiteY1" fmla="*/ 134619 h 135483"/>
                <a:gd name="connsiteX2" fmla="*/ 8738 w 554587"/>
                <a:gd name="connsiteY2" fmla="*/ 111241 h 135483"/>
                <a:gd name="connsiteX3" fmla="*/ 224033 w 554587"/>
                <a:gd name="connsiteY3" fmla="*/ 4325 h 135483"/>
                <a:gd name="connsiteX4" fmla="*/ 522184 w 554587"/>
                <a:gd name="connsiteY4" fmla="*/ 23915 h 135483"/>
                <a:gd name="connsiteX5" fmla="*/ 542093 w 554587"/>
                <a:gd name="connsiteY5" fmla="*/ 55703 h 135483"/>
                <a:gd name="connsiteX6" fmla="*/ 493109 w 554587"/>
                <a:gd name="connsiteY6" fmla="*/ 98120 h 135483"/>
                <a:gd name="connsiteX7" fmla="*/ 440929 w 554587"/>
                <a:gd name="connsiteY7" fmla="*/ 88623 h 135483"/>
                <a:gd name="connsiteX0" fmla="*/ 440929 w 554587"/>
                <a:gd name="connsiteY0" fmla="*/ 88623 h 152182"/>
                <a:gd name="connsiteX1" fmla="*/ 158610 w 554587"/>
                <a:gd name="connsiteY1" fmla="*/ 134619 h 152182"/>
                <a:gd name="connsiteX2" fmla="*/ 8738 w 554587"/>
                <a:gd name="connsiteY2" fmla="*/ 111241 h 152182"/>
                <a:gd name="connsiteX3" fmla="*/ 224033 w 554587"/>
                <a:gd name="connsiteY3" fmla="*/ 4325 h 152182"/>
                <a:gd name="connsiteX4" fmla="*/ 522184 w 554587"/>
                <a:gd name="connsiteY4" fmla="*/ 23915 h 152182"/>
                <a:gd name="connsiteX5" fmla="*/ 542093 w 554587"/>
                <a:gd name="connsiteY5" fmla="*/ 55703 h 152182"/>
                <a:gd name="connsiteX6" fmla="*/ 493109 w 554587"/>
                <a:gd name="connsiteY6" fmla="*/ 98120 h 152182"/>
                <a:gd name="connsiteX7" fmla="*/ 440929 w 554587"/>
                <a:gd name="connsiteY7" fmla="*/ 88623 h 152182"/>
                <a:gd name="connsiteX0" fmla="*/ 440929 w 554587"/>
                <a:gd name="connsiteY0" fmla="*/ 88623 h 165518"/>
                <a:gd name="connsiteX1" fmla="*/ 149343 w 554587"/>
                <a:gd name="connsiteY1" fmla="*/ 150806 h 165518"/>
                <a:gd name="connsiteX2" fmla="*/ 8738 w 554587"/>
                <a:gd name="connsiteY2" fmla="*/ 111241 h 165518"/>
                <a:gd name="connsiteX3" fmla="*/ 224033 w 554587"/>
                <a:gd name="connsiteY3" fmla="*/ 4325 h 165518"/>
                <a:gd name="connsiteX4" fmla="*/ 522184 w 554587"/>
                <a:gd name="connsiteY4" fmla="*/ 23915 h 165518"/>
                <a:gd name="connsiteX5" fmla="*/ 542093 w 554587"/>
                <a:gd name="connsiteY5" fmla="*/ 55703 h 165518"/>
                <a:gd name="connsiteX6" fmla="*/ 493109 w 554587"/>
                <a:gd name="connsiteY6" fmla="*/ 98120 h 165518"/>
                <a:gd name="connsiteX7" fmla="*/ 440929 w 554587"/>
                <a:gd name="connsiteY7" fmla="*/ 88623 h 165518"/>
                <a:gd name="connsiteX0" fmla="*/ 440929 w 554587"/>
                <a:gd name="connsiteY0" fmla="*/ 88623 h 172469"/>
                <a:gd name="connsiteX1" fmla="*/ 149343 w 554587"/>
                <a:gd name="connsiteY1" fmla="*/ 150806 h 172469"/>
                <a:gd name="connsiteX2" fmla="*/ 8738 w 554587"/>
                <a:gd name="connsiteY2" fmla="*/ 111241 h 172469"/>
                <a:gd name="connsiteX3" fmla="*/ 224033 w 554587"/>
                <a:gd name="connsiteY3" fmla="*/ 4325 h 172469"/>
                <a:gd name="connsiteX4" fmla="*/ 522184 w 554587"/>
                <a:gd name="connsiteY4" fmla="*/ 23915 h 172469"/>
                <a:gd name="connsiteX5" fmla="*/ 542093 w 554587"/>
                <a:gd name="connsiteY5" fmla="*/ 55703 h 172469"/>
                <a:gd name="connsiteX6" fmla="*/ 493109 w 554587"/>
                <a:gd name="connsiteY6" fmla="*/ 98120 h 172469"/>
                <a:gd name="connsiteX7" fmla="*/ 440929 w 554587"/>
                <a:gd name="connsiteY7" fmla="*/ 88623 h 172469"/>
                <a:gd name="connsiteX0" fmla="*/ 440929 w 554587"/>
                <a:gd name="connsiteY0" fmla="*/ 88623 h 172469"/>
                <a:gd name="connsiteX1" fmla="*/ 149343 w 554587"/>
                <a:gd name="connsiteY1" fmla="*/ 150806 h 172469"/>
                <a:gd name="connsiteX2" fmla="*/ 8738 w 554587"/>
                <a:gd name="connsiteY2" fmla="*/ 111241 h 172469"/>
                <a:gd name="connsiteX3" fmla="*/ 224033 w 554587"/>
                <a:gd name="connsiteY3" fmla="*/ 4325 h 172469"/>
                <a:gd name="connsiteX4" fmla="*/ 522184 w 554587"/>
                <a:gd name="connsiteY4" fmla="*/ 23915 h 172469"/>
                <a:gd name="connsiteX5" fmla="*/ 542093 w 554587"/>
                <a:gd name="connsiteY5" fmla="*/ 55703 h 172469"/>
                <a:gd name="connsiteX6" fmla="*/ 493109 w 554587"/>
                <a:gd name="connsiteY6" fmla="*/ 98120 h 172469"/>
                <a:gd name="connsiteX7" fmla="*/ 440929 w 554587"/>
                <a:gd name="connsiteY7" fmla="*/ 88623 h 172469"/>
                <a:gd name="connsiteX0" fmla="*/ 436945 w 554587"/>
                <a:gd name="connsiteY0" fmla="*/ 91623 h 172469"/>
                <a:gd name="connsiteX1" fmla="*/ 149343 w 554587"/>
                <a:gd name="connsiteY1" fmla="*/ 150806 h 172469"/>
                <a:gd name="connsiteX2" fmla="*/ 8738 w 554587"/>
                <a:gd name="connsiteY2" fmla="*/ 111241 h 172469"/>
                <a:gd name="connsiteX3" fmla="*/ 224033 w 554587"/>
                <a:gd name="connsiteY3" fmla="*/ 4325 h 172469"/>
                <a:gd name="connsiteX4" fmla="*/ 522184 w 554587"/>
                <a:gd name="connsiteY4" fmla="*/ 23915 h 172469"/>
                <a:gd name="connsiteX5" fmla="*/ 542093 w 554587"/>
                <a:gd name="connsiteY5" fmla="*/ 55703 h 172469"/>
                <a:gd name="connsiteX6" fmla="*/ 493109 w 554587"/>
                <a:gd name="connsiteY6" fmla="*/ 98120 h 172469"/>
                <a:gd name="connsiteX7" fmla="*/ 436945 w 554587"/>
                <a:gd name="connsiteY7" fmla="*/ 91623 h 172469"/>
                <a:gd name="connsiteX0" fmla="*/ 436945 w 554587"/>
                <a:gd name="connsiteY0" fmla="*/ 91623 h 172469"/>
                <a:gd name="connsiteX1" fmla="*/ 149343 w 554587"/>
                <a:gd name="connsiteY1" fmla="*/ 150806 h 172469"/>
                <a:gd name="connsiteX2" fmla="*/ 8738 w 554587"/>
                <a:gd name="connsiteY2" fmla="*/ 111241 h 172469"/>
                <a:gd name="connsiteX3" fmla="*/ 224033 w 554587"/>
                <a:gd name="connsiteY3" fmla="*/ 4325 h 172469"/>
                <a:gd name="connsiteX4" fmla="*/ 522184 w 554587"/>
                <a:gd name="connsiteY4" fmla="*/ 23915 h 172469"/>
                <a:gd name="connsiteX5" fmla="*/ 542093 w 554587"/>
                <a:gd name="connsiteY5" fmla="*/ 55703 h 172469"/>
                <a:gd name="connsiteX6" fmla="*/ 493109 w 554587"/>
                <a:gd name="connsiteY6" fmla="*/ 98120 h 172469"/>
                <a:gd name="connsiteX7" fmla="*/ 436945 w 554587"/>
                <a:gd name="connsiteY7" fmla="*/ 91623 h 172469"/>
                <a:gd name="connsiteX0" fmla="*/ 436945 w 554587"/>
                <a:gd name="connsiteY0" fmla="*/ 91623 h 172469"/>
                <a:gd name="connsiteX1" fmla="*/ 149343 w 554587"/>
                <a:gd name="connsiteY1" fmla="*/ 150806 h 172469"/>
                <a:gd name="connsiteX2" fmla="*/ 8738 w 554587"/>
                <a:gd name="connsiteY2" fmla="*/ 111241 h 172469"/>
                <a:gd name="connsiteX3" fmla="*/ 224033 w 554587"/>
                <a:gd name="connsiteY3" fmla="*/ 4325 h 172469"/>
                <a:gd name="connsiteX4" fmla="*/ 522184 w 554587"/>
                <a:gd name="connsiteY4" fmla="*/ 23915 h 172469"/>
                <a:gd name="connsiteX5" fmla="*/ 542093 w 554587"/>
                <a:gd name="connsiteY5" fmla="*/ 55703 h 172469"/>
                <a:gd name="connsiteX6" fmla="*/ 493109 w 554587"/>
                <a:gd name="connsiteY6" fmla="*/ 98120 h 172469"/>
                <a:gd name="connsiteX7" fmla="*/ 436945 w 554587"/>
                <a:gd name="connsiteY7" fmla="*/ 91623 h 172469"/>
                <a:gd name="connsiteX0" fmla="*/ 356919 w 554587"/>
                <a:gd name="connsiteY0" fmla="*/ 102181 h 172469"/>
                <a:gd name="connsiteX1" fmla="*/ 149343 w 554587"/>
                <a:gd name="connsiteY1" fmla="*/ 150806 h 172469"/>
                <a:gd name="connsiteX2" fmla="*/ 8738 w 554587"/>
                <a:gd name="connsiteY2" fmla="*/ 111241 h 172469"/>
                <a:gd name="connsiteX3" fmla="*/ 224033 w 554587"/>
                <a:gd name="connsiteY3" fmla="*/ 4325 h 172469"/>
                <a:gd name="connsiteX4" fmla="*/ 522184 w 554587"/>
                <a:gd name="connsiteY4" fmla="*/ 23915 h 172469"/>
                <a:gd name="connsiteX5" fmla="*/ 542093 w 554587"/>
                <a:gd name="connsiteY5" fmla="*/ 55703 h 172469"/>
                <a:gd name="connsiteX6" fmla="*/ 493109 w 554587"/>
                <a:gd name="connsiteY6" fmla="*/ 98120 h 172469"/>
                <a:gd name="connsiteX7" fmla="*/ 356919 w 554587"/>
                <a:gd name="connsiteY7" fmla="*/ 102181 h 172469"/>
                <a:gd name="connsiteX0" fmla="*/ 326713 w 554587"/>
                <a:gd name="connsiteY0" fmla="*/ 104677 h 172469"/>
                <a:gd name="connsiteX1" fmla="*/ 149343 w 554587"/>
                <a:gd name="connsiteY1" fmla="*/ 150806 h 172469"/>
                <a:gd name="connsiteX2" fmla="*/ 8738 w 554587"/>
                <a:gd name="connsiteY2" fmla="*/ 111241 h 172469"/>
                <a:gd name="connsiteX3" fmla="*/ 224033 w 554587"/>
                <a:gd name="connsiteY3" fmla="*/ 4325 h 172469"/>
                <a:gd name="connsiteX4" fmla="*/ 522184 w 554587"/>
                <a:gd name="connsiteY4" fmla="*/ 23915 h 172469"/>
                <a:gd name="connsiteX5" fmla="*/ 542093 w 554587"/>
                <a:gd name="connsiteY5" fmla="*/ 55703 h 172469"/>
                <a:gd name="connsiteX6" fmla="*/ 493109 w 554587"/>
                <a:gd name="connsiteY6" fmla="*/ 98120 h 172469"/>
                <a:gd name="connsiteX7" fmla="*/ 326713 w 554587"/>
                <a:gd name="connsiteY7" fmla="*/ 104677 h 172469"/>
                <a:gd name="connsiteX0" fmla="*/ 326713 w 554587"/>
                <a:gd name="connsiteY0" fmla="*/ 104677 h 172469"/>
                <a:gd name="connsiteX1" fmla="*/ 149343 w 554587"/>
                <a:gd name="connsiteY1" fmla="*/ 150806 h 172469"/>
                <a:gd name="connsiteX2" fmla="*/ 8738 w 554587"/>
                <a:gd name="connsiteY2" fmla="*/ 111241 h 172469"/>
                <a:gd name="connsiteX3" fmla="*/ 224033 w 554587"/>
                <a:gd name="connsiteY3" fmla="*/ 4325 h 172469"/>
                <a:gd name="connsiteX4" fmla="*/ 522184 w 554587"/>
                <a:gd name="connsiteY4" fmla="*/ 23915 h 172469"/>
                <a:gd name="connsiteX5" fmla="*/ 542093 w 554587"/>
                <a:gd name="connsiteY5" fmla="*/ 55703 h 172469"/>
                <a:gd name="connsiteX6" fmla="*/ 493109 w 554587"/>
                <a:gd name="connsiteY6" fmla="*/ 98120 h 172469"/>
                <a:gd name="connsiteX7" fmla="*/ 326713 w 554587"/>
                <a:gd name="connsiteY7" fmla="*/ 104677 h 172469"/>
                <a:gd name="connsiteX0" fmla="*/ 326713 w 554587"/>
                <a:gd name="connsiteY0" fmla="*/ 104677 h 172469"/>
                <a:gd name="connsiteX1" fmla="*/ 149343 w 554587"/>
                <a:gd name="connsiteY1" fmla="*/ 150806 h 172469"/>
                <a:gd name="connsiteX2" fmla="*/ 8738 w 554587"/>
                <a:gd name="connsiteY2" fmla="*/ 111241 h 172469"/>
                <a:gd name="connsiteX3" fmla="*/ 224033 w 554587"/>
                <a:gd name="connsiteY3" fmla="*/ 4325 h 172469"/>
                <a:gd name="connsiteX4" fmla="*/ 522184 w 554587"/>
                <a:gd name="connsiteY4" fmla="*/ 23915 h 172469"/>
                <a:gd name="connsiteX5" fmla="*/ 542093 w 554587"/>
                <a:gd name="connsiteY5" fmla="*/ 55703 h 172469"/>
                <a:gd name="connsiteX6" fmla="*/ 493109 w 554587"/>
                <a:gd name="connsiteY6" fmla="*/ 98120 h 172469"/>
                <a:gd name="connsiteX7" fmla="*/ 326713 w 554587"/>
                <a:gd name="connsiteY7" fmla="*/ 104677 h 172469"/>
                <a:gd name="connsiteX0" fmla="*/ 322912 w 554587"/>
                <a:gd name="connsiteY0" fmla="*/ 102016 h 172469"/>
                <a:gd name="connsiteX1" fmla="*/ 149343 w 554587"/>
                <a:gd name="connsiteY1" fmla="*/ 150806 h 172469"/>
                <a:gd name="connsiteX2" fmla="*/ 8738 w 554587"/>
                <a:gd name="connsiteY2" fmla="*/ 111241 h 172469"/>
                <a:gd name="connsiteX3" fmla="*/ 224033 w 554587"/>
                <a:gd name="connsiteY3" fmla="*/ 4325 h 172469"/>
                <a:gd name="connsiteX4" fmla="*/ 522184 w 554587"/>
                <a:gd name="connsiteY4" fmla="*/ 23915 h 172469"/>
                <a:gd name="connsiteX5" fmla="*/ 542093 w 554587"/>
                <a:gd name="connsiteY5" fmla="*/ 55703 h 172469"/>
                <a:gd name="connsiteX6" fmla="*/ 493109 w 554587"/>
                <a:gd name="connsiteY6" fmla="*/ 98120 h 172469"/>
                <a:gd name="connsiteX7" fmla="*/ 322912 w 554587"/>
                <a:gd name="connsiteY7" fmla="*/ 102016 h 172469"/>
                <a:gd name="connsiteX0" fmla="*/ 322912 w 554587"/>
                <a:gd name="connsiteY0" fmla="*/ 102016 h 172469"/>
                <a:gd name="connsiteX1" fmla="*/ 149343 w 554587"/>
                <a:gd name="connsiteY1" fmla="*/ 150806 h 172469"/>
                <a:gd name="connsiteX2" fmla="*/ 8738 w 554587"/>
                <a:gd name="connsiteY2" fmla="*/ 111241 h 172469"/>
                <a:gd name="connsiteX3" fmla="*/ 224033 w 554587"/>
                <a:gd name="connsiteY3" fmla="*/ 4325 h 172469"/>
                <a:gd name="connsiteX4" fmla="*/ 522184 w 554587"/>
                <a:gd name="connsiteY4" fmla="*/ 23915 h 172469"/>
                <a:gd name="connsiteX5" fmla="*/ 542093 w 554587"/>
                <a:gd name="connsiteY5" fmla="*/ 55703 h 172469"/>
                <a:gd name="connsiteX6" fmla="*/ 493109 w 554587"/>
                <a:gd name="connsiteY6" fmla="*/ 98120 h 172469"/>
                <a:gd name="connsiteX7" fmla="*/ 322912 w 554587"/>
                <a:gd name="connsiteY7" fmla="*/ 102016 h 172469"/>
                <a:gd name="connsiteX0" fmla="*/ 322912 w 554587"/>
                <a:gd name="connsiteY0" fmla="*/ 102016 h 172469"/>
                <a:gd name="connsiteX1" fmla="*/ 149343 w 554587"/>
                <a:gd name="connsiteY1" fmla="*/ 150806 h 172469"/>
                <a:gd name="connsiteX2" fmla="*/ 8738 w 554587"/>
                <a:gd name="connsiteY2" fmla="*/ 111241 h 172469"/>
                <a:gd name="connsiteX3" fmla="*/ 224033 w 554587"/>
                <a:gd name="connsiteY3" fmla="*/ 4325 h 172469"/>
                <a:gd name="connsiteX4" fmla="*/ 522184 w 554587"/>
                <a:gd name="connsiteY4" fmla="*/ 23915 h 172469"/>
                <a:gd name="connsiteX5" fmla="*/ 542093 w 554587"/>
                <a:gd name="connsiteY5" fmla="*/ 55703 h 172469"/>
                <a:gd name="connsiteX6" fmla="*/ 493109 w 554587"/>
                <a:gd name="connsiteY6" fmla="*/ 98120 h 172469"/>
                <a:gd name="connsiteX7" fmla="*/ 322912 w 554587"/>
                <a:gd name="connsiteY7" fmla="*/ 102016 h 172469"/>
                <a:gd name="connsiteX0" fmla="*/ 322912 w 554587"/>
                <a:gd name="connsiteY0" fmla="*/ 102016 h 172469"/>
                <a:gd name="connsiteX1" fmla="*/ 149343 w 554587"/>
                <a:gd name="connsiteY1" fmla="*/ 150806 h 172469"/>
                <a:gd name="connsiteX2" fmla="*/ 8738 w 554587"/>
                <a:gd name="connsiteY2" fmla="*/ 111241 h 172469"/>
                <a:gd name="connsiteX3" fmla="*/ 224033 w 554587"/>
                <a:gd name="connsiteY3" fmla="*/ 4325 h 172469"/>
                <a:gd name="connsiteX4" fmla="*/ 522184 w 554587"/>
                <a:gd name="connsiteY4" fmla="*/ 23915 h 172469"/>
                <a:gd name="connsiteX5" fmla="*/ 542093 w 554587"/>
                <a:gd name="connsiteY5" fmla="*/ 55703 h 172469"/>
                <a:gd name="connsiteX6" fmla="*/ 493109 w 554587"/>
                <a:gd name="connsiteY6" fmla="*/ 98120 h 172469"/>
                <a:gd name="connsiteX7" fmla="*/ 322912 w 554587"/>
                <a:gd name="connsiteY7" fmla="*/ 102016 h 172469"/>
                <a:gd name="connsiteX0" fmla="*/ 315828 w 547503"/>
                <a:gd name="connsiteY0" fmla="*/ 102016 h 172469"/>
                <a:gd name="connsiteX1" fmla="*/ 142259 w 547503"/>
                <a:gd name="connsiteY1" fmla="*/ 150806 h 172469"/>
                <a:gd name="connsiteX2" fmla="*/ 1654 w 547503"/>
                <a:gd name="connsiteY2" fmla="*/ 111241 h 172469"/>
                <a:gd name="connsiteX3" fmla="*/ 216949 w 547503"/>
                <a:gd name="connsiteY3" fmla="*/ 4325 h 172469"/>
                <a:gd name="connsiteX4" fmla="*/ 515100 w 547503"/>
                <a:gd name="connsiteY4" fmla="*/ 23915 h 172469"/>
                <a:gd name="connsiteX5" fmla="*/ 535009 w 547503"/>
                <a:gd name="connsiteY5" fmla="*/ 55703 h 172469"/>
                <a:gd name="connsiteX6" fmla="*/ 486025 w 547503"/>
                <a:gd name="connsiteY6" fmla="*/ 98120 h 172469"/>
                <a:gd name="connsiteX7" fmla="*/ 315828 w 547503"/>
                <a:gd name="connsiteY7" fmla="*/ 102016 h 172469"/>
                <a:gd name="connsiteX0" fmla="*/ 315828 w 547503"/>
                <a:gd name="connsiteY0" fmla="*/ 103480 h 173933"/>
                <a:gd name="connsiteX1" fmla="*/ 142259 w 547503"/>
                <a:gd name="connsiteY1" fmla="*/ 152270 h 173933"/>
                <a:gd name="connsiteX2" fmla="*/ 1654 w 547503"/>
                <a:gd name="connsiteY2" fmla="*/ 112705 h 173933"/>
                <a:gd name="connsiteX3" fmla="*/ 216949 w 547503"/>
                <a:gd name="connsiteY3" fmla="*/ 5789 h 173933"/>
                <a:gd name="connsiteX4" fmla="*/ 515100 w 547503"/>
                <a:gd name="connsiteY4" fmla="*/ 25379 h 173933"/>
                <a:gd name="connsiteX5" fmla="*/ 535009 w 547503"/>
                <a:gd name="connsiteY5" fmla="*/ 57167 h 173933"/>
                <a:gd name="connsiteX6" fmla="*/ 486025 w 547503"/>
                <a:gd name="connsiteY6" fmla="*/ 99584 h 173933"/>
                <a:gd name="connsiteX7" fmla="*/ 315828 w 547503"/>
                <a:gd name="connsiteY7" fmla="*/ 103480 h 173933"/>
                <a:gd name="connsiteX0" fmla="*/ 315828 w 549300"/>
                <a:gd name="connsiteY0" fmla="*/ 103933 h 174386"/>
                <a:gd name="connsiteX1" fmla="*/ 142259 w 549300"/>
                <a:gd name="connsiteY1" fmla="*/ 152723 h 174386"/>
                <a:gd name="connsiteX2" fmla="*/ 1654 w 549300"/>
                <a:gd name="connsiteY2" fmla="*/ 113158 h 174386"/>
                <a:gd name="connsiteX3" fmla="*/ 216949 w 549300"/>
                <a:gd name="connsiteY3" fmla="*/ 6242 h 174386"/>
                <a:gd name="connsiteX4" fmla="*/ 518088 w 549300"/>
                <a:gd name="connsiteY4" fmla="*/ 23582 h 174386"/>
                <a:gd name="connsiteX5" fmla="*/ 535009 w 549300"/>
                <a:gd name="connsiteY5" fmla="*/ 57620 h 174386"/>
                <a:gd name="connsiteX6" fmla="*/ 486025 w 549300"/>
                <a:gd name="connsiteY6" fmla="*/ 100037 h 174386"/>
                <a:gd name="connsiteX7" fmla="*/ 315828 w 549300"/>
                <a:gd name="connsiteY7" fmla="*/ 103933 h 174386"/>
                <a:gd name="connsiteX0" fmla="*/ 315828 w 549300"/>
                <a:gd name="connsiteY0" fmla="*/ 104007 h 174460"/>
                <a:gd name="connsiteX1" fmla="*/ 142259 w 549300"/>
                <a:gd name="connsiteY1" fmla="*/ 152797 h 174460"/>
                <a:gd name="connsiteX2" fmla="*/ 1654 w 549300"/>
                <a:gd name="connsiteY2" fmla="*/ 113232 h 174460"/>
                <a:gd name="connsiteX3" fmla="*/ 216949 w 549300"/>
                <a:gd name="connsiteY3" fmla="*/ 6316 h 174460"/>
                <a:gd name="connsiteX4" fmla="*/ 518088 w 549300"/>
                <a:gd name="connsiteY4" fmla="*/ 23656 h 174460"/>
                <a:gd name="connsiteX5" fmla="*/ 535009 w 549300"/>
                <a:gd name="connsiteY5" fmla="*/ 57694 h 174460"/>
                <a:gd name="connsiteX6" fmla="*/ 486025 w 549300"/>
                <a:gd name="connsiteY6" fmla="*/ 100111 h 174460"/>
                <a:gd name="connsiteX7" fmla="*/ 315828 w 549300"/>
                <a:gd name="connsiteY7" fmla="*/ 104007 h 174460"/>
                <a:gd name="connsiteX0" fmla="*/ 315877 w 549349"/>
                <a:gd name="connsiteY0" fmla="*/ 104007 h 178841"/>
                <a:gd name="connsiteX1" fmla="*/ 142308 w 549349"/>
                <a:gd name="connsiteY1" fmla="*/ 152797 h 178841"/>
                <a:gd name="connsiteX2" fmla="*/ 1703 w 549349"/>
                <a:gd name="connsiteY2" fmla="*/ 113232 h 178841"/>
                <a:gd name="connsiteX3" fmla="*/ 216998 w 549349"/>
                <a:gd name="connsiteY3" fmla="*/ 6316 h 178841"/>
                <a:gd name="connsiteX4" fmla="*/ 518137 w 549349"/>
                <a:gd name="connsiteY4" fmla="*/ 23656 h 178841"/>
                <a:gd name="connsiteX5" fmla="*/ 535058 w 549349"/>
                <a:gd name="connsiteY5" fmla="*/ 57694 h 178841"/>
                <a:gd name="connsiteX6" fmla="*/ 486074 w 549349"/>
                <a:gd name="connsiteY6" fmla="*/ 100111 h 178841"/>
                <a:gd name="connsiteX7" fmla="*/ 315877 w 549349"/>
                <a:gd name="connsiteY7" fmla="*/ 104007 h 178841"/>
                <a:gd name="connsiteX0" fmla="*/ 315877 w 555645"/>
                <a:gd name="connsiteY0" fmla="*/ 104007 h 178841"/>
                <a:gd name="connsiteX1" fmla="*/ 142308 w 555645"/>
                <a:gd name="connsiteY1" fmla="*/ 152797 h 178841"/>
                <a:gd name="connsiteX2" fmla="*/ 1703 w 555645"/>
                <a:gd name="connsiteY2" fmla="*/ 113232 h 178841"/>
                <a:gd name="connsiteX3" fmla="*/ 216998 w 555645"/>
                <a:gd name="connsiteY3" fmla="*/ 6316 h 178841"/>
                <a:gd name="connsiteX4" fmla="*/ 518137 w 555645"/>
                <a:gd name="connsiteY4" fmla="*/ 23656 h 178841"/>
                <a:gd name="connsiteX5" fmla="*/ 535058 w 555645"/>
                <a:gd name="connsiteY5" fmla="*/ 57694 h 178841"/>
                <a:gd name="connsiteX6" fmla="*/ 486074 w 555645"/>
                <a:gd name="connsiteY6" fmla="*/ 100111 h 178841"/>
                <a:gd name="connsiteX7" fmla="*/ 315877 w 555645"/>
                <a:gd name="connsiteY7" fmla="*/ 104007 h 178841"/>
                <a:gd name="connsiteX0" fmla="*/ 315877 w 555645"/>
                <a:gd name="connsiteY0" fmla="*/ 104007 h 178841"/>
                <a:gd name="connsiteX1" fmla="*/ 142308 w 555645"/>
                <a:gd name="connsiteY1" fmla="*/ 152797 h 178841"/>
                <a:gd name="connsiteX2" fmla="*/ 1703 w 555645"/>
                <a:gd name="connsiteY2" fmla="*/ 113232 h 178841"/>
                <a:gd name="connsiteX3" fmla="*/ 216998 w 555645"/>
                <a:gd name="connsiteY3" fmla="*/ 6316 h 178841"/>
                <a:gd name="connsiteX4" fmla="*/ 518137 w 555645"/>
                <a:gd name="connsiteY4" fmla="*/ 23656 h 178841"/>
                <a:gd name="connsiteX5" fmla="*/ 535058 w 555645"/>
                <a:gd name="connsiteY5" fmla="*/ 57694 h 178841"/>
                <a:gd name="connsiteX6" fmla="*/ 486074 w 555645"/>
                <a:gd name="connsiteY6" fmla="*/ 100111 h 178841"/>
                <a:gd name="connsiteX7" fmla="*/ 315877 w 555645"/>
                <a:gd name="connsiteY7" fmla="*/ 104007 h 178841"/>
                <a:gd name="connsiteX0" fmla="*/ 316101 w 555869"/>
                <a:gd name="connsiteY0" fmla="*/ 104007 h 181935"/>
                <a:gd name="connsiteX1" fmla="*/ 137552 w 555869"/>
                <a:gd name="connsiteY1" fmla="*/ 156548 h 181935"/>
                <a:gd name="connsiteX2" fmla="*/ 1927 w 555869"/>
                <a:gd name="connsiteY2" fmla="*/ 113232 h 181935"/>
                <a:gd name="connsiteX3" fmla="*/ 217222 w 555869"/>
                <a:gd name="connsiteY3" fmla="*/ 6316 h 181935"/>
                <a:gd name="connsiteX4" fmla="*/ 518361 w 555869"/>
                <a:gd name="connsiteY4" fmla="*/ 23656 h 181935"/>
                <a:gd name="connsiteX5" fmla="*/ 535282 w 555869"/>
                <a:gd name="connsiteY5" fmla="*/ 57694 h 181935"/>
                <a:gd name="connsiteX6" fmla="*/ 486298 w 555869"/>
                <a:gd name="connsiteY6" fmla="*/ 100111 h 181935"/>
                <a:gd name="connsiteX7" fmla="*/ 316101 w 555869"/>
                <a:gd name="connsiteY7" fmla="*/ 104007 h 181935"/>
                <a:gd name="connsiteX0" fmla="*/ 492927 w 732695"/>
                <a:gd name="connsiteY0" fmla="*/ 104007 h 287065"/>
                <a:gd name="connsiteX1" fmla="*/ 314378 w 732695"/>
                <a:gd name="connsiteY1" fmla="*/ 156548 h 287065"/>
                <a:gd name="connsiteX2" fmla="*/ 2122 w 732695"/>
                <a:gd name="connsiteY2" fmla="*/ 286775 h 287065"/>
                <a:gd name="connsiteX3" fmla="*/ 178753 w 732695"/>
                <a:gd name="connsiteY3" fmla="*/ 113232 h 287065"/>
                <a:gd name="connsiteX4" fmla="*/ 394048 w 732695"/>
                <a:gd name="connsiteY4" fmla="*/ 6316 h 287065"/>
                <a:gd name="connsiteX5" fmla="*/ 695187 w 732695"/>
                <a:gd name="connsiteY5" fmla="*/ 23656 h 287065"/>
                <a:gd name="connsiteX6" fmla="*/ 712108 w 732695"/>
                <a:gd name="connsiteY6" fmla="*/ 57694 h 287065"/>
                <a:gd name="connsiteX7" fmla="*/ 663124 w 732695"/>
                <a:gd name="connsiteY7" fmla="*/ 100111 h 287065"/>
                <a:gd name="connsiteX8" fmla="*/ 492927 w 732695"/>
                <a:gd name="connsiteY8" fmla="*/ 104007 h 287065"/>
                <a:gd name="connsiteX0" fmla="*/ 493084 w 732852"/>
                <a:gd name="connsiteY0" fmla="*/ 104007 h 322112"/>
                <a:gd name="connsiteX1" fmla="*/ 314535 w 732852"/>
                <a:gd name="connsiteY1" fmla="*/ 156548 h 322112"/>
                <a:gd name="connsiteX2" fmla="*/ 2120 w 732852"/>
                <a:gd name="connsiteY2" fmla="*/ 321882 h 322112"/>
                <a:gd name="connsiteX3" fmla="*/ 178910 w 732852"/>
                <a:gd name="connsiteY3" fmla="*/ 113232 h 322112"/>
                <a:gd name="connsiteX4" fmla="*/ 394205 w 732852"/>
                <a:gd name="connsiteY4" fmla="*/ 6316 h 322112"/>
                <a:gd name="connsiteX5" fmla="*/ 695344 w 732852"/>
                <a:gd name="connsiteY5" fmla="*/ 23656 h 322112"/>
                <a:gd name="connsiteX6" fmla="*/ 712265 w 732852"/>
                <a:gd name="connsiteY6" fmla="*/ 57694 h 322112"/>
                <a:gd name="connsiteX7" fmla="*/ 663281 w 732852"/>
                <a:gd name="connsiteY7" fmla="*/ 100111 h 322112"/>
                <a:gd name="connsiteX8" fmla="*/ 493084 w 732852"/>
                <a:gd name="connsiteY8" fmla="*/ 104007 h 322112"/>
                <a:gd name="connsiteX0" fmla="*/ 508708 w 748476"/>
                <a:gd name="connsiteY0" fmla="*/ 104007 h 324134"/>
                <a:gd name="connsiteX1" fmla="*/ 330159 w 748476"/>
                <a:gd name="connsiteY1" fmla="*/ 156548 h 324134"/>
                <a:gd name="connsiteX2" fmla="*/ 17744 w 748476"/>
                <a:gd name="connsiteY2" fmla="*/ 321882 h 324134"/>
                <a:gd name="connsiteX3" fmla="*/ 51378 w 748476"/>
                <a:gd name="connsiteY3" fmla="*/ 243149 h 324134"/>
                <a:gd name="connsiteX4" fmla="*/ 194534 w 748476"/>
                <a:gd name="connsiteY4" fmla="*/ 113232 h 324134"/>
                <a:gd name="connsiteX5" fmla="*/ 409829 w 748476"/>
                <a:gd name="connsiteY5" fmla="*/ 6316 h 324134"/>
                <a:gd name="connsiteX6" fmla="*/ 710968 w 748476"/>
                <a:gd name="connsiteY6" fmla="*/ 23656 h 324134"/>
                <a:gd name="connsiteX7" fmla="*/ 727889 w 748476"/>
                <a:gd name="connsiteY7" fmla="*/ 57694 h 324134"/>
                <a:gd name="connsiteX8" fmla="*/ 678905 w 748476"/>
                <a:gd name="connsiteY8" fmla="*/ 100111 h 324134"/>
                <a:gd name="connsiteX9" fmla="*/ 508708 w 748476"/>
                <a:gd name="connsiteY9" fmla="*/ 104007 h 324134"/>
                <a:gd name="connsiteX0" fmla="*/ 508708 w 748476"/>
                <a:gd name="connsiteY0" fmla="*/ 104007 h 324134"/>
                <a:gd name="connsiteX1" fmla="*/ 330159 w 748476"/>
                <a:gd name="connsiteY1" fmla="*/ 156548 h 324134"/>
                <a:gd name="connsiteX2" fmla="*/ 158462 w 748476"/>
                <a:gd name="connsiteY2" fmla="*/ 267452 h 324134"/>
                <a:gd name="connsiteX3" fmla="*/ 17744 w 748476"/>
                <a:gd name="connsiteY3" fmla="*/ 321882 h 324134"/>
                <a:gd name="connsiteX4" fmla="*/ 51378 w 748476"/>
                <a:gd name="connsiteY4" fmla="*/ 243149 h 324134"/>
                <a:gd name="connsiteX5" fmla="*/ 194534 w 748476"/>
                <a:gd name="connsiteY5" fmla="*/ 113232 h 324134"/>
                <a:gd name="connsiteX6" fmla="*/ 409829 w 748476"/>
                <a:gd name="connsiteY6" fmla="*/ 6316 h 324134"/>
                <a:gd name="connsiteX7" fmla="*/ 710968 w 748476"/>
                <a:gd name="connsiteY7" fmla="*/ 23656 h 324134"/>
                <a:gd name="connsiteX8" fmla="*/ 727889 w 748476"/>
                <a:gd name="connsiteY8" fmla="*/ 57694 h 324134"/>
                <a:gd name="connsiteX9" fmla="*/ 678905 w 748476"/>
                <a:gd name="connsiteY9" fmla="*/ 100111 h 324134"/>
                <a:gd name="connsiteX10" fmla="*/ 508708 w 748476"/>
                <a:gd name="connsiteY10" fmla="*/ 104007 h 324134"/>
                <a:gd name="connsiteX0" fmla="*/ 508708 w 748476"/>
                <a:gd name="connsiteY0" fmla="*/ 104007 h 324134"/>
                <a:gd name="connsiteX1" fmla="*/ 330159 w 748476"/>
                <a:gd name="connsiteY1" fmla="*/ 156548 h 324134"/>
                <a:gd name="connsiteX2" fmla="*/ 158462 w 748476"/>
                <a:gd name="connsiteY2" fmla="*/ 267452 h 324134"/>
                <a:gd name="connsiteX3" fmla="*/ 17744 w 748476"/>
                <a:gd name="connsiteY3" fmla="*/ 321882 h 324134"/>
                <a:gd name="connsiteX4" fmla="*/ 51378 w 748476"/>
                <a:gd name="connsiteY4" fmla="*/ 243149 h 324134"/>
                <a:gd name="connsiteX5" fmla="*/ 194534 w 748476"/>
                <a:gd name="connsiteY5" fmla="*/ 113232 h 324134"/>
                <a:gd name="connsiteX6" fmla="*/ 409829 w 748476"/>
                <a:gd name="connsiteY6" fmla="*/ 6316 h 324134"/>
                <a:gd name="connsiteX7" fmla="*/ 710968 w 748476"/>
                <a:gd name="connsiteY7" fmla="*/ 23656 h 324134"/>
                <a:gd name="connsiteX8" fmla="*/ 727889 w 748476"/>
                <a:gd name="connsiteY8" fmla="*/ 57694 h 324134"/>
                <a:gd name="connsiteX9" fmla="*/ 678905 w 748476"/>
                <a:gd name="connsiteY9" fmla="*/ 100111 h 324134"/>
                <a:gd name="connsiteX10" fmla="*/ 508708 w 748476"/>
                <a:gd name="connsiteY10" fmla="*/ 104007 h 324134"/>
                <a:gd name="connsiteX0" fmla="*/ 508708 w 748476"/>
                <a:gd name="connsiteY0" fmla="*/ 104007 h 324134"/>
                <a:gd name="connsiteX1" fmla="*/ 330159 w 748476"/>
                <a:gd name="connsiteY1" fmla="*/ 156548 h 324134"/>
                <a:gd name="connsiteX2" fmla="*/ 166065 w 748476"/>
                <a:gd name="connsiteY2" fmla="*/ 272774 h 324134"/>
                <a:gd name="connsiteX3" fmla="*/ 17744 w 748476"/>
                <a:gd name="connsiteY3" fmla="*/ 321882 h 324134"/>
                <a:gd name="connsiteX4" fmla="*/ 51378 w 748476"/>
                <a:gd name="connsiteY4" fmla="*/ 243149 h 324134"/>
                <a:gd name="connsiteX5" fmla="*/ 194534 w 748476"/>
                <a:gd name="connsiteY5" fmla="*/ 113232 h 324134"/>
                <a:gd name="connsiteX6" fmla="*/ 409829 w 748476"/>
                <a:gd name="connsiteY6" fmla="*/ 6316 h 324134"/>
                <a:gd name="connsiteX7" fmla="*/ 710968 w 748476"/>
                <a:gd name="connsiteY7" fmla="*/ 23656 h 324134"/>
                <a:gd name="connsiteX8" fmla="*/ 727889 w 748476"/>
                <a:gd name="connsiteY8" fmla="*/ 57694 h 324134"/>
                <a:gd name="connsiteX9" fmla="*/ 678905 w 748476"/>
                <a:gd name="connsiteY9" fmla="*/ 100111 h 324134"/>
                <a:gd name="connsiteX10" fmla="*/ 508708 w 748476"/>
                <a:gd name="connsiteY10" fmla="*/ 104007 h 324134"/>
                <a:gd name="connsiteX0" fmla="*/ 580717 w 820485"/>
                <a:gd name="connsiteY0" fmla="*/ 104007 h 383852"/>
                <a:gd name="connsiteX1" fmla="*/ 402168 w 820485"/>
                <a:gd name="connsiteY1" fmla="*/ 156548 h 383852"/>
                <a:gd name="connsiteX2" fmla="*/ 238074 w 820485"/>
                <a:gd name="connsiteY2" fmla="*/ 272774 h 383852"/>
                <a:gd name="connsiteX3" fmla="*/ 9079 w 820485"/>
                <a:gd name="connsiteY3" fmla="*/ 382644 h 383852"/>
                <a:gd name="connsiteX4" fmla="*/ 123387 w 820485"/>
                <a:gd name="connsiteY4" fmla="*/ 243149 h 383852"/>
                <a:gd name="connsiteX5" fmla="*/ 266543 w 820485"/>
                <a:gd name="connsiteY5" fmla="*/ 113232 h 383852"/>
                <a:gd name="connsiteX6" fmla="*/ 481838 w 820485"/>
                <a:gd name="connsiteY6" fmla="*/ 6316 h 383852"/>
                <a:gd name="connsiteX7" fmla="*/ 782977 w 820485"/>
                <a:gd name="connsiteY7" fmla="*/ 23656 h 383852"/>
                <a:gd name="connsiteX8" fmla="*/ 799898 w 820485"/>
                <a:gd name="connsiteY8" fmla="*/ 57694 h 383852"/>
                <a:gd name="connsiteX9" fmla="*/ 750914 w 820485"/>
                <a:gd name="connsiteY9" fmla="*/ 100111 h 383852"/>
                <a:gd name="connsiteX10" fmla="*/ 580717 w 820485"/>
                <a:gd name="connsiteY10" fmla="*/ 104007 h 383852"/>
                <a:gd name="connsiteX0" fmla="*/ 580717 w 820485"/>
                <a:gd name="connsiteY0" fmla="*/ 104007 h 383852"/>
                <a:gd name="connsiteX1" fmla="*/ 402168 w 820485"/>
                <a:gd name="connsiteY1" fmla="*/ 156548 h 383852"/>
                <a:gd name="connsiteX2" fmla="*/ 238074 w 820485"/>
                <a:gd name="connsiteY2" fmla="*/ 272774 h 383852"/>
                <a:gd name="connsiteX3" fmla="*/ 9079 w 820485"/>
                <a:gd name="connsiteY3" fmla="*/ 382644 h 383852"/>
                <a:gd name="connsiteX4" fmla="*/ 123387 w 820485"/>
                <a:gd name="connsiteY4" fmla="*/ 243149 h 383852"/>
                <a:gd name="connsiteX5" fmla="*/ 266543 w 820485"/>
                <a:gd name="connsiteY5" fmla="*/ 113232 h 383852"/>
                <a:gd name="connsiteX6" fmla="*/ 481838 w 820485"/>
                <a:gd name="connsiteY6" fmla="*/ 6316 h 383852"/>
                <a:gd name="connsiteX7" fmla="*/ 782977 w 820485"/>
                <a:gd name="connsiteY7" fmla="*/ 23656 h 383852"/>
                <a:gd name="connsiteX8" fmla="*/ 799898 w 820485"/>
                <a:gd name="connsiteY8" fmla="*/ 57694 h 383852"/>
                <a:gd name="connsiteX9" fmla="*/ 750914 w 820485"/>
                <a:gd name="connsiteY9" fmla="*/ 100111 h 383852"/>
                <a:gd name="connsiteX10" fmla="*/ 580717 w 820485"/>
                <a:gd name="connsiteY10" fmla="*/ 104007 h 383852"/>
                <a:gd name="connsiteX0" fmla="*/ 580717 w 820485"/>
                <a:gd name="connsiteY0" fmla="*/ 104007 h 398455"/>
                <a:gd name="connsiteX1" fmla="*/ 402168 w 820485"/>
                <a:gd name="connsiteY1" fmla="*/ 156548 h 398455"/>
                <a:gd name="connsiteX2" fmla="*/ 238074 w 820485"/>
                <a:gd name="connsiteY2" fmla="*/ 272774 h 398455"/>
                <a:gd name="connsiteX3" fmla="*/ 145981 w 820485"/>
                <a:gd name="connsiteY3" fmla="*/ 386329 h 398455"/>
                <a:gd name="connsiteX4" fmla="*/ 9079 w 820485"/>
                <a:gd name="connsiteY4" fmla="*/ 382644 h 398455"/>
                <a:gd name="connsiteX5" fmla="*/ 123387 w 820485"/>
                <a:gd name="connsiteY5" fmla="*/ 243149 h 398455"/>
                <a:gd name="connsiteX6" fmla="*/ 266543 w 820485"/>
                <a:gd name="connsiteY6" fmla="*/ 113232 h 398455"/>
                <a:gd name="connsiteX7" fmla="*/ 481838 w 820485"/>
                <a:gd name="connsiteY7" fmla="*/ 6316 h 398455"/>
                <a:gd name="connsiteX8" fmla="*/ 782977 w 820485"/>
                <a:gd name="connsiteY8" fmla="*/ 23656 h 398455"/>
                <a:gd name="connsiteX9" fmla="*/ 799898 w 820485"/>
                <a:gd name="connsiteY9" fmla="*/ 57694 h 398455"/>
                <a:gd name="connsiteX10" fmla="*/ 750914 w 820485"/>
                <a:gd name="connsiteY10" fmla="*/ 100111 h 398455"/>
                <a:gd name="connsiteX11" fmla="*/ 580717 w 820485"/>
                <a:gd name="connsiteY11" fmla="*/ 104007 h 398455"/>
                <a:gd name="connsiteX0" fmla="*/ 683952 w 923720"/>
                <a:gd name="connsiteY0" fmla="*/ 104007 h 503806"/>
                <a:gd name="connsiteX1" fmla="*/ 505403 w 923720"/>
                <a:gd name="connsiteY1" fmla="*/ 156548 h 503806"/>
                <a:gd name="connsiteX2" fmla="*/ 341309 w 923720"/>
                <a:gd name="connsiteY2" fmla="*/ 272774 h 503806"/>
                <a:gd name="connsiteX3" fmla="*/ 249216 w 923720"/>
                <a:gd name="connsiteY3" fmla="*/ 386329 h 503806"/>
                <a:gd name="connsiteX4" fmla="*/ 5463 w 923720"/>
                <a:gd name="connsiteY4" fmla="*/ 501790 h 503806"/>
                <a:gd name="connsiteX5" fmla="*/ 226622 w 923720"/>
                <a:gd name="connsiteY5" fmla="*/ 243149 h 503806"/>
                <a:gd name="connsiteX6" fmla="*/ 369778 w 923720"/>
                <a:gd name="connsiteY6" fmla="*/ 113232 h 503806"/>
                <a:gd name="connsiteX7" fmla="*/ 585073 w 923720"/>
                <a:gd name="connsiteY7" fmla="*/ 6316 h 503806"/>
                <a:gd name="connsiteX8" fmla="*/ 886212 w 923720"/>
                <a:gd name="connsiteY8" fmla="*/ 23656 h 503806"/>
                <a:gd name="connsiteX9" fmla="*/ 903133 w 923720"/>
                <a:gd name="connsiteY9" fmla="*/ 57694 h 503806"/>
                <a:gd name="connsiteX10" fmla="*/ 854149 w 923720"/>
                <a:gd name="connsiteY10" fmla="*/ 100111 h 503806"/>
                <a:gd name="connsiteX11" fmla="*/ 683952 w 923720"/>
                <a:gd name="connsiteY11" fmla="*/ 104007 h 503806"/>
                <a:gd name="connsiteX0" fmla="*/ 683952 w 923720"/>
                <a:gd name="connsiteY0" fmla="*/ 104007 h 516921"/>
                <a:gd name="connsiteX1" fmla="*/ 505403 w 923720"/>
                <a:gd name="connsiteY1" fmla="*/ 156548 h 516921"/>
                <a:gd name="connsiteX2" fmla="*/ 341309 w 923720"/>
                <a:gd name="connsiteY2" fmla="*/ 272774 h 516921"/>
                <a:gd name="connsiteX3" fmla="*/ 249216 w 923720"/>
                <a:gd name="connsiteY3" fmla="*/ 386329 h 516921"/>
                <a:gd name="connsiteX4" fmla="*/ 145962 w 923720"/>
                <a:gd name="connsiteY4" fmla="*/ 484353 h 516921"/>
                <a:gd name="connsiteX5" fmla="*/ 5463 w 923720"/>
                <a:gd name="connsiteY5" fmla="*/ 501790 h 516921"/>
                <a:gd name="connsiteX6" fmla="*/ 226622 w 923720"/>
                <a:gd name="connsiteY6" fmla="*/ 243149 h 516921"/>
                <a:gd name="connsiteX7" fmla="*/ 369778 w 923720"/>
                <a:gd name="connsiteY7" fmla="*/ 113232 h 516921"/>
                <a:gd name="connsiteX8" fmla="*/ 585073 w 923720"/>
                <a:gd name="connsiteY8" fmla="*/ 6316 h 516921"/>
                <a:gd name="connsiteX9" fmla="*/ 886212 w 923720"/>
                <a:gd name="connsiteY9" fmla="*/ 23656 h 516921"/>
                <a:gd name="connsiteX10" fmla="*/ 903133 w 923720"/>
                <a:gd name="connsiteY10" fmla="*/ 57694 h 516921"/>
                <a:gd name="connsiteX11" fmla="*/ 854149 w 923720"/>
                <a:gd name="connsiteY11" fmla="*/ 100111 h 516921"/>
                <a:gd name="connsiteX12" fmla="*/ 683952 w 923720"/>
                <a:gd name="connsiteY12" fmla="*/ 104007 h 516921"/>
                <a:gd name="connsiteX0" fmla="*/ 952203 w 1191971"/>
                <a:gd name="connsiteY0" fmla="*/ 104007 h 742093"/>
                <a:gd name="connsiteX1" fmla="*/ 773654 w 1191971"/>
                <a:gd name="connsiteY1" fmla="*/ 156548 h 742093"/>
                <a:gd name="connsiteX2" fmla="*/ 609560 w 1191971"/>
                <a:gd name="connsiteY2" fmla="*/ 272774 h 742093"/>
                <a:gd name="connsiteX3" fmla="*/ 517467 w 1191971"/>
                <a:gd name="connsiteY3" fmla="*/ 386329 h 742093"/>
                <a:gd name="connsiteX4" fmla="*/ 414213 w 1191971"/>
                <a:gd name="connsiteY4" fmla="*/ 484353 h 742093"/>
                <a:gd name="connsiteX5" fmla="*/ 2710 w 1191971"/>
                <a:gd name="connsiteY5" fmla="*/ 739048 h 742093"/>
                <a:gd name="connsiteX6" fmla="*/ 494873 w 1191971"/>
                <a:gd name="connsiteY6" fmla="*/ 243149 h 742093"/>
                <a:gd name="connsiteX7" fmla="*/ 638029 w 1191971"/>
                <a:gd name="connsiteY7" fmla="*/ 113232 h 742093"/>
                <a:gd name="connsiteX8" fmla="*/ 853324 w 1191971"/>
                <a:gd name="connsiteY8" fmla="*/ 6316 h 742093"/>
                <a:gd name="connsiteX9" fmla="*/ 1154463 w 1191971"/>
                <a:gd name="connsiteY9" fmla="*/ 23656 h 742093"/>
                <a:gd name="connsiteX10" fmla="*/ 1171384 w 1191971"/>
                <a:gd name="connsiteY10" fmla="*/ 57694 h 742093"/>
                <a:gd name="connsiteX11" fmla="*/ 1122400 w 1191971"/>
                <a:gd name="connsiteY11" fmla="*/ 100111 h 742093"/>
                <a:gd name="connsiteX12" fmla="*/ 952203 w 1191971"/>
                <a:gd name="connsiteY12" fmla="*/ 104007 h 742093"/>
                <a:gd name="connsiteX0" fmla="*/ 955527 w 1195295"/>
                <a:gd name="connsiteY0" fmla="*/ 104007 h 755071"/>
                <a:gd name="connsiteX1" fmla="*/ 776978 w 1195295"/>
                <a:gd name="connsiteY1" fmla="*/ 156548 h 755071"/>
                <a:gd name="connsiteX2" fmla="*/ 612884 w 1195295"/>
                <a:gd name="connsiteY2" fmla="*/ 272774 h 755071"/>
                <a:gd name="connsiteX3" fmla="*/ 520791 w 1195295"/>
                <a:gd name="connsiteY3" fmla="*/ 386329 h 755071"/>
                <a:gd name="connsiteX4" fmla="*/ 417537 w 1195295"/>
                <a:gd name="connsiteY4" fmla="*/ 484353 h 755071"/>
                <a:gd name="connsiteX5" fmla="*/ 239827 w 1195295"/>
                <a:gd name="connsiteY5" fmla="*/ 631089 h 755071"/>
                <a:gd name="connsiteX6" fmla="*/ 6034 w 1195295"/>
                <a:gd name="connsiteY6" fmla="*/ 739048 h 755071"/>
                <a:gd name="connsiteX7" fmla="*/ 498197 w 1195295"/>
                <a:gd name="connsiteY7" fmla="*/ 243149 h 755071"/>
                <a:gd name="connsiteX8" fmla="*/ 641353 w 1195295"/>
                <a:gd name="connsiteY8" fmla="*/ 113232 h 755071"/>
                <a:gd name="connsiteX9" fmla="*/ 856648 w 1195295"/>
                <a:gd name="connsiteY9" fmla="*/ 6316 h 755071"/>
                <a:gd name="connsiteX10" fmla="*/ 1157787 w 1195295"/>
                <a:gd name="connsiteY10" fmla="*/ 23656 h 755071"/>
                <a:gd name="connsiteX11" fmla="*/ 1174708 w 1195295"/>
                <a:gd name="connsiteY11" fmla="*/ 57694 h 755071"/>
                <a:gd name="connsiteX12" fmla="*/ 1125724 w 1195295"/>
                <a:gd name="connsiteY12" fmla="*/ 100111 h 755071"/>
                <a:gd name="connsiteX13" fmla="*/ 955527 w 1195295"/>
                <a:gd name="connsiteY13" fmla="*/ 104007 h 755071"/>
                <a:gd name="connsiteX0" fmla="*/ 1026665 w 1266433"/>
                <a:gd name="connsiteY0" fmla="*/ 104007 h 800626"/>
                <a:gd name="connsiteX1" fmla="*/ 848116 w 1266433"/>
                <a:gd name="connsiteY1" fmla="*/ 156548 h 800626"/>
                <a:gd name="connsiteX2" fmla="*/ 684022 w 1266433"/>
                <a:gd name="connsiteY2" fmla="*/ 272774 h 800626"/>
                <a:gd name="connsiteX3" fmla="*/ 591929 w 1266433"/>
                <a:gd name="connsiteY3" fmla="*/ 386329 h 800626"/>
                <a:gd name="connsiteX4" fmla="*/ 488675 w 1266433"/>
                <a:gd name="connsiteY4" fmla="*/ 484353 h 800626"/>
                <a:gd name="connsiteX5" fmla="*/ 310965 w 1266433"/>
                <a:gd name="connsiteY5" fmla="*/ 631089 h 800626"/>
                <a:gd name="connsiteX6" fmla="*/ 4648 w 1266433"/>
                <a:gd name="connsiteY6" fmla="*/ 788147 h 800626"/>
                <a:gd name="connsiteX7" fmla="*/ 569335 w 1266433"/>
                <a:gd name="connsiteY7" fmla="*/ 243149 h 800626"/>
                <a:gd name="connsiteX8" fmla="*/ 712491 w 1266433"/>
                <a:gd name="connsiteY8" fmla="*/ 113232 h 800626"/>
                <a:gd name="connsiteX9" fmla="*/ 927786 w 1266433"/>
                <a:gd name="connsiteY9" fmla="*/ 6316 h 800626"/>
                <a:gd name="connsiteX10" fmla="*/ 1228925 w 1266433"/>
                <a:gd name="connsiteY10" fmla="*/ 23656 h 800626"/>
                <a:gd name="connsiteX11" fmla="*/ 1245846 w 1266433"/>
                <a:gd name="connsiteY11" fmla="*/ 57694 h 800626"/>
                <a:gd name="connsiteX12" fmla="*/ 1196862 w 1266433"/>
                <a:gd name="connsiteY12" fmla="*/ 100111 h 800626"/>
                <a:gd name="connsiteX13" fmla="*/ 1026665 w 1266433"/>
                <a:gd name="connsiteY13" fmla="*/ 104007 h 800626"/>
                <a:gd name="connsiteX0" fmla="*/ 1099907 w 1339675"/>
                <a:gd name="connsiteY0" fmla="*/ 104007 h 866377"/>
                <a:gd name="connsiteX1" fmla="*/ 921358 w 1339675"/>
                <a:gd name="connsiteY1" fmla="*/ 156548 h 866377"/>
                <a:gd name="connsiteX2" fmla="*/ 757264 w 1339675"/>
                <a:gd name="connsiteY2" fmla="*/ 272774 h 866377"/>
                <a:gd name="connsiteX3" fmla="*/ 665171 w 1339675"/>
                <a:gd name="connsiteY3" fmla="*/ 386329 h 866377"/>
                <a:gd name="connsiteX4" fmla="*/ 561917 w 1339675"/>
                <a:gd name="connsiteY4" fmla="*/ 484353 h 866377"/>
                <a:gd name="connsiteX5" fmla="*/ 384207 w 1339675"/>
                <a:gd name="connsiteY5" fmla="*/ 631089 h 866377"/>
                <a:gd name="connsiteX6" fmla="*/ 3762 w 1339675"/>
                <a:gd name="connsiteY6" fmla="*/ 856868 h 866377"/>
                <a:gd name="connsiteX7" fmla="*/ 642577 w 1339675"/>
                <a:gd name="connsiteY7" fmla="*/ 243149 h 866377"/>
                <a:gd name="connsiteX8" fmla="*/ 785733 w 1339675"/>
                <a:gd name="connsiteY8" fmla="*/ 113232 h 866377"/>
                <a:gd name="connsiteX9" fmla="*/ 1001028 w 1339675"/>
                <a:gd name="connsiteY9" fmla="*/ 6316 h 866377"/>
                <a:gd name="connsiteX10" fmla="*/ 1302167 w 1339675"/>
                <a:gd name="connsiteY10" fmla="*/ 23656 h 866377"/>
                <a:gd name="connsiteX11" fmla="*/ 1319088 w 1339675"/>
                <a:gd name="connsiteY11" fmla="*/ 57694 h 866377"/>
                <a:gd name="connsiteX12" fmla="*/ 1270104 w 1339675"/>
                <a:gd name="connsiteY12" fmla="*/ 100111 h 866377"/>
                <a:gd name="connsiteX13" fmla="*/ 1099907 w 1339675"/>
                <a:gd name="connsiteY13" fmla="*/ 104007 h 866377"/>
                <a:gd name="connsiteX0" fmla="*/ 1117447 w 1357215"/>
                <a:gd name="connsiteY0" fmla="*/ 104007 h 892439"/>
                <a:gd name="connsiteX1" fmla="*/ 938898 w 1357215"/>
                <a:gd name="connsiteY1" fmla="*/ 156548 h 892439"/>
                <a:gd name="connsiteX2" fmla="*/ 774804 w 1357215"/>
                <a:gd name="connsiteY2" fmla="*/ 272774 h 892439"/>
                <a:gd name="connsiteX3" fmla="*/ 682711 w 1357215"/>
                <a:gd name="connsiteY3" fmla="*/ 386329 h 892439"/>
                <a:gd name="connsiteX4" fmla="*/ 579457 w 1357215"/>
                <a:gd name="connsiteY4" fmla="*/ 484353 h 892439"/>
                <a:gd name="connsiteX5" fmla="*/ 401747 w 1357215"/>
                <a:gd name="connsiteY5" fmla="*/ 631089 h 892439"/>
                <a:gd name="connsiteX6" fmla="*/ 176537 w 1357215"/>
                <a:gd name="connsiteY6" fmla="*/ 804395 h 892439"/>
                <a:gd name="connsiteX7" fmla="*/ 21302 w 1357215"/>
                <a:gd name="connsiteY7" fmla="*/ 856868 h 892439"/>
                <a:gd name="connsiteX8" fmla="*/ 660117 w 1357215"/>
                <a:gd name="connsiteY8" fmla="*/ 243149 h 892439"/>
                <a:gd name="connsiteX9" fmla="*/ 803273 w 1357215"/>
                <a:gd name="connsiteY9" fmla="*/ 113232 h 892439"/>
                <a:gd name="connsiteX10" fmla="*/ 1018568 w 1357215"/>
                <a:gd name="connsiteY10" fmla="*/ 6316 h 892439"/>
                <a:gd name="connsiteX11" fmla="*/ 1319707 w 1357215"/>
                <a:gd name="connsiteY11" fmla="*/ 23656 h 892439"/>
                <a:gd name="connsiteX12" fmla="*/ 1336628 w 1357215"/>
                <a:gd name="connsiteY12" fmla="*/ 57694 h 892439"/>
                <a:gd name="connsiteX13" fmla="*/ 1287644 w 1357215"/>
                <a:gd name="connsiteY13" fmla="*/ 100111 h 892439"/>
                <a:gd name="connsiteX14" fmla="*/ 1117447 w 1357215"/>
                <a:gd name="connsiteY14" fmla="*/ 104007 h 892439"/>
                <a:gd name="connsiteX0" fmla="*/ 1137914 w 1377682"/>
                <a:gd name="connsiteY0" fmla="*/ 104007 h 913921"/>
                <a:gd name="connsiteX1" fmla="*/ 959365 w 1377682"/>
                <a:gd name="connsiteY1" fmla="*/ 156548 h 913921"/>
                <a:gd name="connsiteX2" fmla="*/ 795271 w 1377682"/>
                <a:gd name="connsiteY2" fmla="*/ 272774 h 913921"/>
                <a:gd name="connsiteX3" fmla="*/ 703178 w 1377682"/>
                <a:gd name="connsiteY3" fmla="*/ 386329 h 913921"/>
                <a:gd name="connsiteX4" fmla="*/ 599924 w 1377682"/>
                <a:gd name="connsiteY4" fmla="*/ 484353 h 913921"/>
                <a:gd name="connsiteX5" fmla="*/ 422214 w 1377682"/>
                <a:gd name="connsiteY5" fmla="*/ 631089 h 913921"/>
                <a:gd name="connsiteX6" fmla="*/ 197004 w 1377682"/>
                <a:gd name="connsiteY6" fmla="*/ 804395 h 913921"/>
                <a:gd name="connsiteX7" fmla="*/ 82771 w 1377682"/>
                <a:gd name="connsiteY7" fmla="*/ 881226 h 913921"/>
                <a:gd name="connsiteX8" fmla="*/ 41769 w 1377682"/>
                <a:gd name="connsiteY8" fmla="*/ 856868 h 913921"/>
                <a:gd name="connsiteX9" fmla="*/ 680584 w 1377682"/>
                <a:gd name="connsiteY9" fmla="*/ 243149 h 913921"/>
                <a:gd name="connsiteX10" fmla="*/ 823740 w 1377682"/>
                <a:gd name="connsiteY10" fmla="*/ 113232 h 913921"/>
                <a:gd name="connsiteX11" fmla="*/ 1039035 w 1377682"/>
                <a:gd name="connsiteY11" fmla="*/ 6316 h 913921"/>
                <a:gd name="connsiteX12" fmla="*/ 1340174 w 1377682"/>
                <a:gd name="connsiteY12" fmla="*/ 23656 h 913921"/>
                <a:gd name="connsiteX13" fmla="*/ 1357095 w 1377682"/>
                <a:gd name="connsiteY13" fmla="*/ 57694 h 913921"/>
                <a:gd name="connsiteX14" fmla="*/ 1308111 w 1377682"/>
                <a:gd name="connsiteY14" fmla="*/ 100111 h 913921"/>
                <a:gd name="connsiteX15" fmla="*/ 1137914 w 1377682"/>
                <a:gd name="connsiteY15" fmla="*/ 104007 h 913921"/>
                <a:gd name="connsiteX0" fmla="*/ 1152040 w 1391808"/>
                <a:gd name="connsiteY0" fmla="*/ 104007 h 913500"/>
                <a:gd name="connsiteX1" fmla="*/ 973491 w 1391808"/>
                <a:gd name="connsiteY1" fmla="*/ 156548 h 913500"/>
                <a:gd name="connsiteX2" fmla="*/ 809397 w 1391808"/>
                <a:gd name="connsiteY2" fmla="*/ 272774 h 913500"/>
                <a:gd name="connsiteX3" fmla="*/ 717304 w 1391808"/>
                <a:gd name="connsiteY3" fmla="*/ 386329 h 913500"/>
                <a:gd name="connsiteX4" fmla="*/ 614050 w 1391808"/>
                <a:gd name="connsiteY4" fmla="*/ 484353 h 913500"/>
                <a:gd name="connsiteX5" fmla="*/ 436340 w 1391808"/>
                <a:gd name="connsiteY5" fmla="*/ 631089 h 913500"/>
                <a:gd name="connsiteX6" fmla="*/ 211130 w 1391808"/>
                <a:gd name="connsiteY6" fmla="*/ 804395 h 913500"/>
                <a:gd name="connsiteX7" fmla="*/ 96897 w 1391808"/>
                <a:gd name="connsiteY7" fmla="*/ 881226 h 913500"/>
                <a:gd name="connsiteX8" fmla="*/ 43335 w 1391808"/>
                <a:gd name="connsiteY8" fmla="*/ 884740 h 913500"/>
                <a:gd name="connsiteX9" fmla="*/ 55895 w 1391808"/>
                <a:gd name="connsiteY9" fmla="*/ 856868 h 913500"/>
                <a:gd name="connsiteX10" fmla="*/ 694710 w 1391808"/>
                <a:gd name="connsiteY10" fmla="*/ 243149 h 913500"/>
                <a:gd name="connsiteX11" fmla="*/ 837866 w 1391808"/>
                <a:gd name="connsiteY11" fmla="*/ 113232 h 913500"/>
                <a:gd name="connsiteX12" fmla="*/ 1053161 w 1391808"/>
                <a:gd name="connsiteY12" fmla="*/ 6316 h 913500"/>
                <a:gd name="connsiteX13" fmla="*/ 1354300 w 1391808"/>
                <a:gd name="connsiteY13" fmla="*/ 23656 h 913500"/>
                <a:gd name="connsiteX14" fmla="*/ 1371221 w 1391808"/>
                <a:gd name="connsiteY14" fmla="*/ 57694 h 913500"/>
                <a:gd name="connsiteX15" fmla="*/ 1322237 w 1391808"/>
                <a:gd name="connsiteY15" fmla="*/ 100111 h 913500"/>
                <a:gd name="connsiteX16" fmla="*/ 1152040 w 1391808"/>
                <a:gd name="connsiteY16" fmla="*/ 104007 h 913500"/>
                <a:gd name="connsiteX0" fmla="*/ 1136136 w 1375904"/>
                <a:gd name="connsiteY0" fmla="*/ 104007 h 913929"/>
                <a:gd name="connsiteX1" fmla="*/ 957587 w 1375904"/>
                <a:gd name="connsiteY1" fmla="*/ 156548 h 913929"/>
                <a:gd name="connsiteX2" fmla="*/ 793493 w 1375904"/>
                <a:gd name="connsiteY2" fmla="*/ 272774 h 913929"/>
                <a:gd name="connsiteX3" fmla="*/ 701400 w 1375904"/>
                <a:gd name="connsiteY3" fmla="*/ 386329 h 913929"/>
                <a:gd name="connsiteX4" fmla="*/ 598146 w 1375904"/>
                <a:gd name="connsiteY4" fmla="*/ 484353 h 913929"/>
                <a:gd name="connsiteX5" fmla="*/ 420436 w 1375904"/>
                <a:gd name="connsiteY5" fmla="*/ 631089 h 913929"/>
                <a:gd name="connsiteX6" fmla="*/ 195226 w 1375904"/>
                <a:gd name="connsiteY6" fmla="*/ 804395 h 913929"/>
                <a:gd name="connsiteX7" fmla="*/ 80993 w 1375904"/>
                <a:gd name="connsiteY7" fmla="*/ 881226 h 913929"/>
                <a:gd name="connsiteX8" fmla="*/ 39991 w 1375904"/>
                <a:gd name="connsiteY8" fmla="*/ 856868 h 913929"/>
                <a:gd name="connsiteX9" fmla="*/ 678806 w 1375904"/>
                <a:gd name="connsiteY9" fmla="*/ 243149 h 913929"/>
                <a:gd name="connsiteX10" fmla="*/ 821962 w 1375904"/>
                <a:gd name="connsiteY10" fmla="*/ 113232 h 913929"/>
                <a:gd name="connsiteX11" fmla="*/ 1037257 w 1375904"/>
                <a:gd name="connsiteY11" fmla="*/ 6316 h 913929"/>
                <a:gd name="connsiteX12" fmla="*/ 1338396 w 1375904"/>
                <a:gd name="connsiteY12" fmla="*/ 23656 h 913929"/>
                <a:gd name="connsiteX13" fmla="*/ 1355317 w 1375904"/>
                <a:gd name="connsiteY13" fmla="*/ 57694 h 913929"/>
                <a:gd name="connsiteX14" fmla="*/ 1306333 w 1375904"/>
                <a:gd name="connsiteY14" fmla="*/ 100111 h 913929"/>
                <a:gd name="connsiteX15" fmla="*/ 1136136 w 1375904"/>
                <a:gd name="connsiteY15" fmla="*/ 104007 h 913929"/>
                <a:gd name="connsiteX0" fmla="*/ 1143944 w 1383712"/>
                <a:gd name="connsiteY0" fmla="*/ 104007 h 923292"/>
                <a:gd name="connsiteX1" fmla="*/ 965395 w 1383712"/>
                <a:gd name="connsiteY1" fmla="*/ 156548 h 923292"/>
                <a:gd name="connsiteX2" fmla="*/ 801301 w 1383712"/>
                <a:gd name="connsiteY2" fmla="*/ 272774 h 923292"/>
                <a:gd name="connsiteX3" fmla="*/ 709208 w 1383712"/>
                <a:gd name="connsiteY3" fmla="*/ 386329 h 923292"/>
                <a:gd name="connsiteX4" fmla="*/ 605954 w 1383712"/>
                <a:gd name="connsiteY4" fmla="*/ 484353 h 923292"/>
                <a:gd name="connsiteX5" fmla="*/ 428244 w 1383712"/>
                <a:gd name="connsiteY5" fmla="*/ 631089 h 923292"/>
                <a:gd name="connsiteX6" fmla="*/ 88801 w 1383712"/>
                <a:gd name="connsiteY6" fmla="*/ 881226 h 923292"/>
                <a:gd name="connsiteX7" fmla="*/ 47799 w 1383712"/>
                <a:gd name="connsiteY7" fmla="*/ 856868 h 923292"/>
                <a:gd name="connsiteX8" fmla="*/ 686614 w 1383712"/>
                <a:gd name="connsiteY8" fmla="*/ 243149 h 923292"/>
                <a:gd name="connsiteX9" fmla="*/ 829770 w 1383712"/>
                <a:gd name="connsiteY9" fmla="*/ 113232 h 923292"/>
                <a:gd name="connsiteX10" fmla="*/ 1045065 w 1383712"/>
                <a:gd name="connsiteY10" fmla="*/ 6316 h 923292"/>
                <a:gd name="connsiteX11" fmla="*/ 1346204 w 1383712"/>
                <a:gd name="connsiteY11" fmla="*/ 23656 h 923292"/>
                <a:gd name="connsiteX12" fmla="*/ 1363125 w 1383712"/>
                <a:gd name="connsiteY12" fmla="*/ 57694 h 923292"/>
                <a:gd name="connsiteX13" fmla="*/ 1314141 w 1383712"/>
                <a:gd name="connsiteY13" fmla="*/ 100111 h 923292"/>
                <a:gd name="connsiteX14" fmla="*/ 1143944 w 1383712"/>
                <a:gd name="connsiteY14" fmla="*/ 104007 h 923292"/>
                <a:gd name="connsiteX0" fmla="*/ 1059394 w 1299162"/>
                <a:gd name="connsiteY0" fmla="*/ 104007 h 891858"/>
                <a:gd name="connsiteX1" fmla="*/ 880845 w 1299162"/>
                <a:gd name="connsiteY1" fmla="*/ 156548 h 891858"/>
                <a:gd name="connsiteX2" fmla="*/ 716751 w 1299162"/>
                <a:gd name="connsiteY2" fmla="*/ 272774 h 891858"/>
                <a:gd name="connsiteX3" fmla="*/ 624658 w 1299162"/>
                <a:gd name="connsiteY3" fmla="*/ 386329 h 891858"/>
                <a:gd name="connsiteX4" fmla="*/ 521404 w 1299162"/>
                <a:gd name="connsiteY4" fmla="*/ 484353 h 891858"/>
                <a:gd name="connsiteX5" fmla="*/ 343694 w 1299162"/>
                <a:gd name="connsiteY5" fmla="*/ 631089 h 891858"/>
                <a:gd name="connsiteX6" fmla="*/ 4251 w 1299162"/>
                <a:gd name="connsiteY6" fmla="*/ 881226 h 891858"/>
                <a:gd name="connsiteX7" fmla="*/ 602064 w 1299162"/>
                <a:gd name="connsiteY7" fmla="*/ 243149 h 891858"/>
                <a:gd name="connsiteX8" fmla="*/ 745220 w 1299162"/>
                <a:gd name="connsiteY8" fmla="*/ 113232 h 891858"/>
                <a:gd name="connsiteX9" fmla="*/ 960515 w 1299162"/>
                <a:gd name="connsiteY9" fmla="*/ 6316 h 891858"/>
                <a:gd name="connsiteX10" fmla="*/ 1261654 w 1299162"/>
                <a:gd name="connsiteY10" fmla="*/ 23656 h 891858"/>
                <a:gd name="connsiteX11" fmla="*/ 1278575 w 1299162"/>
                <a:gd name="connsiteY11" fmla="*/ 57694 h 891858"/>
                <a:gd name="connsiteX12" fmla="*/ 1229591 w 1299162"/>
                <a:gd name="connsiteY12" fmla="*/ 100111 h 891858"/>
                <a:gd name="connsiteX13" fmla="*/ 1059394 w 1299162"/>
                <a:gd name="connsiteY13" fmla="*/ 104007 h 891858"/>
                <a:gd name="connsiteX0" fmla="*/ 715700 w 955468"/>
                <a:gd name="connsiteY0" fmla="*/ 104007 h 631089"/>
                <a:gd name="connsiteX1" fmla="*/ 537151 w 955468"/>
                <a:gd name="connsiteY1" fmla="*/ 156548 h 631089"/>
                <a:gd name="connsiteX2" fmla="*/ 373057 w 955468"/>
                <a:gd name="connsiteY2" fmla="*/ 272774 h 631089"/>
                <a:gd name="connsiteX3" fmla="*/ 280964 w 955468"/>
                <a:gd name="connsiteY3" fmla="*/ 386329 h 631089"/>
                <a:gd name="connsiteX4" fmla="*/ 177710 w 955468"/>
                <a:gd name="connsiteY4" fmla="*/ 484353 h 631089"/>
                <a:gd name="connsiteX5" fmla="*/ 0 w 955468"/>
                <a:gd name="connsiteY5" fmla="*/ 631089 h 631089"/>
                <a:gd name="connsiteX6" fmla="*/ 258370 w 955468"/>
                <a:gd name="connsiteY6" fmla="*/ 243149 h 631089"/>
                <a:gd name="connsiteX7" fmla="*/ 401526 w 955468"/>
                <a:gd name="connsiteY7" fmla="*/ 113232 h 631089"/>
                <a:gd name="connsiteX8" fmla="*/ 616821 w 955468"/>
                <a:gd name="connsiteY8" fmla="*/ 6316 h 631089"/>
                <a:gd name="connsiteX9" fmla="*/ 917960 w 955468"/>
                <a:gd name="connsiteY9" fmla="*/ 23656 h 631089"/>
                <a:gd name="connsiteX10" fmla="*/ 934881 w 955468"/>
                <a:gd name="connsiteY10" fmla="*/ 57694 h 631089"/>
                <a:gd name="connsiteX11" fmla="*/ 885897 w 955468"/>
                <a:gd name="connsiteY11" fmla="*/ 100111 h 631089"/>
                <a:gd name="connsiteX12" fmla="*/ 715700 w 955468"/>
                <a:gd name="connsiteY12" fmla="*/ 104007 h 631089"/>
                <a:gd name="connsiteX0" fmla="*/ 538203 w 777971"/>
                <a:gd name="connsiteY0" fmla="*/ 104007 h 484353"/>
                <a:gd name="connsiteX1" fmla="*/ 359654 w 777971"/>
                <a:gd name="connsiteY1" fmla="*/ 156548 h 484353"/>
                <a:gd name="connsiteX2" fmla="*/ 195560 w 777971"/>
                <a:gd name="connsiteY2" fmla="*/ 272774 h 484353"/>
                <a:gd name="connsiteX3" fmla="*/ 103467 w 777971"/>
                <a:gd name="connsiteY3" fmla="*/ 386329 h 484353"/>
                <a:gd name="connsiteX4" fmla="*/ 213 w 777971"/>
                <a:gd name="connsiteY4" fmla="*/ 484353 h 484353"/>
                <a:gd name="connsiteX5" fmla="*/ 80873 w 777971"/>
                <a:gd name="connsiteY5" fmla="*/ 243149 h 484353"/>
                <a:gd name="connsiteX6" fmla="*/ 224029 w 777971"/>
                <a:gd name="connsiteY6" fmla="*/ 113232 h 484353"/>
                <a:gd name="connsiteX7" fmla="*/ 439324 w 777971"/>
                <a:gd name="connsiteY7" fmla="*/ 6316 h 484353"/>
                <a:gd name="connsiteX8" fmla="*/ 740463 w 777971"/>
                <a:gd name="connsiteY8" fmla="*/ 23656 h 484353"/>
                <a:gd name="connsiteX9" fmla="*/ 757384 w 777971"/>
                <a:gd name="connsiteY9" fmla="*/ 57694 h 484353"/>
                <a:gd name="connsiteX10" fmla="*/ 708400 w 777971"/>
                <a:gd name="connsiteY10" fmla="*/ 100111 h 484353"/>
                <a:gd name="connsiteX11" fmla="*/ 538203 w 777971"/>
                <a:gd name="connsiteY11" fmla="*/ 104007 h 484353"/>
                <a:gd name="connsiteX0" fmla="*/ 465004 w 704772"/>
                <a:gd name="connsiteY0" fmla="*/ 104007 h 386329"/>
                <a:gd name="connsiteX1" fmla="*/ 286455 w 704772"/>
                <a:gd name="connsiteY1" fmla="*/ 156548 h 386329"/>
                <a:gd name="connsiteX2" fmla="*/ 122361 w 704772"/>
                <a:gd name="connsiteY2" fmla="*/ 272774 h 386329"/>
                <a:gd name="connsiteX3" fmla="*/ 30268 w 704772"/>
                <a:gd name="connsiteY3" fmla="*/ 386329 h 386329"/>
                <a:gd name="connsiteX4" fmla="*/ 7674 w 704772"/>
                <a:gd name="connsiteY4" fmla="*/ 243149 h 386329"/>
                <a:gd name="connsiteX5" fmla="*/ 150830 w 704772"/>
                <a:gd name="connsiteY5" fmla="*/ 113232 h 386329"/>
                <a:gd name="connsiteX6" fmla="*/ 366125 w 704772"/>
                <a:gd name="connsiteY6" fmla="*/ 6316 h 386329"/>
                <a:gd name="connsiteX7" fmla="*/ 667264 w 704772"/>
                <a:gd name="connsiteY7" fmla="*/ 23656 h 386329"/>
                <a:gd name="connsiteX8" fmla="*/ 684185 w 704772"/>
                <a:gd name="connsiteY8" fmla="*/ 57694 h 386329"/>
                <a:gd name="connsiteX9" fmla="*/ 635201 w 704772"/>
                <a:gd name="connsiteY9" fmla="*/ 100111 h 386329"/>
                <a:gd name="connsiteX10" fmla="*/ 465004 w 704772"/>
                <a:gd name="connsiteY10" fmla="*/ 104007 h 386329"/>
                <a:gd name="connsiteX0" fmla="*/ 457551 w 697319"/>
                <a:gd name="connsiteY0" fmla="*/ 104007 h 277973"/>
                <a:gd name="connsiteX1" fmla="*/ 279002 w 697319"/>
                <a:gd name="connsiteY1" fmla="*/ 156548 h 277973"/>
                <a:gd name="connsiteX2" fmla="*/ 114908 w 697319"/>
                <a:gd name="connsiteY2" fmla="*/ 272774 h 277973"/>
                <a:gd name="connsiteX3" fmla="*/ 221 w 697319"/>
                <a:gd name="connsiteY3" fmla="*/ 243149 h 277973"/>
                <a:gd name="connsiteX4" fmla="*/ 143377 w 697319"/>
                <a:gd name="connsiteY4" fmla="*/ 113232 h 277973"/>
                <a:gd name="connsiteX5" fmla="*/ 358672 w 697319"/>
                <a:gd name="connsiteY5" fmla="*/ 6316 h 277973"/>
                <a:gd name="connsiteX6" fmla="*/ 659811 w 697319"/>
                <a:gd name="connsiteY6" fmla="*/ 23656 h 277973"/>
                <a:gd name="connsiteX7" fmla="*/ 676732 w 697319"/>
                <a:gd name="connsiteY7" fmla="*/ 57694 h 277973"/>
                <a:gd name="connsiteX8" fmla="*/ 627748 w 697319"/>
                <a:gd name="connsiteY8" fmla="*/ 100111 h 277973"/>
                <a:gd name="connsiteX9" fmla="*/ 457551 w 697319"/>
                <a:gd name="connsiteY9" fmla="*/ 104007 h 277973"/>
                <a:gd name="connsiteX0" fmla="*/ 457330 w 697098"/>
                <a:gd name="connsiteY0" fmla="*/ 104007 h 243664"/>
                <a:gd name="connsiteX1" fmla="*/ 278781 w 697098"/>
                <a:gd name="connsiteY1" fmla="*/ 156548 h 243664"/>
                <a:gd name="connsiteX2" fmla="*/ 0 w 697098"/>
                <a:gd name="connsiteY2" fmla="*/ 243149 h 243664"/>
                <a:gd name="connsiteX3" fmla="*/ 143156 w 697098"/>
                <a:gd name="connsiteY3" fmla="*/ 113232 h 243664"/>
                <a:gd name="connsiteX4" fmla="*/ 358451 w 697098"/>
                <a:gd name="connsiteY4" fmla="*/ 6316 h 243664"/>
                <a:gd name="connsiteX5" fmla="*/ 659590 w 697098"/>
                <a:gd name="connsiteY5" fmla="*/ 23656 h 243664"/>
                <a:gd name="connsiteX6" fmla="*/ 676511 w 697098"/>
                <a:gd name="connsiteY6" fmla="*/ 57694 h 243664"/>
                <a:gd name="connsiteX7" fmla="*/ 627527 w 697098"/>
                <a:gd name="connsiteY7" fmla="*/ 100111 h 243664"/>
                <a:gd name="connsiteX8" fmla="*/ 457330 w 697098"/>
                <a:gd name="connsiteY8" fmla="*/ 104007 h 243664"/>
                <a:gd name="connsiteX0" fmla="*/ 315415 w 555183"/>
                <a:gd name="connsiteY0" fmla="*/ 104007 h 156631"/>
                <a:gd name="connsiteX1" fmla="*/ 136866 w 555183"/>
                <a:gd name="connsiteY1" fmla="*/ 156548 h 156631"/>
                <a:gd name="connsiteX2" fmla="*/ 1241 w 555183"/>
                <a:gd name="connsiteY2" fmla="*/ 113232 h 156631"/>
                <a:gd name="connsiteX3" fmla="*/ 216536 w 555183"/>
                <a:gd name="connsiteY3" fmla="*/ 6316 h 156631"/>
                <a:gd name="connsiteX4" fmla="*/ 517675 w 555183"/>
                <a:gd name="connsiteY4" fmla="*/ 23656 h 156631"/>
                <a:gd name="connsiteX5" fmla="*/ 534596 w 555183"/>
                <a:gd name="connsiteY5" fmla="*/ 57694 h 156631"/>
                <a:gd name="connsiteX6" fmla="*/ 485612 w 555183"/>
                <a:gd name="connsiteY6" fmla="*/ 100111 h 156631"/>
                <a:gd name="connsiteX7" fmla="*/ 315415 w 555183"/>
                <a:gd name="connsiteY7" fmla="*/ 104007 h 1566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555183" h="156631">
                  <a:moveTo>
                    <a:pt x="315415" y="104007"/>
                  </a:moveTo>
                  <a:cubicBezTo>
                    <a:pt x="245800" y="113169"/>
                    <a:pt x="189952" y="137586"/>
                    <a:pt x="136866" y="156548"/>
                  </a:cubicBezTo>
                  <a:cubicBezTo>
                    <a:pt x="84504" y="158085"/>
                    <a:pt x="-12037" y="138270"/>
                    <a:pt x="1241" y="113232"/>
                  </a:cubicBezTo>
                  <a:cubicBezTo>
                    <a:pt x="14519" y="88194"/>
                    <a:pt x="130962" y="20870"/>
                    <a:pt x="216536" y="6316"/>
                  </a:cubicBezTo>
                  <a:cubicBezTo>
                    <a:pt x="302110" y="-8238"/>
                    <a:pt x="460962" y="4380"/>
                    <a:pt x="517675" y="23656"/>
                  </a:cubicBezTo>
                  <a:cubicBezTo>
                    <a:pt x="574754" y="31609"/>
                    <a:pt x="554951" y="46534"/>
                    <a:pt x="534596" y="57694"/>
                  </a:cubicBezTo>
                  <a:cubicBezTo>
                    <a:pt x="520034" y="70014"/>
                    <a:pt x="506324" y="80676"/>
                    <a:pt x="485612" y="100111"/>
                  </a:cubicBezTo>
                  <a:cubicBezTo>
                    <a:pt x="472176" y="104859"/>
                    <a:pt x="395511" y="91248"/>
                    <a:pt x="315415" y="104007"/>
                  </a:cubicBezTo>
                  <a:close/>
                </a:path>
              </a:pathLst>
            </a:custGeom>
            <a:grp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1625640"/>
              <a:endParaRPr lang="en-US" sz="3202" dirty="0">
                <a:solidFill>
                  <a:prstClr val="white"/>
                </a:solidFill>
                <a:latin typeface="Calibri" panose="020F0502020204030204"/>
              </a:endParaRPr>
            </a:p>
          </p:txBody>
        </p:sp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2D0017D4-6360-42E9-916E-A779AECD7EE4}"/>
                </a:ext>
              </a:extLst>
            </p:cNvPr>
            <p:cNvSpPr/>
            <p:nvPr/>
          </p:nvSpPr>
          <p:spPr>
            <a:xfrm>
              <a:off x="7849739" y="5446127"/>
              <a:ext cx="140494" cy="1232806"/>
            </a:xfrm>
            <a:prstGeom prst="rect">
              <a:avLst/>
            </a:prstGeom>
            <a:grp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1625640"/>
              <a:endParaRPr lang="en-US" sz="3202" dirty="0">
                <a:solidFill>
                  <a:prstClr val="white"/>
                </a:solidFill>
                <a:latin typeface="Calibri" panose="020F0502020204030204"/>
              </a:endParaRPr>
            </a:p>
          </p:txBody>
        </p:sp>
        <p:sp>
          <p:nvSpPr>
            <p:cNvPr id="10" name="Rectangle 7">
              <a:extLst>
                <a:ext uri="{FF2B5EF4-FFF2-40B4-BE49-F238E27FC236}">
                  <a16:creationId xmlns:a16="http://schemas.microsoft.com/office/drawing/2014/main" id="{B328C8A7-F555-44AB-BF6C-4E0B1A4A114D}"/>
                </a:ext>
              </a:extLst>
            </p:cNvPr>
            <p:cNvSpPr/>
            <p:nvPr/>
          </p:nvSpPr>
          <p:spPr>
            <a:xfrm rot="1636952" flipH="1">
              <a:off x="7582767" y="4545788"/>
              <a:ext cx="477901" cy="327799"/>
            </a:xfrm>
            <a:custGeom>
              <a:avLst/>
              <a:gdLst>
                <a:gd name="connsiteX0" fmla="*/ 0 w 1371600"/>
                <a:gd name="connsiteY0" fmla="*/ 0 h 176004"/>
                <a:gd name="connsiteX1" fmla="*/ 1371600 w 1371600"/>
                <a:gd name="connsiteY1" fmla="*/ 0 h 176004"/>
                <a:gd name="connsiteX2" fmla="*/ 1371600 w 1371600"/>
                <a:gd name="connsiteY2" fmla="*/ 176004 h 176004"/>
                <a:gd name="connsiteX3" fmla="*/ 0 w 1371600"/>
                <a:gd name="connsiteY3" fmla="*/ 176004 h 176004"/>
                <a:gd name="connsiteX4" fmla="*/ 0 w 1371600"/>
                <a:gd name="connsiteY4" fmla="*/ 0 h 176004"/>
                <a:gd name="connsiteX0" fmla="*/ 0 w 1371600"/>
                <a:gd name="connsiteY0" fmla="*/ 0 h 176004"/>
                <a:gd name="connsiteX1" fmla="*/ 1371600 w 1371600"/>
                <a:gd name="connsiteY1" fmla="*/ 0 h 176004"/>
                <a:gd name="connsiteX2" fmla="*/ 1371600 w 1371600"/>
                <a:gd name="connsiteY2" fmla="*/ 176004 h 176004"/>
                <a:gd name="connsiteX3" fmla="*/ 0 w 1371600"/>
                <a:gd name="connsiteY3" fmla="*/ 176004 h 176004"/>
                <a:gd name="connsiteX4" fmla="*/ 0 w 1371600"/>
                <a:gd name="connsiteY4" fmla="*/ 0 h 176004"/>
                <a:gd name="connsiteX0" fmla="*/ 0 w 1371600"/>
                <a:gd name="connsiteY0" fmla="*/ 0 h 176004"/>
                <a:gd name="connsiteX1" fmla="*/ 1371600 w 1371600"/>
                <a:gd name="connsiteY1" fmla="*/ 0 h 176004"/>
                <a:gd name="connsiteX2" fmla="*/ 1371600 w 1371600"/>
                <a:gd name="connsiteY2" fmla="*/ 176004 h 176004"/>
                <a:gd name="connsiteX3" fmla="*/ 0 w 1371600"/>
                <a:gd name="connsiteY3" fmla="*/ 176004 h 176004"/>
                <a:gd name="connsiteX4" fmla="*/ 0 w 1371600"/>
                <a:gd name="connsiteY4" fmla="*/ 0 h 176004"/>
                <a:gd name="connsiteX0" fmla="*/ 0 w 1371600"/>
                <a:gd name="connsiteY0" fmla="*/ 0 h 176004"/>
                <a:gd name="connsiteX1" fmla="*/ 1323975 w 1371600"/>
                <a:gd name="connsiteY1" fmla="*/ 0 h 176004"/>
                <a:gd name="connsiteX2" fmla="*/ 1371600 w 1371600"/>
                <a:gd name="connsiteY2" fmla="*/ 176004 h 176004"/>
                <a:gd name="connsiteX3" fmla="*/ 0 w 1371600"/>
                <a:gd name="connsiteY3" fmla="*/ 176004 h 176004"/>
                <a:gd name="connsiteX4" fmla="*/ 0 w 1371600"/>
                <a:gd name="connsiteY4" fmla="*/ 0 h 176004"/>
                <a:gd name="connsiteX0" fmla="*/ 0 w 1371600"/>
                <a:gd name="connsiteY0" fmla="*/ 0 h 176004"/>
                <a:gd name="connsiteX1" fmla="*/ 1323975 w 1371600"/>
                <a:gd name="connsiteY1" fmla="*/ 0 h 176004"/>
                <a:gd name="connsiteX2" fmla="*/ 1371600 w 1371600"/>
                <a:gd name="connsiteY2" fmla="*/ 176004 h 176004"/>
                <a:gd name="connsiteX3" fmla="*/ 0 w 1371600"/>
                <a:gd name="connsiteY3" fmla="*/ 176004 h 176004"/>
                <a:gd name="connsiteX4" fmla="*/ 0 w 1371600"/>
                <a:gd name="connsiteY4" fmla="*/ 0 h 176004"/>
                <a:gd name="connsiteX0" fmla="*/ 0 w 1371600"/>
                <a:gd name="connsiteY0" fmla="*/ 0 h 176004"/>
                <a:gd name="connsiteX1" fmla="*/ 1300163 w 1371600"/>
                <a:gd name="connsiteY1" fmla="*/ 0 h 176004"/>
                <a:gd name="connsiteX2" fmla="*/ 1371600 w 1371600"/>
                <a:gd name="connsiteY2" fmla="*/ 176004 h 176004"/>
                <a:gd name="connsiteX3" fmla="*/ 0 w 1371600"/>
                <a:gd name="connsiteY3" fmla="*/ 176004 h 176004"/>
                <a:gd name="connsiteX4" fmla="*/ 0 w 1371600"/>
                <a:gd name="connsiteY4" fmla="*/ 0 h 176004"/>
                <a:gd name="connsiteX0" fmla="*/ 0 w 1371600"/>
                <a:gd name="connsiteY0" fmla="*/ 0 h 176004"/>
                <a:gd name="connsiteX1" fmla="*/ 1300163 w 1371600"/>
                <a:gd name="connsiteY1" fmla="*/ 0 h 176004"/>
                <a:gd name="connsiteX2" fmla="*/ 1371600 w 1371600"/>
                <a:gd name="connsiteY2" fmla="*/ 176004 h 176004"/>
                <a:gd name="connsiteX3" fmla="*/ 0 w 1371600"/>
                <a:gd name="connsiteY3" fmla="*/ 176004 h 176004"/>
                <a:gd name="connsiteX4" fmla="*/ 0 w 1371600"/>
                <a:gd name="connsiteY4" fmla="*/ 0 h 176004"/>
                <a:gd name="connsiteX0" fmla="*/ 71437 w 1371600"/>
                <a:gd name="connsiteY0" fmla="*/ 0 h 190292"/>
                <a:gd name="connsiteX1" fmla="*/ 1300163 w 1371600"/>
                <a:gd name="connsiteY1" fmla="*/ 14288 h 190292"/>
                <a:gd name="connsiteX2" fmla="*/ 1371600 w 1371600"/>
                <a:gd name="connsiteY2" fmla="*/ 190292 h 190292"/>
                <a:gd name="connsiteX3" fmla="*/ 0 w 1371600"/>
                <a:gd name="connsiteY3" fmla="*/ 190292 h 190292"/>
                <a:gd name="connsiteX4" fmla="*/ 71437 w 1371600"/>
                <a:gd name="connsiteY4" fmla="*/ 0 h 190292"/>
                <a:gd name="connsiteX0" fmla="*/ 76200 w 1376363"/>
                <a:gd name="connsiteY0" fmla="*/ 0 h 190292"/>
                <a:gd name="connsiteX1" fmla="*/ 1304926 w 1376363"/>
                <a:gd name="connsiteY1" fmla="*/ 14288 h 190292"/>
                <a:gd name="connsiteX2" fmla="*/ 1376363 w 1376363"/>
                <a:gd name="connsiteY2" fmla="*/ 190292 h 190292"/>
                <a:gd name="connsiteX3" fmla="*/ 0 w 1376363"/>
                <a:gd name="connsiteY3" fmla="*/ 118854 h 190292"/>
                <a:gd name="connsiteX4" fmla="*/ 76200 w 1376363"/>
                <a:gd name="connsiteY4" fmla="*/ 0 h 190292"/>
                <a:gd name="connsiteX0" fmla="*/ 76200 w 1376363"/>
                <a:gd name="connsiteY0" fmla="*/ 0 h 190292"/>
                <a:gd name="connsiteX1" fmla="*/ 1304926 w 1376363"/>
                <a:gd name="connsiteY1" fmla="*/ 14288 h 190292"/>
                <a:gd name="connsiteX2" fmla="*/ 1376363 w 1376363"/>
                <a:gd name="connsiteY2" fmla="*/ 190292 h 190292"/>
                <a:gd name="connsiteX3" fmla="*/ 0 w 1376363"/>
                <a:gd name="connsiteY3" fmla="*/ 118854 h 190292"/>
                <a:gd name="connsiteX4" fmla="*/ 76200 w 1376363"/>
                <a:gd name="connsiteY4" fmla="*/ 0 h 190292"/>
                <a:gd name="connsiteX0" fmla="*/ 76203 w 1376366"/>
                <a:gd name="connsiteY0" fmla="*/ 0 h 190292"/>
                <a:gd name="connsiteX1" fmla="*/ 1304929 w 1376366"/>
                <a:gd name="connsiteY1" fmla="*/ 14288 h 190292"/>
                <a:gd name="connsiteX2" fmla="*/ 1376366 w 1376366"/>
                <a:gd name="connsiteY2" fmla="*/ 190292 h 190292"/>
                <a:gd name="connsiteX3" fmla="*/ 0 w 1376366"/>
                <a:gd name="connsiteY3" fmla="*/ 133144 h 190292"/>
                <a:gd name="connsiteX4" fmla="*/ 76203 w 1376366"/>
                <a:gd name="connsiteY4" fmla="*/ 0 h 190292"/>
                <a:gd name="connsiteX0" fmla="*/ 76203 w 1376366"/>
                <a:gd name="connsiteY0" fmla="*/ 0 h 190292"/>
                <a:gd name="connsiteX1" fmla="*/ 1304929 w 1376366"/>
                <a:gd name="connsiteY1" fmla="*/ 14288 h 190292"/>
                <a:gd name="connsiteX2" fmla="*/ 1376366 w 1376366"/>
                <a:gd name="connsiteY2" fmla="*/ 190292 h 190292"/>
                <a:gd name="connsiteX3" fmla="*/ 0 w 1376366"/>
                <a:gd name="connsiteY3" fmla="*/ 133144 h 190292"/>
                <a:gd name="connsiteX4" fmla="*/ 76203 w 1376366"/>
                <a:gd name="connsiteY4" fmla="*/ 0 h 190292"/>
                <a:gd name="connsiteX0" fmla="*/ 76203 w 1376366"/>
                <a:gd name="connsiteY0" fmla="*/ 0 h 190292"/>
                <a:gd name="connsiteX1" fmla="*/ 1304929 w 1376366"/>
                <a:gd name="connsiteY1" fmla="*/ 14288 h 190292"/>
                <a:gd name="connsiteX2" fmla="*/ 1376366 w 1376366"/>
                <a:gd name="connsiteY2" fmla="*/ 190292 h 190292"/>
                <a:gd name="connsiteX3" fmla="*/ 0 w 1376366"/>
                <a:gd name="connsiteY3" fmla="*/ 133144 h 190292"/>
                <a:gd name="connsiteX4" fmla="*/ 76203 w 1376366"/>
                <a:gd name="connsiteY4" fmla="*/ 0 h 190292"/>
                <a:gd name="connsiteX0" fmla="*/ 76203 w 1408178"/>
                <a:gd name="connsiteY0" fmla="*/ 0 h 199837"/>
                <a:gd name="connsiteX1" fmla="*/ 1304929 w 1408178"/>
                <a:gd name="connsiteY1" fmla="*/ 14288 h 199837"/>
                <a:gd name="connsiteX2" fmla="*/ 1376366 w 1408178"/>
                <a:gd name="connsiteY2" fmla="*/ 190292 h 199837"/>
                <a:gd name="connsiteX3" fmla="*/ 1271592 w 1408178"/>
                <a:gd name="connsiteY3" fmla="*/ 165928 h 199837"/>
                <a:gd name="connsiteX4" fmla="*/ 0 w 1408178"/>
                <a:gd name="connsiteY4" fmla="*/ 133144 h 199837"/>
                <a:gd name="connsiteX5" fmla="*/ 76203 w 1408178"/>
                <a:gd name="connsiteY5" fmla="*/ 0 h 199837"/>
                <a:gd name="connsiteX0" fmla="*/ 76203 w 1445057"/>
                <a:gd name="connsiteY0" fmla="*/ 0 h 165928"/>
                <a:gd name="connsiteX1" fmla="*/ 1304929 w 1445057"/>
                <a:gd name="connsiteY1" fmla="*/ 14288 h 165928"/>
                <a:gd name="connsiteX2" fmla="*/ 1271592 w 1445057"/>
                <a:gd name="connsiteY2" fmla="*/ 165928 h 165928"/>
                <a:gd name="connsiteX3" fmla="*/ 0 w 1445057"/>
                <a:gd name="connsiteY3" fmla="*/ 133144 h 165928"/>
                <a:gd name="connsiteX4" fmla="*/ 76203 w 1445057"/>
                <a:gd name="connsiteY4" fmla="*/ 0 h 165928"/>
                <a:gd name="connsiteX0" fmla="*/ 76203 w 1389964"/>
                <a:gd name="connsiteY0" fmla="*/ 0 h 170366"/>
                <a:gd name="connsiteX1" fmla="*/ 1304929 w 1389964"/>
                <a:gd name="connsiteY1" fmla="*/ 14288 h 170366"/>
                <a:gd name="connsiteX2" fmla="*/ 1271592 w 1389964"/>
                <a:gd name="connsiteY2" fmla="*/ 165928 h 170366"/>
                <a:gd name="connsiteX3" fmla="*/ 0 w 1389964"/>
                <a:gd name="connsiteY3" fmla="*/ 133144 h 170366"/>
                <a:gd name="connsiteX4" fmla="*/ 76203 w 1389964"/>
                <a:gd name="connsiteY4" fmla="*/ 0 h 170366"/>
                <a:gd name="connsiteX0" fmla="*/ 76203 w 1414958"/>
                <a:gd name="connsiteY0" fmla="*/ 0 h 165727"/>
                <a:gd name="connsiteX1" fmla="*/ 1304929 w 1414958"/>
                <a:gd name="connsiteY1" fmla="*/ 14288 h 165727"/>
                <a:gd name="connsiteX2" fmla="*/ 1354158 w 1414958"/>
                <a:gd name="connsiteY2" fmla="*/ 161169 h 165727"/>
                <a:gd name="connsiteX3" fmla="*/ 0 w 1414958"/>
                <a:gd name="connsiteY3" fmla="*/ 133144 h 165727"/>
                <a:gd name="connsiteX4" fmla="*/ 76203 w 1414958"/>
                <a:gd name="connsiteY4" fmla="*/ 0 h 165727"/>
                <a:gd name="connsiteX0" fmla="*/ 76203 w 1389953"/>
                <a:gd name="connsiteY0" fmla="*/ 0 h 165849"/>
                <a:gd name="connsiteX1" fmla="*/ 1304929 w 1389953"/>
                <a:gd name="connsiteY1" fmla="*/ 14288 h 165849"/>
                <a:gd name="connsiteX2" fmla="*/ 1354158 w 1389953"/>
                <a:gd name="connsiteY2" fmla="*/ 161169 h 165849"/>
                <a:gd name="connsiteX3" fmla="*/ 0 w 1389953"/>
                <a:gd name="connsiteY3" fmla="*/ 133144 h 165849"/>
                <a:gd name="connsiteX4" fmla="*/ 76203 w 1389953"/>
                <a:gd name="connsiteY4" fmla="*/ 0 h 165849"/>
                <a:gd name="connsiteX0" fmla="*/ 76203 w 1416589"/>
                <a:gd name="connsiteY0" fmla="*/ 0 h 167890"/>
                <a:gd name="connsiteX1" fmla="*/ 1347944 w 1416589"/>
                <a:gd name="connsiteY1" fmla="*/ 66591 h 167890"/>
                <a:gd name="connsiteX2" fmla="*/ 1354158 w 1416589"/>
                <a:gd name="connsiteY2" fmla="*/ 161169 h 167890"/>
                <a:gd name="connsiteX3" fmla="*/ 0 w 1416589"/>
                <a:gd name="connsiteY3" fmla="*/ 133144 h 167890"/>
                <a:gd name="connsiteX4" fmla="*/ 76203 w 1416589"/>
                <a:gd name="connsiteY4" fmla="*/ 0 h 167890"/>
                <a:gd name="connsiteX0" fmla="*/ 76203 w 1416589"/>
                <a:gd name="connsiteY0" fmla="*/ 0 h 167890"/>
                <a:gd name="connsiteX1" fmla="*/ 1201637 w 1416589"/>
                <a:gd name="connsiteY1" fmla="*/ 39435 h 167890"/>
                <a:gd name="connsiteX2" fmla="*/ 1347944 w 1416589"/>
                <a:gd name="connsiteY2" fmla="*/ 66591 h 167890"/>
                <a:gd name="connsiteX3" fmla="*/ 1354158 w 1416589"/>
                <a:gd name="connsiteY3" fmla="*/ 161169 h 167890"/>
                <a:gd name="connsiteX4" fmla="*/ 0 w 1416589"/>
                <a:gd name="connsiteY4" fmla="*/ 133144 h 167890"/>
                <a:gd name="connsiteX5" fmla="*/ 76203 w 1416589"/>
                <a:gd name="connsiteY5" fmla="*/ 0 h 167890"/>
                <a:gd name="connsiteX0" fmla="*/ 76203 w 1416589"/>
                <a:gd name="connsiteY0" fmla="*/ 0 h 167890"/>
                <a:gd name="connsiteX1" fmla="*/ 1201637 w 1416589"/>
                <a:gd name="connsiteY1" fmla="*/ 39435 h 167890"/>
                <a:gd name="connsiteX2" fmla="*/ 1347944 w 1416589"/>
                <a:gd name="connsiteY2" fmla="*/ 66591 h 167890"/>
                <a:gd name="connsiteX3" fmla="*/ 1354158 w 1416589"/>
                <a:gd name="connsiteY3" fmla="*/ 161169 h 167890"/>
                <a:gd name="connsiteX4" fmla="*/ 0 w 1416589"/>
                <a:gd name="connsiteY4" fmla="*/ 133144 h 167890"/>
                <a:gd name="connsiteX5" fmla="*/ 76203 w 1416589"/>
                <a:gd name="connsiteY5" fmla="*/ 0 h 167890"/>
                <a:gd name="connsiteX0" fmla="*/ 76203 w 1416589"/>
                <a:gd name="connsiteY0" fmla="*/ 0 h 167890"/>
                <a:gd name="connsiteX1" fmla="*/ 1201637 w 1416589"/>
                <a:gd name="connsiteY1" fmla="*/ 39435 h 167890"/>
                <a:gd name="connsiteX2" fmla="*/ 1347944 w 1416589"/>
                <a:gd name="connsiteY2" fmla="*/ 66591 h 167890"/>
                <a:gd name="connsiteX3" fmla="*/ 1354158 w 1416589"/>
                <a:gd name="connsiteY3" fmla="*/ 161169 h 167890"/>
                <a:gd name="connsiteX4" fmla="*/ 0 w 1416589"/>
                <a:gd name="connsiteY4" fmla="*/ 133144 h 167890"/>
                <a:gd name="connsiteX5" fmla="*/ 76203 w 1416589"/>
                <a:gd name="connsiteY5" fmla="*/ 0 h 167890"/>
                <a:gd name="connsiteX0" fmla="*/ 554141 w 1416589"/>
                <a:gd name="connsiteY0" fmla="*/ 86708 h 128455"/>
                <a:gd name="connsiteX1" fmla="*/ 1201637 w 1416589"/>
                <a:gd name="connsiteY1" fmla="*/ 0 h 128455"/>
                <a:gd name="connsiteX2" fmla="*/ 1347944 w 1416589"/>
                <a:gd name="connsiteY2" fmla="*/ 27156 h 128455"/>
                <a:gd name="connsiteX3" fmla="*/ 1354158 w 1416589"/>
                <a:gd name="connsiteY3" fmla="*/ 121734 h 128455"/>
                <a:gd name="connsiteX4" fmla="*/ 0 w 1416589"/>
                <a:gd name="connsiteY4" fmla="*/ 93709 h 128455"/>
                <a:gd name="connsiteX5" fmla="*/ 554141 w 1416589"/>
                <a:gd name="connsiteY5" fmla="*/ 86708 h 128455"/>
                <a:gd name="connsiteX0" fmla="*/ 0 w 862448"/>
                <a:gd name="connsiteY0" fmla="*/ 86708 h 128455"/>
                <a:gd name="connsiteX1" fmla="*/ 647496 w 862448"/>
                <a:gd name="connsiteY1" fmla="*/ 0 h 128455"/>
                <a:gd name="connsiteX2" fmla="*/ 793803 w 862448"/>
                <a:gd name="connsiteY2" fmla="*/ 27156 h 128455"/>
                <a:gd name="connsiteX3" fmla="*/ 800017 w 862448"/>
                <a:gd name="connsiteY3" fmla="*/ 121734 h 128455"/>
                <a:gd name="connsiteX4" fmla="*/ 0 w 862448"/>
                <a:gd name="connsiteY4" fmla="*/ 86708 h 128455"/>
                <a:gd name="connsiteX0" fmla="*/ 0 w 749714"/>
                <a:gd name="connsiteY0" fmla="*/ 86501 h 128455"/>
                <a:gd name="connsiteX1" fmla="*/ 534762 w 749714"/>
                <a:gd name="connsiteY1" fmla="*/ 0 h 128455"/>
                <a:gd name="connsiteX2" fmla="*/ 681069 w 749714"/>
                <a:gd name="connsiteY2" fmla="*/ 27156 h 128455"/>
                <a:gd name="connsiteX3" fmla="*/ 687283 w 749714"/>
                <a:gd name="connsiteY3" fmla="*/ 121734 h 128455"/>
                <a:gd name="connsiteX4" fmla="*/ 0 w 749714"/>
                <a:gd name="connsiteY4" fmla="*/ 86501 h 128455"/>
                <a:gd name="connsiteX0" fmla="*/ 152521 w 214952"/>
                <a:gd name="connsiteY0" fmla="*/ 121734 h 128455"/>
                <a:gd name="connsiteX1" fmla="*/ 0 w 214952"/>
                <a:gd name="connsiteY1" fmla="*/ 0 h 128455"/>
                <a:gd name="connsiteX2" fmla="*/ 146307 w 214952"/>
                <a:gd name="connsiteY2" fmla="*/ 27156 h 128455"/>
                <a:gd name="connsiteX3" fmla="*/ 152521 w 214952"/>
                <a:gd name="connsiteY3" fmla="*/ 121734 h 128455"/>
                <a:gd name="connsiteX0" fmla="*/ 520876 w 583307"/>
                <a:gd name="connsiteY0" fmla="*/ 121734 h 128455"/>
                <a:gd name="connsiteX1" fmla="*/ 1216 w 583307"/>
                <a:gd name="connsiteY1" fmla="*/ 114482 h 128455"/>
                <a:gd name="connsiteX2" fmla="*/ 368355 w 583307"/>
                <a:gd name="connsiteY2" fmla="*/ 0 h 128455"/>
                <a:gd name="connsiteX3" fmla="*/ 514662 w 583307"/>
                <a:gd name="connsiteY3" fmla="*/ 27156 h 128455"/>
                <a:gd name="connsiteX4" fmla="*/ 520876 w 583307"/>
                <a:gd name="connsiteY4" fmla="*/ 121734 h 128455"/>
                <a:gd name="connsiteX0" fmla="*/ 521493 w 583924"/>
                <a:gd name="connsiteY0" fmla="*/ 123896 h 130617"/>
                <a:gd name="connsiteX1" fmla="*/ 1833 w 583924"/>
                <a:gd name="connsiteY1" fmla="*/ 116644 h 130617"/>
                <a:gd name="connsiteX2" fmla="*/ 234935 w 583924"/>
                <a:gd name="connsiteY2" fmla="*/ 0 h 130617"/>
                <a:gd name="connsiteX3" fmla="*/ 515279 w 583924"/>
                <a:gd name="connsiteY3" fmla="*/ 29318 h 130617"/>
                <a:gd name="connsiteX4" fmla="*/ 521493 w 583924"/>
                <a:gd name="connsiteY4" fmla="*/ 123896 h 130617"/>
                <a:gd name="connsiteX0" fmla="*/ 521493 w 583924"/>
                <a:gd name="connsiteY0" fmla="*/ 123896 h 130617"/>
                <a:gd name="connsiteX1" fmla="*/ 1833 w 583924"/>
                <a:gd name="connsiteY1" fmla="*/ 116644 h 130617"/>
                <a:gd name="connsiteX2" fmla="*/ 234935 w 583924"/>
                <a:gd name="connsiteY2" fmla="*/ 0 h 130617"/>
                <a:gd name="connsiteX3" fmla="*/ 515279 w 583924"/>
                <a:gd name="connsiteY3" fmla="*/ 29318 h 130617"/>
                <a:gd name="connsiteX4" fmla="*/ 521493 w 583924"/>
                <a:gd name="connsiteY4" fmla="*/ 123896 h 130617"/>
                <a:gd name="connsiteX0" fmla="*/ 519662 w 582093"/>
                <a:gd name="connsiteY0" fmla="*/ 94593 h 101314"/>
                <a:gd name="connsiteX1" fmla="*/ 2 w 582093"/>
                <a:gd name="connsiteY1" fmla="*/ 87341 h 101314"/>
                <a:gd name="connsiteX2" fmla="*/ 513448 w 582093"/>
                <a:gd name="connsiteY2" fmla="*/ 15 h 101314"/>
                <a:gd name="connsiteX3" fmla="*/ 519662 w 582093"/>
                <a:gd name="connsiteY3" fmla="*/ 94593 h 101314"/>
                <a:gd name="connsiteX0" fmla="*/ 528398 w 590829"/>
                <a:gd name="connsiteY0" fmla="*/ 118728 h 125449"/>
                <a:gd name="connsiteX1" fmla="*/ 8738 w 590829"/>
                <a:gd name="connsiteY1" fmla="*/ 111476 h 125449"/>
                <a:gd name="connsiteX2" fmla="*/ 224033 w 590829"/>
                <a:gd name="connsiteY2" fmla="*/ 4560 h 125449"/>
                <a:gd name="connsiteX3" fmla="*/ 522184 w 590829"/>
                <a:gd name="connsiteY3" fmla="*/ 24150 h 125449"/>
                <a:gd name="connsiteX4" fmla="*/ 528398 w 590829"/>
                <a:gd name="connsiteY4" fmla="*/ 118728 h 125449"/>
                <a:gd name="connsiteX0" fmla="*/ 477050 w 577683"/>
                <a:gd name="connsiteY0" fmla="*/ 83749 h 115313"/>
                <a:gd name="connsiteX1" fmla="*/ 8738 w 577683"/>
                <a:gd name="connsiteY1" fmla="*/ 111476 h 115313"/>
                <a:gd name="connsiteX2" fmla="*/ 224033 w 577683"/>
                <a:gd name="connsiteY2" fmla="*/ 4560 h 115313"/>
                <a:gd name="connsiteX3" fmla="*/ 522184 w 577683"/>
                <a:gd name="connsiteY3" fmla="*/ 24150 h 115313"/>
                <a:gd name="connsiteX4" fmla="*/ 477050 w 577683"/>
                <a:gd name="connsiteY4" fmla="*/ 83749 h 115313"/>
                <a:gd name="connsiteX0" fmla="*/ 477050 w 570150"/>
                <a:gd name="connsiteY0" fmla="*/ 83749 h 115313"/>
                <a:gd name="connsiteX1" fmla="*/ 8738 w 570150"/>
                <a:gd name="connsiteY1" fmla="*/ 111476 h 115313"/>
                <a:gd name="connsiteX2" fmla="*/ 224033 w 570150"/>
                <a:gd name="connsiteY2" fmla="*/ 4560 h 115313"/>
                <a:gd name="connsiteX3" fmla="*/ 522184 w 570150"/>
                <a:gd name="connsiteY3" fmla="*/ 24150 h 115313"/>
                <a:gd name="connsiteX4" fmla="*/ 477050 w 570150"/>
                <a:gd name="connsiteY4" fmla="*/ 83749 h 115313"/>
                <a:gd name="connsiteX0" fmla="*/ 477050 w 551642"/>
                <a:gd name="connsiteY0" fmla="*/ 83514 h 115078"/>
                <a:gd name="connsiteX1" fmla="*/ 8738 w 551642"/>
                <a:gd name="connsiteY1" fmla="*/ 111241 h 115078"/>
                <a:gd name="connsiteX2" fmla="*/ 224033 w 551642"/>
                <a:gd name="connsiteY2" fmla="*/ 4325 h 115078"/>
                <a:gd name="connsiteX3" fmla="*/ 522184 w 551642"/>
                <a:gd name="connsiteY3" fmla="*/ 23915 h 115078"/>
                <a:gd name="connsiteX4" fmla="*/ 529633 w 551642"/>
                <a:gd name="connsiteY4" fmla="*/ 50356 h 115078"/>
                <a:gd name="connsiteX5" fmla="*/ 477050 w 551642"/>
                <a:gd name="connsiteY5" fmla="*/ 83514 h 115078"/>
                <a:gd name="connsiteX0" fmla="*/ 477050 w 549228"/>
                <a:gd name="connsiteY0" fmla="*/ 83514 h 115078"/>
                <a:gd name="connsiteX1" fmla="*/ 8738 w 549228"/>
                <a:gd name="connsiteY1" fmla="*/ 111241 h 115078"/>
                <a:gd name="connsiteX2" fmla="*/ 224033 w 549228"/>
                <a:gd name="connsiteY2" fmla="*/ 4325 h 115078"/>
                <a:gd name="connsiteX3" fmla="*/ 522184 w 549228"/>
                <a:gd name="connsiteY3" fmla="*/ 23915 h 115078"/>
                <a:gd name="connsiteX4" fmla="*/ 521909 w 549228"/>
                <a:gd name="connsiteY4" fmla="*/ 48809 h 115078"/>
                <a:gd name="connsiteX5" fmla="*/ 477050 w 549228"/>
                <a:gd name="connsiteY5" fmla="*/ 83514 h 115078"/>
                <a:gd name="connsiteX0" fmla="*/ 461479 w 549228"/>
                <a:gd name="connsiteY0" fmla="*/ 84193 h 115131"/>
                <a:gd name="connsiteX1" fmla="*/ 8738 w 549228"/>
                <a:gd name="connsiteY1" fmla="*/ 111241 h 115131"/>
                <a:gd name="connsiteX2" fmla="*/ 224033 w 549228"/>
                <a:gd name="connsiteY2" fmla="*/ 4325 h 115131"/>
                <a:gd name="connsiteX3" fmla="*/ 522184 w 549228"/>
                <a:gd name="connsiteY3" fmla="*/ 23915 h 115131"/>
                <a:gd name="connsiteX4" fmla="*/ 521909 w 549228"/>
                <a:gd name="connsiteY4" fmla="*/ 48809 h 115131"/>
                <a:gd name="connsiteX5" fmla="*/ 461479 w 549228"/>
                <a:gd name="connsiteY5" fmla="*/ 84193 h 115131"/>
                <a:gd name="connsiteX0" fmla="*/ 461479 w 553006"/>
                <a:gd name="connsiteY0" fmla="*/ 84193 h 115131"/>
                <a:gd name="connsiteX1" fmla="*/ 8738 w 553006"/>
                <a:gd name="connsiteY1" fmla="*/ 111241 h 115131"/>
                <a:gd name="connsiteX2" fmla="*/ 224033 w 553006"/>
                <a:gd name="connsiteY2" fmla="*/ 4325 h 115131"/>
                <a:gd name="connsiteX3" fmla="*/ 522184 w 553006"/>
                <a:gd name="connsiteY3" fmla="*/ 23915 h 115131"/>
                <a:gd name="connsiteX4" fmla="*/ 533494 w 553006"/>
                <a:gd name="connsiteY4" fmla="*/ 51131 h 115131"/>
                <a:gd name="connsiteX5" fmla="*/ 461479 w 553006"/>
                <a:gd name="connsiteY5" fmla="*/ 84193 h 115131"/>
                <a:gd name="connsiteX0" fmla="*/ 461479 w 553006"/>
                <a:gd name="connsiteY0" fmla="*/ 84193 h 115131"/>
                <a:gd name="connsiteX1" fmla="*/ 8738 w 553006"/>
                <a:gd name="connsiteY1" fmla="*/ 111241 h 115131"/>
                <a:gd name="connsiteX2" fmla="*/ 224033 w 553006"/>
                <a:gd name="connsiteY2" fmla="*/ 4325 h 115131"/>
                <a:gd name="connsiteX3" fmla="*/ 522184 w 553006"/>
                <a:gd name="connsiteY3" fmla="*/ 23915 h 115131"/>
                <a:gd name="connsiteX4" fmla="*/ 533494 w 553006"/>
                <a:gd name="connsiteY4" fmla="*/ 51131 h 115131"/>
                <a:gd name="connsiteX5" fmla="*/ 461479 w 553006"/>
                <a:gd name="connsiteY5" fmla="*/ 84193 h 115131"/>
                <a:gd name="connsiteX0" fmla="*/ 461479 w 559037"/>
                <a:gd name="connsiteY0" fmla="*/ 84193 h 115131"/>
                <a:gd name="connsiteX1" fmla="*/ 8738 w 559037"/>
                <a:gd name="connsiteY1" fmla="*/ 111241 h 115131"/>
                <a:gd name="connsiteX2" fmla="*/ 224033 w 559037"/>
                <a:gd name="connsiteY2" fmla="*/ 4325 h 115131"/>
                <a:gd name="connsiteX3" fmla="*/ 522184 w 559037"/>
                <a:gd name="connsiteY3" fmla="*/ 23915 h 115131"/>
                <a:gd name="connsiteX4" fmla="*/ 533494 w 559037"/>
                <a:gd name="connsiteY4" fmla="*/ 51131 h 115131"/>
                <a:gd name="connsiteX5" fmla="*/ 461479 w 559037"/>
                <a:gd name="connsiteY5" fmla="*/ 84193 h 115131"/>
                <a:gd name="connsiteX0" fmla="*/ 461479 w 563340"/>
                <a:gd name="connsiteY0" fmla="*/ 84193 h 115131"/>
                <a:gd name="connsiteX1" fmla="*/ 8738 w 563340"/>
                <a:gd name="connsiteY1" fmla="*/ 111241 h 115131"/>
                <a:gd name="connsiteX2" fmla="*/ 224033 w 563340"/>
                <a:gd name="connsiteY2" fmla="*/ 4325 h 115131"/>
                <a:gd name="connsiteX3" fmla="*/ 522184 w 563340"/>
                <a:gd name="connsiteY3" fmla="*/ 23915 h 115131"/>
                <a:gd name="connsiteX4" fmla="*/ 542093 w 563340"/>
                <a:gd name="connsiteY4" fmla="*/ 55703 h 115131"/>
                <a:gd name="connsiteX5" fmla="*/ 461479 w 563340"/>
                <a:gd name="connsiteY5" fmla="*/ 84193 h 115131"/>
                <a:gd name="connsiteX0" fmla="*/ 461479 w 554261"/>
                <a:gd name="connsiteY0" fmla="*/ 84193 h 115131"/>
                <a:gd name="connsiteX1" fmla="*/ 8738 w 554261"/>
                <a:gd name="connsiteY1" fmla="*/ 111241 h 115131"/>
                <a:gd name="connsiteX2" fmla="*/ 224033 w 554261"/>
                <a:gd name="connsiteY2" fmla="*/ 4325 h 115131"/>
                <a:gd name="connsiteX3" fmla="*/ 522184 w 554261"/>
                <a:gd name="connsiteY3" fmla="*/ 23915 h 115131"/>
                <a:gd name="connsiteX4" fmla="*/ 542093 w 554261"/>
                <a:gd name="connsiteY4" fmla="*/ 55703 h 115131"/>
                <a:gd name="connsiteX5" fmla="*/ 461479 w 554261"/>
                <a:gd name="connsiteY5" fmla="*/ 84193 h 115131"/>
                <a:gd name="connsiteX0" fmla="*/ 461479 w 554261"/>
                <a:gd name="connsiteY0" fmla="*/ 84193 h 115131"/>
                <a:gd name="connsiteX1" fmla="*/ 8738 w 554261"/>
                <a:gd name="connsiteY1" fmla="*/ 111241 h 115131"/>
                <a:gd name="connsiteX2" fmla="*/ 224033 w 554261"/>
                <a:gd name="connsiteY2" fmla="*/ 4325 h 115131"/>
                <a:gd name="connsiteX3" fmla="*/ 522184 w 554261"/>
                <a:gd name="connsiteY3" fmla="*/ 23915 h 115131"/>
                <a:gd name="connsiteX4" fmla="*/ 542093 w 554261"/>
                <a:gd name="connsiteY4" fmla="*/ 55703 h 115131"/>
                <a:gd name="connsiteX5" fmla="*/ 461479 w 554261"/>
                <a:gd name="connsiteY5" fmla="*/ 84193 h 115131"/>
                <a:gd name="connsiteX0" fmla="*/ 461479 w 554587"/>
                <a:gd name="connsiteY0" fmla="*/ 84193 h 115131"/>
                <a:gd name="connsiteX1" fmla="*/ 8738 w 554587"/>
                <a:gd name="connsiteY1" fmla="*/ 111241 h 115131"/>
                <a:gd name="connsiteX2" fmla="*/ 224033 w 554587"/>
                <a:gd name="connsiteY2" fmla="*/ 4325 h 115131"/>
                <a:gd name="connsiteX3" fmla="*/ 522184 w 554587"/>
                <a:gd name="connsiteY3" fmla="*/ 23915 h 115131"/>
                <a:gd name="connsiteX4" fmla="*/ 542093 w 554587"/>
                <a:gd name="connsiteY4" fmla="*/ 55703 h 115131"/>
                <a:gd name="connsiteX5" fmla="*/ 493109 w 554587"/>
                <a:gd name="connsiteY5" fmla="*/ 98120 h 115131"/>
                <a:gd name="connsiteX6" fmla="*/ 461479 w 554587"/>
                <a:gd name="connsiteY6" fmla="*/ 84193 h 115131"/>
                <a:gd name="connsiteX0" fmla="*/ 440929 w 554587"/>
                <a:gd name="connsiteY0" fmla="*/ 88623 h 115521"/>
                <a:gd name="connsiteX1" fmla="*/ 8738 w 554587"/>
                <a:gd name="connsiteY1" fmla="*/ 111241 h 115521"/>
                <a:gd name="connsiteX2" fmla="*/ 224033 w 554587"/>
                <a:gd name="connsiteY2" fmla="*/ 4325 h 115521"/>
                <a:gd name="connsiteX3" fmla="*/ 522184 w 554587"/>
                <a:gd name="connsiteY3" fmla="*/ 23915 h 115521"/>
                <a:gd name="connsiteX4" fmla="*/ 542093 w 554587"/>
                <a:gd name="connsiteY4" fmla="*/ 55703 h 115521"/>
                <a:gd name="connsiteX5" fmla="*/ 493109 w 554587"/>
                <a:gd name="connsiteY5" fmla="*/ 98120 h 115521"/>
                <a:gd name="connsiteX6" fmla="*/ 440929 w 554587"/>
                <a:gd name="connsiteY6" fmla="*/ 88623 h 115521"/>
                <a:gd name="connsiteX0" fmla="*/ 440929 w 554587"/>
                <a:gd name="connsiteY0" fmla="*/ 88623 h 115521"/>
                <a:gd name="connsiteX1" fmla="*/ 8738 w 554587"/>
                <a:gd name="connsiteY1" fmla="*/ 111241 h 115521"/>
                <a:gd name="connsiteX2" fmla="*/ 224033 w 554587"/>
                <a:gd name="connsiteY2" fmla="*/ 4325 h 115521"/>
                <a:gd name="connsiteX3" fmla="*/ 522184 w 554587"/>
                <a:gd name="connsiteY3" fmla="*/ 23915 h 115521"/>
                <a:gd name="connsiteX4" fmla="*/ 542093 w 554587"/>
                <a:gd name="connsiteY4" fmla="*/ 55703 h 115521"/>
                <a:gd name="connsiteX5" fmla="*/ 493109 w 554587"/>
                <a:gd name="connsiteY5" fmla="*/ 98120 h 115521"/>
                <a:gd name="connsiteX6" fmla="*/ 440929 w 554587"/>
                <a:gd name="connsiteY6" fmla="*/ 88623 h 115521"/>
                <a:gd name="connsiteX0" fmla="*/ 440929 w 554587"/>
                <a:gd name="connsiteY0" fmla="*/ 88623 h 117137"/>
                <a:gd name="connsiteX1" fmla="*/ 8738 w 554587"/>
                <a:gd name="connsiteY1" fmla="*/ 111241 h 117137"/>
                <a:gd name="connsiteX2" fmla="*/ 224033 w 554587"/>
                <a:gd name="connsiteY2" fmla="*/ 4325 h 117137"/>
                <a:gd name="connsiteX3" fmla="*/ 522184 w 554587"/>
                <a:gd name="connsiteY3" fmla="*/ 23915 h 117137"/>
                <a:gd name="connsiteX4" fmla="*/ 542093 w 554587"/>
                <a:gd name="connsiteY4" fmla="*/ 55703 h 117137"/>
                <a:gd name="connsiteX5" fmla="*/ 493109 w 554587"/>
                <a:gd name="connsiteY5" fmla="*/ 98120 h 117137"/>
                <a:gd name="connsiteX6" fmla="*/ 440929 w 554587"/>
                <a:gd name="connsiteY6" fmla="*/ 88623 h 117137"/>
                <a:gd name="connsiteX0" fmla="*/ 440929 w 554587"/>
                <a:gd name="connsiteY0" fmla="*/ 88623 h 121672"/>
                <a:gd name="connsiteX1" fmla="*/ 169930 w 554587"/>
                <a:gd name="connsiteY1" fmla="*/ 115045 h 121672"/>
                <a:gd name="connsiteX2" fmla="*/ 8738 w 554587"/>
                <a:gd name="connsiteY2" fmla="*/ 111241 h 121672"/>
                <a:gd name="connsiteX3" fmla="*/ 224033 w 554587"/>
                <a:gd name="connsiteY3" fmla="*/ 4325 h 121672"/>
                <a:gd name="connsiteX4" fmla="*/ 522184 w 554587"/>
                <a:gd name="connsiteY4" fmla="*/ 23915 h 121672"/>
                <a:gd name="connsiteX5" fmla="*/ 542093 w 554587"/>
                <a:gd name="connsiteY5" fmla="*/ 55703 h 121672"/>
                <a:gd name="connsiteX6" fmla="*/ 493109 w 554587"/>
                <a:gd name="connsiteY6" fmla="*/ 98120 h 121672"/>
                <a:gd name="connsiteX7" fmla="*/ 440929 w 554587"/>
                <a:gd name="connsiteY7" fmla="*/ 88623 h 121672"/>
                <a:gd name="connsiteX0" fmla="*/ 440929 w 554587"/>
                <a:gd name="connsiteY0" fmla="*/ 88623 h 135483"/>
                <a:gd name="connsiteX1" fmla="*/ 158610 w 554587"/>
                <a:gd name="connsiteY1" fmla="*/ 134619 h 135483"/>
                <a:gd name="connsiteX2" fmla="*/ 8738 w 554587"/>
                <a:gd name="connsiteY2" fmla="*/ 111241 h 135483"/>
                <a:gd name="connsiteX3" fmla="*/ 224033 w 554587"/>
                <a:gd name="connsiteY3" fmla="*/ 4325 h 135483"/>
                <a:gd name="connsiteX4" fmla="*/ 522184 w 554587"/>
                <a:gd name="connsiteY4" fmla="*/ 23915 h 135483"/>
                <a:gd name="connsiteX5" fmla="*/ 542093 w 554587"/>
                <a:gd name="connsiteY5" fmla="*/ 55703 h 135483"/>
                <a:gd name="connsiteX6" fmla="*/ 493109 w 554587"/>
                <a:gd name="connsiteY6" fmla="*/ 98120 h 135483"/>
                <a:gd name="connsiteX7" fmla="*/ 440929 w 554587"/>
                <a:gd name="connsiteY7" fmla="*/ 88623 h 135483"/>
                <a:gd name="connsiteX0" fmla="*/ 440929 w 554587"/>
                <a:gd name="connsiteY0" fmla="*/ 88623 h 152182"/>
                <a:gd name="connsiteX1" fmla="*/ 158610 w 554587"/>
                <a:gd name="connsiteY1" fmla="*/ 134619 h 152182"/>
                <a:gd name="connsiteX2" fmla="*/ 8738 w 554587"/>
                <a:gd name="connsiteY2" fmla="*/ 111241 h 152182"/>
                <a:gd name="connsiteX3" fmla="*/ 224033 w 554587"/>
                <a:gd name="connsiteY3" fmla="*/ 4325 h 152182"/>
                <a:gd name="connsiteX4" fmla="*/ 522184 w 554587"/>
                <a:gd name="connsiteY4" fmla="*/ 23915 h 152182"/>
                <a:gd name="connsiteX5" fmla="*/ 542093 w 554587"/>
                <a:gd name="connsiteY5" fmla="*/ 55703 h 152182"/>
                <a:gd name="connsiteX6" fmla="*/ 493109 w 554587"/>
                <a:gd name="connsiteY6" fmla="*/ 98120 h 152182"/>
                <a:gd name="connsiteX7" fmla="*/ 440929 w 554587"/>
                <a:gd name="connsiteY7" fmla="*/ 88623 h 152182"/>
                <a:gd name="connsiteX0" fmla="*/ 440929 w 554587"/>
                <a:gd name="connsiteY0" fmla="*/ 88623 h 165518"/>
                <a:gd name="connsiteX1" fmla="*/ 149343 w 554587"/>
                <a:gd name="connsiteY1" fmla="*/ 150806 h 165518"/>
                <a:gd name="connsiteX2" fmla="*/ 8738 w 554587"/>
                <a:gd name="connsiteY2" fmla="*/ 111241 h 165518"/>
                <a:gd name="connsiteX3" fmla="*/ 224033 w 554587"/>
                <a:gd name="connsiteY3" fmla="*/ 4325 h 165518"/>
                <a:gd name="connsiteX4" fmla="*/ 522184 w 554587"/>
                <a:gd name="connsiteY4" fmla="*/ 23915 h 165518"/>
                <a:gd name="connsiteX5" fmla="*/ 542093 w 554587"/>
                <a:gd name="connsiteY5" fmla="*/ 55703 h 165518"/>
                <a:gd name="connsiteX6" fmla="*/ 493109 w 554587"/>
                <a:gd name="connsiteY6" fmla="*/ 98120 h 165518"/>
                <a:gd name="connsiteX7" fmla="*/ 440929 w 554587"/>
                <a:gd name="connsiteY7" fmla="*/ 88623 h 165518"/>
                <a:gd name="connsiteX0" fmla="*/ 440929 w 554587"/>
                <a:gd name="connsiteY0" fmla="*/ 88623 h 172469"/>
                <a:gd name="connsiteX1" fmla="*/ 149343 w 554587"/>
                <a:gd name="connsiteY1" fmla="*/ 150806 h 172469"/>
                <a:gd name="connsiteX2" fmla="*/ 8738 w 554587"/>
                <a:gd name="connsiteY2" fmla="*/ 111241 h 172469"/>
                <a:gd name="connsiteX3" fmla="*/ 224033 w 554587"/>
                <a:gd name="connsiteY3" fmla="*/ 4325 h 172469"/>
                <a:gd name="connsiteX4" fmla="*/ 522184 w 554587"/>
                <a:gd name="connsiteY4" fmla="*/ 23915 h 172469"/>
                <a:gd name="connsiteX5" fmla="*/ 542093 w 554587"/>
                <a:gd name="connsiteY5" fmla="*/ 55703 h 172469"/>
                <a:gd name="connsiteX6" fmla="*/ 493109 w 554587"/>
                <a:gd name="connsiteY6" fmla="*/ 98120 h 172469"/>
                <a:gd name="connsiteX7" fmla="*/ 440929 w 554587"/>
                <a:gd name="connsiteY7" fmla="*/ 88623 h 172469"/>
                <a:gd name="connsiteX0" fmla="*/ 440929 w 554587"/>
                <a:gd name="connsiteY0" fmla="*/ 88623 h 172469"/>
                <a:gd name="connsiteX1" fmla="*/ 149343 w 554587"/>
                <a:gd name="connsiteY1" fmla="*/ 150806 h 172469"/>
                <a:gd name="connsiteX2" fmla="*/ 8738 w 554587"/>
                <a:gd name="connsiteY2" fmla="*/ 111241 h 172469"/>
                <a:gd name="connsiteX3" fmla="*/ 224033 w 554587"/>
                <a:gd name="connsiteY3" fmla="*/ 4325 h 172469"/>
                <a:gd name="connsiteX4" fmla="*/ 522184 w 554587"/>
                <a:gd name="connsiteY4" fmla="*/ 23915 h 172469"/>
                <a:gd name="connsiteX5" fmla="*/ 542093 w 554587"/>
                <a:gd name="connsiteY5" fmla="*/ 55703 h 172469"/>
                <a:gd name="connsiteX6" fmla="*/ 493109 w 554587"/>
                <a:gd name="connsiteY6" fmla="*/ 98120 h 172469"/>
                <a:gd name="connsiteX7" fmla="*/ 440929 w 554587"/>
                <a:gd name="connsiteY7" fmla="*/ 88623 h 172469"/>
                <a:gd name="connsiteX0" fmla="*/ 436945 w 554587"/>
                <a:gd name="connsiteY0" fmla="*/ 91623 h 172469"/>
                <a:gd name="connsiteX1" fmla="*/ 149343 w 554587"/>
                <a:gd name="connsiteY1" fmla="*/ 150806 h 172469"/>
                <a:gd name="connsiteX2" fmla="*/ 8738 w 554587"/>
                <a:gd name="connsiteY2" fmla="*/ 111241 h 172469"/>
                <a:gd name="connsiteX3" fmla="*/ 224033 w 554587"/>
                <a:gd name="connsiteY3" fmla="*/ 4325 h 172469"/>
                <a:gd name="connsiteX4" fmla="*/ 522184 w 554587"/>
                <a:gd name="connsiteY4" fmla="*/ 23915 h 172469"/>
                <a:gd name="connsiteX5" fmla="*/ 542093 w 554587"/>
                <a:gd name="connsiteY5" fmla="*/ 55703 h 172469"/>
                <a:gd name="connsiteX6" fmla="*/ 493109 w 554587"/>
                <a:gd name="connsiteY6" fmla="*/ 98120 h 172469"/>
                <a:gd name="connsiteX7" fmla="*/ 436945 w 554587"/>
                <a:gd name="connsiteY7" fmla="*/ 91623 h 172469"/>
                <a:gd name="connsiteX0" fmla="*/ 436945 w 554587"/>
                <a:gd name="connsiteY0" fmla="*/ 91623 h 172469"/>
                <a:gd name="connsiteX1" fmla="*/ 149343 w 554587"/>
                <a:gd name="connsiteY1" fmla="*/ 150806 h 172469"/>
                <a:gd name="connsiteX2" fmla="*/ 8738 w 554587"/>
                <a:gd name="connsiteY2" fmla="*/ 111241 h 172469"/>
                <a:gd name="connsiteX3" fmla="*/ 224033 w 554587"/>
                <a:gd name="connsiteY3" fmla="*/ 4325 h 172469"/>
                <a:gd name="connsiteX4" fmla="*/ 522184 w 554587"/>
                <a:gd name="connsiteY4" fmla="*/ 23915 h 172469"/>
                <a:gd name="connsiteX5" fmla="*/ 542093 w 554587"/>
                <a:gd name="connsiteY5" fmla="*/ 55703 h 172469"/>
                <a:gd name="connsiteX6" fmla="*/ 493109 w 554587"/>
                <a:gd name="connsiteY6" fmla="*/ 98120 h 172469"/>
                <a:gd name="connsiteX7" fmla="*/ 436945 w 554587"/>
                <a:gd name="connsiteY7" fmla="*/ 91623 h 172469"/>
                <a:gd name="connsiteX0" fmla="*/ 436945 w 554587"/>
                <a:gd name="connsiteY0" fmla="*/ 91623 h 172469"/>
                <a:gd name="connsiteX1" fmla="*/ 149343 w 554587"/>
                <a:gd name="connsiteY1" fmla="*/ 150806 h 172469"/>
                <a:gd name="connsiteX2" fmla="*/ 8738 w 554587"/>
                <a:gd name="connsiteY2" fmla="*/ 111241 h 172469"/>
                <a:gd name="connsiteX3" fmla="*/ 224033 w 554587"/>
                <a:gd name="connsiteY3" fmla="*/ 4325 h 172469"/>
                <a:gd name="connsiteX4" fmla="*/ 522184 w 554587"/>
                <a:gd name="connsiteY4" fmla="*/ 23915 h 172469"/>
                <a:gd name="connsiteX5" fmla="*/ 542093 w 554587"/>
                <a:gd name="connsiteY5" fmla="*/ 55703 h 172469"/>
                <a:gd name="connsiteX6" fmla="*/ 493109 w 554587"/>
                <a:gd name="connsiteY6" fmla="*/ 98120 h 172469"/>
                <a:gd name="connsiteX7" fmla="*/ 436945 w 554587"/>
                <a:gd name="connsiteY7" fmla="*/ 91623 h 172469"/>
                <a:gd name="connsiteX0" fmla="*/ 356919 w 554587"/>
                <a:gd name="connsiteY0" fmla="*/ 102181 h 172469"/>
                <a:gd name="connsiteX1" fmla="*/ 149343 w 554587"/>
                <a:gd name="connsiteY1" fmla="*/ 150806 h 172469"/>
                <a:gd name="connsiteX2" fmla="*/ 8738 w 554587"/>
                <a:gd name="connsiteY2" fmla="*/ 111241 h 172469"/>
                <a:gd name="connsiteX3" fmla="*/ 224033 w 554587"/>
                <a:gd name="connsiteY3" fmla="*/ 4325 h 172469"/>
                <a:gd name="connsiteX4" fmla="*/ 522184 w 554587"/>
                <a:gd name="connsiteY4" fmla="*/ 23915 h 172469"/>
                <a:gd name="connsiteX5" fmla="*/ 542093 w 554587"/>
                <a:gd name="connsiteY5" fmla="*/ 55703 h 172469"/>
                <a:gd name="connsiteX6" fmla="*/ 493109 w 554587"/>
                <a:gd name="connsiteY6" fmla="*/ 98120 h 172469"/>
                <a:gd name="connsiteX7" fmla="*/ 356919 w 554587"/>
                <a:gd name="connsiteY7" fmla="*/ 102181 h 172469"/>
                <a:gd name="connsiteX0" fmla="*/ 326713 w 554587"/>
                <a:gd name="connsiteY0" fmla="*/ 104677 h 172469"/>
                <a:gd name="connsiteX1" fmla="*/ 149343 w 554587"/>
                <a:gd name="connsiteY1" fmla="*/ 150806 h 172469"/>
                <a:gd name="connsiteX2" fmla="*/ 8738 w 554587"/>
                <a:gd name="connsiteY2" fmla="*/ 111241 h 172469"/>
                <a:gd name="connsiteX3" fmla="*/ 224033 w 554587"/>
                <a:gd name="connsiteY3" fmla="*/ 4325 h 172469"/>
                <a:gd name="connsiteX4" fmla="*/ 522184 w 554587"/>
                <a:gd name="connsiteY4" fmla="*/ 23915 h 172469"/>
                <a:gd name="connsiteX5" fmla="*/ 542093 w 554587"/>
                <a:gd name="connsiteY5" fmla="*/ 55703 h 172469"/>
                <a:gd name="connsiteX6" fmla="*/ 493109 w 554587"/>
                <a:gd name="connsiteY6" fmla="*/ 98120 h 172469"/>
                <a:gd name="connsiteX7" fmla="*/ 326713 w 554587"/>
                <a:gd name="connsiteY7" fmla="*/ 104677 h 172469"/>
                <a:gd name="connsiteX0" fmla="*/ 326713 w 554587"/>
                <a:gd name="connsiteY0" fmla="*/ 104677 h 172469"/>
                <a:gd name="connsiteX1" fmla="*/ 149343 w 554587"/>
                <a:gd name="connsiteY1" fmla="*/ 150806 h 172469"/>
                <a:gd name="connsiteX2" fmla="*/ 8738 w 554587"/>
                <a:gd name="connsiteY2" fmla="*/ 111241 h 172469"/>
                <a:gd name="connsiteX3" fmla="*/ 224033 w 554587"/>
                <a:gd name="connsiteY3" fmla="*/ 4325 h 172469"/>
                <a:gd name="connsiteX4" fmla="*/ 522184 w 554587"/>
                <a:gd name="connsiteY4" fmla="*/ 23915 h 172469"/>
                <a:gd name="connsiteX5" fmla="*/ 542093 w 554587"/>
                <a:gd name="connsiteY5" fmla="*/ 55703 h 172469"/>
                <a:gd name="connsiteX6" fmla="*/ 493109 w 554587"/>
                <a:gd name="connsiteY6" fmla="*/ 98120 h 172469"/>
                <a:gd name="connsiteX7" fmla="*/ 326713 w 554587"/>
                <a:gd name="connsiteY7" fmla="*/ 104677 h 172469"/>
                <a:gd name="connsiteX0" fmla="*/ 326713 w 554587"/>
                <a:gd name="connsiteY0" fmla="*/ 104677 h 172469"/>
                <a:gd name="connsiteX1" fmla="*/ 149343 w 554587"/>
                <a:gd name="connsiteY1" fmla="*/ 150806 h 172469"/>
                <a:gd name="connsiteX2" fmla="*/ 8738 w 554587"/>
                <a:gd name="connsiteY2" fmla="*/ 111241 h 172469"/>
                <a:gd name="connsiteX3" fmla="*/ 224033 w 554587"/>
                <a:gd name="connsiteY3" fmla="*/ 4325 h 172469"/>
                <a:gd name="connsiteX4" fmla="*/ 522184 w 554587"/>
                <a:gd name="connsiteY4" fmla="*/ 23915 h 172469"/>
                <a:gd name="connsiteX5" fmla="*/ 542093 w 554587"/>
                <a:gd name="connsiteY5" fmla="*/ 55703 h 172469"/>
                <a:gd name="connsiteX6" fmla="*/ 493109 w 554587"/>
                <a:gd name="connsiteY6" fmla="*/ 98120 h 172469"/>
                <a:gd name="connsiteX7" fmla="*/ 326713 w 554587"/>
                <a:gd name="connsiteY7" fmla="*/ 104677 h 172469"/>
                <a:gd name="connsiteX0" fmla="*/ 322912 w 554587"/>
                <a:gd name="connsiteY0" fmla="*/ 102016 h 172469"/>
                <a:gd name="connsiteX1" fmla="*/ 149343 w 554587"/>
                <a:gd name="connsiteY1" fmla="*/ 150806 h 172469"/>
                <a:gd name="connsiteX2" fmla="*/ 8738 w 554587"/>
                <a:gd name="connsiteY2" fmla="*/ 111241 h 172469"/>
                <a:gd name="connsiteX3" fmla="*/ 224033 w 554587"/>
                <a:gd name="connsiteY3" fmla="*/ 4325 h 172469"/>
                <a:gd name="connsiteX4" fmla="*/ 522184 w 554587"/>
                <a:gd name="connsiteY4" fmla="*/ 23915 h 172469"/>
                <a:gd name="connsiteX5" fmla="*/ 542093 w 554587"/>
                <a:gd name="connsiteY5" fmla="*/ 55703 h 172469"/>
                <a:gd name="connsiteX6" fmla="*/ 493109 w 554587"/>
                <a:gd name="connsiteY6" fmla="*/ 98120 h 172469"/>
                <a:gd name="connsiteX7" fmla="*/ 322912 w 554587"/>
                <a:gd name="connsiteY7" fmla="*/ 102016 h 172469"/>
                <a:gd name="connsiteX0" fmla="*/ 322912 w 554587"/>
                <a:gd name="connsiteY0" fmla="*/ 102016 h 172469"/>
                <a:gd name="connsiteX1" fmla="*/ 149343 w 554587"/>
                <a:gd name="connsiteY1" fmla="*/ 150806 h 172469"/>
                <a:gd name="connsiteX2" fmla="*/ 8738 w 554587"/>
                <a:gd name="connsiteY2" fmla="*/ 111241 h 172469"/>
                <a:gd name="connsiteX3" fmla="*/ 224033 w 554587"/>
                <a:gd name="connsiteY3" fmla="*/ 4325 h 172469"/>
                <a:gd name="connsiteX4" fmla="*/ 522184 w 554587"/>
                <a:gd name="connsiteY4" fmla="*/ 23915 h 172469"/>
                <a:gd name="connsiteX5" fmla="*/ 542093 w 554587"/>
                <a:gd name="connsiteY5" fmla="*/ 55703 h 172469"/>
                <a:gd name="connsiteX6" fmla="*/ 493109 w 554587"/>
                <a:gd name="connsiteY6" fmla="*/ 98120 h 172469"/>
                <a:gd name="connsiteX7" fmla="*/ 322912 w 554587"/>
                <a:gd name="connsiteY7" fmla="*/ 102016 h 172469"/>
                <a:gd name="connsiteX0" fmla="*/ 322912 w 554587"/>
                <a:gd name="connsiteY0" fmla="*/ 102016 h 172469"/>
                <a:gd name="connsiteX1" fmla="*/ 149343 w 554587"/>
                <a:gd name="connsiteY1" fmla="*/ 150806 h 172469"/>
                <a:gd name="connsiteX2" fmla="*/ 8738 w 554587"/>
                <a:gd name="connsiteY2" fmla="*/ 111241 h 172469"/>
                <a:gd name="connsiteX3" fmla="*/ 224033 w 554587"/>
                <a:gd name="connsiteY3" fmla="*/ 4325 h 172469"/>
                <a:gd name="connsiteX4" fmla="*/ 522184 w 554587"/>
                <a:gd name="connsiteY4" fmla="*/ 23915 h 172469"/>
                <a:gd name="connsiteX5" fmla="*/ 542093 w 554587"/>
                <a:gd name="connsiteY5" fmla="*/ 55703 h 172469"/>
                <a:gd name="connsiteX6" fmla="*/ 493109 w 554587"/>
                <a:gd name="connsiteY6" fmla="*/ 98120 h 172469"/>
                <a:gd name="connsiteX7" fmla="*/ 322912 w 554587"/>
                <a:gd name="connsiteY7" fmla="*/ 102016 h 172469"/>
                <a:gd name="connsiteX0" fmla="*/ 322912 w 554587"/>
                <a:gd name="connsiteY0" fmla="*/ 102016 h 172469"/>
                <a:gd name="connsiteX1" fmla="*/ 149343 w 554587"/>
                <a:gd name="connsiteY1" fmla="*/ 150806 h 172469"/>
                <a:gd name="connsiteX2" fmla="*/ 8738 w 554587"/>
                <a:gd name="connsiteY2" fmla="*/ 111241 h 172469"/>
                <a:gd name="connsiteX3" fmla="*/ 224033 w 554587"/>
                <a:gd name="connsiteY3" fmla="*/ 4325 h 172469"/>
                <a:gd name="connsiteX4" fmla="*/ 522184 w 554587"/>
                <a:gd name="connsiteY4" fmla="*/ 23915 h 172469"/>
                <a:gd name="connsiteX5" fmla="*/ 542093 w 554587"/>
                <a:gd name="connsiteY5" fmla="*/ 55703 h 172469"/>
                <a:gd name="connsiteX6" fmla="*/ 493109 w 554587"/>
                <a:gd name="connsiteY6" fmla="*/ 98120 h 172469"/>
                <a:gd name="connsiteX7" fmla="*/ 322912 w 554587"/>
                <a:gd name="connsiteY7" fmla="*/ 102016 h 172469"/>
                <a:gd name="connsiteX0" fmla="*/ 315828 w 547503"/>
                <a:gd name="connsiteY0" fmla="*/ 102016 h 172469"/>
                <a:gd name="connsiteX1" fmla="*/ 142259 w 547503"/>
                <a:gd name="connsiteY1" fmla="*/ 150806 h 172469"/>
                <a:gd name="connsiteX2" fmla="*/ 1654 w 547503"/>
                <a:gd name="connsiteY2" fmla="*/ 111241 h 172469"/>
                <a:gd name="connsiteX3" fmla="*/ 216949 w 547503"/>
                <a:gd name="connsiteY3" fmla="*/ 4325 h 172469"/>
                <a:gd name="connsiteX4" fmla="*/ 515100 w 547503"/>
                <a:gd name="connsiteY4" fmla="*/ 23915 h 172469"/>
                <a:gd name="connsiteX5" fmla="*/ 535009 w 547503"/>
                <a:gd name="connsiteY5" fmla="*/ 55703 h 172469"/>
                <a:gd name="connsiteX6" fmla="*/ 486025 w 547503"/>
                <a:gd name="connsiteY6" fmla="*/ 98120 h 172469"/>
                <a:gd name="connsiteX7" fmla="*/ 315828 w 547503"/>
                <a:gd name="connsiteY7" fmla="*/ 102016 h 172469"/>
                <a:gd name="connsiteX0" fmla="*/ 315828 w 547503"/>
                <a:gd name="connsiteY0" fmla="*/ 103480 h 173933"/>
                <a:gd name="connsiteX1" fmla="*/ 142259 w 547503"/>
                <a:gd name="connsiteY1" fmla="*/ 152270 h 173933"/>
                <a:gd name="connsiteX2" fmla="*/ 1654 w 547503"/>
                <a:gd name="connsiteY2" fmla="*/ 112705 h 173933"/>
                <a:gd name="connsiteX3" fmla="*/ 216949 w 547503"/>
                <a:gd name="connsiteY3" fmla="*/ 5789 h 173933"/>
                <a:gd name="connsiteX4" fmla="*/ 515100 w 547503"/>
                <a:gd name="connsiteY4" fmla="*/ 25379 h 173933"/>
                <a:gd name="connsiteX5" fmla="*/ 535009 w 547503"/>
                <a:gd name="connsiteY5" fmla="*/ 57167 h 173933"/>
                <a:gd name="connsiteX6" fmla="*/ 486025 w 547503"/>
                <a:gd name="connsiteY6" fmla="*/ 99584 h 173933"/>
                <a:gd name="connsiteX7" fmla="*/ 315828 w 547503"/>
                <a:gd name="connsiteY7" fmla="*/ 103480 h 173933"/>
                <a:gd name="connsiteX0" fmla="*/ 315828 w 549300"/>
                <a:gd name="connsiteY0" fmla="*/ 103933 h 174386"/>
                <a:gd name="connsiteX1" fmla="*/ 142259 w 549300"/>
                <a:gd name="connsiteY1" fmla="*/ 152723 h 174386"/>
                <a:gd name="connsiteX2" fmla="*/ 1654 w 549300"/>
                <a:gd name="connsiteY2" fmla="*/ 113158 h 174386"/>
                <a:gd name="connsiteX3" fmla="*/ 216949 w 549300"/>
                <a:gd name="connsiteY3" fmla="*/ 6242 h 174386"/>
                <a:gd name="connsiteX4" fmla="*/ 518088 w 549300"/>
                <a:gd name="connsiteY4" fmla="*/ 23582 h 174386"/>
                <a:gd name="connsiteX5" fmla="*/ 535009 w 549300"/>
                <a:gd name="connsiteY5" fmla="*/ 57620 h 174386"/>
                <a:gd name="connsiteX6" fmla="*/ 486025 w 549300"/>
                <a:gd name="connsiteY6" fmla="*/ 100037 h 174386"/>
                <a:gd name="connsiteX7" fmla="*/ 315828 w 549300"/>
                <a:gd name="connsiteY7" fmla="*/ 103933 h 174386"/>
                <a:gd name="connsiteX0" fmla="*/ 315828 w 549300"/>
                <a:gd name="connsiteY0" fmla="*/ 104007 h 174460"/>
                <a:gd name="connsiteX1" fmla="*/ 142259 w 549300"/>
                <a:gd name="connsiteY1" fmla="*/ 152797 h 174460"/>
                <a:gd name="connsiteX2" fmla="*/ 1654 w 549300"/>
                <a:gd name="connsiteY2" fmla="*/ 113232 h 174460"/>
                <a:gd name="connsiteX3" fmla="*/ 216949 w 549300"/>
                <a:gd name="connsiteY3" fmla="*/ 6316 h 174460"/>
                <a:gd name="connsiteX4" fmla="*/ 518088 w 549300"/>
                <a:gd name="connsiteY4" fmla="*/ 23656 h 174460"/>
                <a:gd name="connsiteX5" fmla="*/ 535009 w 549300"/>
                <a:gd name="connsiteY5" fmla="*/ 57694 h 174460"/>
                <a:gd name="connsiteX6" fmla="*/ 486025 w 549300"/>
                <a:gd name="connsiteY6" fmla="*/ 100111 h 174460"/>
                <a:gd name="connsiteX7" fmla="*/ 315828 w 549300"/>
                <a:gd name="connsiteY7" fmla="*/ 104007 h 174460"/>
                <a:gd name="connsiteX0" fmla="*/ 315877 w 549349"/>
                <a:gd name="connsiteY0" fmla="*/ 104007 h 178841"/>
                <a:gd name="connsiteX1" fmla="*/ 142308 w 549349"/>
                <a:gd name="connsiteY1" fmla="*/ 152797 h 178841"/>
                <a:gd name="connsiteX2" fmla="*/ 1703 w 549349"/>
                <a:gd name="connsiteY2" fmla="*/ 113232 h 178841"/>
                <a:gd name="connsiteX3" fmla="*/ 216998 w 549349"/>
                <a:gd name="connsiteY3" fmla="*/ 6316 h 178841"/>
                <a:gd name="connsiteX4" fmla="*/ 518137 w 549349"/>
                <a:gd name="connsiteY4" fmla="*/ 23656 h 178841"/>
                <a:gd name="connsiteX5" fmla="*/ 535058 w 549349"/>
                <a:gd name="connsiteY5" fmla="*/ 57694 h 178841"/>
                <a:gd name="connsiteX6" fmla="*/ 486074 w 549349"/>
                <a:gd name="connsiteY6" fmla="*/ 100111 h 178841"/>
                <a:gd name="connsiteX7" fmla="*/ 315877 w 549349"/>
                <a:gd name="connsiteY7" fmla="*/ 104007 h 178841"/>
                <a:gd name="connsiteX0" fmla="*/ 315877 w 555645"/>
                <a:gd name="connsiteY0" fmla="*/ 104007 h 178841"/>
                <a:gd name="connsiteX1" fmla="*/ 142308 w 555645"/>
                <a:gd name="connsiteY1" fmla="*/ 152797 h 178841"/>
                <a:gd name="connsiteX2" fmla="*/ 1703 w 555645"/>
                <a:gd name="connsiteY2" fmla="*/ 113232 h 178841"/>
                <a:gd name="connsiteX3" fmla="*/ 216998 w 555645"/>
                <a:gd name="connsiteY3" fmla="*/ 6316 h 178841"/>
                <a:gd name="connsiteX4" fmla="*/ 518137 w 555645"/>
                <a:gd name="connsiteY4" fmla="*/ 23656 h 178841"/>
                <a:gd name="connsiteX5" fmla="*/ 535058 w 555645"/>
                <a:gd name="connsiteY5" fmla="*/ 57694 h 178841"/>
                <a:gd name="connsiteX6" fmla="*/ 486074 w 555645"/>
                <a:gd name="connsiteY6" fmla="*/ 100111 h 178841"/>
                <a:gd name="connsiteX7" fmla="*/ 315877 w 555645"/>
                <a:gd name="connsiteY7" fmla="*/ 104007 h 178841"/>
                <a:gd name="connsiteX0" fmla="*/ 315877 w 555645"/>
                <a:gd name="connsiteY0" fmla="*/ 104007 h 178841"/>
                <a:gd name="connsiteX1" fmla="*/ 142308 w 555645"/>
                <a:gd name="connsiteY1" fmla="*/ 152797 h 178841"/>
                <a:gd name="connsiteX2" fmla="*/ 1703 w 555645"/>
                <a:gd name="connsiteY2" fmla="*/ 113232 h 178841"/>
                <a:gd name="connsiteX3" fmla="*/ 216998 w 555645"/>
                <a:gd name="connsiteY3" fmla="*/ 6316 h 178841"/>
                <a:gd name="connsiteX4" fmla="*/ 518137 w 555645"/>
                <a:gd name="connsiteY4" fmla="*/ 23656 h 178841"/>
                <a:gd name="connsiteX5" fmla="*/ 535058 w 555645"/>
                <a:gd name="connsiteY5" fmla="*/ 57694 h 178841"/>
                <a:gd name="connsiteX6" fmla="*/ 486074 w 555645"/>
                <a:gd name="connsiteY6" fmla="*/ 100111 h 178841"/>
                <a:gd name="connsiteX7" fmla="*/ 315877 w 555645"/>
                <a:gd name="connsiteY7" fmla="*/ 104007 h 178841"/>
                <a:gd name="connsiteX0" fmla="*/ 316101 w 555869"/>
                <a:gd name="connsiteY0" fmla="*/ 104007 h 181935"/>
                <a:gd name="connsiteX1" fmla="*/ 137552 w 555869"/>
                <a:gd name="connsiteY1" fmla="*/ 156548 h 181935"/>
                <a:gd name="connsiteX2" fmla="*/ 1927 w 555869"/>
                <a:gd name="connsiteY2" fmla="*/ 113232 h 181935"/>
                <a:gd name="connsiteX3" fmla="*/ 217222 w 555869"/>
                <a:gd name="connsiteY3" fmla="*/ 6316 h 181935"/>
                <a:gd name="connsiteX4" fmla="*/ 518361 w 555869"/>
                <a:gd name="connsiteY4" fmla="*/ 23656 h 181935"/>
                <a:gd name="connsiteX5" fmla="*/ 535282 w 555869"/>
                <a:gd name="connsiteY5" fmla="*/ 57694 h 181935"/>
                <a:gd name="connsiteX6" fmla="*/ 486298 w 555869"/>
                <a:gd name="connsiteY6" fmla="*/ 100111 h 181935"/>
                <a:gd name="connsiteX7" fmla="*/ 316101 w 555869"/>
                <a:gd name="connsiteY7" fmla="*/ 104007 h 181935"/>
                <a:gd name="connsiteX0" fmla="*/ 492927 w 732695"/>
                <a:gd name="connsiteY0" fmla="*/ 104007 h 287065"/>
                <a:gd name="connsiteX1" fmla="*/ 314378 w 732695"/>
                <a:gd name="connsiteY1" fmla="*/ 156548 h 287065"/>
                <a:gd name="connsiteX2" fmla="*/ 2122 w 732695"/>
                <a:gd name="connsiteY2" fmla="*/ 286775 h 287065"/>
                <a:gd name="connsiteX3" fmla="*/ 178753 w 732695"/>
                <a:gd name="connsiteY3" fmla="*/ 113232 h 287065"/>
                <a:gd name="connsiteX4" fmla="*/ 394048 w 732695"/>
                <a:gd name="connsiteY4" fmla="*/ 6316 h 287065"/>
                <a:gd name="connsiteX5" fmla="*/ 695187 w 732695"/>
                <a:gd name="connsiteY5" fmla="*/ 23656 h 287065"/>
                <a:gd name="connsiteX6" fmla="*/ 712108 w 732695"/>
                <a:gd name="connsiteY6" fmla="*/ 57694 h 287065"/>
                <a:gd name="connsiteX7" fmla="*/ 663124 w 732695"/>
                <a:gd name="connsiteY7" fmla="*/ 100111 h 287065"/>
                <a:gd name="connsiteX8" fmla="*/ 492927 w 732695"/>
                <a:gd name="connsiteY8" fmla="*/ 104007 h 287065"/>
                <a:gd name="connsiteX0" fmla="*/ 493084 w 732852"/>
                <a:gd name="connsiteY0" fmla="*/ 104007 h 322112"/>
                <a:gd name="connsiteX1" fmla="*/ 314535 w 732852"/>
                <a:gd name="connsiteY1" fmla="*/ 156548 h 322112"/>
                <a:gd name="connsiteX2" fmla="*/ 2120 w 732852"/>
                <a:gd name="connsiteY2" fmla="*/ 321882 h 322112"/>
                <a:gd name="connsiteX3" fmla="*/ 178910 w 732852"/>
                <a:gd name="connsiteY3" fmla="*/ 113232 h 322112"/>
                <a:gd name="connsiteX4" fmla="*/ 394205 w 732852"/>
                <a:gd name="connsiteY4" fmla="*/ 6316 h 322112"/>
                <a:gd name="connsiteX5" fmla="*/ 695344 w 732852"/>
                <a:gd name="connsiteY5" fmla="*/ 23656 h 322112"/>
                <a:gd name="connsiteX6" fmla="*/ 712265 w 732852"/>
                <a:gd name="connsiteY6" fmla="*/ 57694 h 322112"/>
                <a:gd name="connsiteX7" fmla="*/ 663281 w 732852"/>
                <a:gd name="connsiteY7" fmla="*/ 100111 h 322112"/>
                <a:gd name="connsiteX8" fmla="*/ 493084 w 732852"/>
                <a:gd name="connsiteY8" fmla="*/ 104007 h 322112"/>
                <a:gd name="connsiteX0" fmla="*/ 508708 w 748476"/>
                <a:gd name="connsiteY0" fmla="*/ 104007 h 324134"/>
                <a:gd name="connsiteX1" fmla="*/ 330159 w 748476"/>
                <a:gd name="connsiteY1" fmla="*/ 156548 h 324134"/>
                <a:gd name="connsiteX2" fmla="*/ 17744 w 748476"/>
                <a:gd name="connsiteY2" fmla="*/ 321882 h 324134"/>
                <a:gd name="connsiteX3" fmla="*/ 51378 w 748476"/>
                <a:gd name="connsiteY3" fmla="*/ 243149 h 324134"/>
                <a:gd name="connsiteX4" fmla="*/ 194534 w 748476"/>
                <a:gd name="connsiteY4" fmla="*/ 113232 h 324134"/>
                <a:gd name="connsiteX5" fmla="*/ 409829 w 748476"/>
                <a:gd name="connsiteY5" fmla="*/ 6316 h 324134"/>
                <a:gd name="connsiteX6" fmla="*/ 710968 w 748476"/>
                <a:gd name="connsiteY6" fmla="*/ 23656 h 324134"/>
                <a:gd name="connsiteX7" fmla="*/ 727889 w 748476"/>
                <a:gd name="connsiteY7" fmla="*/ 57694 h 324134"/>
                <a:gd name="connsiteX8" fmla="*/ 678905 w 748476"/>
                <a:gd name="connsiteY8" fmla="*/ 100111 h 324134"/>
                <a:gd name="connsiteX9" fmla="*/ 508708 w 748476"/>
                <a:gd name="connsiteY9" fmla="*/ 104007 h 324134"/>
                <a:gd name="connsiteX0" fmla="*/ 508708 w 748476"/>
                <a:gd name="connsiteY0" fmla="*/ 104007 h 324134"/>
                <a:gd name="connsiteX1" fmla="*/ 330159 w 748476"/>
                <a:gd name="connsiteY1" fmla="*/ 156548 h 324134"/>
                <a:gd name="connsiteX2" fmla="*/ 158462 w 748476"/>
                <a:gd name="connsiteY2" fmla="*/ 267452 h 324134"/>
                <a:gd name="connsiteX3" fmla="*/ 17744 w 748476"/>
                <a:gd name="connsiteY3" fmla="*/ 321882 h 324134"/>
                <a:gd name="connsiteX4" fmla="*/ 51378 w 748476"/>
                <a:gd name="connsiteY4" fmla="*/ 243149 h 324134"/>
                <a:gd name="connsiteX5" fmla="*/ 194534 w 748476"/>
                <a:gd name="connsiteY5" fmla="*/ 113232 h 324134"/>
                <a:gd name="connsiteX6" fmla="*/ 409829 w 748476"/>
                <a:gd name="connsiteY6" fmla="*/ 6316 h 324134"/>
                <a:gd name="connsiteX7" fmla="*/ 710968 w 748476"/>
                <a:gd name="connsiteY7" fmla="*/ 23656 h 324134"/>
                <a:gd name="connsiteX8" fmla="*/ 727889 w 748476"/>
                <a:gd name="connsiteY8" fmla="*/ 57694 h 324134"/>
                <a:gd name="connsiteX9" fmla="*/ 678905 w 748476"/>
                <a:gd name="connsiteY9" fmla="*/ 100111 h 324134"/>
                <a:gd name="connsiteX10" fmla="*/ 508708 w 748476"/>
                <a:gd name="connsiteY10" fmla="*/ 104007 h 324134"/>
                <a:gd name="connsiteX0" fmla="*/ 508708 w 748476"/>
                <a:gd name="connsiteY0" fmla="*/ 104007 h 324134"/>
                <a:gd name="connsiteX1" fmla="*/ 330159 w 748476"/>
                <a:gd name="connsiteY1" fmla="*/ 156548 h 324134"/>
                <a:gd name="connsiteX2" fmla="*/ 158462 w 748476"/>
                <a:gd name="connsiteY2" fmla="*/ 267452 h 324134"/>
                <a:gd name="connsiteX3" fmla="*/ 17744 w 748476"/>
                <a:gd name="connsiteY3" fmla="*/ 321882 h 324134"/>
                <a:gd name="connsiteX4" fmla="*/ 51378 w 748476"/>
                <a:gd name="connsiteY4" fmla="*/ 243149 h 324134"/>
                <a:gd name="connsiteX5" fmla="*/ 194534 w 748476"/>
                <a:gd name="connsiteY5" fmla="*/ 113232 h 324134"/>
                <a:gd name="connsiteX6" fmla="*/ 409829 w 748476"/>
                <a:gd name="connsiteY6" fmla="*/ 6316 h 324134"/>
                <a:gd name="connsiteX7" fmla="*/ 710968 w 748476"/>
                <a:gd name="connsiteY7" fmla="*/ 23656 h 324134"/>
                <a:gd name="connsiteX8" fmla="*/ 727889 w 748476"/>
                <a:gd name="connsiteY8" fmla="*/ 57694 h 324134"/>
                <a:gd name="connsiteX9" fmla="*/ 678905 w 748476"/>
                <a:gd name="connsiteY9" fmla="*/ 100111 h 324134"/>
                <a:gd name="connsiteX10" fmla="*/ 508708 w 748476"/>
                <a:gd name="connsiteY10" fmla="*/ 104007 h 324134"/>
                <a:gd name="connsiteX0" fmla="*/ 508708 w 748476"/>
                <a:gd name="connsiteY0" fmla="*/ 104007 h 324134"/>
                <a:gd name="connsiteX1" fmla="*/ 330159 w 748476"/>
                <a:gd name="connsiteY1" fmla="*/ 156548 h 324134"/>
                <a:gd name="connsiteX2" fmla="*/ 166065 w 748476"/>
                <a:gd name="connsiteY2" fmla="*/ 272774 h 324134"/>
                <a:gd name="connsiteX3" fmla="*/ 17744 w 748476"/>
                <a:gd name="connsiteY3" fmla="*/ 321882 h 324134"/>
                <a:gd name="connsiteX4" fmla="*/ 51378 w 748476"/>
                <a:gd name="connsiteY4" fmla="*/ 243149 h 324134"/>
                <a:gd name="connsiteX5" fmla="*/ 194534 w 748476"/>
                <a:gd name="connsiteY5" fmla="*/ 113232 h 324134"/>
                <a:gd name="connsiteX6" fmla="*/ 409829 w 748476"/>
                <a:gd name="connsiteY6" fmla="*/ 6316 h 324134"/>
                <a:gd name="connsiteX7" fmla="*/ 710968 w 748476"/>
                <a:gd name="connsiteY7" fmla="*/ 23656 h 324134"/>
                <a:gd name="connsiteX8" fmla="*/ 727889 w 748476"/>
                <a:gd name="connsiteY8" fmla="*/ 57694 h 324134"/>
                <a:gd name="connsiteX9" fmla="*/ 678905 w 748476"/>
                <a:gd name="connsiteY9" fmla="*/ 100111 h 324134"/>
                <a:gd name="connsiteX10" fmla="*/ 508708 w 748476"/>
                <a:gd name="connsiteY10" fmla="*/ 104007 h 324134"/>
                <a:gd name="connsiteX0" fmla="*/ 580717 w 820485"/>
                <a:gd name="connsiteY0" fmla="*/ 104007 h 383852"/>
                <a:gd name="connsiteX1" fmla="*/ 402168 w 820485"/>
                <a:gd name="connsiteY1" fmla="*/ 156548 h 383852"/>
                <a:gd name="connsiteX2" fmla="*/ 238074 w 820485"/>
                <a:gd name="connsiteY2" fmla="*/ 272774 h 383852"/>
                <a:gd name="connsiteX3" fmla="*/ 9079 w 820485"/>
                <a:gd name="connsiteY3" fmla="*/ 382644 h 383852"/>
                <a:gd name="connsiteX4" fmla="*/ 123387 w 820485"/>
                <a:gd name="connsiteY4" fmla="*/ 243149 h 383852"/>
                <a:gd name="connsiteX5" fmla="*/ 266543 w 820485"/>
                <a:gd name="connsiteY5" fmla="*/ 113232 h 383852"/>
                <a:gd name="connsiteX6" fmla="*/ 481838 w 820485"/>
                <a:gd name="connsiteY6" fmla="*/ 6316 h 383852"/>
                <a:gd name="connsiteX7" fmla="*/ 782977 w 820485"/>
                <a:gd name="connsiteY7" fmla="*/ 23656 h 383852"/>
                <a:gd name="connsiteX8" fmla="*/ 799898 w 820485"/>
                <a:gd name="connsiteY8" fmla="*/ 57694 h 383852"/>
                <a:gd name="connsiteX9" fmla="*/ 750914 w 820485"/>
                <a:gd name="connsiteY9" fmla="*/ 100111 h 383852"/>
                <a:gd name="connsiteX10" fmla="*/ 580717 w 820485"/>
                <a:gd name="connsiteY10" fmla="*/ 104007 h 383852"/>
                <a:gd name="connsiteX0" fmla="*/ 580717 w 820485"/>
                <a:gd name="connsiteY0" fmla="*/ 104007 h 383852"/>
                <a:gd name="connsiteX1" fmla="*/ 402168 w 820485"/>
                <a:gd name="connsiteY1" fmla="*/ 156548 h 383852"/>
                <a:gd name="connsiteX2" fmla="*/ 238074 w 820485"/>
                <a:gd name="connsiteY2" fmla="*/ 272774 h 383852"/>
                <a:gd name="connsiteX3" fmla="*/ 9079 w 820485"/>
                <a:gd name="connsiteY3" fmla="*/ 382644 h 383852"/>
                <a:gd name="connsiteX4" fmla="*/ 123387 w 820485"/>
                <a:gd name="connsiteY4" fmla="*/ 243149 h 383852"/>
                <a:gd name="connsiteX5" fmla="*/ 266543 w 820485"/>
                <a:gd name="connsiteY5" fmla="*/ 113232 h 383852"/>
                <a:gd name="connsiteX6" fmla="*/ 481838 w 820485"/>
                <a:gd name="connsiteY6" fmla="*/ 6316 h 383852"/>
                <a:gd name="connsiteX7" fmla="*/ 782977 w 820485"/>
                <a:gd name="connsiteY7" fmla="*/ 23656 h 383852"/>
                <a:gd name="connsiteX8" fmla="*/ 799898 w 820485"/>
                <a:gd name="connsiteY8" fmla="*/ 57694 h 383852"/>
                <a:gd name="connsiteX9" fmla="*/ 750914 w 820485"/>
                <a:gd name="connsiteY9" fmla="*/ 100111 h 383852"/>
                <a:gd name="connsiteX10" fmla="*/ 580717 w 820485"/>
                <a:gd name="connsiteY10" fmla="*/ 104007 h 383852"/>
                <a:gd name="connsiteX0" fmla="*/ 580717 w 820485"/>
                <a:gd name="connsiteY0" fmla="*/ 104007 h 398455"/>
                <a:gd name="connsiteX1" fmla="*/ 402168 w 820485"/>
                <a:gd name="connsiteY1" fmla="*/ 156548 h 398455"/>
                <a:gd name="connsiteX2" fmla="*/ 238074 w 820485"/>
                <a:gd name="connsiteY2" fmla="*/ 272774 h 398455"/>
                <a:gd name="connsiteX3" fmla="*/ 145981 w 820485"/>
                <a:gd name="connsiteY3" fmla="*/ 386329 h 398455"/>
                <a:gd name="connsiteX4" fmla="*/ 9079 w 820485"/>
                <a:gd name="connsiteY4" fmla="*/ 382644 h 398455"/>
                <a:gd name="connsiteX5" fmla="*/ 123387 w 820485"/>
                <a:gd name="connsiteY5" fmla="*/ 243149 h 398455"/>
                <a:gd name="connsiteX6" fmla="*/ 266543 w 820485"/>
                <a:gd name="connsiteY6" fmla="*/ 113232 h 398455"/>
                <a:gd name="connsiteX7" fmla="*/ 481838 w 820485"/>
                <a:gd name="connsiteY7" fmla="*/ 6316 h 398455"/>
                <a:gd name="connsiteX8" fmla="*/ 782977 w 820485"/>
                <a:gd name="connsiteY8" fmla="*/ 23656 h 398455"/>
                <a:gd name="connsiteX9" fmla="*/ 799898 w 820485"/>
                <a:gd name="connsiteY9" fmla="*/ 57694 h 398455"/>
                <a:gd name="connsiteX10" fmla="*/ 750914 w 820485"/>
                <a:gd name="connsiteY10" fmla="*/ 100111 h 398455"/>
                <a:gd name="connsiteX11" fmla="*/ 580717 w 820485"/>
                <a:gd name="connsiteY11" fmla="*/ 104007 h 398455"/>
                <a:gd name="connsiteX0" fmla="*/ 683952 w 923720"/>
                <a:gd name="connsiteY0" fmla="*/ 104007 h 503806"/>
                <a:gd name="connsiteX1" fmla="*/ 505403 w 923720"/>
                <a:gd name="connsiteY1" fmla="*/ 156548 h 503806"/>
                <a:gd name="connsiteX2" fmla="*/ 341309 w 923720"/>
                <a:gd name="connsiteY2" fmla="*/ 272774 h 503806"/>
                <a:gd name="connsiteX3" fmla="*/ 249216 w 923720"/>
                <a:gd name="connsiteY3" fmla="*/ 386329 h 503806"/>
                <a:gd name="connsiteX4" fmla="*/ 5463 w 923720"/>
                <a:gd name="connsiteY4" fmla="*/ 501790 h 503806"/>
                <a:gd name="connsiteX5" fmla="*/ 226622 w 923720"/>
                <a:gd name="connsiteY5" fmla="*/ 243149 h 503806"/>
                <a:gd name="connsiteX6" fmla="*/ 369778 w 923720"/>
                <a:gd name="connsiteY6" fmla="*/ 113232 h 503806"/>
                <a:gd name="connsiteX7" fmla="*/ 585073 w 923720"/>
                <a:gd name="connsiteY7" fmla="*/ 6316 h 503806"/>
                <a:gd name="connsiteX8" fmla="*/ 886212 w 923720"/>
                <a:gd name="connsiteY8" fmla="*/ 23656 h 503806"/>
                <a:gd name="connsiteX9" fmla="*/ 903133 w 923720"/>
                <a:gd name="connsiteY9" fmla="*/ 57694 h 503806"/>
                <a:gd name="connsiteX10" fmla="*/ 854149 w 923720"/>
                <a:gd name="connsiteY10" fmla="*/ 100111 h 503806"/>
                <a:gd name="connsiteX11" fmla="*/ 683952 w 923720"/>
                <a:gd name="connsiteY11" fmla="*/ 104007 h 503806"/>
                <a:gd name="connsiteX0" fmla="*/ 683952 w 923720"/>
                <a:gd name="connsiteY0" fmla="*/ 104007 h 516921"/>
                <a:gd name="connsiteX1" fmla="*/ 505403 w 923720"/>
                <a:gd name="connsiteY1" fmla="*/ 156548 h 516921"/>
                <a:gd name="connsiteX2" fmla="*/ 341309 w 923720"/>
                <a:gd name="connsiteY2" fmla="*/ 272774 h 516921"/>
                <a:gd name="connsiteX3" fmla="*/ 249216 w 923720"/>
                <a:gd name="connsiteY3" fmla="*/ 386329 h 516921"/>
                <a:gd name="connsiteX4" fmla="*/ 145962 w 923720"/>
                <a:gd name="connsiteY4" fmla="*/ 484353 h 516921"/>
                <a:gd name="connsiteX5" fmla="*/ 5463 w 923720"/>
                <a:gd name="connsiteY5" fmla="*/ 501790 h 516921"/>
                <a:gd name="connsiteX6" fmla="*/ 226622 w 923720"/>
                <a:gd name="connsiteY6" fmla="*/ 243149 h 516921"/>
                <a:gd name="connsiteX7" fmla="*/ 369778 w 923720"/>
                <a:gd name="connsiteY7" fmla="*/ 113232 h 516921"/>
                <a:gd name="connsiteX8" fmla="*/ 585073 w 923720"/>
                <a:gd name="connsiteY8" fmla="*/ 6316 h 516921"/>
                <a:gd name="connsiteX9" fmla="*/ 886212 w 923720"/>
                <a:gd name="connsiteY9" fmla="*/ 23656 h 516921"/>
                <a:gd name="connsiteX10" fmla="*/ 903133 w 923720"/>
                <a:gd name="connsiteY10" fmla="*/ 57694 h 516921"/>
                <a:gd name="connsiteX11" fmla="*/ 854149 w 923720"/>
                <a:gd name="connsiteY11" fmla="*/ 100111 h 516921"/>
                <a:gd name="connsiteX12" fmla="*/ 683952 w 923720"/>
                <a:gd name="connsiteY12" fmla="*/ 104007 h 516921"/>
                <a:gd name="connsiteX0" fmla="*/ 952203 w 1191971"/>
                <a:gd name="connsiteY0" fmla="*/ 104007 h 742093"/>
                <a:gd name="connsiteX1" fmla="*/ 773654 w 1191971"/>
                <a:gd name="connsiteY1" fmla="*/ 156548 h 742093"/>
                <a:gd name="connsiteX2" fmla="*/ 609560 w 1191971"/>
                <a:gd name="connsiteY2" fmla="*/ 272774 h 742093"/>
                <a:gd name="connsiteX3" fmla="*/ 517467 w 1191971"/>
                <a:gd name="connsiteY3" fmla="*/ 386329 h 742093"/>
                <a:gd name="connsiteX4" fmla="*/ 414213 w 1191971"/>
                <a:gd name="connsiteY4" fmla="*/ 484353 h 742093"/>
                <a:gd name="connsiteX5" fmla="*/ 2710 w 1191971"/>
                <a:gd name="connsiteY5" fmla="*/ 739048 h 742093"/>
                <a:gd name="connsiteX6" fmla="*/ 494873 w 1191971"/>
                <a:gd name="connsiteY6" fmla="*/ 243149 h 742093"/>
                <a:gd name="connsiteX7" fmla="*/ 638029 w 1191971"/>
                <a:gd name="connsiteY7" fmla="*/ 113232 h 742093"/>
                <a:gd name="connsiteX8" fmla="*/ 853324 w 1191971"/>
                <a:gd name="connsiteY8" fmla="*/ 6316 h 742093"/>
                <a:gd name="connsiteX9" fmla="*/ 1154463 w 1191971"/>
                <a:gd name="connsiteY9" fmla="*/ 23656 h 742093"/>
                <a:gd name="connsiteX10" fmla="*/ 1171384 w 1191971"/>
                <a:gd name="connsiteY10" fmla="*/ 57694 h 742093"/>
                <a:gd name="connsiteX11" fmla="*/ 1122400 w 1191971"/>
                <a:gd name="connsiteY11" fmla="*/ 100111 h 742093"/>
                <a:gd name="connsiteX12" fmla="*/ 952203 w 1191971"/>
                <a:gd name="connsiteY12" fmla="*/ 104007 h 742093"/>
                <a:gd name="connsiteX0" fmla="*/ 955527 w 1195295"/>
                <a:gd name="connsiteY0" fmla="*/ 104007 h 755071"/>
                <a:gd name="connsiteX1" fmla="*/ 776978 w 1195295"/>
                <a:gd name="connsiteY1" fmla="*/ 156548 h 755071"/>
                <a:gd name="connsiteX2" fmla="*/ 612884 w 1195295"/>
                <a:gd name="connsiteY2" fmla="*/ 272774 h 755071"/>
                <a:gd name="connsiteX3" fmla="*/ 520791 w 1195295"/>
                <a:gd name="connsiteY3" fmla="*/ 386329 h 755071"/>
                <a:gd name="connsiteX4" fmla="*/ 417537 w 1195295"/>
                <a:gd name="connsiteY4" fmla="*/ 484353 h 755071"/>
                <a:gd name="connsiteX5" fmla="*/ 239827 w 1195295"/>
                <a:gd name="connsiteY5" fmla="*/ 631089 h 755071"/>
                <a:gd name="connsiteX6" fmla="*/ 6034 w 1195295"/>
                <a:gd name="connsiteY6" fmla="*/ 739048 h 755071"/>
                <a:gd name="connsiteX7" fmla="*/ 498197 w 1195295"/>
                <a:gd name="connsiteY7" fmla="*/ 243149 h 755071"/>
                <a:gd name="connsiteX8" fmla="*/ 641353 w 1195295"/>
                <a:gd name="connsiteY8" fmla="*/ 113232 h 755071"/>
                <a:gd name="connsiteX9" fmla="*/ 856648 w 1195295"/>
                <a:gd name="connsiteY9" fmla="*/ 6316 h 755071"/>
                <a:gd name="connsiteX10" fmla="*/ 1157787 w 1195295"/>
                <a:gd name="connsiteY10" fmla="*/ 23656 h 755071"/>
                <a:gd name="connsiteX11" fmla="*/ 1174708 w 1195295"/>
                <a:gd name="connsiteY11" fmla="*/ 57694 h 755071"/>
                <a:gd name="connsiteX12" fmla="*/ 1125724 w 1195295"/>
                <a:gd name="connsiteY12" fmla="*/ 100111 h 755071"/>
                <a:gd name="connsiteX13" fmla="*/ 955527 w 1195295"/>
                <a:gd name="connsiteY13" fmla="*/ 104007 h 755071"/>
                <a:gd name="connsiteX0" fmla="*/ 1026665 w 1266433"/>
                <a:gd name="connsiteY0" fmla="*/ 104007 h 800626"/>
                <a:gd name="connsiteX1" fmla="*/ 848116 w 1266433"/>
                <a:gd name="connsiteY1" fmla="*/ 156548 h 800626"/>
                <a:gd name="connsiteX2" fmla="*/ 684022 w 1266433"/>
                <a:gd name="connsiteY2" fmla="*/ 272774 h 800626"/>
                <a:gd name="connsiteX3" fmla="*/ 591929 w 1266433"/>
                <a:gd name="connsiteY3" fmla="*/ 386329 h 800626"/>
                <a:gd name="connsiteX4" fmla="*/ 488675 w 1266433"/>
                <a:gd name="connsiteY4" fmla="*/ 484353 h 800626"/>
                <a:gd name="connsiteX5" fmla="*/ 310965 w 1266433"/>
                <a:gd name="connsiteY5" fmla="*/ 631089 h 800626"/>
                <a:gd name="connsiteX6" fmla="*/ 4648 w 1266433"/>
                <a:gd name="connsiteY6" fmla="*/ 788147 h 800626"/>
                <a:gd name="connsiteX7" fmla="*/ 569335 w 1266433"/>
                <a:gd name="connsiteY7" fmla="*/ 243149 h 800626"/>
                <a:gd name="connsiteX8" fmla="*/ 712491 w 1266433"/>
                <a:gd name="connsiteY8" fmla="*/ 113232 h 800626"/>
                <a:gd name="connsiteX9" fmla="*/ 927786 w 1266433"/>
                <a:gd name="connsiteY9" fmla="*/ 6316 h 800626"/>
                <a:gd name="connsiteX10" fmla="*/ 1228925 w 1266433"/>
                <a:gd name="connsiteY10" fmla="*/ 23656 h 800626"/>
                <a:gd name="connsiteX11" fmla="*/ 1245846 w 1266433"/>
                <a:gd name="connsiteY11" fmla="*/ 57694 h 800626"/>
                <a:gd name="connsiteX12" fmla="*/ 1196862 w 1266433"/>
                <a:gd name="connsiteY12" fmla="*/ 100111 h 800626"/>
                <a:gd name="connsiteX13" fmla="*/ 1026665 w 1266433"/>
                <a:gd name="connsiteY13" fmla="*/ 104007 h 800626"/>
                <a:gd name="connsiteX0" fmla="*/ 1099907 w 1339675"/>
                <a:gd name="connsiteY0" fmla="*/ 104007 h 866377"/>
                <a:gd name="connsiteX1" fmla="*/ 921358 w 1339675"/>
                <a:gd name="connsiteY1" fmla="*/ 156548 h 866377"/>
                <a:gd name="connsiteX2" fmla="*/ 757264 w 1339675"/>
                <a:gd name="connsiteY2" fmla="*/ 272774 h 866377"/>
                <a:gd name="connsiteX3" fmla="*/ 665171 w 1339675"/>
                <a:gd name="connsiteY3" fmla="*/ 386329 h 866377"/>
                <a:gd name="connsiteX4" fmla="*/ 561917 w 1339675"/>
                <a:gd name="connsiteY4" fmla="*/ 484353 h 866377"/>
                <a:gd name="connsiteX5" fmla="*/ 384207 w 1339675"/>
                <a:gd name="connsiteY5" fmla="*/ 631089 h 866377"/>
                <a:gd name="connsiteX6" fmla="*/ 3762 w 1339675"/>
                <a:gd name="connsiteY6" fmla="*/ 856868 h 866377"/>
                <a:gd name="connsiteX7" fmla="*/ 642577 w 1339675"/>
                <a:gd name="connsiteY7" fmla="*/ 243149 h 866377"/>
                <a:gd name="connsiteX8" fmla="*/ 785733 w 1339675"/>
                <a:gd name="connsiteY8" fmla="*/ 113232 h 866377"/>
                <a:gd name="connsiteX9" fmla="*/ 1001028 w 1339675"/>
                <a:gd name="connsiteY9" fmla="*/ 6316 h 866377"/>
                <a:gd name="connsiteX10" fmla="*/ 1302167 w 1339675"/>
                <a:gd name="connsiteY10" fmla="*/ 23656 h 866377"/>
                <a:gd name="connsiteX11" fmla="*/ 1319088 w 1339675"/>
                <a:gd name="connsiteY11" fmla="*/ 57694 h 866377"/>
                <a:gd name="connsiteX12" fmla="*/ 1270104 w 1339675"/>
                <a:gd name="connsiteY12" fmla="*/ 100111 h 866377"/>
                <a:gd name="connsiteX13" fmla="*/ 1099907 w 1339675"/>
                <a:gd name="connsiteY13" fmla="*/ 104007 h 866377"/>
                <a:gd name="connsiteX0" fmla="*/ 1117447 w 1357215"/>
                <a:gd name="connsiteY0" fmla="*/ 104007 h 892439"/>
                <a:gd name="connsiteX1" fmla="*/ 938898 w 1357215"/>
                <a:gd name="connsiteY1" fmla="*/ 156548 h 892439"/>
                <a:gd name="connsiteX2" fmla="*/ 774804 w 1357215"/>
                <a:gd name="connsiteY2" fmla="*/ 272774 h 892439"/>
                <a:gd name="connsiteX3" fmla="*/ 682711 w 1357215"/>
                <a:gd name="connsiteY3" fmla="*/ 386329 h 892439"/>
                <a:gd name="connsiteX4" fmla="*/ 579457 w 1357215"/>
                <a:gd name="connsiteY4" fmla="*/ 484353 h 892439"/>
                <a:gd name="connsiteX5" fmla="*/ 401747 w 1357215"/>
                <a:gd name="connsiteY5" fmla="*/ 631089 h 892439"/>
                <a:gd name="connsiteX6" fmla="*/ 176537 w 1357215"/>
                <a:gd name="connsiteY6" fmla="*/ 804395 h 892439"/>
                <a:gd name="connsiteX7" fmla="*/ 21302 w 1357215"/>
                <a:gd name="connsiteY7" fmla="*/ 856868 h 892439"/>
                <a:gd name="connsiteX8" fmla="*/ 660117 w 1357215"/>
                <a:gd name="connsiteY8" fmla="*/ 243149 h 892439"/>
                <a:gd name="connsiteX9" fmla="*/ 803273 w 1357215"/>
                <a:gd name="connsiteY9" fmla="*/ 113232 h 892439"/>
                <a:gd name="connsiteX10" fmla="*/ 1018568 w 1357215"/>
                <a:gd name="connsiteY10" fmla="*/ 6316 h 892439"/>
                <a:gd name="connsiteX11" fmla="*/ 1319707 w 1357215"/>
                <a:gd name="connsiteY11" fmla="*/ 23656 h 892439"/>
                <a:gd name="connsiteX12" fmla="*/ 1336628 w 1357215"/>
                <a:gd name="connsiteY12" fmla="*/ 57694 h 892439"/>
                <a:gd name="connsiteX13" fmla="*/ 1287644 w 1357215"/>
                <a:gd name="connsiteY13" fmla="*/ 100111 h 892439"/>
                <a:gd name="connsiteX14" fmla="*/ 1117447 w 1357215"/>
                <a:gd name="connsiteY14" fmla="*/ 104007 h 892439"/>
                <a:gd name="connsiteX0" fmla="*/ 1137914 w 1377682"/>
                <a:gd name="connsiteY0" fmla="*/ 104007 h 913921"/>
                <a:gd name="connsiteX1" fmla="*/ 959365 w 1377682"/>
                <a:gd name="connsiteY1" fmla="*/ 156548 h 913921"/>
                <a:gd name="connsiteX2" fmla="*/ 795271 w 1377682"/>
                <a:gd name="connsiteY2" fmla="*/ 272774 h 913921"/>
                <a:gd name="connsiteX3" fmla="*/ 703178 w 1377682"/>
                <a:gd name="connsiteY3" fmla="*/ 386329 h 913921"/>
                <a:gd name="connsiteX4" fmla="*/ 599924 w 1377682"/>
                <a:gd name="connsiteY4" fmla="*/ 484353 h 913921"/>
                <a:gd name="connsiteX5" fmla="*/ 422214 w 1377682"/>
                <a:gd name="connsiteY5" fmla="*/ 631089 h 913921"/>
                <a:gd name="connsiteX6" fmla="*/ 197004 w 1377682"/>
                <a:gd name="connsiteY6" fmla="*/ 804395 h 913921"/>
                <a:gd name="connsiteX7" fmla="*/ 82771 w 1377682"/>
                <a:gd name="connsiteY7" fmla="*/ 881226 h 913921"/>
                <a:gd name="connsiteX8" fmla="*/ 41769 w 1377682"/>
                <a:gd name="connsiteY8" fmla="*/ 856868 h 913921"/>
                <a:gd name="connsiteX9" fmla="*/ 680584 w 1377682"/>
                <a:gd name="connsiteY9" fmla="*/ 243149 h 913921"/>
                <a:gd name="connsiteX10" fmla="*/ 823740 w 1377682"/>
                <a:gd name="connsiteY10" fmla="*/ 113232 h 913921"/>
                <a:gd name="connsiteX11" fmla="*/ 1039035 w 1377682"/>
                <a:gd name="connsiteY11" fmla="*/ 6316 h 913921"/>
                <a:gd name="connsiteX12" fmla="*/ 1340174 w 1377682"/>
                <a:gd name="connsiteY12" fmla="*/ 23656 h 913921"/>
                <a:gd name="connsiteX13" fmla="*/ 1357095 w 1377682"/>
                <a:gd name="connsiteY13" fmla="*/ 57694 h 913921"/>
                <a:gd name="connsiteX14" fmla="*/ 1308111 w 1377682"/>
                <a:gd name="connsiteY14" fmla="*/ 100111 h 913921"/>
                <a:gd name="connsiteX15" fmla="*/ 1137914 w 1377682"/>
                <a:gd name="connsiteY15" fmla="*/ 104007 h 913921"/>
                <a:gd name="connsiteX0" fmla="*/ 1152040 w 1391808"/>
                <a:gd name="connsiteY0" fmla="*/ 104007 h 913500"/>
                <a:gd name="connsiteX1" fmla="*/ 973491 w 1391808"/>
                <a:gd name="connsiteY1" fmla="*/ 156548 h 913500"/>
                <a:gd name="connsiteX2" fmla="*/ 809397 w 1391808"/>
                <a:gd name="connsiteY2" fmla="*/ 272774 h 913500"/>
                <a:gd name="connsiteX3" fmla="*/ 717304 w 1391808"/>
                <a:gd name="connsiteY3" fmla="*/ 386329 h 913500"/>
                <a:gd name="connsiteX4" fmla="*/ 614050 w 1391808"/>
                <a:gd name="connsiteY4" fmla="*/ 484353 h 913500"/>
                <a:gd name="connsiteX5" fmla="*/ 436340 w 1391808"/>
                <a:gd name="connsiteY5" fmla="*/ 631089 h 913500"/>
                <a:gd name="connsiteX6" fmla="*/ 211130 w 1391808"/>
                <a:gd name="connsiteY6" fmla="*/ 804395 h 913500"/>
                <a:gd name="connsiteX7" fmla="*/ 96897 w 1391808"/>
                <a:gd name="connsiteY7" fmla="*/ 881226 h 913500"/>
                <a:gd name="connsiteX8" fmla="*/ 43335 w 1391808"/>
                <a:gd name="connsiteY8" fmla="*/ 884740 h 913500"/>
                <a:gd name="connsiteX9" fmla="*/ 55895 w 1391808"/>
                <a:gd name="connsiteY9" fmla="*/ 856868 h 913500"/>
                <a:gd name="connsiteX10" fmla="*/ 694710 w 1391808"/>
                <a:gd name="connsiteY10" fmla="*/ 243149 h 913500"/>
                <a:gd name="connsiteX11" fmla="*/ 837866 w 1391808"/>
                <a:gd name="connsiteY11" fmla="*/ 113232 h 913500"/>
                <a:gd name="connsiteX12" fmla="*/ 1053161 w 1391808"/>
                <a:gd name="connsiteY12" fmla="*/ 6316 h 913500"/>
                <a:gd name="connsiteX13" fmla="*/ 1354300 w 1391808"/>
                <a:gd name="connsiteY13" fmla="*/ 23656 h 913500"/>
                <a:gd name="connsiteX14" fmla="*/ 1371221 w 1391808"/>
                <a:gd name="connsiteY14" fmla="*/ 57694 h 913500"/>
                <a:gd name="connsiteX15" fmla="*/ 1322237 w 1391808"/>
                <a:gd name="connsiteY15" fmla="*/ 100111 h 913500"/>
                <a:gd name="connsiteX16" fmla="*/ 1152040 w 1391808"/>
                <a:gd name="connsiteY16" fmla="*/ 104007 h 913500"/>
                <a:gd name="connsiteX0" fmla="*/ 1136136 w 1375904"/>
                <a:gd name="connsiteY0" fmla="*/ 104007 h 913929"/>
                <a:gd name="connsiteX1" fmla="*/ 957587 w 1375904"/>
                <a:gd name="connsiteY1" fmla="*/ 156548 h 913929"/>
                <a:gd name="connsiteX2" fmla="*/ 793493 w 1375904"/>
                <a:gd name="connsiteY2" fmla="*/ 272774 h 913929"/>
                <a:gd name="connsiteX3" fmla="*/ 701400 w 1375904"/>
                <a:gd name="connsiteY3" fmla="*/ 386329 h 913929"/>
                <a:gd name="connsiteX4" fmla="*/ 598146 w 1375904"/>
                <a:gd name="connsiteY4" fmla="*/ 484353 h 913929"/>
                <a:gd name="connsiteX5" fmla="*/ 420436 w 1375904"/>
                <a:gd name="connsiteY5" fmla="*/ 631089 h 913929"/>
                <a:gd name="connsiteX6" fmla="*/ 195226 w 1375904"/>
                <a:gd name="connsiteY6" fmla="*/ 804395 h 913929"/>
                <a:gd name="connsiteX7" fmla="*/ 80993 w 1375904"/>
                <a:gd name="connsiteY7" fmla="*/ 881226 h 913929"/>
                <a:gd name="connsiteX8" fmla="*/ 39991 w 1375904"/>
                <a:gd name="connsiteY8" fmla="*/ 856868 h 913929"/>
                <a:gd name="connsiteX9" fmla="*/ 678806 w 1375904"/>
                <a:gd name="connsiteY9" fmla="*/ 243149 h 913929"/>
                <a:gd name="connsiteX10" fmla="*/ 821962 w 1375904"/>
                <a:gd name="connsiteY10" fmla="*/ 113232 h 913929"/>
                <a:gd name="connsiteX11" fmla="*/ 1037257 w 1375904"/>
                <a:gd name="connsiteY11" fmla="*/ 6316 h 913929"/>
                <a:gd name="connsiteX12" fmla="*/ 1338396 w 1375904"/>
                <a:gd name="connsiteY12" fmla="*/ 23656 h 913929"/>
                <a:gd name="connsiteX13" fmla="*/ 1355317 w 1375904"/>
                <a:gd name="connsiteY13" fmla="*/ 57694 h 913929"/>
                <a:gd name="connsiteX14" fmla="*/ 1306333 w 1375904"/>
                <a:gd name="connsiteY14" fmla="*/ 100111 h 913929"/>
                <a:gd name="connsiteX15" fmla="*/ 1136136 w 1375904"/>
                <a:gd name="connsiteY15" fmla="*/ 104007 h 913929"/>
                <a:gd name="connsiteX0" fmla="*/ 1143944 w 1383712"/>
                <a:gd name="connsiteY0" fmla="*/ 104007 h 923292"/>
                <a:gd name="connsiteX1" fmla="*/ 965395 w 1383712"/>
                <a:gd name="connsiteY1" fmla="*/ 156548 h 923292"/>
                <a:gd name="connsiteX2" fmla="*/ 801301 w 1383712"/>
                <a:gd name="connsiteY2" fmla="*/ 272774 h 923292"/>
                <a:gd name="connsiteX3" fmla="*/ 709208 w 1383712"/>
                <a:gd name="connsiteY3" fmla="*/ 386329 h 923292"/>
                <a:gd name="connsiteX4" fmla="*/ 605954 w 1383712"/>
                <a:gd name="connsiteY4" fmla="*/ 484353 h 923292"/>
                <a:gd name="connsiteX5" fmla="*/ 428244 w 1383712"/>
                <a:gd name="connsiteY5" fmla="*/ 631089 h 923292"/>
                <a:gd name="connsiteX6" fmla="*/ 88801 w 1383712"/>
                <a:gd name="connsiteY6" fmla="*/ 881226 h 923292"/>
                <a:gd name="connsiteX7" fmla="*/ 47799 w 1383712"/>
                <a:gd name="connsiteY7" fmla="*/ 856868 h 923292"/>
                <a:gd name="connsiteX8" fmla="*/ 686614 w 1383712"/>
                <a:gd name="connsiteY8" fmla="*/ 243149 h 923292"/>
                <a:gd name="connsiteX9" fmla="*/ 829770 w 1383712"/>
                <a:gd name="connsiteY9" fmla="*/ 113232 h 923292"/>
                <a:gd name="connsiteX10" fmla="*/ 1045065 w 1383712"/>
                <a:gd name="connsiteY10" fmla="*/ 6316 h 923292"/>
                <a:gd name="connsiteX11" fmla="*/ 1346204 w 1383712"/>
                <a:gd name="connsiteY11" fmla="*/ 23656 h 923292"/>
                <a:gd name="connsiteX12" fmla="*/ 1363125 w 1383712"/>
                <a:gd name="connsiteY12" fmla="*/ 57694 h 923292"/>
                <a:gd name="connsiteX13" fmla="*/ 1314141 w 1383712"/>
                <a:gd name="connsiteY13" fmla="*/ 100111 h 923292"/>
                <a:gd name="connsiteX14" fmla="*/ 1143944 w 1383712"/>
                <a:gd name="connsiteY14" fmla="*/ 104007 h 923292"/>
                <a:gd name="connsiteX0" fmla="*/ 1059394 w 1299162"/>
                <a:gd name="connsiteY0" fmla="*/ 104007 h 891858"/>
                <a:gd name="connsiteX1" fmla="*/ 880845 w 1299162"/>
                <a:gd name="connsiteY1" fmla="*/ 156548 h 891858"/>
                <a:gd name="connsiteX2" fmla="*/ 716751 w 1299162"/>
                <a:gd name="connsiteY2" fmla="*/ 272774 h 891858"/>
                <a:gd name="connsiteX3" fmla="*/ 624658 w 1299162"/>
                <a:gd name="connsiteY3" fmla="*/ 386329 h 891858"/>
                <a:gd name="connsiteX4" fmla="*/ 521404 w 1299162"/>
                <a:gd name="connsiteY4" fmla="*/ 484353 h 891858"/>
                <a:gd name="connsiteX5" fmla="*/ 343694 w 1299162"/>
                <a:gd name="connsiteY5" fmla="*/ 631089 h 891858"/>
                <a:gd name="connsiteX6" fmla="*/ 4251 w 1299162"/>
                <a:gd name="connsiteY6" fmla="*/ 881226 h 891858"/>
                <a:gd name="connsiteX7" fmla="*/ 602064 w 1299162"/>
                <a:gd name="connsiteY7" fmla="*/ 243149 h 891858"/>
                <a:gd name="connsiteX8" fmla="*/ 745220 w 1299162"/>
                <a:gd name="connsiteY8" fmla="*/ 113232 h 891858"/>
                <a:gd name="connsiteX9" fmla="*/ 960515 w 1299162"/>
                <a:gd name="connsiteY9" fmla="*/ 6316 h 891858"/>
                <a:gd name="connsiteX10" fmla="*/ 1261654 w 1299162"/>
                <a:gd name="connsiteY10" fmla="*/ 23656 h 891858"/>
                <a:gd name="connsiteX11" fmla="*/ 1278575 w 1299162"/>
                <a:gd name="connsiteY11" fmla="*/ 57694 h 891858"/>
                <a:gd name="connsiteX12" fmla="*/ 1229591 w 1299162"/>
                <a:gd name="connsiteY12" fmla="*/ 100111 h 891858"/>
                <a:gd name="connsiteX13" fmla="*/ 1059394 w 1299162"/>
                <a:gd name="connsiteY13" fmla="*/ 104007 h 891858"/>
                <a:gd name="connsiteX0" fmla="*/ 715700 w 955468"/>
                <a:gd name="connsiteY0" fmla="*/ 104007 h 631089"/>
                <a:gd name="connsiteX1" fmla="*/ 537151 w 955468"/>
                <a:gd name="connsiteY1" fmla="*/ 156548 h 631089"/>
                <a:gd name="connsiteX2" fmla="*/ 373057 w 955468"/>
                <a:gd name="connsiteY2" fmla="*/ 272774 h 631089"/>
                <a:gd name="connsiteX3" fmla="*/ 280964 w 955468"/>
                <a:gd name="connsiteY3" fmla="*/ 386329 h 631089"/>
                <a:gd name="connsiteX4" fmla="*/ 177710 w 955468"/>
                <a:gd name="connsiteY4" fmla="*/ 484353 h 631089"/>
                <a:gd name="connsiteX5" fmla="*/ 0 w 955468"/>
                <a:gd name="connsiteY5" fmla="*/ 631089 h 631089"/>
                <a:gd name="connsiteX6" fmla="*/ 258370 w 955468"/>
                <a:gd name="connsiteY6" fmla="*/ 243149 h 631089"/>
                <a:gd name="connsiteX7" fmla="*/ 401526 w 955468"/>
                <a:gd name="connsiteY7" fmla="*/ 113232 h 631089"/>
                <a:gd name="connsiteX8" fmla="*/ 616821 w 955468"/>
                <a:gd name="connsiteY8" fmla="*/ 6316 h 631089"/>
                <a:gd name="connsiteX9" fmla="*/ 917960 w 955468"/>
                <a:gd name="connsiteY9" fmla="*/ 23656 h 631089"/>
                <a:gd name="connsiteX10" fmla="*/ 934881 w 955468"/>
                <a:gd name="connsiteY10" fmla="*/ 57694 h 631089"/>
                <a:gd name="connsiteX11" fmla="*/ 885897 w 955468"/>
                <a:gd name="connsiteY11" fmla="*/ 100111 h 631089"/>
                <a:gd name="connsiteX12" fmla="*/ 715700 w 955468"/>
                <a:gd name="connsiteY12" fmla="*/ 104007 h 631089"/>
                <a:gd name="connsiteX0" fmla="*/ 538203 w 777971"/>
                <a:gd name="connsiteY0" fmla="*/ 104007 h 484353"/>
                <a:gd name="connsiteX1" fmla="*/ 359654 w 777971"/>
                <a:gd name="connsiteY1" fmla="*/ 156548 h 484353"/>
                <a:gd name="connsiteX2" fmla="*/ 195560 w 777971"/>
                <a:gd name="connsiteY2" fmla="*/ 272774 h 484353"/>
                <a:gd name="connsiteX3" fmla="*/ 103467 w 777971"/>
                <a:gd name="connsiteY3" fmla="*/ 386329 h 484353"/>
                <a:gd name="connsiteX4" fmla="*/ 213 w 777971"/>
                <a:gd name="connsiteY4" fmla="*/ 484353 h 484353"/>
                <a:gd name="connsiteX5" fmla="*/ 80873 w 777971"/>
                <a:gd name="connsiteY5" fmla="*/ 243149 h 484353"/>
                <a:gd name="connsiteX6" fmla="*/ 224029 w 777971"/>
                <a:gd name="connsiteY6" fmla="*/ 113232 h 484353"/>
                <a:gd name="connsiteX7" fmla="*/ 439324 w 777971"/>
                <a:gd name="connsiteY7" fmla="*/ 6316 h 484353"/>
                <a:gd name="connsiteX8" fmla="*/ 740463 w 777971"/>
                <a:gd name="connsiteY8" fmla="*/ 23656 h 484353"/>
                <a:gd name="connsiteX9" fmla="*/ 757384 w 777971"/>
                <a:gd name="connsiteY9" fmla="*/ 57694 h 484353"/>
                <a:gd name="connsiteX10" fmla="*/ 708400 w 777971"/>
                <a:gd name="connsiteY10" fmla="*/ 100111 h 484353"/>
                <a:gd name="connsiteX11" fmla="*/ 538203 w 777971"/>
                <a:gd name="connsiteY11" fmla="*/ 104007 h 484353"/>
                <a:gd name="connsiteX0" fmla="*/ 465004 w 704772"/>
                <a:gd name="connsiteY0" fmla="*/ 104007 h 386329"/>
                <a:gd name="connsiteX1" fmla="*/ 286455 w 704772"/>
                <a:gd name="connsiteY1" fmla="*/ 156548 h 386329"/>
                <a:gd name="connsiteX2" fmla="*/ 122361 w 704772"/>
                <a:gd name="connsiteY2" fmla="*/ 272774 h 386329"/>
                <a:gd name="connsiteX3" fmla="*/ 30268 w 704772"/>
                <a:gd name="connsiteY3" fmla="*/ 386329 h 386329"/>
                <a:gd name="connsiteX4" fmla="*/ 7674 w 704772"/>
                <a:gd name="connsiteY4" fmla="*/ 243149 h 386329"/>
                <a:gd name="connsiteX5" fmla="*/ 150830 w 704772"/>
                <a:gd name="connsiteY5" fmla="*/ 113232 h 386329"/>
                <a:gd name="connsiteX6" fmla="*/ 366125 w 704772"/>
                <a:gd name="connsiteY6" fmla="*/ 6316 h 386329"/>
                <a:gd name="connsiteX7" fmla="*/ 667264 w 704772"/>
                <a:gd name="connsiteY7" fmla="*/ 23656 h 386329"/>
                <a:gd name="connsiteX8" fmla="*/ 684185 w 704772"/>
                <a:gd name="connsiteY8" fmla="*/ 57694 h 386329"/>
                <a:gd name="connsiteX9" fmla="*/ 635201 w 704772"/>
                <a:gd name="connsiteY9" fmla="*/ 100111 h 386329"/>
                <a:gd name="connsiteX10" fmla="*/ 465004 w 704772"/>
                <a:gd name="connsiteY10" fmla="*/ 104007 h 386329"/>
                <a:gd name="connsiteX0" fmla="*/ 457551 w 697319"/>
                <a:gd name="connsiteY0" fmla="*/ 104007 h 277973"/>
                <a:gd name="connsiteX1" fmla="*/ 279002 w 697319"/>
                <a:gd name="connsiteY1" fmla="*/ 156548 h 277973"/>
                <a:gd name="connsiteX2" fmla="*/ 114908 w 697319"/>
                <a:gd name="connsiteY2" fmla="*/ 272774 h 277973"/>
                <a:gd name="connsiteX3" fmla="*/ 221 w 697319"/>
                <a:gd name="connsiteY3" fmla="*/ 243149 h 277973"/>
                <a:gd name="connsiteX4" fmla="*/ 143377 w 697319"/>
                <a:gd name="connsiteY4" fmla="*/ 113232 h 277973"/>
                <a:gd name="connsiteX5" fmla="*/ 358672 w 697319"/>
                <a:gd name="connsiteY5" fmla="*/ 6316 h 277973"/>
                <a:gd name="connsiteX6" fmla="*/ 659811 w 697319"/>
                <a:gd name="connsiteY6" fmla="*/ 23656 h 277973"/>
                <a:gd name="connsiteX7" fmla="*/ 676732 w 697319"/>
                <a:gd name="connsiteY7" fmla="*/ 57694 h 277973"/>
                <a:gd name="connsiteX8" fmla="*/ 627748 w 697319"/>
                <a:gd name="connsiteY8" fmla="*/ 100111 h 277973"/>
                <a:gd name="connsiteX9" fmla="*/ 457551 w 697319"/>
                <a:gd name="connsiteY9" fmla="*/ 104007 h 277973"/>
                <a:gd name="connsiteX0" fmla="*/ 457330 w 697098"/>
                <a:gd name="connsiteY0" fmla="*/ 104007 h 243664"/>
                <a:gd name="connsiteX1" fmla="*/ 278781 w 697098"/>
                <a:gd name="connsiteY1" fmla="*/ 156548 h 243664"/>
                <a:gd name="connsiteX2" fmla="*/ 0 w 697098"/>
                <a:gd name="connsiteY2" fmla="*/ 243149 h 243664"/>
                <a:gd name="connsiteX3" fmla="*/ 143156 w 697098"/>
                <a:gd name="connsiteY3" fmla="*/ 113232 h 243664"/>
                <a:gd name="connsiteX4" fmla="*/ 358451 w 697098"/>
                <a:gd name="connsiteY4" fmla="*/ 6316 h 243664"/>
                <a:gd name="connsiteX5" fmla="*/ 659590 w 697098"/>
                <a:gd name="connsiteY5" fmla="*/ 23656 h 243664"/>
                <a:gd name="connsiteX6" fmla="*/ 676511 w 697098"/>
                <a:gd name="connsiteY6" fmla="*/ 57694 h 243664"/>
                <a:gd name="connsiteX7" fmla="*/ 627527 w 697098"/>
                <a:gd name="connsiteY7" fmla="*/ 100111 h 243664"/>
                <a:gd name="connsiteX8" fmla="*/ 457330 w 697098"/>
                <a:gd name="connsiteY8" fmla="*/ 104007 h 243664"/>
                <a:gd name="connsiteX0" fmla="*/ 315415 w 555183"/>
                <a:gd name="connsiteY0" fmla="*/ 104007 h 156631"/>
                <a:gd name="connsiteX1" fmla="*/ 136866 w 555183"/>
                <a:gd name="connsiteY1" fmla="*/ 156548 h 156631"/>
                <a:gd name="connsiteX2" fmla="*/ 1241 w 555183"/>
                <a:gd name="connsiteY2" fmla="*/ 113232 h 156631"/>
                <a:gd name="connsiteX3" fmla="*/ 216536 w 555183"/>
                <a:gd name="connsiteY3" fmla="*/ 6316 h 156631"/>
                <a:gd name="connsiteX4" fmla="*/ 517675 w 555183"/>
                <a:gd name="connsiteY4" fmla="*/ 23656 h 156631"/>
                <a:gd name="connsiteX5" fmla="*/ 534596 w 555183"/>
                <a:gd name="connsiteY5" fmla="*/ 57694 h 156631"/>
                <a:gd name="connsiteX6" fmla="*/ 485612 w 555183"/>
                <a:gd name="connsiteY6" fmla="*/ 100111 h 156631"/>
                <a:gd name="connsiteX7" fmla="*/ 315415 w 555183"/>
                <a:gd name="connsiteY7" fmla="*/ 104007 h 156631"/>
                <a:gd name="connsiteX0" fmla="*/ 316205 w 555973"/>
                <a:gd name="connsiteY0" fmla="*/ 104007 h 144452"/>
                <a:gd name="connsiteX1" fmla="*/ 95293 w 555973"/>
                <a:gd name="connsiteY1" fmla="*/ 144262 h 144452"/>
                <a:gd name="connsiteX2" fmla="*/ 2031 w 555973"/>
                <a:gd name="connsiteY2" fmla="*/ 113232 h 144452"/>
                <a:gd name="connsiteX3" fmla="*/ 217326 w 555973"/>
                <a:gd name="connsiteY3" fmla="*/ 6316 h 144452"/>
                <a:gd name="connsiteX4" fmla="*/ 518465 w 555973"/>
                <a:gd name="connsiteY4" fmla="*/ 23656 h 144452"/>
                <a:gd name="connsiteX5" fmla="*/ 535386 w 555973"/>
                <a:gd name="connsiteY5" fmla="*/ 57694 h 144452"/>
                <a:gd name="connsiteX6" fmla="*/ 486402 w 555973"/>
                <a:gd name="connsiteY6" fmla="*/ 100111 h 144452"/>
                <a:gd name="connsiteX7" fmla="*/ 316205 w 555973"/>
                <a:gd name="connsiteY7" fmla="*/ 104007 h 144452"/>
                <a:gd name="connsiteX0" fmla="*/ 316205 w 555973"/>
                <a:gd name="connsiteY0" fmla="*/ 86696 h 127141"/>
                <a:gd name="connsiteX1" fmla="*/ 95293 w 555973"/>
                <a:gd name="connsiteY1" fmla="*/ 126951 h 127141"/>
                <a:gd name="connsiteX2" fmla="*/ 2031 w 555973"/>
                <a:gd name="connsiteY2" fmla="*/ 95921 h 127141"/>
                <a:gd name="connsiteX3" fmla="*/ 171269 w 555973"/>
                <a:gd name="connsiteY3" fmla="*/ 31061 h 127141"/>
                <a:gd name="connsiteX4" fmla="*/ 518465 w 555973"/>
                <a:gd name="connsiteY4" fmla="*/ 6345 h 127141"/>
                <a:gd name="connsiteX5" fmla="*/ 535386 w 555973"/>
                <a:gd name="connsiteY5" fmla="*/ 40383 h 127141"/>
                <a:gd name="connsiteX6" fmla="*/ 486402 w 555973"/>
                <a:gd name="connsiteY6" fmla="*/ 82800 h 127141"/>
                <a:gd name="connsiteX7" fmla="*/ 316205 w 555973"/>
                <a:gd name="connsiteY7" fmla="*/ 86696 h 127141"/>
                <a:gd name="connsiteX0" fmla="*/ 316205 w 548369"/>
                <a:gd name="connsiteY0" fmla="*/ 75744 h 116189"/>
                <a:gd name="connsiteX1" fmla="*/ 95293 w 548369"/>
                <a:gd name="connsiteY1" fmla="*/ 115999 h 116189"/>
                <a:gd name="connsiteX2" fmla="*/ 2031 w 548369"/>
                <a:gd name="connsiteY2" fmla="*/ 84969 h 116189"/>
                <a:gd name="connsiteX3" fmla="*/ 171269 w 548369"/>
                <a:gd name="connsiteY3" fmla="*/ 20109 h 116189"/>
                <a:gd name="connsiteX4" fmla="*/ 500538 w 548369"/>
                <a:gd name="connsiteY4" fmla="*/ 8895 h 116189"/>
                <a:gd name="connsiteX5" fmla="*/ 535386 w 548369"/>
                <a:gd name="connsiteY5" fmla="*/ 29431 h 116189"/>
                <a:gd name="connsiteX6" fmla="*/ 486402 w 548369"/>
                <a:gd name="connsiteY6" fmla="*/ 71848 h 116189"/>
                <a:gd name="connsiteX7" fmla="*/ 316205 w 548369"/>
                <a:gd name="connsiteY7" fmla="*/ 75744 h 11618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548369" h="116189">
                  <a:moveTo>
                    <a:pt x="316205" y="75744"/>
                  </a:moveTo>
                  <a:cubicBezTo>
                    <a:pt x="246590" y="84906"/>
                    <a:pt x="148379" y="97037"/>
                    <a:pt x="95293" y="115999"/>
                  </a:cubicBezTo>
                  <a:cubicBezTo>
                    <a:pt x="42931" y="117536"/>
                    <a:pt x="-11247" y="110007"/>
                    <a:pt x="2031" y="84969"/>
                  </a:cubicBezTo>
                  <a:cubicBezTo>
                    <a:pt x="15309" y="59931"/>
                    <a:pt x="85695" y="34663"/>
                    <a:pt x="171269" y="20109"/>
                  </a:cubicBezTo>
                  <a:cubicBezTo>
                    <a:pt x="256843" y="5555"/>
                    <a:pt x="443825" y="-10381"/>
                    <a:pt x="500538" y="8895"/>
                  </a:cubicBezTo>
                  <a:cubicBezTo>
                    <a:pt x="557617" y="16848"/>
                    <a:pt x="555741" y="18271"/>
                    <a:pt x="535386" y="29431"/>
                  </a:cubicBezTo>
                  <a:cubicBezTo>
                    <a:pt x="520824" y="41751"/>
                    <a:pt x="507114" y="52413"/>
                    <a:pt x="486402" y="71848"/>
                  </a:cubicBezTo>
                  <a:cubicBezTo>
                    <a:pt x="472966" y="76596"/>
                    <a:pt x="396301" y="62985"/>
                    <a:pt x="316205" y="75744"/>
                  </a:cubicBezTo>
                  <a:close/>
                </a:path>
              </a:pathLst>
            </a:custGeom>
            <a:grp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1625640"/>
              <a:endParaRPr lang="en-US" sz="3202" dirty="0">
                <a:solidFill>
                  <a:prstClr val="white"/>
                </a:solidFill>
                <a:latin typeface="Calibri" panose="020F0502020204030204"/>
              </a:endParaRPr>
            </a:p>
          </p:txBody>
        </p:sp>
        <p:sp>
          <p:nvSpPr>
            <p:cNvPr id="11" name="Rectangle 7">
              <a:extLst>
                <a:ext uri="{FF2B5EF4-FFF2-40B4-BE49-F238E27FC236}">
                  <a16:creationId xmlns:a16="http://schemas.microsoft.com/office/drawing/2014/main" id="{A16280B2-0CC6-4AC1-97F5-E2BB96806782}"/>
                </a:ext>
              </a:extLst>
            </p:cNvPr>
            <p:cNvSpPr/>
            <p:nvPr/>
          </p:nvSpPr>
          <p:spPr>
            <a:xfrm rot="16200000">
              <a:off x="7184194" y="4538464"/>
              <a:ext cx="1587603" cy="303183"/>
            </a:xfrm>
            <a:custGeom>
              <a:avLst/>
              <a:gdLst>
                <a:gd name="connsiteX0" fmla="*/ 0 w 1371600"/>
                <a:gd name="connsiteY0" fmla="*/ 0 h 176004"/>
                <a:gd name="connsiteX1" fmla="*/ 1371600 w 1371600"/>
                <a:gd name="connsiteY1" fmla="*/ 0 h 176004"/>
                <a:gd name="connsiteX2" fmla="*/ 1371600 w 1371600"/>
                <a:gd name="connsiteY2" fmla="*/ 176004 h 176004"/>
                <a:gd name="connsiteX3" fmla="*/ 0 w 1371600"/>
                <a:gd name="connsiteY3" fmla="*/ 176004 h 176004"/>
                <a:gd name="connsiteX4" fmla="*/ 0 w 1371600"/>
                <a:gd name="connsiteY4" fmla="*/ 0 h 176004"/>
                <a:gd name="connsiteX0" fmla="*/ 0 w 1371600"/>
                <a:gd name="connsiteY0" fmla="*/ 0 h 176004"/>
                <a:gd name="connsiteX1" fmla="*/ 1371600 w 1371600"/>
                <a:gd name="connsiteY1" fmla="*/ 0 h 176004"/>
                <a:gd name="connsiteX2" fmla="*/ 1371600 w 1371600"/>
                <a:gd name="connsiteY2" fmla="*/ 176004 h 176004"/>
                <a:gd name="connsiteX3" fmla="*/ 0 w 1371600"/>
                <a:gd name="connsiteY3" fmla="*/ 176004 h 176004"/>
                <a:gd name="connsiteX4" fmla="*/ 0 w 1371600"/>
                <a:gd name="connsiteY4" fmla="*/ 0 h 176004"/>
                <a:gd name="connsiteX0" fmla="*/ 0 w 1371600"/>
                <a:gd name="connsiteY0" fmla="*/ 0 h 176004"/>
                <a:gd name="connsiteX1" fmla="*/ 1371600 w 1371600"/>
                <a:gd name="connsiteY1" fmla="*/ 0 h 176004"/>
                <a:gd name="connsiteX2" fmla="*/ 1371600 w 1371600"/>
                <a:gd name="connsiteY2" fmla="*/ 176004 h 176004"/>
                <a:gd name="connsiteX3" fmla="*/ 0 w 1371600"/>
                <a:gd name="connsiteY3" fmla="*/ 176004 h 176004"/>
                <a:gd name="connsiteX4" fmla="*/ 0 w 1371600"/>
                <a:gd name="connsiteY4" fmla="*/ 0 h 176004"/>
                <a:gd name="connsiteX0" fmla="*/ 0 w 1371600"/>
                <a:gd name="connsiteY0" fmla="*/ 0 h 176004"/>
                <a:gd name="connsiteX1" fmla="*/ 1323975 w 1371600"/>
                <a:gd name="connsiteY1" fmla="*/ 0 h 176004"/>
                <a:gd name="connsiteX2" fmla="*/ 1371600 w 1371600"/>
                <a:gd name="connsiteY2" fmla="*/ 176004 h 176004"/>
                <a:gd name="connsiteX3" fmla="*/ 0 w 1371600"/>
                <a:gd name="connsiteY3" fmla="*/ 176004 h 176004"/>
                <a:gd name="connsiteX4" fmla="*/ 0 w 1371600"/>
                <a:gd name="connsiteY4" fmla="*/ 0 h 176004"/>
                <a:gd name="connsiteX0" fmla="*/ 0 w 1371600"/>
                <a:gd name="connsiteY0" fmla="*/ 0 h 176004"/>
                <a:gd name="connsiteX1" fmla="*/ 1323975 w 1371600"/>
                <a:gd name="connsiteY1" fmla="*/ 0 h 176004"/>
                <a:gd name="connsiteX2" fmla="*/ 1371600 w 1371600"/>
                <a:gd name="connsiteY2" fmla="*/ 176004 h 176004"/>
                <a:gd name="connsiteX3" fmla="*/ 0 w 1371600"/>
                <a:gd name="connsiteY3" fmla="*/ 176004 h 176004"/>
                <a:gd name="connsiteX4" fmla="*/ 0 w 1371600"/>
                <a:gd name="connsiteY4" fmla="*/ 0 h 176004"/>
                <a:gd name="connsiteX0" fmla="*/ 0 w 1371600"/>
                <a:gd name="connsiteY0" fmla="*/ 0 h 176004"/>
                <a:gd name="connsiteX1" fmla="*/ 1300163 w 1371600"/>
                <a:gd name="connsiteY1" fmla="*/ 0 h 176004"/>
                <a:gd name="connsiteX2" fmla="*/ 1371600 w 1371600"/>
                <a:gd name="connsiteY2" fmla="*/ 176004 h 176004"/>
                <a:gd name="connsiteX3" fmla="*/ 0 w 1371600"/>
                <a:gd name="connsiteY3" fmla="*/ 176004 h 176004"/>
                <a:gd name="connsiteX4" fmla="*/ 0 w 1371600"/>
                <a:gd name="connsiteY4" fmla="*/ 0 h 176004"/>
                <a:gd name="connsiteX0" fmla="*/ 0 w 1371600"/>
                <a:gd name="connsiteY0" fmla="*/ 0 h 176004"/>
                <a:gd name="connsiteX1" fmla="*/ 1300163 w 1371600"/>
                <a:gd name="connsiteY1" fmla="*/ 0 h 176004"/>
                <a:gd name="connsiteX2" fmla="*/ 1371600 w 1371600"/>
                <a:gd name="connsiteY2" fmla="*/ 176004 h 176004"/>
                <a:gd name="connsiteX3" fmla="*/ 0 w 1371600"/>
                <a:gd name="connsiteY3" fmla="*/ 176004 h 176004"/>
                <a:gd name="connsiteX4" fmla="*/ 0 w 1371600"/>
                <a:gd name="connsiteY4" fmla="*/ 0 h 176004"/>
                <a:gd name="connsiteX0" fmla="*/ 71437 w 1371600"/>
                <a:gd name="connsiteY0" fmla="*/ 0 h 190292"/>
                <a:gd name="connsiteX1" fmla="*/ 1300163 w 1371600"/>
                <a:gd name="connsiteY1" fmla="*/ 14288 h 190292"/>
                <a:gd name="connsiteX2" fmla="*/ 1371600 w 1371600"/>
                <a:gd name="connsiteY2" fmla="*/ 190292 h 190292"/>
                <a:gd name="connsiteX3" fmla="*/ 0 w 1371600"/>
                <a:gd name="connsiteY3" fmla="*/ 190292 h 190292"/>
                <a:gd name="connsiteX4" fmla="*/ 71437 w 1371600"/>
                <a:gd name="connsiteY4" fmla="*/ 0 h 190292"/>
                <a:gd name="connsiteX0" fmla="*/ 76200 w 1376363"/>
                <a:gd name="connsiteY0" fmla="*/ 0 h 190292"/>
                <a:gd name="connsiteX1" fmla="*/ 1304926 w 1376363"/>
                <a:gd name="connsiteY1" fmla="*/ 14288 h 190292"/>
                <a:gd name="connsiteX2" fmla="*/ 1376363 w 1376363"/>
                <a:gd name="connsiteY2" fmla="*/ 190292 h 190292"/>
                <a:gd name="connsiteX3" fmla="*/ 0 w 1376363"/>
                <a:gd name="connsiteY3" fmla="*/ 118854 h 190292"/>
                <a:gd name="connsiteX4" fmla="*/ 76200 w 1376363"/>
                <a:gd name="connsiteY4" fmla="*/ 0 h 190292"/>
                <a:gd name="connsiteX0" fmla="*/ 76200 w 1376363"/>
                <a:gd name="connsiteY0" fmla="*/ 0 h 190292"/>
                <a:gd name="connsiteX1" fmla="*/ 1304926 w 1376363"/>
                <a:gd name="connsiteY1" fmla="*/ 14288 h 190292"/>
                <a:gd name="connsiteX2" fmla="*/ 1376363 w 1376363"/>
                <a:gd name="connsiteY2" fmla="*/ 190292 h 190292"/>
                <a:gd name="connsiteX3" fmla="*/ 0 w 1376363"/>
                <a:gd name="connsiteY3" fmla="*/ 118854 h 190292"/>
                <a:gd name="connsiteX4" fmla="*/ 76200 w 1376363"/>
                <a:gd name="connsiteY4" fmla="*/ 0 h 190292"/>
                <a:gd name="connsiteX0" fmla="*/ 76203 w 1376366"/>
                <a:gd name="connsiteY0" fmla="*/ 0 h 190292"/>
                <a:gd name="connsiteX1" fmla="*/ 1304929 w 1376366"/>
                <a:gd name="connsiteY1" fmla="*/ 14288 h 190292"/>
                <a:gd name="connsiteX2" fmla="*/ 1376366 w 1376366"/>
                <a:gd name="connsiteY2" fmla="*/ 190292 h 190292"/>
                <a:gd name="connsiteX3" fmla="*/ 0 w 1376366"/>
                <a:gd name="connsiteY3" fmla="*/ 133144 h 190292"/>
                <a:gd name="connsiteX4" fmla="*/ 76203 w 1376366"/>
                <a:gd name="connsiteY4" fmla="*/ 0 h 190292"/>
                <a:gd name="connsiteX0" fmla="*/ 76203 w 1376366"/>
                <a:gd name="connsiteY0" fmla="*/ 0 h 190292"/>
                <a:gd name="connsiteX1" fmla="*/ 1304929 w 1376366"/>
                <a:gd name="connsiteY1" fmla="*/ 14288 h 190292"/>
                <a:gd name="connsiteX2" fmla="*/ 1376366 w 1376366"/>
                <a:gd name="connsiteY2" fmla="*/ 190292 h 190292"/>
                <a:gd name="connsiteX3" fmla="*/ 0 w 1376366"/>
                <a:gd name="connsiteY3" fmla="*/ 133144 h 190292"/>
                <a:gd name="connsiteX4" fmla="*/ 76203 w 1376366"/>
                <a:gd name="connsiteY4" fmla="*/ 0 h 190292"/>
                <a:gd name="connsiteX0" fmla="*/ 76203 w 1376366"/>
                <a:gd name="connsiteY0" fmla="*/ 0 h 190292"/>
                <a:gd name="connsiteX1" fmla="*/ 1304929 w 1376366"/>
                <a:gd name="connsiteY1" fmla="*/ 14288 h 190292"/>
                <a:gd name="connsiteX2" fmla="*/ 1376366 w 1376366"/>
                <a:gd name="connsiteY2" fmla="*/ 190292 h 190292"/>
                <a:gd name="connsiteX3" fmla="*/ 0 w 1376366"/>
                <a:gd name="connsiteY3" fmla="*/ 133144 h 190292"/>
                <a:gd name="connsiteX4" fmla="*/ 76203 w 1376366"/>
                <a:gd name="connsiteY4" fmla="*/ 0 h 190292"/>
                <a:gd name="connsiteX0" fmla="*/ 76203 w 1408178"/>
                <a:gd name="connsiteY0" fmla="*/ 0 h 199837"/>
                <a:gd name="connsiteX1" fmla="*/ 1304929 w 1408178"/>
                <a:gd name="connsiteY1" fmla="*/ 14288 h 199837"/>
                <a:gd name="connsiteX2" fmla="*/ 1376366 w 1408178"/>
                <a:gd name="connsiteY2" fmla="*/ 190292 h 199837"/>
                <a:gd name="connsiteX3" fmla="*/ 1271592 w 1408178"/>
                <a:gd name="connsiteY3" fmla="*/ 165928 h 199837"/>
                <a:gd name="connsiteX4" fmla="*/ 0 w 1408178"/>
                <a:gd name="connsiteY4" fmla="*/ 133144 h 199837"/>
                <a:gd name="connsiteX5" fmla="*/ 76203 w 1408178"/>
                <a:gd name="connsiteY5" fmla="*/ 0 h 199837"/>
                <a:gd name="connsiteX0" fmla="*/ 76203 w 1445057"/>
                <a:gd name="connsiteY0" fmla="*/ 0 h 165928"/>
                <a:gd name="connsiteX1" fmla="*/ 1304929 w 1445057"/>
                <a:gd name="connsiteY1" fmla="*/ 14288 h 165928"/>
                <a:gd name="connsiteX2" fmla="*/ 1271592 w 1445057"/>
                <a:gd name="connsiteY2" fmla="*/ 165928 h 165928"/>
                <a:gd name="connsiteX3" fmla="*/ 0 w 1445057"/>
                <a:gd name="connsiteY3" fmla="*/ 133144 h 165928"/>
                <a:gd name="connsiteX4" fmla="*/ 76203 w 1445057"/>
                <a:gd name="connsiteY4" fmla="*/ 0 h 165928"/>
                <a:gd name="connsiteX0" fmla="*/ 76203 w 1389964"/>
                <a:gd name="connsiteY0" fmla="*/ 0 h 170366"/>
                <a:gd name="connsiteX1" fmla="*/ 1304929 w 1389964"/>
                <a:gd name="connsiteY1" fmla="*/ 14288 h 170366"/>
                <a:gd name="connsiteX2" fmla="*/ 1271592 w 1389964"/>
                <a:gd name="connsiteY2" fmla="*/ 165928 h 170366"/>
                <a:gd name="connsiteX3" fmla="*/ 0 w 1389964"/>
                <a:gd name="connsiteY3" fmla="*/ 133144 h 170366"/>
                <a:gd name="connsiteX4" fmla="*/ 76203 w 1389964"/>
                <a:gd name="connsiteY4" fmla="*/ 0 h 170366"/>
                <a:gd name="connsiteX0" fmla="*/ 76203 w 1414958"/>
                <a:gd name="connsiteY0" fmla="*/ 0 h 165727"/>
                <a:gd name="connsiteX1" fmla="*/ 1304929 w 1414958"/>
                <a:gd name="connsiteY1" fmla="*/ 14288 h 165727"/>
                <a:gd name="connsiteX2" fmla="*/ 1354158 w 1414958"/>
                <a:gd name="connsiteY2" fmla="*/ 161169 h 165727"/>
                <a:gd name="connsiteX3" fmla="*/ 0 w 1414958"/>
                <a:gd name="connsiteY3" fmla="*/ 133144 h 165727"/>
                <a:gd name="connsiteX4" fmla="*/ 76203 w 1414958"/>
                <a:gd name="connsiteY4" fmla="*/ 0 h 165727"/>
                <a:gd name="connsiteX0" fmla="*/ 76203 w 1389953"/>
                <a:gd name="connsiteY0" fmla="*/ 0 h 165849"/>
                <a:gd name="connsiteX1" fmla="*/ 1304929 w 1389953"/>
                <a:gd name="connsiteY1" fmla="*/ 14288 h 165849"/>
                <a:gd name="connsiteX2" fmla="*/ 1354158 w 1389953"/>
                <a:gd name="connsiteY2" fmla="*/ 161169 h 165849"/>
                <a:gd name="connsiteX3" fmla="*/ 0 w 1389953"/>
                <a:gd name="connsiteY3" fmla="*/ 133144 h 165849"/>
                <a:gd name="connsiteX4" fmla="*/ 76203 w 1389953"/>
                <a:gd name="connsiteY4" fmla="*/ 0 h 165849"/>
                <a:gd name="connsiteX0" fmla="*/ 76203 w 1390963"/>
                <a:gd name="connsiteY0" fmla="*/ 0 h 157765"/>
                <a:gd name="connsiteX1" fmla="*/ 1304929 w 1390963"/>
                <a:gd name="connsiteY1" fmla="*/ 14288 h 157765"/>
                <a:gd name="connsiteX2" fmla="*/ 1356331 w 1390963"/>
                <a:gd name="connsiteY2" fmla="*/ 152846 h 157765"/>
                <a:gd name="connsiteX3" fmla="*/ 0 w 1390963"/>
                <a:gd name="connsiteY3" fmla="*/ 133144 h 157765"/>
                <a:gd name="connsiteX4" fmla="*/ 76203 w 1390963"/>
                <a:gd name="connsiteY4" fmla="*/ 0 h 157765"/>
                <a:gd name="connsiteX0" fmla="*/ 76203 w 1397388"/>
                <a:gd name="connsiteY0" fmla="*/ 0 h 152858"/>
                <a:gd name="connsiteX1" fmla="*/ 1304929 w 1397388"/>
                <a:gd name="connsiteY1" fmla="*/ 14288 h 152858"/>
                <a:gd name="connsiteX2" fmla="*/ 1356331 w 1397388"/>
                <a:gd name="connsiteY2" fmla="*/ 152846 h 152858"/>
                <a:gd name="connsiteX3" fmla="*/ 0 w 1397388"/>
                <a:gd name="connsiteY3" fmla="*/ 133144 h 152858"/>
                <a:gd name="connsiteX4" fmla="*/ 76203 w 1397388"/>
                <a:gd name="connsiteY4" fmla="*/ 0 h 152858"/>
                <a:gd name="connsiteX0" fmla="*/ 76203 w 1397388"/>
                <a:gd name="connsiteY0" fmla="*/ 0 h 152858"/>
                <a:gd name="connsiteX1" fmla="*/ 787189 w 1397388"/>
                <a:gd name="connsiteY1" fmla="*/ 55843 h 152858"/>
                <a:gd name="connsiteX2" fmla="*/ 1304929 w 1397388"/>
                <a:gd name="connsiteY2" fmla="*/ 14288 h 152858"/>
                <a:gd name="connsiteX3" fmla="*/ 1356331 w 1397388"/>
                <a:gd name="connsiteY3" fmla="*/ 152846 h 152858"/>
                <a:gd name="connsiteX4" fmla="*/ 0 w 1397388"/>
                <a:gd name="connsiteY4" fmla="*/ 133144 h 152858"/>
                <a:gd name="connsiteX5" fmla="*/ 76203 w 1397388"/>
                <a:gd name="connsiteY5" fmla="*/ 0 h 152858"/>
                <a:gd name="connsiteX0" fmla="*/ 76203 w 1397388"/>
                <a:gd name="connsiteY0" fmla="*/ 4378 h 157236"/>
                <a:gd name="connsiteX1" fmla="*/ 533257 w 1397388"/>
                <a:gd name="connsiteY1" fmla="*/ 28269 h 157236"/>
                <a:gd name="connsiteX2" fmla="*/ 787189 w 1397388"/>
                <a:gd name="connsiteY2" fmla="*/ 60221 h 157236"/>
                <a:gd name="connsiteX3" fmla="*/ 1304929 w 1397388"/>
                <a:gd name="connsiteY3" fmla="*/ 18666 h 157236"/>
                <a:gd name="connsiteX4" fmla="*/ 1356331 w 1397388"/>
                <a:gd name="connsiteY4" fmla="*/ 157224 h 157236"/>
                <a:gd name="connsiteX5" fmla="*/ 0 w 1397388"/>
                <a:gd name="connsiteY5" fmla="*/ 137522 h 157236"/>
                <a:gd name="connsiteX6" fmla="*/ 76203 w 1397388"/>
                <a:gd name="connsiteY6" fmla="*/ 4378 h 157236"/>
                <a:gd name="connsiteX0" fmla="*/ 86952 w 1397388"/>
                <a:gd name="connsiteY0" fmla="*/ 3201 h 171551"/>
                <a:gd name="connsiteX1" fmla="*/ 533257 w 1397388"/>
                <a:gd name="connsiteY1" fmla="*/ 42584 h 171551"/>
                <a:gd name="connsiteX2" fmla="*/ 787189 w 1397388"/>
                <a:gd name="connsiteY2" fmla="*/ 74536 h 171551"/>
                <a:gd name="connsiteX3" fmla="*/ 1304929 w 1397388"/>
                <a:gd name="connsiteY3" fmla="*/ 32981 h 171551"/>
                <a:gd name="connsiteX4" fmla="*/ 1356331 w 1397388"/>
                <a:gd name="connsiteY4" fmla="*/ 171539 h 171551"/>
                <a:gd name="connsiteX5" fmla="*/ 0 w 1397388"/>
                <a:gd name="connsiteY5" fmla="*/ 151837 h 171551"/>
                <a:gd name="connsiteX6" fmla="*/ 86952 w 1397388"/>
                <a:gd name="connsiteY6" fmla="*/ 3201 h 171551"/>
                <a:gd name="connsiteX0" fmla="*/ 33210 w 1343646"/>
                <a:gd name="connsiteY0" fmla="*/ 3201 h 171551"/>
                <a:gd name="connsiteX1" fmla="*/ 479515 w 1343646"/>
                <a:gd name="connsiteY1" fmla="*/ 42584 h 171551"/>
                <a:gd name="connsiteX2" fmla="*/ 733447 w 1343646"/>
                <a:gd name="connsiteY2" fmla="*/ 74536 h 171551"/>
                <a:gd name="connsiteX3" fmla="*/ 1251187 w 1343646"/>
                <a:gd name="connsiteY3" fmla="*/ 32981 h 171551"/>
                <a:gd name="connsiteX4" fmla="*/ 1302589 w 1343646"/>
                <a:gd name="connsiteY4" fmla="*/ 171539 h 171551"/>
                <a:gd name="connsiteX5" fmla="*/ 0 w 1343646"/>
                <a:gd name="connsiteY5" fmla="*/ 89873 h 171551"/>
                <a:gd name="connsiteX6" fmla="*/ 33210 w 1343646"/>
                <a:gd name="connsiteY6" fmla="*/ 3201 h 171551"/>
                <a:gd name="connsiteX0" fmla="*/ 33210 w 1343646"/>
                <a:gd name="connsiteY0" fmla="*/ 3201 h 171551"/>
                <a:gd name="connsiteX1" fmla="*/ 479515 w 1343646"/>
                <a:gd name="connsiteY1" fmla="*/ 42584 h 171551"/>
                <a:gd name="connsiteX2" fmla="*/ 733447 w 1343646"/>
                <a:gd name="connsiteY2" fmla="*/ 74536 h 171551"/>
                <a:gd name="connsiteX3" fmla="*/ 1251187 w 1343646"/>
                <a:gd name="connsiteY3" fmla="*/ 32981 h 171551"/>
                <a:gd name="connsiteX4" fmla="*/ 1302589 w 1343646"/>
                <a:gd name="connsiteY4" fmla="*/ 171539 h 171551"/>
                <a:gd name="connsiteX5" fmla="*/ 0 w 1343646"/>
                <a:gd name="connsiteY5" fmla="*/ 89873 h 171551"/>
                <a:gd name="connsiteX6" fmla="*/ 33210 w 1343646"/>
                <a:gd name="connsiteY6" fmla="*/ 3201 h 171551"/>
                <a:gd name="connsiteX0" fmla="*/ 33210 w 1343646"/>
                <a:gd name="connsiteY0" fmla="*/ 3201 h 179928"/>
                <a:gd name="connsiteX1" fmla="*/ 479515 w 1343646"/>
                <a:gd name="connsiteY1" fmla="*/ 42584 h 179928"/>
                <a:gd name="connsiteX2" fmla="*/ 733447 w 1343646"/>
                <a:gd name="connsiteY2" fmla="*/ 74536 h 179928"/>
                <a:gd name="connsiteX3" fmla="*/ 1251187 w 1343646"/>
                <a:gd name="connsiteY3" fmla="*/ 32981 h 179928"/>
                <a:gd name="connsiteX4" fmla="*/ 1302589 w 1343646"/>
                <a:gd name="connsiteY4" fmla="*/ 171539 h 179928"/>
                <a:gd name="connsiteX5" fmla="*/ 736806 w 1343646"/>
                <a:gd name="connsiteY5" fmla="*/ 160709 h 179928"/>
                <a:gd name="connsiteX6" fmla="*/ 0 w 1343646"/>
                <a:gd name="connsiteY6" fmla="*/ 89873 h 179928"/>
                <a:gd name="connsiteX7" fmla="*/ 33210 w 1343646"/>
                <a:gd name="connsiteY7" fmla="*/ 3201 h 1799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343646" h="179928">
                  <a:moveTo>
                    <a:pt x="33210" y="3201"/>
                  </a:moveTo>
                  <a:cubicBezTo>
                    <a:pt x="122758" y="-12345"/>
                    <a:pt x="361017" y="33277"/>
                    <a:pt x="479515" y="42584"/>
                  </a:cubicBezTo>
                  <a:cubicBezTo>
                    <a:pt x="598013" y="51891"/>
                    <a:pt x="605507" y="78799"/>
                    <a:pt x="733447" y="74536"/>
                  </a:cubicBezTo>
                  <a:lnTo>
                    <a:pt x="1251187" y="32981"/>
                  </a:lnTo>
                  <a:cubicBezTo>
                    <a:pt x="1389581" y="65399"/>
                    <a:pt x="1342195" y="172901"/>
                    <a:pt x="1302589" y="171539"/>
                  </a:cubicBezTo>
                  <a:cubicBezTo>
                    <a:pt x="1217307" y="189922"/>
                    <a:pt x="953904" y="174320"/>
                    <a:pt x="736806" y="160709"/>
                  </a:cubicBezTo>
                  <a:cubicBezTo>
                    <a:pt x="519708" y="147098"/>
                    <a:pt x="117714" y="113219"/>
                    <a:pt x="0" y="89873"/>
                  </a:cubicBezTo>
                  <a:lnTo>
                    <a:pt x="33210" y="3201"/>
                  </a:lnTo>
                  <a:close/>
                </a:path>
              </a:pathLst>
            </a:custGeom>
            <a:grp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1625640"/>
              <a:endParaRPr lang="en-US" sz="3202" dirty="0">
                <a:solidFill>
                  <a:prstClr val="white"/>
                </a:solidFill>
                <a:latin typeface="Calibri" panose="020F0502020204030204"/>
              </a:endParaRPr>
            </a:p>
          </p:txBody>
        </p:sp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ECB1CC2A-945F-443E-A86C-3B1255C87878}"/>
                </a:ext>
              </a:extLst>
            </p:cNvPr>
            <p:cNvSpPr/>
            <p:nvPr/>
          </p:nvSpPr>
          <p:spPr>
            <a:xfrm>
              <a:off x="6986588" y="5442062"/>
              <a:ext cx="1001092" cy="180069"/>
            </a:xfrm>
            <a:prstGeom prst="rect">
              <a:avLst/>
            </a:prstGeom>
            <a:grp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1625640"/>
              <a:endParaRPr lang="en-US" sz="3202">
                <a:solidFill>
                  <a:prstClr val="white"/>
                </a:solidFill>
                <a:latin typeface="Calibri" panose="020F0502020204030204"/>
              </a:endParaRPr>
            </a:p>
          </p:txBody>
        </p:sp>
        <p:sp>
          <p:nvSpPr>
            <p:cNvPr id="13" name="Rectangle: Rounded Corners 3">
              <a:extLst>
                <a:ext uri="{FF2B5EF4-FFF2-40B4-BE49-F238E27FC236}">
                  <a16:creationId xmlns:a16="http://schemas.microsoft.com/office/drawing/2014/main" id="{0D6C612C-B947-41E9-8DF8-61A3843466E0}"/>
                </a:ext>
              </a:extLst>
            </p:cNvPr>
            <p:cNvSpPr/>
            <p:nvPr/>
          </p:nvSpPr>
          <p:spPr>
            <a:xfrm>
              <a:off x="6851028" y="4931667"/>
              <a:ext cx="1001092" cy="518115"/>
            </a:xfrm>
            <a:custGeom>
              <a:avLst/>
              <a:gdLst>
                <a:gd name="connsiteX0" fmla="*/ 0 w 954157"/>
                <a:gd name="connsiteY0" fmla="*/ 0 h 516836"/>
                <a:gd name="connsiteX1" fmla="*/ 0 w 954157"/>
                <a:gd name="connsiteY1" fmla="*/ 0 h 516836"/>
                <a:gd name="connsiteX2" fmla="*/ 954157 w 954157"/>
                <a:gd name="connsiteY2" fmla="*/ 0 h 516836"/>
                <a:gd name="connsiteX3" fmla="*/ 954157 w 954157"/>
                <a:gd name="connsiteY3" fmla="*/ 0 h 516836"/>
                <a:gd name="connsiteX4" fmla="*/ 954157 w 954157"/>
                <a:gd name="connsiteY4" fmla="*/ 516836 h 516836"/>
                <a:gd name="connsiteX5" fmla="*/ 954157 w 954157"/>
                <a:gd name="connsiteY5" fmla="*/ 516836 h 516836"/>
                <a:gd name="connsiteX6" fmla="*/ 0 w 954157"/>
                <a:gd name="connsiteY6" fmla="*/ 516836 h 516836"/>
                <a:gd name="connsiteX7" fmla="*/ 0 w 954157"/>
                <a:gd name="connsiteY7" fmla="*/ 516836 h 516836"/>
                <a:gd name="connsiteX8" fmla="*/ 0 w 954157"/>
                <a:gd name="connsiteY8" fmla="*/ 0 h 516836"/>
                <a:gd name="connsiteX0" fmla="*/ 0 w 954157"/>
                <a:gd name="connsiteY0" fmla="*/ 0 h 545411"/>
                <a:gd name="connsiteX1" fmla="*/ 0 w 954157"/>
                <a:gd name="connsiteY1" fmla="*/ 0 h 545411"/>
                <a:gd name="connsiteX2" fmla="*/ 954157 w 954157"/>
                <a:gd name="connsiteY2" fmla="*/ 0 h 545411"/>
                <a:gd name="connsiteX3" fmla="*/ 954157 w 954157"/>
                <a:gd name="connsiteY3" fmla="*/ 0 h 545411"/>
                <a:gd name="connsiteX4" fmla="*/ 954157 w 954157"/>
                <a:gd name="connsiteY4" fmla="*/ 516836 h 545411"/>
                <a:gd name="connsiteX5" fmla="*/ 954157 w 954157"/>
                <a:gd name="connsiteY5" fmla="*/ 516836 h 545411"/>
                <a:gd name="connsiteX6" fmla="*/ 0 w 954157"/>
                <a:gd name="connsiteY6" fmla="*/ 516836 h 545411"/>
                <a:gd name="connsiteX7" fmla="*/ 0 w 954157"/>
                <a:gd name="connsiteY7" fmla="*/ 516836 h 545411"/>
                <a:gd name="connsiteX8" fmla="*/ 0 w 954157"/>
                <a:gd name="connsiteY8" fmla="*/ 0 h 545411"/>
                <a:gd name="connsiteX0" fmla="*/ 0 w 954157"/>
                <a:gd name="connsiteY0" fmla="*/ 0 h 545411"/>
                <a:gd name="connsiteX1" fmla="*/ 0 w 954157"/>
                <a:gd name="connsiteY1" fmla="*/ 0 h 545411"/>
                <a:gd name="connsiteX2" fmla="*/ 954157 w 954157"/>
                <a:gd name="connsiteY2" fmla="*/ 0 h 545411"/>
                <a:gd name="connsiteX3" fmla="*/ 954157 w 954157"/>
                <a:gd name="connsiteY3" fmla="*/ 0 h 545411"/>
                <a:gd name="connsiteX4" fmla="*/ 954157 w 954157"/>
                <a:gd name="connsiteY4" fmla="*/ 516836 h 545411"/>
                <a:gd name="connsiteX5" fmla="*/ 954157 w 954157"/>
                <a:gd name="connsiteY5" fmla="*/ 516836 h 545411"/>
                <a:gd name="connsiteX6" fmla="*/ 0 w 954157"/>
                <a:gd name="connsiteY6" fmla="*/ 516836 h 545411"/>
                <a:gd name="connsiteX7" fmla="*/ 42863 w 954157"/>
                <a:gd name="connsiteY7" fmla="*/ 514455 h 545411"/>
                <a:gd name="connsiteX8" fmla="*/ 0 w 954157"/>
                <a:gd name="connsiteY8" fmla="*/ 0 h 545411"/>
                <a:gd name="connsiteX0" fmla="*/ 0 w 954157"/>
                <a:gd name="connsiteY0" fmla="*/ 0 h 553275"/>
                <a:gd name="connsiteX1" fmla="*/ 0 w 954157"/>
                <a:gd name="connsiteY1" fmla="*/ 0 h 553275"/>
                <a:gd name="connsiteX2" fmla="*/ 954157 w 954157"/>
                <a:gd name="connsiteY2" fmla="*/ 0 h 553275"/>
                <a:gd name="connsiteX3" fmla="*/ 954157 w 954157"/>
                <a:gd name="connsiteY3" fmla="*/ 0 h 553275"/>
                <a:gd name="connsiteX4" fmla="*/ 954157 w 954157"/>
                <a:gd name="connsiteY4" fmla="*/ 516836 h 553275"/>
                <a:gd name="connsiteX5" fmla="*/ 954157 w 954157"/>
                <a:gd name="connsiteY5" fmla="*/ 516836 h 553275"/>
                <a:gd name="connsiteX6" fmla="*/ 42863 w 954157"/>
                <a:gd name="connsiteY6" fmla="*/ 514455 h 553275"/>
                <a:gd name="connsiteX7" fmla="*/ 0 w 954157"/>
                <a:gd name="connsiteY7" fmla="*/ 0 h 553275"/>
                <a:gd name="connsiteX0" fmla="*/ 0 w 954157"/>
                <a:gd name="connsiteY0" fmla="*/ 0 h 553275"/>
                <a:gd name="connsiteX1" fmla="*/ 0 w 954157"/>
                <a:gd name="connsiteY1" fmla="*/ 0 h 553275"/>
                <a:gd name="connsiteX2" fmla="*/ 954157 w 954157"/>
                <a:gd name="connsiteY2" fmla="*/ 0 h 553275"/>
                <a:gd name="connsiteX3" fmla="*/ 954157 w 954157"/>
                <a:gd name="connsiteY3" fmla="*/ 0 h 553275"/>
                <a:gd name="connsiteX4" fmla="*/ 954157 w 954157"/>
                <a:gd name="connsiteY4" fmla="*/ 516836 h 553275"/>
                <a:gd name="connsiteX5" fmla="*/ 954157 w 954157"/>
                <a:gd name="connsiteY5" fmla="*/ 516836 h 553275"/>
                <a:gd name="connsiteX6" fmla="*/ 61913 w 954157"/>
                <a:gd name="connsiteY6" fmla="*/ 514455 h 553275"/>
                <a:gd name="connsiteX7" fmla="*/ 0 w 954157"/>
                <a:gd name="connsiteY7" fmla="*/ 0 h 553275"/>
                <a:gd name="connsiteX0" fmla="*/ 4911 w 959068"/>
                <a:gd name="connsiteY0" fmla="*/ 0 h 553275"/>
                <a:gd name="connsiteX1" fmla="*/ 4911 w 959068"/>
                <a:gd name="connsiteY1" fmla="*/ 0 h 553275"/>
                <a:gd name="connsiteX2" fmla="*/ 959068 w 959068"/>
                <a:gd name="connsiteY2" fmla="*/ 0 h 553275"/>
                <a:gd name="connsiteX3" fmla="*/ 959068 w 959068"/>
                <a:gd name="connsiteY3" fmla="*/ 0 h 553275"/>
                <a:gd name="connsiteX4" fmla="*/ 959068 w 959068"/>
                <a:gd name="connsiteY4" fmla="*/ 516836 h 553275"/>
                <a:gd name="connsiteX5" fmla="*/ 959068 w 959068"/>
                <a:gd name="connsiteY5" fmla="*/ 516836 h 553275"/>
                <a:gd name="connsiteX6" fmla="*/ 66824 w 959068"/>
                <a:gd name="connsiteY6" fmla="*/ 514455 h 553275"/>
                <a:gd name="connsiteX7" fmla="*/ 4911 w 959068"/>
                <a:gd name="connsiteY7" fmla="*/ 0 h 553275"/>
                <a:gd name="connsiteX0" fmla="*/ 0 w 1027976"/>
                <a:gd name="connsiteY0" fmla="*/ 16669 h 553275"/>
                <a:gd name="connsiteX1" fmla="*/ 73819 w 1027976"/>
                <a:gd name="connsiteY1" fmla="*/ 0 h 553275"/>
                <a:gd name="connsiteX2" fmla="*/ 1027976 w 1027976"/>
                <a:gd name="connsiteY2" fmla="*/ 0 h 553275"/>
                <a:gd name="connsiteX3" fmla="*/ 1027976 w 1027976"/>
                <a:gd name="connsiteY3" fmla="*/ 0 h 553275"/>
                <a:gd name="connsiteX4" fmla="*/ 1027976 w 1027976"/>
                <a:gd name="connsiteY4" fmla="*/ 516836 h 553275"/>
                <a:gd name="connsiteX5" fmla="*/ 1027976 w 1027976"/>
                <a:gd name="connsiteY5" fmla="*/ 516836 h 553275"/>
                <a:gd name="connsiteX6" fmla="*/ 135732 w 1027976"/>
                <a:gd name="connsiteY6" fmla="*/ 514455 h 553275"/>
                <a:gd name="connsiteX7" fmla="*/ 0 w 1027976"/>
                <a:gd name="connsiteY7" fmla="*/ 16669 h 553275"/>
                <a:gd name="connsiteX0" fmla="*/ 0 w 1027976"/>
                <a:gd name="connsiteY0" fmla="*/ 16669 h 553275"/>
                <a:gd name="connsiteX1" fmla="*/ 73819 w 1027976"/>
                <a:gd name="connsiteY1" fmla="*/ 0 h 553275"/>
                <a:gd name="connsiteX2" fmla="*/ 1027976 w 1027976"/>
                <a:gd name="connsiteY2" fmla="*/ 0 h 553275"/>
                <a:gd name="connsiteX3" fmla="*/ 725557 w 1027976"/>
                <a:gd name="connsiteY3" fmla="*/ 78581 h 553275"/>
                <a:gd name="connsiteX4" fmla="*/ 1027976 w 1027976"/>
                <a:gd name="connsiteY4" fmla="*/ 516836 h 553275"/>
                <a:gd name="connsiteX5" fmla="*/ 1027976 w 1027976"/>
                <a:gd name="connsiteY5" fmla="*/ 516836 h 553275"/>
                <a:gd name="connsiteX6" fmla="*/ 135732 w 1027976"/>
                <a:gd name="connsiteY6" fmla="*/ 514455 h 553275"/>
                <a:gd name="connsiteX7" fmla="*/ 0 w 1027976"/>
                <a:gd name="connsiteY7" fmla="*/ 16669 h 553275"/>
                <a:gd name="connsiteX0" fmla="*/ 0 w 1027976"/>
                <a:gd name="connsiteY0" fmla="*/ 16669 h 550337"/>
                <a:gd name="connsiteX1" fmla="*/ 73819 w 1027976"/>
                <a:gd name="connsiteY1" fmla="*/ 0 h 550337"/>
                <a:gd name="connsiteX2" fmla="*/ 1027976 w 1027976"/>
                <a:gd name="connsiteY2" fmla="*/ 0 h 550337"/>
                <a:gd name="connsiteX3" fmla="*/ 725557 w 1027976"/>
                <a:gd name="connsiteY3" fmla="*/ 78581 h 550337"/>
                <a:gd name="connsiteX4" fmla="*/ 1027976 w 1027976"/>
                <a:gd name="connsiteY4" fmla="*/ 516836 h 550337"/>
                <a:gd name="connsiteX5" fmla="*/ 997020 w 1027976"/>
                <a:gd name="connsiteY5" fmla="*/ 504929 h 550337"/>
                <a:gd name="connsiteX6" fmla="*/ 135732 w 1027976"/>
                <a:gd name="connsiteY6" fmla="*/ 514455 h 550337"/>
                <a:gd name="connsiteX7" fmla="*/ 0 w 1027976"/>
                <a:gd name="connsiteY7" fmla="*/ 16669 h 550337"/>
                <a:gd name="connsiteX0" fmla="*/ 0 w 1027976"/>
                <a:gd name="connsiteY0" fmla="*/ 16669 h 550337"/>
                <a:gd name="connsiteX1" fmla="*/ 73819 w 1027976"/>
                <a:gd name="connsiteY1" fmla="*/ 0 h 550337"/>
                <a:gd name="connsiteX2" fmla="*/ 1027976 w 1027976"/>
                <a:gd name="connsiteY2" fmla="*/ 0 h 550337"/>
                <a:gd name="connsiteX3" fmla="*/ 725557 w 1027976"/>
                <a:gd name="connsiteY3" fmla="*/ 78581 h 550337"/>
                <a:gd name="connsiteX4" fmla="*/ 997020 w 1027976"/>
                <a:gd name="connsiteY4" fmla="*/ 504929 h 550337"/>
                <a:gd name="connsiteX5" fmla="*/ 135732 w 1027976"/>
                <a:gd name="connsiteY5" fmla="*/ 514455 h 550337"/>
                <a:gd name="connsiteX6" fmla="*/ 0 w 1027976"/>
                <a:gd name="connsiteY6" fmla="*/ 16669 h 550337"/>
                <a:gd name="connsiteX0" fmla="*/ 0 w 1027976"/>
                <a:gd name="connsiteY0" fmla="*/ 16669 h 549801"/>
                <a:gd name="connsiteX1" fmla="*/ 73819 w 1027976"/>
                <a:gd name="connsiteY1" fmla="*/ 0 h 549801"/>
                <a:gd name="connsiteX2" fmla="*/ 1027976 w 1027976"/>
                <a:gd name="connsiteY2" fmla="*/ 0 h 549801"/>
                <a:gd name="connsiteX3" fmla="*/ 725557 w 1027976"/>
                <a:gd name="connsiteY3" fmla="*/ 78581 h 549801"/>
                <a:gd name="connsiteX4" fmla="*/ 1023213 w 1027976"/>
                <a:gd name="connsiteY4" fmla="*/ 502548 h 549801"/>
                <a:gd name="connsiteX5" fmla="*/ 135732 w 1027976"/>
                <a:gd name="connsiteY5" fmla="*/ 514455 h 549801"/>
                <a:gd name="connsiteX6" fmla="*/ 0 w 1027976"/>
                <a:gd name="connsiteY6" fmla="*/ 16669 h 549801"/>
                <a:gd name="connsiteX0" fmla="*/ 0 w 1027976"/>
                <a:gd name="connsiteY0" fmla="*/ 16669 h 549801"/>
                <a:gd name="connsiteX1" fmla="*/ 73819 w 1027976"/>
                <a:gd name="connsiteY1" fmla="*/ 0 h 549801"/>
                <a:gd name="connsiteX2" fmla="*/ 1027976 w 1027976"/>
                <a:gd name="connsiteY2" fmla="*/ 0 h 549801"/>
                <a:gd name="connsiteX3" fmla="*/ 725557 w 1027976"/>
                <a:gd name="connsiteY3" fmla="*/ 78581 h 549801"/>
                <a:gd name="connsiteX4" fmla="*/ 1023213 w 1027976"/>
                <a:gd name="connsiteY4" fmla="*/ 502548 h 549801"/>
                <a:gd name="connsiteX5" fmla="*/ 135732 w 1027976"/>
                <a:gd name="connsiteY5" fmla="*/ 514455 h 549801"/>
                <a:gd name="connsiteX6" fmla="*/ 0 w 1027976"/>
                <a:gd name="connsiteY6" fmla="*/ 16669 h 549801"/>
                <a:gd name="connsiteX0" fmla="*/ 0 w 1027976"/>
                <a:gd name="connsiteY0" fmla="*/ 16669 h 549801"/>
                <a:gd name="connsiteX1" fmla="*/ 73819 w 1027976"/>
                <a:gd name="connsiteY1" fmla="*/ 0 h 549801"/>
                <a:gd name="connsiteX2" fmla="*/ 1027976 w 1027976"/>
                <a:gd name="connsiteY2" fmla="*/ 0 h 549801"/>
                <a:gd name="connsiteX3" fmla="*/ 725557 w 1027976"/>
                <a:gd name="connsiteY3" fmla="*/ 78581 h 549801"/>
                <a:gd name="connsiteX4" fmla="*/ 1023213 w 1027976"/>
                <a:gd name="connsiteY4" fmla="*/ 502548 h 549801"/>
                <a:gd name="connsiteX5" fmla="*/ 135732 w 1027976"/>
                <a:gd name="connsiteY5" fmla="*/ 514455 h 549801"/>
                <a:gd name="connsiteX6" fmla="*/ 0 w 1027976"/>
                <a:gd name="connsiteY6" fmla="*/ 16669 h 549801"/>
                <a:gd name="connsiteX0" fmla="*/ 0 w 1023213"/>
                <a:gd name="connsiteY0" fmla="*/ 16669 h 549801"/>
                <a:gd name="connsiteX1" fmla="*/ 73819 w 1023213"/>
                <a:gd name="connsiteY1" fmla="*/ 0 h 549801"/>
                <a:gd name="connsiteX2" fmla="*/ 725557 w 1023213"/>
                <a:gd name="connsiteY2" fmla="*/ 78581 h 549801"/>
                <a:gd name="connsiteX3" fmla="*/ 1023213 w 1023213"/>
                <a:gd name="connsiteY3" fmla="*/ 502548 h 549801"/>
                <a:gd name="connsiteX4" fmla="*/ 135732 w 1023213"/>
                <a:gd name="connsiteY4" fmla="*/ 514455 h 549801"/>
                <a:gd name="connsiteX5" fmla="*/ 0 w 1023213"/>
                <a:gd name="connsiteY5" fmla="*/ 16669 h 549801"/>
                <a:gd name="connsiteX0" fmla="*/ 0 w 1023213"/>
                <a:gd name="connsiteY0" fmla="*/ 16669 h 549801"/>
                <a:gd name="connsiteX1" fmla="*/ 73819 w 1023213"/>
                <a:gd name="connsiteY1" fmla="*/ 0 h 549801"/>
                <a:gd name="connsiteX2" fmla="*/ 713651 w 1023213"/>
                <a:gd name="connsiteY2" fmla="*/ 66675 h 549801"/>
                <a:gd name="connsiteX3" fmla="*/ 1023213 w 1023213"/>
                <a:gd name="connsiteY3" fmla="*/ 502548 h 549801"/>
                <a:gd name="connsiteX4" fmla="*/ 135732 w 1023213"/>
                <a:gd name="connsiteY4" fmla="*/ 514455 h 549801"/>
                <a:gd name="connsiteX5" fmla="*/ 0 w 1023213"/>
                <a:gd name="connsiteY5" fmla="*/ 16669 h 549801"/>
                <a:gd name="connsiteX0" fmla="*/ 0 w 1023213"/>
                <a:gd name="connsiteY0" fmla="*/ 16669 h 549801"/>
                <a:gd name="connsiteX1" fmla="*/ 73819 w 1023213"/>
                <a:gd name="connsiteY1" fmla="*/ 0 h 549801"/>
                <a:gd name="connsiteX2" fmla="*/ 713651 w 1023213"/>
                <a:gd name="connsiteY2" fmla="*/ 66675 h 549801"/>
                <a:gd name="connsiteX3" fmla="*/ 1023213 w 1023213"/>
                <a:gd name="connsiteY3" fmla="*/ 502548 h 549801"/>
                <a:gd name="connsiteX4" fmla="*/ 135732 w 1023213"/>
                <a:gd name="connsiteY4" fmla="*/ 514455 h 549801"/>
                <a:gd name="connsiteX5" fmla="*/ 0 w 1023213"/>
                <a:gd name="connsiteY5" fmla="*/ 16669 h 549801"/>
                <a:gd name="connsiteX0" fmla="*/ 0 w 1023213"/>
                <a:gd name="connsiteY0" fmla="*/ 16669 h 549801"/>
                <a:gd name="connsiteX1" fmla="*/ 73819 w 1023213"/>
                <a:gd name="connsiteY1" fmla="*/ 0 h 549801"/>
                <a:gd name="connsiteX2" fmla="*/ 713651 w 1023213"/>
                <a:gd name="connsiteY2" fmla="*/ 66675 h 549801"/>
                <a:gd name="connsiteX3" fmla="*/ 1023213 w 1023213"/>
                <a:gd name="connsiteY3" fmla="*/ 502548 h 549801"/>
                <a:gd name="connsiteX4" fmla="*/ 135732 w 1023213"/>
                <a:gd name="connsiteY4" fmla="*/ 514455 h 549801"/>
                <a:gd name="connsiteX5" fmla="*/ 0 w 1023213"/>
                <a:gd name="connsiteY5" fmla="*/ 16669 h 549801"/>
                <a:gd name="connsiteX0" fmla="*/ 0 w 1023213"/>
                <a:gd name="connsiteY0" fmla="*/ 38101 h 571233"/>
                <a:gd name="connsiteX1" fmla="*/ 73819 w 1023213"/>
                <a:gd name="connsiteY1" fmla="*/ 0 h 571233"/>
                <a:gd name="connsiteX2" fmla="*/ 713651 w 1023213"/>
                <a:gd name="connsiteY2" fmla="*/ 88107 h 571233"/>
                <a:gd name="connsiteX3" fmla="*/ 1023213 w 1023213"/>
                <a:gd name="connsiteY3" fmla="*/ 523980 h 571233"/>
                <a:gd name="connsiteX4" fmla="*/ 135732 w 1023213"/>
                <a:gd name="connsiteY4" fmla="*/ 535887 h 571233"/>
                <a:gd name="connsiteX5" fmla="*/ 0 w 1023213"/>
                <a:gd name="connsiteY5" fmla="*/ 38101 h 571233"/>
                <a:gd name="connsiteX0" fmla="*/ 127840 w 1015321"/>
                <a:gd name="connsiteY0" fmla="*/ 535887 h 571233"/>
                <a:gd name="connsiteX1" fmla="*/ 65927 w 1015321"/>
                <a:gd name="connsiteY1" fmla="*/ 0 h 571233"/>
                <a:gd name="connsiteX2" fmla="*/ 705759 w 1015321"/>
                <a:gd name="connsiteY2" fmla="*/ 88107 h 571233"/>
                <a:gd name="connsiteX3" fmla="*/ 1015321 w 1015321"/>
                <a:gd name="connsiteY3" fmla="*/ 523980 h 571233"/>
                <a:gd name="connsiteX4" fmla="*/ 127840 w 1015321"/>
                <a:gd name="connsiteY4" fmla="*/ 535887 h 571233"/>
                <a:gd name="connsiteX0" fmla="*/ 133612 w 1021093"/>
                <a:gd name="connsiteY0" fmla="*/ 538268 h 573614"/>
                <a:gd name="connsiteX1" fmla="*/ 62174 w 1021093"/>
                <a:gd name="connsiteY1" fmla="*/ 0 h 573614"/>
                <a:gd name="connsiteX2" fmla="*/ 711531 w 1021093"/>
                <a:gd name="connsiteY2" fmla="*/ 90488 h 573614"/>
                <a:gd name="connsiteX3" fmla="*/ 1021093 w 1021093"/>
                <a:gd name="connsiteY3" fmla="*/ 526361 h 573614"/>
                <a:gd name="connsiteX4" fmla="*/ 133612 w 1021093"/>
                <a:gd name="connsiteY4" fmla="*/ 538268 h 573614"/>
                <a:gd name="connsiteX0" fmla="*/ 109078 w 996559"/>
                <a:gd name="connsiteY0" fmla="*/ 538268 h 573614"/>
                <a:gd name="connsiteX1" fmla="*/ 37640 w 996559"/>
                <a:gd name="connsiteY1" fmla="*/ 0 h 573614"/>
                <a:gd name="connsiteX2" fmla="*/ 686997 w 996559"/>
                <a:gd name="connsiteY2" fmla="*/ 90488 h 573614"/>
                <a:gd name="connsiteX3" fmla="*/ 996559 w 996559"/>
                <a:gd name="connsiteY3" fmla="*/ 526361 h 573614"/>
                <a:gd name="connsiteX4" fmla="*/ 109078 w 996559"/>
                <a:gd name="connsiteY4" fmla="*/ 538268 h 573614"/>
                <a:gd name="connsiteX0" fmla="*/ 137952 w 1025433"/>
                <a:gd name="connsiteY0" fmla="*/ 528743 h 564089"/>
                <a:gd name="connsiteX1" fmla="*/ 21270 w 1025433"/>
                <a:gd name="connsiteY1" fmla="*/ 0 h 564089"/>
                <a:gd name="connsiteX2" fmla="*/ 715871 w 1025433"/>
                <a:gd name="connsiteY2" fmla="*/ 80963 h 564089"/>
                <a:gd name="connsiteX3" fmla="*/ 1025433 w 1025433"/>
                <a:gd name="connsiteY3" fmla="*/ 516836 h 564089"/>
                <a:gd name="connsiteX4" fmla="*/ 137952 w 1025433"/>
                <a:gd name="connsiteY4" fmla="*/ 528743 h 564089"/>
                <a:gd name="connsiteX0" fmla="*/ 137952 w 1025433"/>
                <a:gd name="connsiteY0" fmla="*/ 528743 h 564089"/>
                <a:gd name="connsiteX1" fmla="*/ 21270 w 1025433"/>
                <a:gd name="connsiteY1" fmla="*/ 0 h 564089"/>
                <a:gd name="connsiteX2" fmla="*/ 715871 w 1025433"/>
                <a:gd name="connsiteY2" fmla="*/ 80963 h 564089"/>
                <a:gd name="connsiteX3" fmla="*/ 1025433 w 1025433"/>
                <a:gd name="connsiteY3" fmla="*/ 516836 h 564089"/>
                <a:gd name="connsiteX4" fmla="*/ 137952 w 1025433"/>
                <a:gd name="connsiteY4" fmla="*/ 528743 h 564089"/>
                <a:gd name="connsiteX0" fmla="*/ 127697 w 1015178"/>
                <a:gd name="connsiteY0" fmla="*/ 528743 h 564089"/>
                <a:gd name="connsiteX1" fmla="*/ 11015 w 1015178"/>
                <a:gd name="connsiteY1" fmla="*/ 0 h 564089"/>
                <a:gd name="connsiteX2" fmla="*/ 705616 w 1015178"/>
                <a:gd name="connsiteY2" fmla="*/ 80963 h 564089"/>
                <a:gd name="connsiteX3" fmla="*/ 1015178 w 1015178"/>
                <a:gd name="connsiteY3" fmla="*/ 516836 h 564089"/>
                <a:gd name="connsiteX4" fmla="*/ 127697 w 1015178"/>
                <a:gd name="connsiteY4" fmla="*/ 528743 h 564089"/>
                <a:gd name="connsiteX0" fmla="*/ 123552 w 1011033"/>
                <a:gd name="connsiteY0" fmla="*/ 528743 h 564089"/>
                <a:gd name="connsiteX1" fmla="*/ 6870 w 1011033"/>
                <a:gd name="connsiteY1" fmla="*/ 0 h 564089"/>
                <a:gd name="connsiteX2" fmla="*/ 701471 w 1011033"/>
                <a:gd name="connsiteY2" fmla="*/ 80963 h 564089"/>
                <a:gd name="connsiteX3" fmla="*/ 1011033 w 1011033"/>
                <a:gd name="connsiteY3" fmla="*/ 516836 h 564089"/>
                <a:gd name="connsiteX4" fmla="*/ 123552 w 1011033"/>
                <a:gd name="connsiteY4" fmla="*/ 528743 h 564089"/>
                <a:gd name="connsiteX0" fmla="*/ 125517 w 1012998"/>
                <a:gd name="connsiteY0" fmla="*/ 528743 h 564089"/>
                <a:gd name="connsiteX1" fmla="*/ 8835 w 1012998"/>
                <a:gd name="connsiteY1" fmla="*/ 0 h 564089"/>
                <a:gd name="connsiteX2" fmla="*/ 703436 w 1012998"/>
                <a:gd name="connsiteY2" fmla="*/ 80963 h 564089"/>
                <a:gd name="connsiteX3" fmla="*/ 1012998 w 1012998"/>
                <a:gd name="connsiteY3" fmla="*/ 516836 h 564089"/>
                <a:gd name="connsiteX4" fmla="*/ 125517 w 1012998"/>
                <a:gd name="connsiteY4" fmla="*/ 528743 h 564089"/>
                <a:gd name="connsiteX0" fmla="*/ 125517 w 1012998"/>
                <a:gd name="connsiteY0" fmla="*/ 528743 h 546281"/>
                <a:gd name="connsiteX1" fmla="*/ 8835 w 1012998"/>
                <a:gd name="connsiteY1" fmla="*/ 0 h 546281"/>
                <a:gd name="connsiteX2" fmla="*/ 703436 w 1012998"/>
                <a:gd name="connsiteY2" fmla="*/ 80963 h 546281"/>
                <a:gd name="connsiteX3" fmla="*/ 1012998 w 1012998"/>
                <a:gd name="connsiteY3" fmla="*/ 516836 h 546281"/>
                <a:gd name="connsiteX4" fmla="*/ 125517 w 1012998"/>
                <a:gd name="connsiteY4" fmla="*/ 528743 h 546281"/>
                <a:gd name="connsiteX0" fmla="*/ 125517 w 1012998"/>
                <a:gd name="connsiteY0" fmla="*/ 528743 h 540088"/>
                <a:gd name="connsiteX1" fmla="*/ 8835 w 1012998"/>
                <a:gd name="connsiteY1" fmla="*/ 0 h 540088"/>
                <a:gd name="connsiteX2" fmla="*/ 703436 w 1012998"/>
                <a:gd name="connsiteY2" fmla="*/ 80963 h 540088"/>
                <a:gd name="connsiteX3" fmla="*/ 1012998 w 1012998"/>
                <a:gd name="connsiteY3" fmla="*/ 516836 h 540088"/>
                <a:gd name="connsiteX4" fmla="*/ 125517 w 1012998"/>
                <a:gd name="connsiteY4" fmla="*/ 528743 h 540088"/>
                <a:gd name="connsiteX0" fmla="*/ 125517 w 1012998"/>
                <a:gd name="connsiteY0" fmla="*/ 528743 h 535059"/>
                <a:gd name="connsiteX1" fmla="*/ 8835 w 1012998"/>
                <a:gd name="connsiteY1" fmla="*/ 0 h 535059"/>
                <a:gd name="connsiteX2" fmla="*/ 703436 w 1012998"/>
                <a:gd name="connsiteY2" fmla="*/ 80963 h 535059"/>
                <a:gd name="connsiteX3" fmla="*/ 1012998 w 1012998"/>
                <a:gd name="connsiteY3" fmla="*/ 516836 h 535059"/>
                <a:gd name="connsiteX4" fmla="*/ 125517 w 1012998"/>
                <a:gd name="connsiteY4" fmla="*/ 528743 h 535059"/>
                <a:gd name="connsiteX0" fmla="*/ 125517 w 1012998"/>
                <a:gd name="connsiteY0" fmla="*/ 493024 h 499340"/>
                <a:gd name="connsiteX1" fmla="*/ 8835 w 1012998"/>
                <a:gd name="connsiteY1" fmla="*/ 0 h 499340"/>
                <a:gd name="connsiteX2" fmla="*/ 703436 w 1012998"/>
                <a:gd name="connsiteY2" fmla="*/ 45244 h 499340"/>
                <a:gd name="connsiteX3" fmla="*/ 1012998 w 1012998"/>
                <a:gd name="connsiteY3" fmla="*/ 481117 h 499340"/>
                <a:gd name="connsiteX4" fmla="*/ 125517 w 1012998"/>
                <a:gd name="connsiteY4" fmla="*/ 493024 h 499340"/>
                <a:gd name="connsiteX0" fmla="*/ 125517 w 1012998"/>
                <a:gd name="connsiteY0" fmla="*/ 502866 h 509182"/>
                <a:gd name="connsiteX1" fmla="*/ 8835 w 1012998"/>
                <a:gd name="connsiteY1" fmla="*/ 9842 h 509182"/>
                <a:gd name="connsiteX2" fmla="*/ 703436 w 1012998"/>
                <a:gd name="connsiteY2" fmla="*/ 55086 h 509182"/>
                <a:gd name="connsiteX3" fmla="*/ 1012998 w 1012998"/>
                <a:gd name="connsiteY3" fmla="*/ 490959 h 509182"/>
                <a:gd name="connsiteX4" fmla="*/ 125517 w 1012998"/>
                <a:gd name="connsiteY4" fmla="*/ 502866 h 509182"/>
                <a:gd name="connsiteX0" fmla="*/ 125517 w 1012998"/>
                <a:gd name="connsiteY0" fmla="*/ 508144 h 514460"/>
                <a:gd name="connsiteX1" fmla="*/ 8835 w 1012998"/>
                <a:gd name="connsiteY1" fmla="*/ 15120 h 514460"/>
                <a:gd name="connsiteX2" fmla="*/ 703436 w 1012998"/>
                <a:gd name="connsiteY2" fmla="*/ 60364 h 514460"/>
                <a:gd name="connsiteX3" fmla="*/ 1012998 w 1012998"/>
                <a:gd name="connsiteY3" fmla="*/ 496237 h 514460"/>
                <a:gd name="connsiteX4" fmla="*/ 125517 w 1012998"/>
                <a:gd name="connsiteY4" fmla="*/ 508144 h 514460"/>
                <a:gd name="connsiteX0" fmla="*/ 125517 w 1001092"/>
                <a:gd name="connsiteY0" fmla="*/ 508144 h 518115"/>
                <a:gd name="connsiteX1" fmla="*/ 8835 w 1001092"/>
                <a:gd name="connsiteY1" fmla="*/ 15120 h 518115"/>
                <a:gd name="connsiteX2" fmla="*/ 703436 w 1001092"/>
                <a:gd name="connsiteY2" fmla="*/ 60364 h 518115"/>
                <a:gd name="connsiteX3" fmla="*/ 1001092 w 1001092"/>
                <a:gd name="connsiteY3" fmla="*/ 512906 h 518115"/>
                <a:gd name="connsiteX4" fmla="*/ 125517 w 1001092"/>
                <a:gd name="connsiteY4" fmla="*/ 508144 h 5181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001092" h="518115">
                  <a:moveTo>
                    <a:pt x="125517" y="508144"/>
                  </a:moveTo>
                  <a:cubicBezTo>
                    <a:pt x="57772" y="382715"/>
                    <a:pt x="-27954" y="99275"/>
                    <a:pt x="8835" y="15120"/>
                  </a:cubicBezTo>
                  <a:cubicBezTo>
                    <a:pt x="231637" y="-17424"/>
                    <a:pt x="485396" y="4802"/>
                    <a:pt x="703436" y="60364"/>
                  </a:cubicBezTo>
                  <a:cubicBezTo>
                    <a:pt x="812180" y="196923"/>
                    <a:pt x="951879" y="340628"/>
                    <a:pt x="1001092" y="512906"/>
                  </a:cubicBezTo>
                  <a:cubicBezTo>
                    <a:pt x="849210" y="512509"/>
                    <a:pt x="353600" y="527607"/>
                    <a:pt x="125517" y="508144"/>
                  </a:cubicBezTo>
                  <a:close/>
                </a:path>
              </a:pathLst>
            </a:custGeom>
            <a:grp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1625640"/>
              <a:endParaRPr lang="en-US" sz="3202">
                <a:solidFill>
                  <a:prstClr val="white"/>
                </a:solidFill>
                <a:latin typeface="Calibri" panose="020F0502020204030204"/>
              </a:endParaRPr>
            </a:p>
          </p:txBody>
        </p:sp>
      </p:grpSp>
      <p:grpSp>
        <p:nvGrpSpPr>
          <p:cNvPr id="14" name="Group 13">
            <a:extLst>
              <a:ext uri="{FF2B5EF4-FFF2-40B4-BE49-F238E27FC236}">
                <a16:creationId xmlns:a16="http://schemas.microsoft.com/office/drawing/2014/main" id="{F8D28696-DDFB-4E1B-BB21-4F378536C629}"/>
              </a:ext>
            </a:extLst>
          </p:cNvPr>
          <p:cNvGrpSpPr/>
          <p:nvPr/>
        </p:nvGrpSpPr>
        <p:grpSpPr>
          <a:xfrm>
            <a:off x="9816303" y="6202090"/>
            <a:ext cx="4497038" cy="4719575"/>
            <a:chOff x="9588936" y="3521514"/>
            <a:chExt cx="2214239" cy="2323810"/>
          </a:xfrm>
          <a:solidFill>
            <a:schemeClr val="bg1"/>
          </a:solidFill>
        </p:grpSpPr>
        <p:sp>
          <p:nvSpPr>
            <p:cNvPr id="15" name="Rectangle: Rounded Corners 14">
              <a:extLst>
                <a:ext uri="{FF2B5EF4-FFF2-40B4-BE49-F238E27FC236}">
                  <a16:creationId xmlns:a16="http://schemas.microsoft.com/office/drawing/2014/main" id="{7D133D4E-0750-4E91-ACE1-BD32C7F7BBE1}"/>
                </a:ext>
              </a:extLst>
            </p:cNvPr>
            <p:cNvSpPr/>
            <p:nvPr/>
          </p:nvSpPr>
          <p:spPr>
            <a:xfrm rot="3228324" flipH="1">
              <a:off x="10406541" y="5084276"/>
              <a:ext cx="95372" cy="387483"/>
            </a:xfrm>
            <a:prstGeom prst="roundRect">
              <a:avLst/>
            </a:prstGeom>
            <a:grp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1625640"/>
              <a:endParaRPr lang="en-US" sz="3202">
                <a:solidFill>
                  <a:prstClr val="white"/>
                </a:solidFill>
                <a:latin typeface="Calibri" panose="020F0502020204030204"/>
              </a:endParaRPr>
            </a:p>
          </p:txBody>
        </p:sp>
        <p:sp>
          <p:nvSpPr>
            <p:cNvPr id="16" name="Rectangle: Rounded Corners 15">
              <a:extLst>
                <a:ext uri="{FF2B5EF4-FFF2-40B4-BE49-F238E27FC236}">
                  <a16:creationId xmlns:a16="http://schemas.microsoft.com/office/drawing/2014/main" id="{678CC676-FB66-46F7-BE89-985928B0A440}"/>
                </a:ext>
              </a:extLst>
            </p:cNvPr>
            <p:cNvSpPr/>
            <p:nvPr/>
          </p:nvSpPr>
          <p:spPr>
            <a:xfrm rot="2436034" flipH="1">
              <a:off x="10379871" y="5175472"/>
              <a:ext cx="95372" cy="669852"/>
            </a:xfrm>
            <a:prstGeom prst="roundRect">
              <a:avLst/>
            </a:prstGeom>
            <a:grp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1625640"/>
              <a:endParaRPr lang="en-US" sz="3202">
                <a:solidFill>
                  <a:prstClr val="white"/>
                </a:solidFill>
                <a:latin typeface="Calibri" panose="020F0502020204030204"/>
              </a:endParaRPr>
            </a:p>
          </p:txBody>
        </p:sp>
        <p:sp>
          <p:nvSpPr>
            <p:cNvPr id="17" name="Rectangle: Rounded Corners 16">
              <a:extLst>
                <a:ext uri="{FF2B5EF4-FFF2-40B4-BE49-F238E27FC236}">
                  <a16:creationId xmlns:a16="http://schemas.microsoft.com/office/drawing/2014/main" id="{5F580BCB-2A93-4A64-AEE7-F967E7582564}"/>
                </a:ext>
              </a:extLst>
            </p:cNvPr>
            <p:cNvSpPr/>
            <p:nvPr/>
          </p:nvSpPr>
          <p:spPr>
            <a:xfrm rot="19163966">
              <a:off x="11035809" y="5172812"/>
              <a:ext cx="95372" cy="669852"/>
            </a:xfrm>
            <a:prstGeom prst="roundRect">
              <a:avLst/>
            </a:prstGeom>
            <a:grp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1625640"/>
              <a:endParaRPr lang="en-US" sz="3202">
                <a:solidFill>
                  <a:prstClr val="white"/>
                </a:solidFill>
                <a:latin typeface="Calibri" panose="020F0502020204030204"/>
              </a:endParaRPr>
            </a:p>
          </p:txBody>
        </p:sp>
        <p:sp>
          <p:nvSpPr>
            <p:cNvPr id="18" name="Rectangle: Rounded Corners 17">
              <a:extLst>
                <a:ext uri="{FF2B5EF4-FFF2-40B4-BE49-F238E27FC236}">
                  <a16:creationId xmlns:a16="http://schemas.microsoft.com/office/drawing/2014/main" id="{BEF9A840-4CEF-4B9F-AABC-D5D5CF08F458}"/>
                </a:ext>
              </a:extLst>
            </p:cNvPr>
            <p:cNvSpPr/>
            <p:nvPr/>
          </p:nvSpPr>
          <p:spPr>
            <a:xfrm rot="18062745">
              <a:off x="11015296" y="5072648"/>
              <a:ext cx="95372" cy="387483"/>
            </a:xfrm>
            <a:prstGeom prst="roundRect">
              <a:avLst/>
            </a:prstGeom>
            <a:grp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1625640"/>
              <a:endParaRPr lang="en-US" sz="3202">
                <a:solidFill>
                  <a:prstClr val="white"/>
                </a:solidFill>
                <a:latin typeface="Calibri" panose="020F0502020204030204"/>
              </a:endParaRPr>
            </a:p>
          </p:txBody>
        </p:sp>
        <p:sp>
          <p:nvSpPr>
            <p:cNvPr id="19" name="Rectangle 34">
              <a:extLst>
                <a:ext uri="{FF2B5EF4-FFF2-40B4-BE49-F238E27FC236}">
                  <a16:creationId xmlns:a16="http://schemas.microsoft.com/office/drawing/2014/main" id="{B53BA0FC-6891-43BB-ACFA-4BFA156C296A}"/>
                </a:ext>
              </a:extLst>
            </p:cNvPr>
            <p:cNvSpPr/>
            <p:nvPr/>
          </p:nvSpPr>
          <p:spPr>
            <a:xfrm>
              <a:off x="9588936" y="3521514"/>
              <a:ext cx="2206625" cy="506971"/>
            </a:xfrm>
            <a:custGeom>
              <a:avLst/>
              <a:gdLst>
                <a:gd name="connsiteX0" fmla="*/ 0 w 1714500"/>
                <a:gd name="connsiteY0" fmla="*/ 0 h 367271"/>
                <a:gd name="connsiteX1" fmla="*/ 1714500 w 1714500"/>
                <a:gd name="connsiteY1" fmla="*/ 0 h 367271"/>
                <a:gd name="connsiteX2" fmla="*/ 1714500 w 1714500"/>
                <a:gd name="connsiteY2" fmla="*/ 367271 h 367271"/>
                <a:gd name="connsiteX3" fmla="*/ 0 w 1714500"/>
                <a:gd name="connsiteY3" fmla="*/ 367271 h 367271"/>
                <a:gd name="connsiteX4" fmla="*/ 0 w 1714500"/>
                <a:gd name="connsiteY4" fmla="*/ 0 h 367271"/>
                <a:gd name="connsiteX0" fmla="*/ 263525 w 1978025"/>
                <a:gd name="connsiteY0" fmla="*/ 0 h 506971"/>
                <a:gd name="connsiteX1" fmla="*/ 1978025 w 1978025"/>
                <a:gd name="connsiteY1" fmla="*/ 0 h 506971"/>
                <a:gd name="connsiteX2" fmla="*/ 1978025 w 1978025"/>
                <a:gd name="connsiteY2" fmla="*/ 367271 h 506971"/>
                <a:gd name="connsiteX3" fmla="*/ 0 w 1978025"/>
                <a:gd name="connsiteY3" fmla="*/ 506971 h 506971"/>
                <a:gd name="connsiteX4" fmla="*/ 263525 w 1978025"/>
                <a:gd name="connsiteY4" fmla="*/ 0 h 506971"/>
                <a:gd name="connsiteX0" fmla="*/ 263525 w 2193925"/>
                <a:gd name="connsiteY0" fmla="*/ 0 h 506971"/>
                <a:gd name="connsiteX1" fmla="*/ 1978025 w 2193925"/>
                <a:gd name="connsiteY1" fmla="*/ 0 h 506971"/>
                <a:gd name="connsiteX2" fmla="*/ 2193925 w 2193925"/>
                <a:gd name="connsiteY2" fmla="*/ 491096 h 506971"/>
                <a:gd name="connsiteX3" fmla="*/ 0 w 2193925"/>
                <a:gd name="connsiteY3" fmla="*/ 506971 h 506971"/>
                <a:gd name="connsiteX4" fmla="*/ 263525 w 2193925"/>
                <a:gd name="connsiteY4" fmla="*/ 0 h 506971"/>
                <a:gd name="connsiteX0" fmla="*/ 263525 w 2206625"/>
                <a:gd name="connsiteY0" fmla="*/ 0 h 506971"/>
                <a:gd name="connsiteX1" fmla="*/ 1978025 w 2206625"/>
                <a:gd name="connsiteY1" fmla="*/ 0 h 506971"/>
                <a:gd name="connsiteX2" fmla="*/ 2206625 w 2206625"/>
                <a:gd name="connsiteY2" fmla="*/ 491096 h 506971"/>
                <a:gd name="connsiteX3" fmla="*/ 0 w 2206625"/>
                <a:gd name="connsiteY3" fmla="*/ 506971 h 506971"/>
                <a:gd name="connsiteX4" fmla="*/ 263525 w 2206625"/>
                <a:gd name="connsiteY4" fmla="*/ 0 h 5069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206625" h="506971">
                  <a:moveTo>
                    <a:pt x="263525" y="0"/>
                  </a:moveTo>
                  <a:lnTo>
                    <a:pt x="1978025" y="0"/>
                  </a:lnTo>
                  <a:lnTo>
                    <a:pt x="2206625" y="491096"/>
                  </a:lnTo>
                  <a:lnTo>
                    <a:pt x="0" y="506971"/>
                  </a:lnTo>
                  <a:lnTo>
                    <a:pt x="263525" y="0"/>
                  </a:lnTo>
                  <a:close/>
                </a:path>
              </a:pathLst>
            </a:custGeom>
            <a:grp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1625640"/>
              <a:endParaRPr lang="en-US" sz="3202">
                <a:solidFill>
                  <a:prstClr val="white"/>
                </a:solidFill>
                <a:latin typeface="Calibri" panose="020F0502020204030204"/>
              </a:endParaRPr>
            </a:p>
          </p:txBody>
        </p:sp>
        <p:sp>
          <p:nvSpPr>
            <p:cNvPr id="20" name="Rectangle 19">
              <a:extLst>
                <a:ext uri="{FF2B5EF4-FFF2-40B4-BE49-F238E27FC236}">
                  <a16:creationId xmlns:a16="http://schemas.microsoft.com/office/drawing/2014/main" id="{2D85D449-A598-4387-92B6-DA0C551E343F}"/>
                </a:ext>
              </a:extLst>
            </p:cNvPr>
            <p:cNvSpPr/>
            <p:nvPr/>
          </p:nvSpPr>
          <p:spPr>
            <a:xfrm>
              <a:off x="10618387" y="4194614"/>
              <a:ext cx="278527" cy="820106"/>
            </a:xfrm>
            <a:prstGeom prst="rect">
              <a:avLst/>
            </a:prstGeom>
            <a:grp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1625640"/>
              <a:endParaRPr lang="en-US" sz="3202">
                <a:solidFill>
                  <a:prstClr val="white"/>
                </a:solidFill>
                <a:latin typeface="Calibri" panose="020F0502020204030204"/>
              </a:endParaRPr>
            </a:p>
          </p:txBody>
        </p:sp>
        <p:sp>
          <p:nvSpPr>
            <p:cNvPr id="21" name="Oval 20">
              <a:extLst>
                <a:ext uri="{FF2B5EF4-FFF2-40B4-BE49-F238E27FC236}">
                  <a16:creationId xmlns:a16="http://schemas.microsoft.com/office/drawing/2014/main" id="{19D01337-1AAA-45B8-AB8F-20F08B84051C}"/>
                </a:ext>
              </a:extLst>
            </p:cNvPr>
            <p:cNvSpPr/>
            <p:nvPr/>
          </p:nvSpPr>
          <p:spPr>
            <a:xfrm>
              <a:off x="10579402" y="4939865"/>
              <a:ext cx="356497" cy="370519"/>
            </a:xfrm>
            <a:prstGeom prst="ellipse">
              <a:avLst/>
            </a:prstGeom>
            <a:grp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1625640"/>
              <a:endParaRPr lang="en-US" sz="3202">
                <a:solidFill>
                  <a:prstClr val="white"/>
                </a:solidFill>
                <a:latin typeface="Calibri" panose="020F0502020204030204"/>
              </a:endParaRPr>
            </a:p>
          </p:txBody>
        </p:sp>
        <p:sp>
          <p:nvSpPr>
            <p:cNvPr id="22" name="Rectangle: Rounded Corners 21">
              <a:extLst>
                <a:ext uri="{FF2B5EF4-FFF2-40B4-BE49-F238E27FC236}">
                  <a16:creationId xmlns:a16="http://schemas.microsoft.com/office/drawing/2014/main" id="{9CBFF92C-3F7F-4991-B985-6F7D6EE5219B}"/>
                </a:ext>
              </a:extLst>
            </p:cNvPr>
            <p:cNvSpPr/>
            <p:nvPr/>
          </p:nvSpPr>
          <p:spPr>
            <a:xfrm>
              <a:off x="9588936" y="3993073"/>
              <a:ext cx="2214239" cy="198917"/>
            </a:xfrm>
            <a:prstGeom prst="roundRect">
              <a:avLst/>
            </a:prstGeom>
            <a:grp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1625640"/>
              <a:endParaRPr lang="en-US" sz="3202" dirty="0">
                <a:solidFill>
                  <a:prstClr val="white"/>
                </a:solidFill>
                <a:latin typeface="Calibri" panose="020F0502020204030204"/>
              </a:endParaRPr>
            </a:p>
          </p:txBody>
        </p:sp>
      </p:grpSp>
      <p:grpSp>
        <p:nvGrpSpPr>
          <p:cNvPr id="71" name="Group 70">
            <a:extLst>
              <a:ext uri="{FF2B5EF4-FFF2-40B4-BE49-F238E27FC236}">
                <a16:creationId xmlns:a16="http://schemas.microsoft.com/office/drawing/2014/main" id="{17D94A0E-03F6-4B40-99BA-99CFAB32F8AF}"/>
              </a:ext>
            </a:extLst>
          </p:cNvPr>
          <p:cNvGrpSpPr/>
          <p:nvPr/>
        </p:nvGrpSpPr>
        <p:grpSpPr>
          <a:xfrm>
            <a:off x="10018120" y="2111992"/>
            <a:ext cx="4395156" cy="5973245"/>
            <a:chOff x="1481769" y="3123982"/>
            <a:chExt cx="4395156" cy="5973245"/>
          </a:xfrm>
          <a:solidFill>
            <a:schemeClr val="bg1"/>
          </a:solidFill>
        </p:grpSpPr>
        <p:sp>
          <p:nvSpPr>
            <p:cNvPr id="69" name="Rectangle 68">
              <a:extLst>
                <a:ext uri="{FF2B5EF4-FFF2-40B4-BE49-F238E27FC236}">
                  <a16:creationId xmlns:a16="http://schemas.microsoft.com/office/drawing/2014/main" id="{0DF351DE-E378-4E86-AE09-AE7DD09BD95E}"/>
                </a:ext>
              </a:extLst>
            </p:cNvPr>
            <p:cNvSpPr/>
            <p:nvPr/>
          </p:nvSpPr>
          <p:spPr>
            <a:xfrm rot="5400000">
              <a:off x="2977945" y="1781138"/>
              <a:ext cx="366389" cy="3053946"/>
            </a:xfrm>
            <a:prstGeom prst="rect">
              <a:avLst/>
            </a:prstGeom>
            <a:grp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68" name="Rectangle 67">
              <a:extLst>
                <a:ext uri="{FF2B5EF4-FFF2-40B4-BE49-F238E27FC236}">
                  <a16:creationId xmlns:a16="http://schemas.microsoft.com/office/drawing/2014/main" id="{CD757FDB-EDA1-479D-BEDF-DACFBC9DF774}"/>
                </a:ext>
              </a:extLst>
            </p:cNvPr>
            <p:cNvSpPr/>
            <p:nvPr/>
          </p:nvSpPr>
          <p:spPr>
            <a:xfrm rot="5400000">
              <a:off x="3021919" y="3301439"/>
              <a:ext cx="366389" cy="3166373"/>
            </a:xfrm>
            <a:prstGeom prst="rect">
              <a:avLst/>
            </a:prstGeom>
            <a:grp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60" name="Rectangle 59">
              <a:extLst>
                <a:ext uri="{FF2B5EF4-FFF2-40B4-BE49-F238E27FC236}">
                  <a16:creationId xmlns:a16="http://schemas.microsoft.com/office/drawing/2014/main" id="{254F881F-E5C4-48CD-8ED9-9C0928D74C48}"/>
                </a:ext>
              </a:extLst>
            </p:cNvPr>
            <p:cNvSpPr/>
            <p:nvPr/>
          </p:nvSpPr>
          <p:spPr>
            <a:xfrm>
              <a:off x="1481769" y="3124200"/>
              <a:ext cx="310888" cy="5772150"/>
            </a:xfrm>
            <a:prstGeom prst="rect">
              <a:avLst/>
            </a:prstGeom>
            <a:grp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1" name="Rectangle 60">
              <a:extLst>
                <a:ext uri="{FF2B5EF4-FFF2-40B4-BE49-F238E27FC236}">
                  <a16:creationId xmlns:a16="http://schemas.microsoft.com/office/drawing/2014/main" id="{FDF042EA-A5EE-43CC-8507-D13D657AC40A}"/>
                </a:ext>
              </a:extLst>
            </p:cNvPr>
            <p:cNvSpPr/>
            <p:nvPr/>
          </p:nvSpPr>
          <p:spPr>
            <a:xfrm>
              <a:off x="4489651" y="3123982"/>
              <a:ext cx="310888" cy="5772150"/>
            </a:xfrm>
            <a:prstGeom prst="rect">
              <a:avLst/>
            </a:prstGeom>
            <a:grp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4" name="Rectangle 63">
              <a:extLst>
                <a:ext uri="{FF2B5EF4-FFF2-40B4-BE49-F238E27FC236}">
                  <a16:creationId xmlns:a16="http://schemas.microsoft.com/office/drawing/2014/main" id="{8C22D280-99BD-49C7-835B-2803B086449F}"/>
                </a:ext>
              </a:extLst>
            </p:cNvPr>
            <p:cNvSpPr/>
            <p:nvPr/>
          </p:nvSpPr>
          <p:spPr>
            <a:xfrm>
              <a:off x="2073647" y="7030636"/>
              <a:ext cx="366389" cy="2066591"/>
            </a:xfrm>
            <a:prstGeom prst="rect">
              <a:avLst/>
            </a:prstGeom>
            <a:grp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65" name="Rectangle 64">
              <a:extLst>
                <a:ext uri="{FF2B5EF4-FFF2-40B4-BE49-F238E27FC236}">
                  <a16:creationId xmlns:a16="http://schemas.microsoft.com/office/drawing/2014/main" id="{F571103D-9F30-4616-A149-DCB53E650D18}"/>
                </a:ext>
              </a:extLst>
            </p:cNvPr>
            <p:cNvSpPr/>
            <p:nvPr/>
          </p:nvSpPr>
          <p:spPr>
            <a:xfrm>
              <a:off x="5331441" y="7016119"/>
              <a:ext cx="366389" cy="2066591"/>
            </a:xfrm>
            <a:prstGeom prst="rect">
              <a:avLst/>
            </a:prstGeom>
            <a:grp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70" name="Rectangle 69">
              <a:extLst>
                <a:ext uri="{FF2B5EF4-FFF2-40B4-BE49-F238E27FC236}">
                  <a16:creationId xmlns:a16="http://schemas.microsoft.com/office/drawing/2014/main" id="{69613139-E8A5-4B9B-A31C-9B0A797BBD36}"/>
                </a:ext>
              </a:extLst>
            </p:cNvPr>
            <p:cNvSpPr/>
            <p:nvPr/>
          </p:nvSpPr>
          <p:spPr>
            <a:xfrm>
              <a:off x="1488276" y="6277683"/>
              <a:ext cx="592732" cy="949226"/>
            </a:xfrm>
            <a:custGeom>
              <a:avLst/>
              <a:gdLst>
                <a:gd name="connsiteX0" fmla="*/ 0 w 699888"/>
                <a:gd name="connsiteY0" fmla="*/ 0 h 234057"/>
                <a:gd name="connsiteX1" fmla="*/ 699888 w 699888"/>
                <a:gd name="connsiteY1" fmla="*/ 0 h 234057"/>
                <a:gd name="connsiteX2" fmla="*/ 699888 w 699888"/>
                <a:gd name="connsiteY2" fmla="*/ 234057 h 234057"/>
                <a:gd name="connsiteX3" fmla="*/ 0 w 699888"/>
                <a:gd name="connsiteY3" fmla="*/ 234057 h 234057"/>
                <a:gd name="connsiteX4" fmla="*/ 0 w 699888"/>
                <a:gd name="connsiteY4" fmla="*/ 0 h 234057"/>
                <a:gd name="connsiteX0" fmla="*/ 0 w 699888"/>
                <a:gd name="connsiteY0" fmla="*/ 0 h 970657"/>
                <a:gd name="connsiteX1" fmla="*/ 699888 w 699888"/>
                <a:gd name="connsiteY1" fmla="*/ 0 h 970657"/>
                <a:gd name="connsiteX2" fmla="*/ 604638 w 699888"/>
                <a:gd name="connsiteY2" fmla="*/ 970657 h 970657"/>
                <a:gd name="connsiteX3" fmla="*/ 0 w 699888"/>
                <a:gd name="connsiteY3" fmla="*/ 234057 h 970657"/>
                <a:gd name="connsiteX4" fmla="*/ 0 w 699888"/>
                <a:gd name="connsiteY4" fmla="*/ 0 h 970657"/>
                <a:gd name="connsiteX0" fmla="*/ 0 w 630038"/>
                <a:gd name="connsiteY0" fmla="*/ 0 h 970657"/>
                <a:gd name="connsiteX1" fmla="*/ 630038 w 630038"/>
                <a:gd name="connsiteY1" fmla="*/ 723900 h 970657"/>
                <a:gd name="connsiteX2" fmla="*/ 604638 w 630038"/>
                <a:gd name="connsiteY2" fmla="*/ 970657 h 970657"/>
                <a:gd name="connsiteX3" fmla="*/ 0 w 630038"/>
                <a:gd name="connsiteY3" fmla="*/ 234057 h 970657"/>
                <a:gd name="connsiteX4" fmla="*/ 0 w 630038"/>
                <a:gd name="connsiteY4" fmla="*/ 0 h 970657"/>
                <a:gd name="connsiteX0" fmla="*/ 0 w 604638"/>
                <a:gd name="connsiteY0" fmla="*/ 0 h 970657"/>
                <a:gd name="connsiteX1" fmla="*/ 587175 w 604638"/>
                <a:gd name="connsiteY1" fmla="*/ 726282 h 970657"/>
                <a:gd name="connsiteX2" fmla="*/ 604638 w 604638"/>
                <a:gd name="connsiteY2" fmla="*/ 970657 h 970657"/>
                <a:gd name="connsiteX3" fmla="*/ 0 w 604638"/>
                <a:gd name="connsiteY3" fmla="*/ 234057 h 970657"/>
                <a:gd name="connsiteX4" fmla="*/ 0 w 604638"/>
                <a:gd name="connsiteY4" fmla="*/ 0 h 970657"/>
                <a:gd name="connsiteX0" fmla="*/ 0 w 592732"/>
                <a:gd name="connsiteY0" fmla="*/ 0 h 961132"/>
                <a:gd name="connsiteX1" fmla="*/ 587175 w 592732"/>
                <a:gd name="connsiteY1" fmla="*/ 726282 h 961132"/>
                <a:gd name="connsiteX2" fmla="*/ 592732 w 592732"/>
                <a:gd name="connsiteY2" fmla="*/ 961132 h 961132"/>
                <a:gd name="connsiteX3" fmla="*/ 0 w 592732"/>
                <a:gd name="connsiteY3" fmla="*/ 234057 h 961132"/>
                <a:gd name="connsiteX4" fmla="*/ 0 w 592732"/>
                <a:gd name="connsiteY4" fmla="*/ 0 h 961132"/>
                <a:gd name="connsiteX0" fmla="*/ 0 w 592732"/>
                <a:gd name="connsiteY0" fmla="*/ 0 h 949226"/>
                <a:gd name="connsiteX1" fmla="*/ 587175 w 592732"/>
                <a:gd name="connsiteY1" fmla="*/ 726282 h 949226"/>
                <a:gd name="connsiteX2" fmla="*/ 592732 w 592732"/>
                <a:gd name="connsiteY2" fmla="*/ 949226 h 949226"/>
                <a:gd name="connsiteX3" fmla="*/ 0 w 592732"/>
                <a:gd name="connsiteY3" fmla="*/ 234057 h 949226"/>
                <a:gd name="connsiteX4" fmla="*/ 0 w 592732"/>
                <a:gd name="connsiteY4" fmla="*/ 0 h 9492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92732" h="949226">
                  <a:moveTo>
                    <a:pt x="0" y="0"/>
                  </a:moveTo>
                  <a:lnTo>
                    <a:pt x="587175" y="726282"/>
                  </a:lnTo>
                  <a:lnTo>
                    <a:pt x="592732" y="949226"/>
                  </a:lnTo>
                  <a:lnTo>
                    <a:pt x="0" y="234057"/>
                  </a:lnTo>
                  <a:lnTo>
                    <a:pt x="0" y="0"/>
                  </a:lnTo>
                  <a:close/>
                </a:path>
              </a:pathLst>
            </a:custGeom>
            <a:grp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2" name="Flowchart: Manual Operation 61">
              <a:extLst>
                <a:ext uri="{FF2B5EF4-FFF2-40B4-BE49-F238E27FC236}">
                  <a16:creationId xmlns:a16="http://schemas.microsoft.com/office/drawing/2014/main" id="{05F097E1-EA16-40BF-8207-D61C858609F2}"/>
                </a:ext>
              </a:extLst>
            </p:cNvPr>
            <p:cNvSpPr/>
            <p:nvPr/>
          </p:nvSpPr>
          <p:spPr>
            <a:xfrm flipV="1">
              <a:off x="1486224" y="6281085"/>
              <a:ext cx="4390701" cy="731632"/>
            </a:xfrm>
            <a:custGeom>
              <a:avLst/>
              <a:gdLst>
                <a:gd name="connsiteX0" fmla="*/ 0 w 10000"/>
                <a:gd name="connsiteY0" fmla="*/ 0 h 10000"/>
                <a:gd name="connsiteX1" fmla="*/ 10000 w 10000"/>
                <a:gd name="connsiteY1" fmla="*/ 0 h 10000"/>
                <a:gd name="connsiteX2" fmla="*/ 8000 w 10000"/>
                <a:gd name="connsiteY2" fmla="*/ 10000 h 10000"/>
                <a:gd name="connsiteX3" fmla="*/ 2000 w 10000"/>
                <a:gd name="connsiteY3" fmla="*/ 10000 h 10000"/>
                <a:gd name="connsiteX4" fmla="*/ 0 w 10000"/>
                <a:gd name="connsiteY4" fmla="*/ 0 h 10000"/>
                <a:gd name="connsiteX0" fmla="*/ 213 w 8000"/>
                <a:gd name="connsiteY0" fmla="*/ 0 h 10406"/>
                <a:gd name="connsiteX1" fmla="*/ 8000 w 8000"/>
                <a:gd name="connsiteY1" fmla="*/ 406 h 10406"/>
                <a:gd name="connsiteX2" fmla="*/ 6000 w 8000"/>
                <a:gd name="connsiteY2" fmla="*/ 10406 h 10406"/>
                <a:gd name="connsiteX3" fmla="*/ 0 w 8000"/>
                <a:gd name="connsiteY3" fmla="*/ 10406 h 10406"/>
                <a:gd name="connsiteX4" fmla="*/ 213 w 8000"/>
                <a:gd name="connsiteY4" fmla="*/ 0 h 10406"/>
                <a:gd name="connsiteX0" fmla="*/ 309 w 10000"/>
                <a:gd name="connsiteY0" fmla="*/ 0 h 9829"/>
                <a:gd name="connsiteX1" fmla="*/ 10000 w 10000"/>
                <a:gd name="connsiteY1" fmla="*/ 219 h 9829"/>
                <a:gd name="connsiteX2" fmla="*/ 7500 w 10000"/>
                <a:gd name="connsiteY2" fmla="*/ 9829 h 9829"/>
                <a:gd name="connsiteX3" fmla="*/ 0 w 10000"/>
                <a:gd name="connsiteY3" fmla="*/ 9829 h 9829"/>
                <a:gd name="connsiteX4" fmla="*/ 309 w 10000"/>
                <a:gd name="connsiteY4" fmla="*/ 0 h 9829"/>
                <a:gd name="connsiteX0" fmla="*/ 1379 w 10000"/>
                <a:gd name="connsiteY0" fmla="*/ 0 h 10000"/>
                <a:gd name="connsiteX1" fmla="*/ 10000 w 10000"/>
                <a:gd name="connsiteY1" fmla="*/ 223 h 10000"/>
                <a:gd name="connsiteX2" fmla="*/ 7500 w 10000"/>
                <a:gd name="connsiteY2" fmla="*/ 10000 h 10000"/>
                <a:gd name="connsiteX3" fmla="*/ 0 w 10000"/>
                <a:gd name="connsiteY3" fmla="*/ 10000 h 10000"/>
                <a:gd name="connsiteX4" fmla="*/ 1379 w 10000"/>
                <a:gd name="connsiteY4" fmla="*/ 0 h 10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0000" h="10000">
                  <a:moveTo>
                    <a:pt x="1379" y="0"/>
                  </a:moveTo>
                  <a:lnTo>
                    <a:pt x="10000" y="223"/>
                  </a:lnTo>
                  <a:lnTo>
                    <a:pt x="7500" y="10000"/>
                  </a:lnTo>
                  <a:lnTo>
                    <a:pt x="0" y="10000"/>
                  </a:lnTo>
                  <a:lnTo>
                    <a:pt x="1379" y="0"/>
                  </a:lnTo>
                  <a:close/>
                </a:path>
              </a:pathLst>
            </a:custGeom>
            <a:grp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3" name="Rectangle 62">
              <a:extLst>
                <a:ext uri="{FF2B5EF4-FFF2-40B4-BE49-F238E27FC236}">
                  <a16:creationId xmlns:a16="http://schemas.microsoft.com/office/drawing/2014/main" id="{5530B794-AA82-4655-8EB4-500DCE79F3A6}"/>
                </a:ext>
              </a:extLst>
            </p:cNvPr>
            <p:cNvSpPr/>
            <p:nvPr/>
          </p:nvSpPr>
          <p:spPr>
            <a:xfrm>
              <a:off x="2073647" y="6997673"/>
              <a:ext cx="3803278" cy="234057"/>
            </a:xfrm>
            <a:prstGeom prst="rect">
              <a:avLst/>
            </a:prstGeom>
            <a:grp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72" name="Group 71">
            <a:extLst>
              <a:ext uri="{FF2B5EF4-FFF2-40B4-BE49-F238E27FC236}">
                <a16:creationId xmlns:a16="http://schemas.microsoft.com/office/drawing/2014/main" id="{EC67B1F0-C383-4492-8215-09DAF4087176}"/>
              </a:ext>
            </a:extLst>
          </p:cNvPr>
          <p:cNvGrpSpPr/>
          <p:nvPr/>
        </p:nvGrpSpPr>
        <p:grpSpPr>
          <a:xfrm>
            <a:off x="541088" y="2841978"/>
            <a:ext cx="4395156" cy="5973245"/>
            <a:chOff x="1481769" y="3123982"/>
            <a:chExt cx="4395156" cy="5973245"/>
          </a:xfrm>
          <a:solidFill>
            <a:schemeClr val="bg1"/>
          </a:solidFill>
        </p:grpSpPr>
        <p:sp>
          <p:nvSpPr>
            <p:cNvPr id="73" name="Rectangle 72">
              <a:extLst>
                <a:ext uri="{FF2B5EF4-FFF2-40B4-BE49-F238E27FC236}">
                  <a16:creationId xmlns:a16="http://schemas.microsoft.com/office/drawing/2014/main" id="{F78AAEE3-C0B6-439F-9A0B-4EB9361C0906}"/>
                </a:ext>
              </a:extLst>
            </p:cNvPr>
            <p:cNvSpPr/>
            <p:nvPr/>
          </p:nvSpPr>
          <p:spPr>
            <a:xfrm rot="5400000">
              <a:off x="2977945" y="1781138"/>
              <a:ext cx="366389" cy="3053946"/>
            </a:xfrm>
            <a:prstGeom prst="rect">
              <a:avLst/>
            </a:prstGeom>
            <a:solidFill>
              <a:schemeClr val="tx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74" name="Rectangle 73">
              <a:extLst>
                <a:ext uri="{FF2B5EF4-FFF2-40B4-BE49-F238E27FC236}">
                  <a16:creationId xmlns:a16="http://schemas.microsoft.com/office/drawing/2014/main" id="{3627EC73-FFA6-4321-B142-0DBF3D4FD889}"/>
                </a:ext>
              </a:extLst>
            </p:cNvPr>
            <p:cNvSpPr/>
            <p:nvPr/>
          </p:nvSpPr>
          <p:spPr>
            <a:xfrm rot="5400000">
              <a:off x="3021919" y="3301439"/>
              <a:ext cx="366389" cy="3166373"/>
            </a:xfrm>
            <a:prstGeom prst="rect">
              <a:avLst/>
            </a:prstGeom>
            <a:solidFill>
              <a:schemeClr val="tx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75" name="Rectangle 74">
              <a:extLst>
                <a:ext uri="{FF2B5EF4-FFF2-40B4-BE49-F238E27FC236}">
                  <a16:creationId xmlns:a16="http://schemas.microsoft.com/office/drawing/2014/main" id="{CD57AAE5-ED36-4C76-AE60-0949743D3DB8}"/>
                </a:ext>
              </a:extLst>
            </p:cNvPr>
            <p:cNvSpPr/>
            <p:nvPr/>
          </p:nvSpPr>
          <p:spPr>
            <a:xfrm>
              <a:off x="1481769" y="3124200"/>
              <a:ext cx="310888" cy="5772150"/>
            </a:xfrm>
            <a:prstGeom prst="rect">
              <a:avLst/>
            </a:prstGeom>
            <a:solidFill>
              <a:schemeClr val="tx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6" name="Rectangle 75">
              <a:extLst>
                <a:ext uri="{FF2B5EF4-FFF2-40B4-BE49-F238E27FC236}">
                  <a16:creationId xmlns:a16="http://schemas.microsoft.com/office/drawing/2014/main" id="{51FA4BB7-CE79-49FB-A4D3-9D82D4D2D56F}"/>
                </a:ext>
              </a:extLst>
            </p:cNvPr>
            <p:cNvSpPr/>
            <p:nvPr/>
          </p:nvSpPr>
          <p:spPr>
            <a:xfrm>
              <a:off x="4489651" y="3123982"/>
              <a:ext cx="310888" cy="5772150"/>
            </a:xfrm>
            <a:prstGeom prst="rect">
              <a:avLst/>
            </a:prstGeom>
            <a:solidFill>
              <a:schemeClr val="tx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7" name="Rectangle 76">
              <a:extLst>
                <a:ext uri="{FF2B5EF4-FFF2-40B4-BE49-F238E27FC236}">
                  <a16:creationId xmlns:a16="http://schemas.microsoft.com/office/drawing/2014/main" id="{7ED891D5-9A9A-474C-973C-DC51F5AD36AC}"/>
                </a:ext>
              </a:extLst>
            </p:cNvPr>
            <p:cNvSpPr/>
            <p:nvPr/>
          </p:nvSpPr>
          <p:spPr>
            <a:xfrm>
              <a:off x="2073647" y="7030636"/>
              <a:ext cx="366389" cy="2066591"/>
            </a:xfrm>
            <a:prstGeom prst="rect">
              <a:avLst/>
            </a:prstGeom>
            <a:solidFill>
              <a:schemeClr val="tx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78" name="Rectangle 77">
              <a:extLst>
                <a:ext uri="{FF2B5EF4-FFF2-40B4-BE49-F238E27FC236}">
                  <a16:creationId xmlns:a16="http://schemas.microsoft.com/office/drawing/2014/main" id="{A05EAA5B-FCCD-4527-940B-1391FA11E61D}"/>
                </a:ext>
              </a:extLst>
            </p:cNvPr>
            <p:cNvSpPr/>
            <p:nvPr/>
          </p:nvSpPr>
          <p:spPr>
            <a:xfrm>
              <a:off x="5331441" y="7016119"/>
              <a:ext cx="366389" cy="2066591"/>
            </a:xfrm>
            <a:prstGeom prst="rect">
              <a:avLst/>
            </a:prstGeom>
            <a:solidFill>
              <a:schemeClr val="tx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79" name="Rectangle 69">
              <a:extLst>
                <a:ext uri="{FF2B5EF4-FFF2-40B4-BE49-F238E27FC236}">
                  <a16:creationId xmlns:a16="http://schemas.microsoft.com/office/drawing/2014/main" id="{49662BCA-0EBB-4505-9A03-AF91F6029EEA}"/>
                </a:ext>
              </a:extLst>
            </p:cNvPr>
            <p:cNvSpPr/>
            <p:nvPr/>
          </p:nvSpPr>
          <p:spPr>
            <a:xfrm>
              <a:off x="1488276" y="6277683"/>
              <a:ext cx="592732" cy="949226"/>
            </a:xfrm>
            <a:custGeom>
              <a:avLst/>
              <a:gdLst>
                <a:gd name="connsiteX0" fmla="*/ 0 w 699888"/>
                <a:gd name="connsiteY0" fmla="*/ 0 h 234057"/>
                <a:gd name="connsiteX1" fmla="*/ 699888 w 699888"/>
                <a:gd name="connsiteY1" fmla="*/ 0 h 234057"/>
                <a:gd name="connsiteX2" fmla="*/ 699888 w 699888"/>
                <a:gd name="connsiteY2" fmla="*/ 234057 h 234057"/>
                <a:gd name="connsiteX3" fmla="*/ 0 w 699888"/>
                <a:gd name="connsiteY3" fmla="*/ 234057 h 234057"/>
                <a:gd name="connsiteX4" fmla="*/ 0 w 699888"/>
                <a:gd name="connsiteY4" fmla="*/ 0 h 234057"/>
                <a:gd name="connsiteX0" fmla="*/ 0 w 699888"/>
                <a:gd name="connsiteY0" fmla="*/ 0 h 970657"/>
                <a:gd name="connsiteX1" fmla="*/ 699888 w 699888"/>
                <a:gd name="connsiteY1" fmla="*/ 0 h 970657"/>
                <a:gd name="connsiteX2" fmla="*/ 604638 w 699888"/>
                <a:gd name="connsiteY2" fmla="*/ 970657 h 970657"/>
                <a:gd name="connsiteX3" fmla="*/ 0 w 699888"/>
                <a:gd name="connsiteY3" fmla="*/ 234057 h 970657"/>
                <a:gd name="connsiteX4" fmla="*/ 0 w 699888"/>
                <a:gd name="connsiteY4" fmla="*/ 0 h 970657"/>
                <a:gd name="connsiteX0" fmla="*/ 0 w 630038"/>
                <a:gd name="connsiteY0" fmla="*/ 0 h 970657"/>
                <a:gd name="connsiteX1" fmla="*/ 630038 w 630038"/>
                <a:gd name="connsiteY1" fmla="*/ 723900 h 970657"/>
                <a:gd name="connsiteX2" fmla="*/ 604638 w 630038"/>
                <a:gd name="connsiteY2" fmla="*/ 970657 h 970657"/>
                <a:gd name="connsiteX3" fmla="*/ 0 w 630038"/>
                <a:gd name="connsiteY3" fmla="*/ 234057 h 970657"/>
                <a:gd name="connsiteX4" fmla="*/ 0 w 630038"/>
                <a:gd name="connsiteY4" fmla="*/ 0 h 970657"/>
                <a:gd name="connsiteX0" fmla="*/ 0 w 604638"/>
                <a:gd name="connsiteY0" fmla="*/ 0 h 970657"/>
                <a:gd name="connsiteX1" fmla="*/ 587175 w 604638"/>
                <a:gd name="connsiteY1" fmla="*/ 726282 h 970657"/>
                <a:gd name="connsiteX2" fmla="*/ 604638 w 604638"/>
                <a:gd name="connsiteY2" fmla="*/ 970657 h 970657"/>
                <a:gd name="connsiteX3" fmla="*/ 0 w 604638"/>
                <a:gd name="connsiteY3" fmla="*/ 234057 h 970657"/>
                <a:gd name="connsiteX4" fmla="*/ 0 w 604638"/>
                <a:gd name="connsiteY4" fmla="*/ 0 h 970657"/>
                <a:gd name="connsiteX0" fmla="*/ 0 w 592732"/>
                <a:gd name="connsiteY0" fmla="*/ 0 h 961132"/>
                <a:gd name="connsiteX1" fmla="*/ 587175 w 592732"/>
                <a:gd name="connsiteY1" fmla="*/ 726282 h 961132"/>
                <a:gd name="connsiteX2" fmla="*/ 592732 w 592732"/>
                <a:gd name="connsiteY2" fmla="*/ 961132 h 961132"/>
                <a:gd name="connsiteX3" fmla="*/ 0 w 592732"/>
                <a:gd name="connsiteY3" fmla="*/ 234057 h 961132"/>
                <a:gd name="connsiteX4" fmla="*/ 0 w 592732"/>
                <a:gd name="connsiteY4" fmla="*/ 0 h 961132"/>
                <a:gd name="connsiteX0" fmla="*/ 0 w 592732"/>
                <a:gd name="connsiteY0" fmla="*/ 0 h 949226"/>
                <a:gd name="connsiteX1" fmla="*/ 587175 w 592732"/>
                <a:gd name="connsiteY1" fmla="*/ 726282 h 949226"/>
                <a:gd name="connsiteX2" fmla="*/ 592732 w 592732"/>
                <a:gd name="connsiteY2" fmla="*/ 949226 h 949226"/>
                <a:gd name="connsiteX3" fmla="*/ 0 w 592732"/>
                <a:gd name="connsiteY3" fmla="*/ 234057 h 949226"/>
                <a:gd name="connsiteX4" fmla="*/ 0 w 592732"/>
                <a:gd name="connsiteY4" fmla="*/ 0 h 9492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92732" h="949226">
                  <a:moveTo>
                    <a:pt x="0" y="0"/>
                  </a:moveTo>
                  <a:lnTo>
                    <a:pt x="587175" y="726282"/>
                  </a:lnTo>
                  <a:lnTo>
                    <a:pt x="592732" y="949226"/>
                  </a:lnTo>
                  <a:lnTo>
                    <a:pt x="0" y="23405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0" name="Flowchart: Manual Operation 61">
              <a:extLst>
                <a:ext uri="{FF2B5EF4-FFF2-40B4-BE49-F238E27FC236}">
                  <a16:creationId xmlns:a16="http://schemas.microsoft.com/office/drawing/2014/main" id="{D874E2D6-FEE3-4F7F-AEB3-5CB14C5802A2}"/>
                </a:ext>
              </a:extLst>
            </p:cNvPr>
            <p:cNvSpPr/>
            <p:nvPr/>
          </p:nvSpPr>
          <p:spPr>
            <a:xfrm flipV="1">
              <a:off x="1486224" y="6281085"/>
              <a:ext cx="4390701" cy="731632"/>
            </a:xfrm>
            <a:custGeom>
              <a:avLst/>
              <a:gdLst>
                <a:gd name="connsiteX0" fmla="*/ 0 w 10000"/>
                <a:gd name="connsiteY0" fmla="*/ 0 h 10000"/>
                <a:gd name="connsiteX1" fmla="*/ 10000 w 10000"/>
                <a:gd name="connsiteY1" fmla="*/ 0 h 10000"/>
                <a:gd name="connsiteX2" fmla="*/ 8000 w 10000"/>
                <a:gd name="connsiteY2" fmla="*/ 10000 h 10000"/>
                <a:gd name="connsiteX3" fmla="*/ 2000 w 10000"/>
                <a:gd name="connsiteY3" fmla="*/ 10000 h 10000"/>
                <a:gd name="connsiteX4" fmla="*/ 0 w 10000"/>
                <a:gd name="connsiteY4" fmla="*/ 0 h 10000"/>
                <a:gd name="connsiteX0" fmla="*/ 213 w 8000"/>
                <a:gd name="connsiteY0" fmla="*/ 0 h 10406"/>
                <a:gd name="connsiteX1" fmla="*/ 8000 w 8000"/>
                <a:gd name="connsiteY1" fmla="*/ 406 h 10406"/>
                <a:gd name="connsiteX2" fmla="*/ 6000 w 8000"/>
                <a:gd name="connsiteY2" fmla="*/ 10406 h 10406"/>
                <a:gd name="connsiteX3" fmla="*/ 0 w 8000"/>
                <a:gd name="connsiteY3" fmla="*/ 10406 h 10406"/>
                <a:gd name="connsiteX4" fmla="*/ 213 w 8000"/>
                <a:gd name="connsiteY4" fmla="*/ 0 h 10406"/>
                <a:gd name="connsiteX0" fmla="*/ 309 w 10000"/>
                <a:gd name="connsiteY0" fmla="*/ 0 h 9829"/>
                <a:gd name="connsiteX1" fmla="*/ 10000 w 10000"/>
                <a:gd name="connsiteY1" fmla="*/ 219 h 9829"/>
                <a:gd name="connsiteX2" fmla="*/ 7500 w 10000"/>
                <a:gd name="connsiteY2" fmla="*/ 9829 h 9829"/>
                <a:gd name="connsiteX3" fmla="*/ 0 w 10000"/>
                <a:gd name="connsiteY3" fmla="*/ 9829 h 9829"/>
                <a:gd name="connsiteX4" fmla="*/ 309 w 10000"/>
                <a:gd name="connsiteY4" fmla="*/ 0 h 9829"/>
                <a:gd name="connsiteX0" fmla="*/ 1379 w 10000"/>
                <a:gd name="connsiteY0" fmla="*/ 0 h 10000"/>
                <a:gd name="connsiteX1" fmla="*/ 10000 w 10000"/>
                <a:gd name="connsiteY1" fmla="*/ 223 h 10000"/>
                <a:gd name="connsiteX2" fmla="*/ 7500 w 10000"/>
                <a:gd name="connsiteY2" fmla="*/ 10000 h 10000"/>
                <a:gd name="connsiteX3" fmla="*/ 0 w 10000"/>
                <a:gd name="connsiteY3" fmla="*/ 10000 h 10000"/>
                <a:gd name="connsiteX4" fmla="*/ 1379 w 10000"/>
                <a:gd name="connsiteY4" fmla="*/ 0 h 10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0000" h="10000">
                  <a:moveTo>
                    <a:pt x="1379" y="0"/>
                  </a:moveTo>
                  <a:lnTo>
                    <a:pt x="10000" y="223"/>
                  </a:lnTo>
                  <a:lnTo>
                    <a:pt x="7500" y="10000"/>
                  </a:lnTo>
                  <a:lnTo>
                    <a:pt x="0" y="10000"/>
                  </a:lnTo>
                  <a:lnTo>
                    <a:pt x="1379" y="0"/>
                  </a:lnTo>
                  <a:close/>
                </a:path>
              </a:pathLst>
            </a:custGeom>
            <a:grp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1" name="Rectangle 80">
              <a:extLst>
                <a:ext uri="{FF2B5EF4-FFF2-40B4-BE49-F238E27FC236}">
                  <a16:creationId xmlns:a16="http://schemas.microsoft.com/office/drawing/2014/main" id="{3D37019F-C88A-4819-AE52-3F06041B64E7}"/>
                </a:ext>
              </a:extLst>
            </p:cNvPr>
            <p:cNvSpPr/>
            <p:nvPr/>
          </p:nvSpPr>
          <p:spPr>
            <a:xfrm>
              <a:off x="2073647" y="6997673"/>
              <a:ext cx="3803278" cy="234057"/>
            </a:xfrm>
            <a:prstGeom prst="rect">
              <a:avLst/>
            </a:prstGeom>
            <a:grp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24" name="Group 23">
            <a:extLst>
              <a:ext uri="{FF2B5EF4-FFF2-40B4-BE49-F238E27FC236}">
                <a16:creationId xmlns:a16="http://schemas.microsoft.com/office/drawing/2014/main" id="{0FE84293-707A-4B63-AB26-8781EC7AE7E9}"/>
              </a:ext>
            </a:extLst>
          </p:cNvPr>
          <p:cNvGrpSpPr/>
          <p:nvPr/>
        </p:nvGrpSpPr>
        <p:grpSpPr>
          <a:xfrm flipH="1">
            <a:off x="491113" y="2773261"/>
            <a:ext cx="3373357" cy="5397520"/>
            <a:chOff x="1051466" y="3615931"/>
            <a:chExt cx="1418628" cy="2269867"/>
          </a:xfrm>
        </p:grpSpPr>
        <p:grpSp>
          <p:nvGrpSpPr>
            <p:cNvPr id="26" name="Group 25">
              <a:extLst>
                <a:ext uri="{FF2B5EF4-FFF2-40B4-BE49-F238E27FC236}">
                  <a16:creationId xmlns:a16="http://schemas.microsoft.com/office/drawing/2014/main" id="{9E2FBA48-9E31-47B3-BDF6-A8E0854A9550}"/>
                </a:ext>
              </a:extLst>
            </p:cNvPr>
            <p:cNvGrpSpPr/>
            <p:nvPr/>
          </p:nvGrpSpPr>
          <p:grpSpPr>
            <a:xfrm>
              <a:off x="1051466" y="3615931"/>
              <a:ext cx="1418628" cy="2269867"/>
              <a:chOff x="1058014" y="2720193"/>
              <a:chExt cx="2211508" cy="3538508"/>
            </a:xfrm>
          </p:grpSpPr>
          <p:grpSp>
            <p:nvGrpSpPr>
              <p:cNvPr id="29" name="Group 28">
                <a:extLst>
                  <a:ext uri="{FF2B5EF4-FFF2-40B4-BE49-F238E27FC236}">
                    <a16:creationId xmlns:a16="http://schemas.microsoft.com/office/drawing/2014/main" id="{B41DA91C-64D0-4D18-9CDA-13A854F839B4}"/>
                  </a:ext>
                </a:extLst>
              </p:cNvPr>
              <p:cNvGrpSpPr/>
              <p:nvPr/>
            </p:nvGrpSpPr>
            <p:grpSpPr>
              <a:xfrm>
                <a:off x="1058014" y="2838044"/>
                <a:ext cx="2211508" cy="3420657"/>
                <a:chOff x="3656916" y="4982410"/>
                <a:chExt cx="2536874" cy="3923921"/>
              </a:xfrm>
            </p:grpSpPr>
            <p:cxnSp>
              <p:nvCxnSpPr>
                <p:cNvPr id="34" name="Straight Connector 33">
                  <a:extLst>
                    <a:ext uri="{FF2B5EF4-FFF2-40B4-BE49-F238E27FC236}">
                      <a16:creationId xmlns:a16="http://schemas.microsoft.com/office/drawing/2014/main" id="{465E5A56-33F5-476C-A62C-91777BA259F3}"/>
                    </a:ext>
                  </a:extLst>
                </p:cNvPr>
                <p:cNvCxnSpPr>
                  <a:cxnSpLocks/>
                  <a:endCxn id="39" idx="3"/>
                </p:cNvCxnSpPr>
                <p:nvPr/>
              </p:nvCxnSpPr>
              <p:spPr>
                <a:xfrm flipH="1">
                  <a:off x="4200900" y="7412038"/>
                  <a:ext cx="106872" cy="1293984"/>
                </a:xfrm>
                <a:prstGeom prst="line">
                  <a:avLst/>
                </a:prstGeom>
                <a:noFill/>
                <a:ln w="57150" cap="flat" cmpd="sng" algn="ctr">
                  <a:solidFill>
                    <a:sysClr val="windowText" lastClr="000000"/>
                  </a:solidFill>
                  <a:prstDash val="solid"/>
                  <a:miter lim="800000"/>
                </a:ln>
                <a:effectLst/>
              </p:spPr>
            </p:cxnSp>
            <p:cxnSp>
              <p:nvCxnSpPr>
                <p:cNvPr id="35" name="Straight Connector 34">
                  <a:extLst>
                    <a:ext uri="{FF2B5EF4-FFF2-40B4-BE49-F238E27FC236}">
                      <a16:creationId xmlns:a16="http://schemas.microsoft.com/office/drawing/2014/main" id="{BA1BCC6B-EAD7-430D-B2A7-935D56F6FCC3}"/>
                    </a:ext>
                  </a:extLst>
                </p:cNvPr>
                <p:cNvCxnSpPr>
                  <a:cxnSpLocks/>
                  <a:endCxn id="38" idx="3"/>
                </p:cNvCxnSpPr>
                <p:nvPr/>
              </p:nvCxnSpPr>
              <p:spPr>
                <a:xfrm flipH="1">
                  <a:off x="5022894" y="7437943"/>
                  <a:ext cx="76438" cy="1258584"/>
                </a:xfrm>
                <a:prstGeom prst="line">
                  <a:avLst/>
                </a:prstGeom>
                <a:noFill/>
                <a:ln w="57150" cap="flat" cmpd="sng" algn="ctr">
                  <a:solidFill>
                    <a:sysClr val="windowText" lastClr="000000"/>
                  </a:solidFill>
                  <a:prstDash val="solid"/>
                  <a:miter lim="800000"/>
                </a:ln>
                <a:effectLst/>
              </p:spPr>
            </p:cxnSp>
            <p:sp>
              <p:nvSpPr>
                <p:cNvPr id="36" name="Oval 35">
                  <a:extLst>
                    <a:ext uri="{FF2B5EF4-FFF2-40B4-BE49-F238E27FC236}">
                      <a16:creationId xmlns:a16="http://schemas.microsoft.com/office/drawing/2014/main" id="{ADB6CD93-F9A3-42F7-AF3D-FF084171C8A9}"/>
                    </a:ext>
                  </a:extLst>
                </p:cNvPr>
                <p:cNvSpPr/>
                <p:nvPr/>
              </p:nvSpPr>
              <p:spPr>
                <a:xfrm>
                  <a:off x="3656916" y="4982410"/>
                  <a:ext cx="2536874" cy="2447778"/>
                </a:xfrm>
                <a:prstGeom prst="ellipse">
                  <a:avLst/>
                </a:prstGeom>
                <a:solidFill>
                  <a:schemeClr val="bg1"/>
                </a:solidFill>
                <a:ln w="12700" cap="flat" cmpd="sng" algn="ctr">
                  <a:solidFill>
                    <a:schemeClr val="tx1"/>
                  </a:solidFill>
                  <a:prstDash val="solid"/>
                  <a:miter lim="800000"/>
                </a:ln>
                <a:effectLst>
                  <a:outerShdw blurRad="63500" sx="102000" sy="102000" algn="ctr" rotWithShape="0">
                    <a:prstClr val="black">
                      <a:alpha val="40000"/>
                    </a:prstClr>
                  </a:outerShdw>
                </a:effectLst>
              </p:spPr>
              <p:txBody>
                <a:bodyPr rtlCol="0" anchor="ctr"/>
                <a:lstStyle/>
                <a:p>
                  <a:pPr marL="0" marR="0" lvl="0" indent="0" algn="ctr" defTabSz="457211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1" b="0" i="0" u="none" strike="noStrike" kern="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</a:endParaRPr>
                </a:p>
              </p:txBody>
            </p:sp>
            <p:sp>
              <p:nvSpPr>
                <p:cNvPr id="37" name="Oval 36">
                  <a:extLst>
                    <a:ext uri="{FF2B5EF4-FFF2-40B4-BE49-F238E27FC236}">
                      <a16:creationId xmlns:a16="http://schemas.microsoft.com/office/drawing/2014/main" id="{5DE624EC-BCE3-46DE-9C3B-9B7FFCD688D1}"/>
                    </a:ext>
                  </a:extLst>
                </p:cNvPr>
                <p:cNvSpPr/>
                <p:nvPr/>
              </p:nvSpPr>
              <p:spPr>
                <a:xfrm>
                  <a:off x="4222805" y="5869869"/>
                  <a:ext cx="261279" cy="259520"/>
                </a:xfrm>
                <a:prstGeom prst="ellipse">
                  <a:avLst/>
                </a:prstGeom>
                <a:solidFill>
                  <a:sysClr val="windowText" lastClr="000000"/>
                </a:solidFill>
                <a:ln w="12700" cap="flat" cmpd="sng" algn="ctr">
                  <a:noFill/>
                  <a:prstDash val="solid"/>
                  <a:miter lim="800000"/>
                </a:ln>
                <a:effectLst/>
              </p:spPr>
              <p:txBody>
                <a:bodyPr rtlCol="0" anchor="ctr"/>
                <a:lstStyle/>
                <a:p>
                  <a:pPr marL="0" marR="0" lvl="0" indent="0" algn="ctr" defTabSz="457211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1" b="0" i="0" u="none" strike="noStrike" kern="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</a:endParaRPr>
                </a:p>
              </p:txBody>
            </p:sp>
            <p:sp>
              <p:nvSpPr>
                <p:cNvPr id="38" name="Rectangle: Top Corners Rounded 37">
                  <a:extLst>
                    <a:ext uri="{FF2B5EF4-FFF2-40B4-BE49-F238E27FC236}">
                      <a16:creationId xmlns:a16="http://schemas.microsoft.com/office/drawing/2014/main" id="{1AF1F7CF-1ACC-4A14-9B44-700F7921392D}"/>
                    </a:ext>
                  </a:extLst>
                </p:cNvPr>
                <p:cNvSpPr/>
                <p:nvPr/>
              </p:nvSpPr>
              <p:spPr>
                <a:xfrm>
                  <a:off x="4688147" y="8696528"/>
                  <a:ext cx="669495" cy="200310"/>
                </a:xfrm>
                <a:prstGeom prst="round2SameRect">
                  <a:avLst>
                    <a:gd name="adj1" fmla="val 50000"/>
                    <a:gd name="adj2" fmla="val 0"/>
                  </a:avLst>
                </a:prstGeom>
                <a:solidFill>
                  <a:sysClr val="windowText" lastClr="000000"/>
                </a:solidFill>
                <a:ln w="12700" cap="flat" cmpd="sng" algn="ctr">
                  <a:noFill/>
                  <a:prstDash val="solid"/>
                  <a:miter lim="800000"/>
                </a:ln>
                <a:effectLst>
                  <a:innerShdw blurRad="114300">
                    <a:prstClr val="black"/>
                  </a:innerShdw>
                </a:effectLst>
              </p:spPr>
              <p:txBody>
                <a:bodyPr rtlCol="0" anchor="ctr"/>
                <a:lstStyle/>
                <a:p>
                  <a:pPr marL="0" marR="0" lvl="0" indent="0" algn="ctr" defTabSz="457211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1" b="0" i="0" u="none" strike="noStrike" kern="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</a:endParaRPr>
                </a:p>
              </p:txBody>
            </p:sp>
            <p:sp>
              <p:nvSpPr>
                <p:cNvPr id="39" name="Rectangle: Top Corners Rounded 38">
                  <a:extLst>
                    <a:ext uri="{FF2B5EF4-FFF2-40B4-BE49-F238E27FC236}">
                      <a16:creationId xmlns:a16="http://schemas.microsoft.com/office/drawing/2014/main" id="{C3774AA1-FB40-4F3B-B35E-9234B5770515}"/>
                    </a:ext>
                  </a:extLst>
                </p:cNvPr>
                <p:cNvSpPr/>
                <p:nvPr/>
              </p:nvSpPr>
              <p:spPr>
                <a:xfrm>
                  <a:off x="3866153" y="8706021"/>
                  <a:ext cx="669495" cy="200310"/>
                </a:xfrm>
                <a:prstGeom prst="round2SameRect">
                  <a:avLst>
                    <a:gd name="adj1" fmla="val 50000"/>
                    <a:gd name="adj2" fmla="val 0"/>
                  </a:avLst>
                </a:prstGeom>
                <a:solidFill>
                  <a:sysClr val="windowText" lastClr="000000"/>
                </a:solidFill>
                <a:ln w="12700" cap="flat" cmpd="sng" algn="ctr">
                  <a:noFill/>
                  <a:prstDash val="solid"/>
                  <a:miter lim="800000"/>
                </a:ln>
                <a:effectLst>
                  <a:innerShdw blurRad="114300">
                    <a:prstClr val="black"/>
                  </a:innerShdw>
                </a:effectLst>
              </p:spPr>
              <p:txBody>
                <a:bodyPr rtlCol="0" anchor="ctr"/>
                <a:lstStyle/>
                <a:p>
                  <a:pPr marL="0" marR="0" lvl="0" indent="0" algn="ctr" defTabSz="457211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1" b="0" i="0" u="none" strike="noStrike" kern="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</a:endParaRPr>
                </a:p>
              </p:txBody>
            </p:sp>
            <p:sp>
              <p:nvSpPr>
                <p:cNvPr id="40" name="Freeform: Shape 39">
                  <a:extLst>
                    <a:ext uri="{FF2B5EF4-FFF2-40B4-BE49-F238E27FC236}">
                      <a16:creationId xmlns:a16="http://schemas.microsoft.com/office/drawing/2014/main" id="{90B98492-D553-4D04-B40D-21EFBB26617C}"/>
                    </a:ext>
                  </a:extLst>
                </p:cNvPr>
                <p:cNvSpPr/>
                <p:nvPr/>
              </p:nvSpPr>
              <p:spPr>
                <a:xfrm flipH="1">
                  <a:off x="5436388" y="6807049"/>
                  <a:ext cx="620241" cy="485827"/>
                </a:xfrm>
                <a:custGeom>
                  <a:avLst/>
                  <a:gdLst>
                    <a:gd name="connsiteX0" fmla="*/ 115393 w 649909"/>
                    <a:gd name="connsiteY0" fmla="*/ 0 h 923977"/>
                    <a:gd name="connsiteX1" fmla="*/ 29668 w 649909"/>
                    <a:gd name="connsiteY1" fmla="*/ 438150 h 923977"/>
                    <a:gd name="connsiteX2" fmla="*/ 563068 w 649909"/>
                    <a:gd name="connsiteY2" fmla="*/ 847725 h 923977"/>
                    <a:gd name="connsiteX3" fmla="*/ 648793 w 649909"/>
                    <a:gd name="connsiteY3" fmla="*/ 923925 h 923977"/>
                    <a:gd name="connsiteX4" fmla="*/ 648793 w 649909"/>
                    <a:gd name="connsiteY4" fmla="*/ 923925 h 923977"/>
                    <a:gd name="connsiteX0" fmla="*/ 0 w 620241"/>
                    <a:gd name="connsiteY0" fmla="*/ 0 h 485827"/>
                    <a:gd name="connsiteX1" fmla="*/ 533400 w 620241"/>
                    <a:gd name="connsiteY1" fmla="*/ 409575 h 485827"/>
                    <a:gd name="connsiteX2" fmla="*/ 619125 w 620241"/>
                    <a:gd name="connsiteY2" fmla="*/ 485775 h 485827"/>
                    <a:gd name="connsiteX3" fmla="*/ 619125 w 620241"/>
                    <a:gd name="connsiteY3" fmla="*/ 485775 h 485827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620241" h="485827">
                      <a:moveTo>
                        <a:pt x="0" y="0"/>
                      </a:moveTo>
                      <a:cubicBezTo>
                        <a:pt x="74612" y="141288"/>
                        <a:pt x="430213" y="328613"/>
                        <a:pt x="533400" y="409575"/>
                      </a:cubicBezTo>
                      <a:cubicBezTo>
                        <a:pt x="636587" y="490537"/>
                        <a:pt x="619125" y="485775"/>
                        <a:pt x="619125" y="485775"/>
                      </a:cubicBezTo>
                      <a:lnTo>
                        <a:pt x="619125" y="485775"/>
                      </a:lnTo>
                    </a:path>
                  </a:pathLst>
                </a:custGeom>
                <a:noFill/>
                <a:ln w="38100" cap="flat" cmpd="sng" algn="ctr">
                  <a:solidFill>
                    <a:sysClr val="windowText" lastClr="000000"/>
                  </a:solidFill>
                  <a:prstDash val="solid"/>
                  <a:miter lim="800000"/>
                </a:ln>
                <a:effectLst/>
              </p:spPr>
              <p:txBody>
                <a:bodyPr rtlCol="0" anchor="ctr"/>
                <a:lstStyle/>
                <a:p>
                  <a:pPr marL="0" marR="0" lvl="0" indent="0" algn="ctr" defTabSz="457211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1" b="0" i="0" u="none" strike="noStrike" kern="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</a:endParaRPr>
                </a:p>
              </p:txBody>
            </p:sp>
            <p:sp>
              <p:nvSpPr>
                <p:cNvPr id="41" name="Freeform: Shape 40">
                  <a:extLst>
                    <a:ext uri="{FF2B5EF4-FFF2-40B4-BE49-F238E27FC236}">
                      <a16:creationId xmlns:a16="http://schemas.microsoft.com/office/drawing/2014/main" id="{10C351CD-0192-49D2-B60D-5E344CF7CFCD}"/>
                    </a:ext>
                  </a:extLst>
                </p:cNvPr>
                <p:cNvSpPr/>
                <p:nvPr/>
              </p:nvSpPr>
              <p:spPr>
                <a:xfrm flipH="1">
                  <a:off x="4770430" y="6186990"/>
                  <a:ext cx="92468" cy="235601"/>
                </a:xfrm>
                <a:custGeom>
                  <a:avLst/>
                  <a:gdLst>
                    <a:gd name="connsiteX0" fmla="*/ 33338 w 209668"/>
                    <a:gd name="connsiteY0" fmla="*/ 0 h 195262"/>
                    <a:gd name="connsiteX1" fmla="*/ 57150 w 209668"/>
                    <a:gd name="connsiteY1" fmla="*/ 14287 h 195262"/>
                    <a:gd name="connsiteX2" fmla="*/ 71438 w 209668"/>
                    <a:gd name="connsiteY2" fmla="*/ 23812 h 195262"/>
                    <a:gd name="connsiteX3" fmla="*/ 114300 w 209668"/>
                    <a:gd name="connsiteY3" fmla="*/ 33337 h 195262"/>
                    <a:gd name="connsiteX4" fmla="*/ 128588 w 209668"/>
                    <a:gd name="connsiteY4" fmla="*/ 42862 h 195262"/>
                    <a:gd name="connsiteX5" fmla="*/ 166688 w 209668"/>
                    <a:gd name="connsiteY5" fmla="*/ 52387 h 195262"/>
                    <a:gd name="connsiteX6" fmla="*/ 200025 w 209668"/>
                    <a:gd name="connsiteY6" fmla="*/ 61912 h 195262"/>
                    <a:gd name="connsiteX7" fmla="*/ 209550 w 209668"/>
                    <a:gd name="connsiteY7" fmla="*/ 76200 h 195262"/>
                    <a:gd name="connsiteX8" fmla="*/ 185738 w 209668"/>
                    <a:gd name="connsiteY8" fmla="*/ 157162 h 195262"/>
                    <a:gd name="connsiteX9" fmla="*/ 166688 w 209668"/>
                    <a:gd name="connsiteY9" fmla="*/ 166687 h 195262"/>
                    <a:gd name="connsiteX10" fmla="*/ 123825 w 209668"/>
                    <a:gd name="connsiteY10" fmla="*/ 185737 h 195262"/>
                    <a:gd name="connsiteX11" fmla="*/ 109538 w 209668"/>
                    <a:gd name="connsiteY11" fmla="*/ 190500 h 195262"/>
                    <a:gd name="connsiteX12" fmla="*/ 95250 w 209668"/>
                    <a:gd name="connsiteY12" fmla="*/ 195262 h 195262"/>
                    <a:gd name="connsiteX13" fmla="*/ 23813 w 209668"/>
                    <a:gd name="connsiteY13" fmla="*/ 190500 h 195262"/>
                    <a:gd name="connsiteX14" fmla="*/ 9525 w 209668"/>
                    <a:gd name="connsiteY14" fmla="*/ 185737 h 195262"/>
                    <a:gd name="connsiteX15" fmla="*/ 0 w 209668"/>
                    <a:gd name="connsiteY15" fmla="*/ 176212 h 195262"/>
                    <a:gd name="connsiteX0" fmla="*/ 33338 w 209668"/>
                    <a:gd name="connsiteY0" fmla="*/ 0 h 195262"/>
                    <a:gd name="connsiteX1" fmla="*/ 57150 w 209668"/>
                    <a:gd name="connsiteY1" fmla="*/ 14287 h 195262"/>
                    <a:gd name="connsiteX2" fmla="*/ 71438 w 209668"/>
                    <a:gd name="connsiteY2" fmla="*/ 23812 h 195262"/>
                    <a:gd name="connsiteX3" fmla="*/ 114300 w 209668"/>
                    <a:gd name="connsiteY3" fmla="*/ 33337 h 195262"/>
                    <a:gd name="connsiteX4" fmla="*/ 128588 w 209668"/>
                    <a:gd name="connsiteY4" fmla="*/ 42862 h 195262"/>
                    <a:gd name="connsiteX5" fmla="*/ 200025 w 209668"/>
                    <a:gd name="connsiteY5" fmla="*/ 61912 h 195262"/>
                    <a:gd name="connsiteX6" fmla="*/ 209550 w 209668"/>
                    <a:gd name="connsiteY6" fmla="*/ 76200 h 195262"/>
                    <a:gd name="connsiteX7" fmla="*/ 185738 w 209668"/>
                    <a:gd name="connsiteY7" fmla="*/ 157162 h 195262"/>
                    <a:gd name="connsiteX8" fmla="*/ 166688 w 209668"/>
                    <a:gd name="connsiteY8" fmla="*/ 166687 h 195262"/>
                    <a:gd name="connsiteX9" fmla="*/ 123825 w 209668"/>
                    <a:gd name="connsiteY9" fmla="*/ 185737 h 195262"/>
                    <a:gd name="connsiteX10" fmla="*/ 109538 w 209668"/>
                    <a:gd name="connsiteY10" fmla="*/ 190500 h 195262"/>
                    <a:gd name="connsiteX11" fmla="*/ 95250 w 209668"/>
                    <a:gd name="connsiteY11" fmla="*/ 195262 h 195262"/>
                    <a:gd name="connsiteX12" fmla="*/ 23813 w 209668"/>
                    <a:gd name="connsiteY12" fmla="*/ 190500 h 195262"/>
                    <a:gd name="connsiteX13" fmla="*/ 9525 w 209668"/>
                    <a:gd name="connsiteY13" fmla="*/ 185737 h 195262"/>
                    <a:gd name="connsiteX14" fmla="*/ 0 w 209668"/>
                    <a:gd name="connsiteY14" fmla="*/ 176212 h 195262"/>
                    <a:gd name="connsiteX0" fmla="*/ 33338 w 202730"/>
                    <a:gd name="connsiteY0" fmla="*/ 0 h 195262"/>
                    <a:gd name="connsiteX1" fmla="*/ 57150 w 202730"/>
                    <a:gd name="connsiteY1" fmla="*/ 14287 h 195262"/>
                    <a:gd name="connsiteX2" fmla="*/ 71438 w 202730"/>
                    <a:gd name="connsiteY2" fmla="*/ 23812 h 195262"/>
                    <a:gd name="connsiteX3" fmla="*/ 114300 w 202730"/>
                    <a:gd name="connsiteY3" fmla="*/ 33337 h 195262"/>
                    <a:gd name="connsiteX4" fmla="*/ 128588 w 202730"/>
                    <a:gd name="connsiteY4" fmla="*/ 42862 h 195262"/>
                    <a:gd name="connsiteX5" fmla="*/ 200025 w 202730"/>
                    <a:gd name="connsiteY5" fmla="*/ 61912 h 195262"/>
                    <a:gd name="connsiteX6" fmla="*/ 185738 w 202730"/>
                    <a:gd name="connsiteY6" fmla="*/ 157162 h 195262"/>
                    <a:gd name="connsiteX7" fmla="*/ 166688 w 202730"/>
                    <a:gd name="connsiteY7" fmla="*/ 166687 h 195262"/>
                    <a:gd name="connsiteX8" fmla="*/ 123825 w 202730"/>
                    <a:gd name="connsiteY8" fmla="*/ 185737 h 195262"/>
                    <a:gd name="connsiteX9" fmla="*/ 109538 w 202730"/>
                    <a:gd name="connsiteY9" fmla="*/ 190500 h 195262"/>
                    <a:gd name="connsiteX10" fmla="*/ 95250 w 202730"/>
                    <a:gd name="connsiteY10" fmla="*/ 195262 h 195262"/>
                    <a:gd name="connsiteX11" fmla="*/ 23813 w 202730"/>
                    <a:gd name="connsiteY11" fmla="*/ 190500 h 195262"/>
                    <a:gd name="connsiteX12" fmla="*/ 9525 w 202730"/>
                    <a:gd name="connsiteY12" fmla="*/ 185737 h 195262"/>
                    <a:gd name="connsiteX13" fmla="*/ 0 w 202730"/>
                    <a:gd name="connsiteY13" fmla="*/ 176212 h 195262"/>
                    <a:gd name="connsiteX0" fmla="*/ 33338 w 207126"/>
                    <a:gd name="connsiteY0" fmla="*/ 0 h 195262"/>
                    <a:gd name="connsiteX1" fmla="*/ 57150 w 207126"/>
                    <a:gd name="connsiteY1" fmla="*/ 14287 h 195262"/>
                    <a:gd name="connsiteX2" fmla="*/ 71438 w 207126"/>
                    <a:gd name="connsiteY2" fmla="*/ 23812 h 195262"/>
                    <a:gd name="connsiteX3" fmla="*/ 114300 w 207126"/>
                    <a:gd name="connsiteY3" fmla="*/ 33337 h 195262"/>
                    <a:gd name="connsiteX4" fmla="*/ 128588 w 207126"/>
                    <a:gd name="connsiteY4" fmla="*/ 42862 h 195262"/>
                    <a:gd name="connsiteX5" fmla="*/ 204787 w 207126"/>
                    <a:gd name="connsiteY5" fmla="*/ 76199 h 195262"/>
                    <a:gd name="connsiteX6" fmla="*/ 185738 w 207126"/>
                    <a:gd name="connsiteY6" fmla="*/ 157162 h 195262"/>
                    <a:gd name="connsiteX7" fmla="*/ 166688 w 207126"/>
                    <a:gd name="connsiteY7" fmla="*/ 166687 h 195262"/>
                    <a:gd name="connsiteX8" fmla="*/ 123825 w 207126"/>
                    <a:gd name="connsiteY8" fmla="*/ 185737 h 195262"/>
                    <a:gd name="connsiteX9" fmla="*/ 109538 w 207126"/>
                    <a:gd name="connsiteY9" fmla="*/ 190500 h 195262"/>
                    <a:gd name="connsiteX10" fmla="*/ 95250 w 207126"/>
                    <a:gd name="connsiteY10" fmla="*/ 195262 h 195262"/>
                    <a:gd name="connsiteX11" fmla="*/ 23813 w 207126"/>
                    <a:gd name="connsiteY11" fmla="*/ 190500 h 195262"/>
                    <a:gd name="connsiteX12" fmla="*/ 9525 w 207126"/>
                    <a:gd name="connsiteY12" fmla="*/ 185737 h 195262"/>
                    <a:gd name="connsiteX13" fmla="*/ 0 w 207126"/>
                    <a:gd name="connsiteY13" fmla="*/ 176212 h 195262"/>
                    <a:gd name="connsiteX0" fmla="*/ 33338 w 207126"/>
                    <a:gd name="connsiteY0" fmla="*/ 0 h 190500"/>
                    <a:gd name="connsiteX1" fmla="*/ 57150 w 207126"/>
                    <a:gd name="connsiteY1" fmla="*/ 14287 h 190500"/>
                    <a:gd name="connsiteX2" fmla="*/ 71438 w 207126"/>
                    <a:gd name="connsiteY2" fmla="*/ 23812 h 190500"/>
                    <a:gd name="connsiteX3" fmla="*/ 114300 w 207126"/>
                    <a:gd name="connsiteY3" fmla="*/ 33337 h 190500"/>
                    <a:gd name="connsiteX4" fmla="*/ 128588 w 207126"/>
                    <a:gd name="connsiteY4" fmla="*/ 42862 h 190500"/>
                    <a:gd name="connsiteX5" fmla="*/ 204787 w 207126"/>
                    <a:gd name="connsiteY5" fmla="*/ 76199 h 190500"/>
                    <a:gd name="connsiteX6" fmla="*/ 185738 w 207126"/>
                    <a:gd name="connsiteY6" fmla="*/ 157162 h 190500"/>
                    <a:gd name="connsiteX7" fmla="*/ 166688 w 207126"/>
                    <a:gd name="connsiteY7" fmla="*/ 166687 h 190500"/>
                    <a:gd name="connsiteX8" fmla="*/ 123825 w 207126"/>
                    <a:gd name="connsiteY8" fmla="*/ 185737 h 190500"/>
                    <a:gd name="connsiteX9" fmla="*/ 109538 w 207126"/>
                    <a:gd name="connsiteY9" fmla="*/ 190500 h 190500"/>
                    <a:gd name="connsiteX10" fmla="*/ 23813 w 207126"/>
                    <a:gd name="connsiteY10" fmla="*/ 190500 h 190500"/>
                    <a:gd name="connsiteX11" fmla="*/ 9525 w 207126"/>
                    <a:gd name="connsiteY11" fmla="*/ 185737 h 190500"/>
                    <a:gd name="connsiteX12" fmla="*/ 0 w 207126"/>
                    <a:gd name="connsiteY12" fmla="*/ 176212 h 190500"/>
                    <a:gd name="connsiteX0" fmla="*/ 33338 w 207126"/>
                    <a:gd name="connsiteY0" fmla="*/ 0 h 190500"/>
                    <a:gd name="connsiteX1" fmla="*/ 57150 w 207126"/>
                    <a:gd name="connsiteY1" fmla="*/ 14287 h 190500"/>
                    <a:gd name="connsiteX2" fmla="*/ 71438 w 207126"/>
                    <a:gd name="connsiteY2" fmla="*/ 23812 h 190500"/>
                    <a:gd name="connsiteX3" fmla="*/ 114300 w 207126"/>
                    <a:gd name="connsiteY3" fmla="*/ 33337 h 190500"/>
                    <a:gd name="connsiteX4" fmla="*/ 128588 w 207126"/>
                    <a:gd name="connsiteY4" fmla="*/ 42862 h 190500"/>
                    <a:gd name="connsiteX5" fmla="*/ 204787 w 207126"/>
                    <a:gd name="connsiteY5" fmla="*/ 76199 h 190500"/>
                    <a:gd name="connsiteX6" fmla="*/ 185738 w 207126"/>
                    <a:gd name="connsiteY6" fmla="*/ 157162 h 190500"/>
                    <a:gd name="connsiteX7" fmla="*/ 166688 w 207126"/>
                    <a:gd name="connsiteY7" fmla="*/ 166687 h 190500"/>
                    <a:gd name="connsiteX8" fmla="*/ 123825 w 207126"/>
                    <a:gd name="connsiteY8" fmla="*/ 185737 h 190500"/>
                    <a:gd name="connsiteX9" fmla="*/ 23813 w 207126"/>
                    <a:gd name="connsiteY9" fmla="*/ 190500 h 190500"/>
                    <a:gd name="connsiteX10" fmla="*/ 9525 w 207126"/>
                    <a:gd name="connsiteY10" fmla="*/ 185737 h 190500"/>
                    <a:gd name="connsiteX11" fmla="*/ 0 w 207126"/>
                    <a:gd name="connsiteY11" fmla="*/ 176212 h 190500"/>
                    <a:gd name="connsiteX0" fmla="*/ 33338 w 207779"/>
                    <a:gd name="connsiteY0" fmla="*/ 0 h 190500"/>
                    <a:gd name="connsiteX1" fmla="*/ 57150 w 207779"/>
                    <a:gd name="connsiteY1" fmla="*/ 14287 h 190500"/>
                    <a:gd name="connsiteX2" fmla="*/ 71438 w 207779"/>
                    <a:gd name="connsiteY2" fmla="*/ 23812 h 190500"/>
                    <a:gd name="connsiteX3" fmla="*/ 114300 w 207779"/>
                    <a:gd name="connsiteY3" fmla="*/ 33337 h 190500"/>
                    <a:gd name="connsiteX4" fmla="*/ 128588 w 207779"/>
                    <a:gd name="connsiteY4" fmla="*/ 42862 h 190500"/>
                    <a:gd name="connsiteX5" fmla="*/ 204787 w 207779"/>
                    <a:gd name="connsiteY5" fmla="*/ 76199 h 190500"/>
                    <a:gd name="connsiteX6" fmla="*/ 185738 w 207779"/>
                    <a:gd name="connsiteY6" fmla="*/ 157162 h 190500"/>
                    <a:gd name="connsiteX7" fmla="*/ 123825 w 207779"/>
                    <a:gd name="connsiteY7" fmla="*/ 185737 h 190500"/>
                    <a:gd name="connsiteX8" fmla="*/ 23813 w 207779"/>
                    <a:gd name="connsiteY8" fmla="*/ 190500 h 190500"/>
                    <a:gd name="connsiteX9" fmla="*/ 9525 w 207779"/>
                    <a:gd name="connsiteY9" fmla="*/ 185737 h 190500"/>
                    <a:gd name="connsiteX10" fmla="*/ 0 w 207779"/>
                    <a:gd name="connsiteY10" fmla="*/ 176212 h 190500"/>
                    <a:gd name="connsiteX0" fmla="*/ 33338 w 207779"/>
                    <a:gd name="connsiteY0" fmla="*/ 0 h 190500"/>
                    <a:gd name="connsiteX1" fmla="*/ 57150 w 207779"/>
                    <a:gd name="connsiteY1" fmla="*/ 14287 h 190500"/>
                    <a:gd name="connsiteX2" fmla="*/ 114300 w 207779"/>
                    <a:gd name="connsiteY2" fmla="*/ 33337 h 190500"/>
                    <a:gd name="connsiteX3" fmla="*/ 128588 w 207779"/>
                    <a:gd name="connsiteY3" fmla="*/ 42862 h 190500"/>
                    <a:gd name="connsiteX4" fmla="*/ 204787 w 207779"/>
                    <a:gd name="connsiteY4" fmla="*/ 76199 h 190500"/>
                    <a:gd name="connsiteX5" fmla="*/ 185738 w 207779"/>
                    <a:gd name="connsiteY5" fmla="*/ 157162 h 190500"/>
                    <a:gd name="connsiteX6" fmla="*/ 123825 w 207779"/>
                    <a:gd name="connsiteY6" fmla="*/ 185737 h 190500"/>
                    <a:gd name="connsiteX7" fmla="*/ 23813 w 207779"/>
                    <a:gd name="connsiteY7" fmla="*/ 190500 h 190500"/>
                    <a:gd name="connsiteX8" fmla="*/ 9525 w 207779"/>
                    <a:gd name="connsiteY8" fmla="*/ 185737 h 190500"/>
                    <a:gd name="connsiteX9" fmla="*/ 0 w 207779"/>
                    <a:gd name="connsiteY9" fmla="*/ 176212 h 190500"/>
                    <a:gd name="connsiteX0" fmla="*/ 33338 w 208748"/>
                    <a:gd name="connsiteY0" fmla="*/ 0 h 190500"/>
                    <a:gd name="connsiteX1" fmla="*/ 57150 w 208748"/>
                    <a:gd name="connsiteY1" fmla="*/ 14287 h 190500"/>
                    <a:gd name="connsiteX2" fmla="*/ 114300 w 208748"/>
                    <a:gd name="connsiteY2" fmla="*/ 33337 h 190500"/>
                    <a:gd name="connsiteX3" fmla="*/ 204787 w 208748"/>
                    <a:gd name="connsiteY3" fmla="*/ 76199 h 190500"/>
                    <a:gd name="connsiteX4" fmla="*/ 185738 w 208748"/>
                    <a:gd name="connsiteY4" fmla="*/ 157162 h 190500"/>
                    <a:gd name="connsiteX5" fmla="*/ 123825 w 208748"/>
                    <a:gd name="connsiteY5" fmla="*/ 185737 h 190500"/>
                    <a:gd name="connsiteX6" fmla="*/ 23813 w 208748"/>
                    <a:gd name="connsiteY6" fmla="*/ 190500 h 190500"/>
                    <a:gd name="connsiteX7" fmla="*/ 9525 w 208748"/>
                    <a:gd name="connsiteY7" fmla="*/ 185737 h 190500"/>
                    <a:gd name="connsiteX8" fmla="*/ 0 w 208748"/>
                    <a:gd name="connsiteY8" fmla="*/ 176212 h 190500"/>
                    <a:gd name="connsiteX0" fmla="*/ 23813 w 199223"/>
                    <a:gd name="connsiteY0" fmla="*/ 0 h 190500"/>
                    <a:gd name="connsiteX1" fmla="*/ 47625 w 199223"/>
                    <a:gd name="connsiteY1" fmla="*/ 14287 h 190500"/>
                    <a:gd name="connsiteX2" fmla="*/ 104775 w 199223"/>
                    <a:gd name="connsiteY2" fmla="*/ 33337 h 190500"/>
                    <a:gd name="connsiteX3" fmla="*/ 195262 w 199223"/>
                    <a:gd name="connsiteY3" fmla="*/ 76199 h 190500"/>
                    <a:gd name="connsiteX4" fmla="*/ 176213 w 199223"/>
                    <a:gd name="connsiteY4" fmla="*/ 157162 h 190500"/>
                    <a:gd name="connsiteX5" fmla="*/ 114300 w 199223"/>
                    <a:gd name="connsiteY5" fmla="*/ 185737 h 190500"/>
                    <a:gd name="connsiteX6" fmla="*/ 14288 w 199223"/>
                    <a:gd name="connsiteY6" fmla="*/ 190500 h 190500"/>
                    <a:gd name="connsiteX7" fmla="*/ 0 w 199223"/>
                    <a:gd name="connsiteY7" fmla="*/ 185737 h 190500"/>
                    <a:gd name="connsiteX0" fmla="*/ 9525 w 184935"/>
                    <a:gd name="connsiteY0" fmla="*/ 0 h 190500"/>
                    <a:gd name="connsiteX1" fmla="*/ 33337 w 184935"/>
                    <a:gd name="connsiteY1" fmla="*/ 14287 h 190500"/>
                    <a:gd name="connsiteX2" fmla="*/ 90487 w 184935"/>
                    <a:gd name="connsiteY2" fmla="*/ 33337 h 190500"/>
                    <a:gd name="connsiteX3" fmla="*/ 180974 w 184935"/>
                    <a:gd name="connsiteY3" fmla="*/ 76199 h 190500"/>
                    <a:gd name="connsiteX4" fmla="*/ 161925 w 184935"/>
                    <a:gd name="connsiteY4" fmla="*/ 157162 h 190500"/>
                    <a:gd name="connsiteX5" fmla="*/ 100012 w 184935"/>
                    <a:gd name="connsiteY5" fmla="*/ 185737 h 190500"/>
                    <a:gd name="connsiteX6" fmla="*/ 0 w 184935"/>
                    <a:gd name="connsiteY6" fmla="*/ 190500 h 19050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</a:cxnLst>
                  <a:rect l="l" t="t" r="r" b="b"/>
                  <a:pathLst>
                    <a:path w="184935" h="190500">
                      <a:moveTo>
                        <a:pt x="9525" y="0"/>
                      </a:moveTo>
                      <a:cubicBezTo>
                        <a:pt x="17462" y="4762"/>
                        <a:pt x="19843" y="8731"/>
                        <a:pt x="33337" y="14287"/>
                      </a:cubicBezTo>
                      <a:cubicBezTo>
                        <a:pt x="46831" y="19843"/>
                        <a:pt x="65881" y="23018"/>
                        <a:pt x="90487" y="33337"/>
                      </a:cubicBezTo>
                      <a:cubicBezTo>
                        <a:pt x="115093" y="43656"/>
                        <a:pt x="169068" y="55562"/>
                        <a:pt x="180974" y="76199"/>
                      </a:cubicBezTo>
                      <a:cubicBezTo>
                        <a:pt x="192880" y="96836"/>
                        <a:pt x="175419" y="138906"/>
                        <a:pt x="161925" y="157162"/>
                      </a:cubicBezTo>
                      <a:cubicBezTo>
                        <a:pt x="148431" y="175418"/>
                        <a:pt x="126999" y="180181"/>
                        <a:pt x="100012" y="185737"/>
                      </a:cubicBezTo>
                      <a:cubicBezTo>
                        <a:pt x="73025" y="191293"/>
                        <a:pt x="33337" y="188912"/>
                        <a:pt x="0" y="190500"/>
                      </a:cubicBezTo>
                    </a:path>
                  </a:pathLst>
                </a:custGeom>
                <a:noFill/>
                <a:ln w="12700" cap="flat" cmpd="sng" algn="ctr">
                  <a:solidFill>
                    <a:sysClr val="windowText" lastClr="000000"/>
                  </a:solidFill>
                  <a:prstDash val="solid"/>
                  <a:miter lim="800000"/>
                </a:ln>
                <a:effectLst/>
              </p:spPr>
              <p:txBody>
                <a:bodyPr rtlCol="0" anchor="ctr"/>
                <a:lstStyle/>
                <a:p>
                  <a:pPr marL="0" marR="0" lvl="0" indent="0" algn="ctr" defTabSz="457211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1" b="0" i="0" u="none" strike="noStrike" kern="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</a:endParaRPr>
                </a:p>
              </p:txBody>
            </p:sp>
            <p:sp>
              <p:nvSpPr>
                <p:cNvPr id="42" name="Oval 41">
                  <a:extLst>
                    <a:ext uri="{FF2B5EF4-FFF2-40B4-BE49-F238E27FC236}">
                      <a16:creationId xmlns:a16="http://schemas.microsoft.com/office/drawing/2014/main" id="{0C3D996A-8AEC-4505-8AD6-E84C949DF1EA}"/>
                    </a:ext>
                  </a:extLst>
                </p:cNvPr>
                <p:cNvSpPr/>
                <p:nvPr/>
              </p:nvSpPr>
              <p:spPr>
                <a:xfrm>
                  <a:off x="5105398" y="5869866"/>
                  <a:ext cx="261279" cy="259520"/>
                </a:xfrm>
                <a:prstGeom prst="ellipse">
                  <a:avLst/>
                </a:prstGeom>
                <a:solidFill>
                  <a:sysClr val="windowText" lastClr="000000"/>
                </a:solidFill>
                <a:ln w="12700" cap="flat" cmpd="sng" algn="ctr">
                  <a:noFill/>
                  <a:prstDash val="solid"/>
                  <a:miter lim="800000"/>
                </a:ln>
                <a:effectLst/>
              </p:spPr>
              <p:txBody>
                <a:bodyPr rtlCol="0" anchor="ctr"/>
                <a:lstStyle/>
                <a:p>
                  <a:pPr marL="0" marR="0" lvl="0" indent="0" algn="ctr" defTabSz="457211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1" b="0" i="0" u="none" strike="noStrike" kern="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</a:endParaRPr>
                </a:p>
              </p:txBody>
            </p:sp>
            <p:sp>
              <p:nvSpPr>
                <p:cNvPr id="43" name="Oval 42">
                  <a:extLst>
                    <a:ext uri="{FF2B5EF4-FFF2-40B4-BE49-F238E27FC236}">
                      <a16:creationId xmlns:a16="http://schemas.microsoft.com/office/drawing/2014/main" id="{8FD8507A-E43C-4CAE-9C68-E54BCD4F0ED4}"/>
                    </a:ext>
                  </a:extLst>
                </p:cNvPr>
                <p:cNvSpPr/>
                <p:nvPr/>
              </p:nvSpPr>
              <p:spPr>
                <a:xfrm>
                  <a:off x="4260904" y="5998921"/>
                  <a:ext cx="100007" cy="130464"/>
                </a:xfrm>
                <a:prstGeom prst="ellipse">
                  <a:avLst/>
                </a:prstGeom>
                <a:solidFill>
                  <a:schemeClr val="bg1"/>
                </a:solidFill>
                <a:ln w="12700" cap="flat" cmpd="sng" algn="ctr">
                  <a:noFill/>
                  <a:prstDash val="solid"/>
                  <a:miter lim="800000"/>
                </a:ln>
                <a:effectLst/>
              </p:spPr>
              <p:txBody>
                <a:bodyPr rtlCol="0" anchor="ctr"/>
                <a:lstStyle/>
                <a:p>
                  <a:pPr marL="0" marR="0" lvl="0" indent="0" algn="ctr" defTabSz="457211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1" b="0" i="0" u="none" strike="noStrike" kern="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</a:endParaRPr>
                </a:p>
              </p:txBody>
            </p:sp>
            <p:sp>
              <p:nvSpPr>
                <p:cNvPr id="44" name="Oval 43">
                  <a:extLst>
                    <a:ext uri="{FF2B5EF4-FFF2-40B4-BE49-F238E27FC236}">
                      <a16:creationId xmlns:a16="http://schemas.microsoft.com/office/drawing/2014/main" id="{CF326054-EFAC-4C4E-9355-86BE36226CD6}"/>
                    </a:ext>
                  </a:extLst>
                </p:cNvPr>
                <p:cNvSpPr/>
                <p:nvPr/>
              </p:nvSpPr>
              <p:spPr>
                <a:xfrm>
                  <a:off x="5118682" y="5970348"/>
                  <a:ext cx="100007" cy="130464"/>
                </a:xfrm>
                <a:prstGeom prst="ellipse">
                  <a:avLst/>
                </a:prstGeom>
                <a:solidFill>
                  <a:schemeClr val="bg1"/>
                </a:solidFill>
                <a:ln w="12700" cap="flat" cmpd="sng" algn="ctr">
                  <a:noFill/>
                  <a:prstDash val="solid"/>
                  <a:miter lim="800000"/>
                </a:ln>
                <a:effectLst/>
              </p:spPr>
              <p:txBody>
                <a:bodyPr rtlCol="0" anchor="ctr"/>
                <a:lstStyle/>
                <a:p>
                  <a:pPr marL="0" marR="0" lvl="0" indent="0" algn="ctr" defTabSz="457211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1" b="0" i="0" u="none" strike="noStrike" kern="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</a:endParaRPr>
                </a:p>
              </p:txBody>
            </p:sp>
            <p:sp>
              <p:nvSpPr>
                <p:cNvPr id="108" name="Freeform: Shape 107">
                  <a:extLst>
                    <a:ext uri="{FF2B5EF4-FFF2-40B4-BE49-F238E27FC236}">
                      <a16:creationId xmlns:a16="http://schemas.microsoft.com/office/drawing/2014/main" id="{401881F6-F60B-4CE4-8A6C-7562920BFE7E}"/>
                    </a:ext>
                  </a:extLst>
                </p:cNvPr>
                <p:cNvSpPr/>
                <p:nvPr/>
              </p:nvSpPr>
              <p:spPr>
                <a:xfrm rot="1307853">
                  <a:off x="3680178" y="6830642"/>
                  <a:ext cx="643620" cy="485827"/>
                </a:xfrm>
                <a:custGeom>
                  <a:avLst/>
                  <a:gdLst>
                    <a:gd name="connsiteX0" fmla="*/ 115393 w 649909"/>
                    <a:gd name="connsiteY0" fmla="*/ 0 h 923977"/>
                    <a:gd name="connsiteX1" fmla="*/ 29668 w 649909"/>
                    <a:gd name="connsiteY1" fmla="*/ 438150 h 923977"/>
                    <a:gd name="connsiteX2" fmla="*/ 563068 w 649909"/>
                    <a:gd name="connsiteY2" fmla="*/ 847725 h 923977"/>
                    <a:gd name="connsiteX3" fmla="*/ 648793 w 649909"/>
                    <a:gd name="connsiteY3" fmla="*/ 923925 h 923977"/>
                    <a:gd name="connsiteX4" fmla="*/ 648793 w 649909"/>
                    <a:gd name="connsiteY4" fmla="*/ 923925 h 923977"/>
                    <a:gd name="connsiteX0" fmla="*/ 0 w 620241"/>
                    <a:gd name="connsiteY0" fmla="*/ 0 h 485827"/>
                    <a:gd name="connsiteX1" fmla="*/ 533400 w 620241"/>
                    <a:gd name="connsiteY1" fmla="*/ 409575 h 485827"/>
                    <a:gd name="connsiteX2" fmla="*/ 619125 w 620241"/>
                    <a:gd name="connsiteY2" fmla="*/ 485775 h 485827"/>
                    <a:gd name="connsiteX3" fmla="*/ 619125 w 620241"/>
                    <a:gd name="connsiteY3" fmla="*/ 485775 h 485827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620241" h="485827">
                      <a:moveTo>
                        <a:pt x="0" y="0"/>
                      </a:moveTo>
                      <a:cubicBezTo>
                        <a:pt x="74612" y="141288"/>
                        <a:pt x="430213" y="328613"/>
                        <a:pt x="533400" y="409575"/>
                      </a:cubicBezTo>
                      <a:cubicBezTo>
                        <a:pt x="636587" y="490537"/>
                        <a:pt x="619125" y="485775"/>
                        <a:pt x="619125" y="485775"/>
                      </a:cubicBezTo>
                      <a:lnTo>
                        <a:pt x="619125" y="485775"/>
                      </a:lnTo>
                    </a:path>
                  </a:pathLst>
                </a:custGeom>
                <a:noFill/>
                <a:ln w="38100" cap="flat" cmpd="sng" algn="ctr">
                  <a:solidFill>
                    <a:sysClr val="windowText" lastClr="000000"/>
                  </a:solidFill>
                  <a:prstDash val="solid"/>
                  <a:miter lim="800000"/>
                </a:ln>
                <a:effectLst/>
              </p:spPr>
              <p:txBody>
                <a:bodyPr rtlCol="0" anchor="ctr"/>
                <a:lstStyle/>
                <a:p>
                  <a:pPr marL="0" marR="0" lvl="0" indent="0" algn="ctr" defTabSz="457211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1" b="0" i="0" u="none" strike="noStrike" kern="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</a:endParaRPr>
                </a:p>
              </p:txBody>
            </p:sp>
          </p:grpSp>
          <p:grpSp>
            <p:nvGrpSpPr>
              <p:cNvPr id="30" name="Group 29">
                <a:extLst>
                  <a:ext uri="{FF2B5EF4-FFF2-40B4-BE49-F238E27FC236}">
                    <a16:creationId xmlns:a16="http://schemas.microsoft.com/office/drawing/2014/main" id="{74B10CAF-86C2-42FC-A396-2CA760B98404}"/>
                  </a:ext>
                </a:extLst>
              </p:cNvPr>
              <p:cNvGrpSpPr/>
              <p:nvPr/>
            </p:nvGrpSpPr>
            <p:grpSpPr>
              <a:xfrm flipH="1">
                <a:off x="1177585" y="2720193"/>
                <a:ext cx="1972366" cy="622592"/>
                <a:chOff x="892393" y="1962692"/>
                <a:chExt cx="1972366" cy="622592"/>
              </a:xfrm>
            </p:grpSpPr>
            <p:sp>
              <p:nvSpPr>
                <p:cNvPr id="31" name="Freeform: Shape 30">
                  <a:extLst>
                    <a:ext uri="{FF2B5EF4-FFF2-40B4-BE49-F238E27FC236}">
                      <a16:creationId xmlns:a16="http://schemas.microsoft.com/office/drawing/2014/main" id="{A74C8D27-5B72-4A42-BC26-979B0FB13ABD}"/>
                    </a:ext>
                  </a:extLst>
                </p:cNvPr>
                <p:cNvSpPr/>
                <p:nvPr/>
              </p:nvSpPr>
              <p:spPr>
                <a:xfrm flipH="1">
                  <a:off x="892393" y="2452728"/>
                  <a:ext cx="1972366" cy="132556"/>
                </a:xfrm>
                <a:custGeom>
                  <a:avLst/>
                  <a:gdLst>
                    <a:gd name="connsiteX0" fmla="*/ 986183 w 1972366"/>
                    <a:gd name="connsiteY0" fmla="*/ 0 h 132556"/>
                    <a:gd name="connsiteX1" fmla="*/ 69274 w 1972366"/>
                    <a:gd name="connsiteY1" fmla="*/ 29221 h 132556"/>
                    <a:gd name="connsiteX2" fmla="*/ 36471 w 1972366"/>
                    <a:gd name="connsiteY2" fmla="*/ 32458 h 132556"/>
                    <a:gd name="connsiteX3" fmla="*/ 13888 w 1972366"/>
                    <a:gd name="connsiteY3" fmla="*/ 68325 h 132556"/>
                    <a:gd name="connsiteX4" fmla="*/ 0 w 1972366"/>
                    <a:gd name="connsiteY4" fmla="*/ 96142 h 132556"/>
                    <a:gd name="connsiteX5" fmla="*/ 13888 w 1972366"/>
                    <a:gd name="connsiteY5" fmla="*/ 97870 h 132556"/>
                    <a:gd name="connsiteX6" fmla="*/ 986183 w 1972366"/>
                    <a:gd name="connsiteY6" fmla="*/ 132556 h 132556"/>
                    <a:gd name="connsiteX7" fmla="*/ 1958478 w 1972366"/>
                    <a:gd name="connsiteY7" fmla="*/ 97870 h 132556"/>
                    <a:gd name="connsiteX8" fmla="*/ 1972366 w 1972366"/>
                    <a:gd name="connsiteY8" fmla="*/ 96142 h 132556"/>
                    <a:gd name="connsiteX9" fmla="*/ 1958478 w 1972366"/>
                    <a:gd name="connsiteY9" fmla="*/ 68325 h 132556"/>
                    <a:gd name="connsiteX10" fmla="*/ 1935895 w 1972366"/>
                    <a:gd name="connsiteY10" fmla="*/ 32458 h 132556"/>
                    <a:gd name="connsiteX11" fmla="*/ 1903092 w 1972366"/>
                    <a:gd name="connsiteY11" fmla="*/ 29221 h 132556"/>
                    <a:gd name="connsiteX12" fmla="*/ 986183 w 1972366"/>
                    <a:gd name="connsiteY12" fmla="*/ 0 h 132556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</a:cxnLst>
                  <a:rect l="l" t="t" r="r" b="b"/>
                  <a:pathLst>
                    <a:path w="1972366" h="132556">
                      <a:moveTo>
                        <a:pt x="986183" y="0"/>
                      </a:moveTo>
                      <a:cubicBezTo>
                        <a:pt x="604501" y="0"/>
                        <a:pt x="267987" y="11592"/>
                        <a:pt x="69274" y="29221"/>
                      </a:cubicBezTo>
                      <a:lnTo>
                        <a:pt x="36471" y="32458"/>
                      </a:lnTo>
                      <a:lnTo>
                        <a:pt x="13888" y="68325"/>
                      </a:lnTo>
                      <a:lnTo>
                        <a:pt x="0" y="96142"/>
                      </a:lnTo>
                      <a:lnTo>
                        <a:pt x="13888" y="97870"/>
                      </a:lnTo>
                      <a:cubicBezTo>
                        <a:pt x="201135" y="118531"/>
                        <a:pt x="566333" y="132556"/>
                        <a:pt x="986183" y="132556"/>
                      </a:cubicBezTo>
                      <a:cubicBezTo>
                        <a:pt x="1406033" y="132556"/>
                        <a:pt x="1771231" y="118531"/>
                        <a:pt x="1958478" y="97870"/>
                      </a:cubicBezTo>
                      <a:lnTo>
                        <a:pt x="1972366" y="96142"/>
                      </a:lnTo>
                      <a:lnTo>
                        <a:pt x="1958478" y="68325"/>
                      </a:lnTo>
                      <a:lnTo>
                        <a:pt x="1935895" y="32458"/>
                      </a:lnTo>
                      <a:lnTo>
                        <a:pt x="1903092" y="29221"/>
                      </a:lnTo>
                      <a:cubicBezTo>
                        <a:pt x="1704380" y="11592"/>
                        <a:pt x="1367865" y="0"/>
                        <a:pt x="986183" y="0"/>
                      </a:cubicBezTo>
                      <a:close/>
                    </a:path>
                  </a:pathLst>
                </a:custGeom>
                <a:solidFill>
                  <a:sysClr val="windowText" lastClr="000000"/>
                </a:solidFill>
                <a:ln w="57150" cap="flat" cmpd="sng" algn="ctr">
                  <a:solidFill>
                    <a:sysClr val="windowText" lastClr="000000"/>
                  </a:solidFill>
                  <a:prstDash val="solid"/>
                  <a:miter lim="800000"/>
                </a:ln>
                <a:effectLst>
                  <a:outerShdw blurRad="50800" dist="38100" dir="5400000" algn="t" rotWithShape="0">
                    <a:prstClr val="black">
                      <a:alpha val="40000"/>
                    </a:prstClr>
                  </a:outerShdw>
                </a:effectLst>
              </p:spPr>
              <p:txBody>
                <a:bodyPr wrap="square" rtlCol="0" anchor="ctr">
                  <a:noAutofit/>
                </a:bodyPr>
                <a:lstStyle/>
                <a:p>
                  <a:pPr marL="0" marR="0" lvl="0" indent="0" algn="ctr" defTabSz="457211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1" b="0" i="0" u="none" strike="noStrike" kern="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</a:endParaRPr>
                </a:p>
              </p:txBody>
            </p:sp>
            <p:sp>
              <p:nvSpPr>
                <p:cNvPr id="32" name="Freeform: Shape 31">
                  <a:extLst>
                    <a:ext uri="{FF2B5EF4-FFF2-40B4-BE49-F238E27FC236}">
                      <a16:creationId xmlns:a16="http://schemas.microsoft.com/office/drawing/2014/main" id="{4D95968C-553C-47A3-A2FB-91143E90D307}"/>
                    </a:ext>
                  </a:extLst>
                </p:cNvPr>
                <p:cNvSpPr/>
                <p:nvPr/>
              </p:nvSpPr>
              <p:spPr>
                <a:xfrm flipH="1">
                  <a:off x="928862" y="1962692"/>
                  <a:ext cx="1899425" cy="522495"/>
                </a:xfrm>
                <a:custGeom>
                  <a:avLst/>
                  <a:gdLst>
                    <a:gd name="connsiteX0" fmla="*/ 949712 w 1899424"/>
                    <a:gd name="connsiteY0" fmla="*/ 0 h 522495"/>
                    <a:gd name="connsiteX1" fmla="*/ 32803 w 1899424"/>
                    <a:gd name="connsiteY1" fmla="*/ 470394 h 522495"/>
                    <a:gd name="connsiteX2" fmla="*/ 0 w 1899424"/>
                    <a:gd name="connsiteY2" fmla="*/ 522495 h 522495"/>
                    <a:gd name="connsiteX3" fmla="*/ 32803 w 1899424"/>
                    <a:gd name="connsiteY3" fmla="*/ 519258 h 522495"/>
                    <a:gd name="connsiteX4" fmla="*/ 949712 w 1899424"/>
                    <a:gd name="connsiteY4" fmla="*/ 490037 h 522495"/>
                    <a:gd name="connsiteX5" fmla="*/ 1866621 w 1899424"/>
                    <a:gd name="connsiteY5" fmla="*/ 519258 h 522495"/>
                    <a:gd name="connsiteX6" fmla="*/ 1899424 w 1899424"/>
                    <a:gd name="connsiteY6" fmla="*/ 522495 h 522495"/>
                    <a:gd name="connsiteX7" fmla="*/ 1866621 w 1899424"/>
                    <a:gd name="connsiteY7" fmla="*/ 470394 h 522495"/>
                    <a:gd name="connsiteX8" fmla="*/ 949712 w 1899424"/>
                    <a:gd name="connsiteY8" fmla="*/ 0 h 52249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</a:cxnLst>
                  <a:rect l="l" t="t" r="r" b="b"/>
                  <a:pathLst>
                    <a:path w="1899424" h="522495">
                      <a:moveTo>
                        <a:pt x="949712" y="0"/>
                      </a:moveTo>
                      <a:cubicBezTo>
                        <a:pt x="568030" y="0"/>
                        <a:pt x="231516" y="186592"/>
                        <a:pt x="32803" y="470394"/>
                      </a:cubicBezTo>
                      <a:lnTo>
                        <a:pt x="0" y="522495"/>
                      </a:lnTo>
                      <a:lnTo>
                        <a:pt x="32803" y="519258"/>
                      </a:lnTo>
                      <a:cubicBezTo>
                        <a:pt x="231516" y="501629"/>
                        <a:pt x="568030" y="490037"/>
                        <a:pt x="949712" y="490037"/>
                      </a:cubicBezTo>
                      <a:cubicBezTo>
                        <a:pt x="1331394" y="490037"/>
                        <a:pt x="1667909" y="501629"/>
                        <a:pt x="1866621" y="519258"/>
                      </a:cubicBezTo>
                      <a:lnTo>
                        <a:pt x="1899424" y="522495"/>
                      </a:lnTo>
                      <a:lnTo>
                        <a:pt x="1866621" y="470394"/>
                      </a:lnTo>
                      <a:cubicBezTo>
                        <a:pt x="1667909" y="186592"/>
                        <a:pt x="1331394" y="0"/>
                        <a:pt x="949712" y="0"/>
                      </a:cubicBezTo>
                      <a:close/>
                    </a:path>
                  </a:pathLst>
                </a:custGeom>
                <a:solidFill>
                  <a:sysClr val="windowText" lastClr="000000"/>
                </a:solidFill>
                <a:ln w="57150" cap="flat" cmpd="sng" algn="ctr">
                  <a:solidFill>
                    <a:sysClr val="windowText" lastClr="000000"/>
                  </a:solidFill>
                  <a:prstDash val="solid"/>
                  <a:miter lim="800000"/>
                </a:ln>
                <a:effectLst>
                  <a:outerShdw blurRad="50800" dist="38100" dir="5400000" algn="t" rotWithShape="0">
                    <a:prstClr val="black">
                      <a:alpha val="40000"/>
                    </a:prstClr>
                  </a:outerShdw>
                </a:effectLst>
              </p:spPr>
              <p:txBody>
                <a:bodyPr wrap="square" rtlCol="0" anchor="ctr">
                  <a:noAutofit/>
                </a:bodyPr>
                <a:lstStyle/>
                <a:p>
                  <a:pPr marL="0" marR="0" lvl="0" indent="0" algn="ctr" defTabSz="457211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1" b="0" i="0" u="none" strike="noStrike" kern="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</a:endParaRPr>
                </a:p>
              </p:txBody>
            </p:sp>
            <p:sp>
              <p:nvSpPr>
                <p:cNvPr id="33" name="Freeform: Shape 32">
                  <a:extLst>
                    <a:ext uri="{FF2B5EF4-FFF2-40B4-BE49-F238E27FC236}">
                      <a16:creationId xmlns:a16="http://schemas.microsoft.com/office/drawing/2014/main" id="{BBCD3AB0-E27D-4C78-B20D-7F97A5632015}"/>
                    </a:ext>
                  </a:extLst>
                </p:cNvPr>
                <p:cNvSpPr/>
                <p:nvPr/>
              </p:nvSpPr>
              <p:spPr>
                <a:xfrm flipH="1">
                  <a:off x="1432708" y="2347203"/>
                  <a:ext cx="156043" cy="63684"/>
                </a:xfrm>
                <a:custGeom>
                  <a:avLst/>
                  <a:gdLst>
                    <a:gd name="connsiteX0" fmla="*/ 156042 w 156042"/>
                    <a:gd name="connsiteY0" fmla="*/ 0 h 63684"/>
                    <a:gd name="connsiteX1" fmla="*/ 133459 w 156042"/>
                    <a:gd name="connsiteY1" fmla="*/ 2228 h 63684"/>
                    <a:gd name="connsiteX2" fmla="*/ 0 w 156042"/>
                    <a:gd name="connsiteY2" fmla="*/ 33820 h 63684"/>
                    <a:gd name="connsiteX3" fmla="*/ 86896 w 156042"/>
                    <a:gd name="connsiteY3" fmla="*/ 59618 h 63684"/>
                    <a:gd name="connsiteX4" fmla="*/ 119571 w 156042"/>
                    <a:gd name="connsiteY4" fmla="*/ 63684 h 63684"/>
                    <a:gd name="connsiteX5" fmla="*/ 133459 w 156042"/>
                    <a:gd name="connsiteY5" fmla="*/ 35867 h 63684"/>
                    <a:gd name="connsiteX6" fmla="*/ 156042 w 156042"/>
                    <a:gd name="connsiteY6" fmla="*/ 0 h 6368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</a:cxnLst>
                  <a:rect l="l" t="t" r="r" b="b"/>
                  <a:pathLst>
                    <a:path w="156042" h="63684">
                      <a:moveTo>
                        <a:pt x="156042" y="0"/>
                      </a:moveTo>
                      <a:lnTo>
                        <a:pt x="133459" y="2228"/>
                      </a:lnTo>
                      <a:cubicBezTo>
                        <a:pt x="48346" y="11619"/>
                        <a:pt x="0" y="22381"/>
                        <a:pt x="0" y="33820"/>
                      </a:cubicBezTo>
                      <a:cubicBezTo>
                        <a:pt x="0" y="42971"/>
                        <a:pt x="30942" y="51689"/>
                        <a:pt x="86896" y="59618"/>
                      </a:cubicBezTo>
                      <a:lnTo>
                        <a:pt x="119571" y="63684"/>
                      </a:lnTo>
                      <a:lnTo>
                        <a:pt x="133459" y="35867"/>
                      </a:lnTo>
                      <a:lnTo>
                        <a:pt x="156042" y="0"/>
                      </a:lnTo>
                      <a:close/>
                    </a:path>
                  </a:pathLst>
                </a:custGeom>
                <a:solidFill>
                  <a:sysClr val="windowText" lastClr="000000"/>
                </a:solidFill>
                <a:ln w="12700" cap="flat" cmpd="sng" algn="ctr">
                  <a:noFill/>
                  <a:prstDash val="solid"/>
                  <a:miter lim="800000"/>
                </a:ln>
                <a:effectLst/>
              </p:spPr>
              <p:txBody>
                <a:bodyPr wrap="square" rtlCol="0" anchor="ctr">
                  <a:noAutofit/>
                </a:bodyPr>
                <a:lstStyle/>
                <a:p>
                  <a:pPr marL="0" marR="0" lvl="0" indent="0" algn="ctr" defTabSz="457211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1" b="0" i="0" u="none" strike="noStrike" kern="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</a:endParaRPr>
                </a:p>
              </p:txBody>
            </p:sp>
          </p:grpSp>
        </p:grpSp>
        <p:sp>
          <p:nvSpPr>
            <p:cNvPr id="27" name="Arc 26">
              <a:extLst>
                <a:ext uri="{FF2B5EF4-FFF2-40B4-BE49-F238E27FC236}">
                  <a16:creationId xmlns:a16="http://schemas.microsoft.com/office/drawing/2014/main" id="{274E8FA6-30DD-486D-B25E-D325BD8409D4}"/>
                </a:ext>
              </a:extLst>
            </p:cNvPr>
            <p:cNvSpPr/>
            <p:nvPr/>
          </p:nvSpPr>
          <p:spPr>
            <a:xfrm rot="20364936">
              <a:off x="1266858" y="4346575"/>
              <a:ext cx="283451" cy="67487"/>
            </a:xfrm>
            <a:prstGeom prst="arc">
              <a:avLst/>
            </a:prstGeom>
            <a:noFill/>
            <a:ln w="6350" cap="flat" cmpd="sng" algn="ctr">
              <a:solidFill>
                <a:sysClr val="windowText" lastClr="000000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28" name="Arc 27">
              <a:extLst>
                <a:ext uri="{FF2B5EF4-FFF2-40B4-BE49-F238E27FC236}">
                  <a16:creationId xmlns:a16="http://schemas.microsoft.com/office/drawing/2014/main" id="{15D94B1A-DB03-4832-B5FC-D98A89AF31A7}"/>
                </a:ext>
              </a:extLst>
            </p:cNvPr>
            <p:cNvSpPr/>
            <p:nvPr/>
          </p:nvSpPr>
          <p:spPr>
            <a:xfrm rot="20364936">
              <a:off x="1760781" y="4344265"/>
              <a:ext cx="283451" cy="67487"/>
            </a:xfrm>
            <a:prstGeom prst="arc">
              <a:avLst/>
            </a:prstGeom>
            <a:noFill/>
            <a:ln w="6350" cap="flat" cmpd="sng" algn="ctr">
              <a:solidFill>
                <a:sysClr val="windowText" lastClr="000000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</p:grpSp>
      <p:grpSp>
        <p:nvGrpSpPr>
          <p:cNvPr id="82" name="Group 81">
            <a:extLst>
              <a:ext uri="{FF2B5EF4-FFF2-40B4-BE49-F238E27FC236}">
                <a16:creationId xmlns:a16="http://schemas.microsoft.com/office/drawing/2014/main" id="{A24AA718-BA0F-40D7-B0A6-AB91F4E3E723}"/>
              </a:ext>
            </a:extLst>
          </p:cNvPr>
          <p:cNvGrpSpPr/>
          <p:nvPr/>
        </p:nvGrpSpPr>
        <p:grpSpPr>
          <a:xfrm>
            <a:off x="-8516725" y="3146891"/>
            <a:ext cx="7940493" cy="5093919"/>
            <a:chOff x="1481769" y="6277683"/>
            <a:chExt cx="4395156" cy="2819544"/>
          </a:xfrm>
          <a:solidFill>
            <a:schemeClr val="bg1"/>
          </a:solidFill>
        </p:grpSpPr>
        <p:sp>
          <p:nvSpPr>
            <p:cNvPr id="85" name="Rectangle 84">
              <a:extLst>
                <a:ext uri="{FF2B5EF4-FFF2-40B4-BE49-F238E27FC236}">
                  <a16:creationId xmlns:a16="http://schemas.microsoft.com/office/drawing/2014/main" id="{B0200CC1-F434-448B-BEE7-B5B32A03EC3F}"/>
                </a:ext>
              </a:extLst>
            </p:cNvPr>
            <p:cNvSpPr/>
            <p:nvPr/>
          </p:nvSpPr>
          <p:spPr>
            <a:xfrm>
              <a:off x="1481769" y="6281084"/>
              <a:ext cx="310888" cy="2615265"/>
            </a:xfrm>
            <a:prstGeom prst="rect">
              <a:avLst/>
            </a:prstGeom>
            <a:solidFill>
              <a:schemeClr val="tx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6" name="Rectangle 85">
              <a:extLst>
                <a:ext uri="{FF2B5EF4-FFF2-40B4-BE49-F238E27FC236}">
                  <a16:creationId xmlns:a16="http://schemas.microsoft.com/office/drawing/2014/main" id="{81F0D609-8E00-4906-9ED7-89F0E1946422}"/>
                </a:ext>
              </a:extLst>
            </p:cNvPr>
            <p:cNvSpPr/>
            <p:nvPr/>
          </p:nvSpPr>
          <p:spPr>
            <a:xfrm>
              <a:off x="4494668" y="6339090"/>
              <a:ext cx="305871" cy="2557041"/>
            </a:xfrm>
            <a:prstGeom prst="rect">
              <a:avLst/>
            </a:prstGeom>
            <a:solidFill>
              <a:schemeClr val="tx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7" name="Rectangle 86">
              <a:extLst>
                <a:ext uri="{FF2B5EF4-FFF2-40B4-BE49-F238E27FC236}">
                  <a16:creationId xmlns:a16="http://schemas.microsoft.com/office/drawing/2014/main" id="{5B60437F-0AF0-4FF4-8E68-30AE16F31999}"/>
                </a:ext>
              </a:extLst>
            </p:cNvPr>
            <p:cNvSpPr/>
            <p:nvPr/>
          </p:nvSpPr>
          <p:spPr>
            <a:xfrm>
              <a:off x="2073647" y="7030636"/>
              <a:ext cx="366389" cy="2066591"/>
            </a:xfrm>
            <a:prstGeom prst="rect">
              <a:avLst/>
            </a:prstGeom>
            <a:solidFill>
              <a:schemeClr val="tx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88" name="Rectangle 87">
              <a:extLst>
                <a:ext uri="{FF2B5EF4-FFF2-40B4-BE49-F238E27FC236}">
                  <a16:creationId xmlns:a16="http://schemas.microsoft.com/office/drawing/2014/main" id="{452D1B14-1FA8-440D-B718-DCAED6CB012E}"/>
                </a:ext>
              </a:extLst>
            </p:cNvPr>
            <p:cNvSpPr/>
            <p:nvPr/>
          </p:nvSpPr>
          <p:spPr>
            <a:xfrm>
              <a:off x="5488805" y="6989547"/>
              <a:ext cx="366389" cy="2066591"/>
            </a:xfrm>
            <a:prstGeom prst="rect">
              <a:avLst/>
            </a:prstGeom>
            <a:solidFill>
              <a:schemeClr val="tx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89" name="Rectangle 69">
              <a:extLst>
                <a:ext uri="{FF2B5EF4-FFF2-40B4-BE49-F238E27FC236}">
                  <a16:creationId xmlns:a16="http://schemas.microsoft.com/office/drawing/2014/main" id="{C3FCBFAD-DCA4-45CD-A798-C462F3A28FC6}"/>
                </a:ext>
              </a:extLst>
            </p:cNvPr>
            <p:cNvSpPr/>
            <p:nvPr/>
          </p:nvSpPr>
          <p:spPr>
            <a:xfrm>
              <a:off x="1488276" y="6277683"/>
              <a:ext cx="592732" cy="949226"/>
            </a:xfrm>
            <a:custGeom>
              <a:avLst/>
              <a:gdLst>
                <a:gd name="connsiteX0" fmla="*/ 0 w 699888"/>
                <a:gd name="connsiteY0" fmla="*/ 0 h 234057"/>
                <a:gd name="connsiteX1" fmla="*/ 699888 w 699888"/>
                <a:gd name="connsiteY1" fmla="*/ 0 h 234057"/>
                <a:gd name="connsiteX2" fmla="*/ 699888 w 699888"/>
                <a:gd name="connsiteY2" fmla="*/ 234057 h 234057"/>
                <a:gd name="connsiteX3" fmla="*/ 0 w 699888"/>
                <a:gd name="connsiteY3" fmla="*/ 234057 h 234057"/>
                <a:gd name="connsiteX4" fmla="*/ 0 w 699888"/>
                <a:gd name="connsiteY4" fmla="*/ 0 h 234057"/>
                <a:gd name="connsiteX0" fmla="*/ 0 w 699888"/>
                <a:gd name="connsiteY0" fmla="*/ 0 h 970657"/>
                <a:gd name="connsiteX1" fmla="*/ 699888 w 699888"/>
                <a:gd name="connsiteY1" fmla="*/ 0 h 970657"/>
                <a:gd name="connsiteX2" fmla="*/ 604638 w 699888"/>
                <a:gd name="connsiteY2" fmla="*/ 970657 h 970657"/>
                <a:gd name="connsiteX3" fmla="*/ 0 w 699888"/>
                <a:gd name="connsiteY3" fmla="*/ 234057 h 970657"/>
                <a:gd name="connsiteX4" fmla="*/ 0 w 699888"/>
                <a:gd name="connsiteY4" fmla="*/ 0 h 970657"/>
                <a:gd name="connsiteX0" fmla="*/ 0 w 630038"/>
                <a:gd name="connsiteY0" fmla="*/ 0 h 970657"/>
                <a:gd name="connsiteX1" fmla="*/ 630038 w 630038"/>
                <a:gd name="connsiteY1" fmla="*/ 723900 h 970657"/>
                <a:gd name="connsiteX2" fmla="*/ 604638 w 630038"/>
                <a:gd name="connsiteY2" fmla="*/ 970657 h 970657"/>
                <a:gd name="connsiteX3" fmla="*/ 0 w 630038"/>
                <a:gd name="connsiteY3" fmla="*/ 234057 h 970657"/>
                <a:gd name="connsiteX4" fmla="*/ 0 w 630038"/>
                <a:gd name="connsiteY4" fmla="*/ 0 h 970657"/>
                <a:gd name="connsiteX0" fmla="*/ 0 w 604638"/>
                <a:gd name="connsiteY0" fmla="*/ 0 h 970657"/>
                <a:gd name="connsiteX1" fmla="*/ 587175 w 604638"/>
                <a:gd name="connsiteY1" fmla="*/ 726282 h 970657"/>
                <a:gd name="connsiteX2" fmla="*/ 604638 w 604638"/>
                <a:gd name="connsiteY2" fmla="*/ 970657 h 970657"/>
                <a:gd name="connsiteX3" fmla="*/ 0 w 604638"/>
                <a:gd name="connsiteY3" fmla="*/ 234057 h 970657"/>
                <a:gd name="connsiteX4" fmla="*/ 0 w 604638"/>
                <a:gd name="connsiteY4" fmla="*/ 0 h 970657"/>
                <a:gd name="connsiteX0" fmla="*/ 0 w 592732"/>
                <a:gd name="connsiteY0" fmla="*/ 0 h 961132"/>
                <a:gd name="connsiteX1" fmla="*/ 587175 w 592732"/>
                <a:gd name="connsiteY1" fmla="*/ 726282 h 961132"/>
                <a:gd name="connsiteX2" fmla="*/ 592732 w 592732"/>
                <a:gd name="connsiteY2" fmla="*/ 961132 h 961132"/>
                <a:gd name="connsiteX3" fmla="*/ 0 w 592732"/>
                <a:gd name="connsiteY3" fmla="*/ 234057 h 961132"/>
                <a:gd name="connsiteX4" fmla="*/ 0 w 592732"/>
                <a:gd name="connsiteY4" fmla="*/ 0 h 961132"/>
                <a:gd name="connsiteX0" fmla="*/ 0 w 592732"/>
                <a:gd name="connsiteY0" fmla="*/ 0 h 949226"/>
                <a:gd name="connsiteX1" fmla="*/ 587175 w 592732"/>
                <a:gd name="connsiteY1" fmla="*/ 726282 h 949226"/>
                <a:gd name="connsiteX2" fmla="*/ 592732 w 592732"/>
                <a:gd name="connsiteY2" fmla="*/ 949226 h 949226"/>
                <a:gd name="connsiteX3" fmla="*/ 0 w 592732"/>
                <a:gd name="connsiteY3" fmla="*/ 234057 h 949226"/>
                <a:gd name="connsiteX4" fmla="*/ 0 w 592732"/>
                <a:gd name="connsiteY4" fmla="*/ 0 h 9492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92732" h="949226">
                  <a:moveTo>
                    <a:pt x="0" y="0"/>
                  </a:moveTo>
                  <a:lnTo>
                    <a:pt x="587175" y="726282"/>
                  </a:lnTo>
                  <a:lnTo>
                    <a:pt x="592732" y="949226"/>
                  </a:lnTo>
                  <a:lnTo>
                    <a:pt x="0" y="23405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0" name="Flowchart: Manual Operation 61">
              <a:extLst>
                <a:ext uri="{FF2B5EF4-FFF2-40B4-BE49-F238E27FC236}">
                  <a16:creationId xmlns:a16="http://schemas.microsoft.com/office/drawing/2014/main" id="{B215A1A0-F595-4C8C-923F-632A7A0601FB}"/>
                </a:ext>
              </a:extLst>
            </p:cNvPr>
            <p:cNvSpPr/>
            <p:nvPr/>
          </p:nvSpPr>
          <p:spPr>
            <a:xfrm flipV="1">
              <a:off x="1486224" y="6281085"/>
              <a:ext cx="4390701" cy="731632"/>
            </a:xfrm>
            <a:custGeom>
              <a:avLst/>
              <a:gdLst>
                <a:gd name="connsiteX0" fmla="*/ 0 w 10000"/>
                <a:gd name="connsiteY0" fmla="*/ 0 h 10000"/>
                <a:gd name="connsiteX1" fmla="*/ 10000 w 10000"/>
                <a:gd name="connsiteY1" fmla="*/ 0 h 10000"/>
                <a:gd name="connsiteX2" fmla="*/ 8000 w 10000"/>
                <a:gd name="connsiteY2" fmla="*/ 10000 h 10000"/>
                <a:gd name="connsiteX3" fmla="*/ 2000 w 10000"/>
                <a:gd name="connsiteY3" fmla="*/ 10000 h 10000"/>
                <a:gd name="connsiteX4" fmla="*/ 0 w 10000"/>
                <a:gd name="connsiteY4" fmla="*/ 0 h 10000"/>
                <a:gd name="connsiteX0" fmla="*/ 213 w 8000"/>
                <a:gd name="connsiteY0" fmla="*/ 0 h 10406"/>
                <a:gd name="connsiteX1" fmla="*/ 8000 w 8000"/>
                <a:gd name="connsiteY1" fmla="*/ 406 h 10406"/>
                <a:gd name="connsiteX2" fmla="*/ 6000 w 8000"/>
                <a:gd name="connsiteY2" fmla="*/ 10406 h 10406"/>
                <a:gd name="connsiteX3" fmla="*/ 0 w 8000"/>
                <a:gd name="connsiteY3" fmla="*/ 10406 h 10406"/>
                <a:gd name="connsiteX4" fmla="*/ 213 w 8000"/>
                <a:gd name="connsiteY4" fmla="*/ 0 h 10406"/>
                <a:gd name="connsiteX0" fmla="*/ 309 w 10000"/>
                <a:gd name="connsiteY0" fmla="*/ 0 h 9829"/>
                <a:gd name="connsiteX1" fmla="*/ 10000 w 10000"/>
                <a:gd name="connsiteY1" fmla="*/ 219 h 9829"/>
                <a:gd name="connsiteX2" fmla="*/ 7500 w 10000"/>
                <a:gd name="connsiteY2" fmla="*/ 9829 h 9829"/>
                <a:gd name="connsiteX3" fmla="*/ 0 w 10000"/>
                <a:gd name="connsiteY3" fmla="*/ 9829 h 9829"/>
                <a:gd name="connsiteX4" fmla="*/ 309 w 10000"/>
                <a:gd name="connsiteY4" fmla="*/ 0 h 9829"/>
                <a:gd name="connsiteX0" fmla="*/ 1379 w 10000"/>
                <a:gd name="connsiteY0" fmla="*/ 0 h 10000"/>
                <a:gd name="connsiteX1" fmla="*/ 10000 w 10000"/>
                <a:gd name="connsiteY1" fmla="*/ 223 h 10000"/>
                <a:gd name="connsiteX2" fmla="*/ 7500 w 10000"/>
                <a:gd name="connsiteY2" fmla="*/ 10000 h 10000"/>
                <a:gd name="connsiteX3" fmla="*/ 0 w 10000"/>
                <a:gd name="connsiteY3" fmla="*/ 10000 h 10000"/>
                <a:gd name="connsiteX4" fmla="*/ 1379 w 10000"/>
                <a:gd name="connsiteY4" fmla="*/ 0 h 10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0000" h="10000">
                  <a:moveTo>
                    <a:pt x="1379" y="0"/>
                  </a:moveTo>
                  <a:lnTo>
                    <a:pt x="10000" y="223"/>
                  </a:lnTo>
                  <a:lnTo>
                    <a:pt x="7500" y="10000"/>
                  </a:lnTo>
                  <a:lnTo>
                    <a:pt x="0" y="10000"/>
                  </a:lnTo>
                  <a:lnTo>
                    <a:pt x="1379" y="0"/>
                  </a:lnTo>
                  <a:close/>
                </a:path>
              </a:pathLst>
            </a:custGeom>
            <a:grp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1" name="Rectangle 90">
              <a:extLst>
                <a:ext uri="{FF2B5EF4-FFF2-40B4-BE49-F238E27FC236}">
                  <a16:creationId xmlns:a16="http://schemas.microsoft.com/office/drawing/2014/main" id="{77AFA56C-B6C8-49FD-BFBF-978AF8443E07}"/>
                </a:ext>
              </a:extLst>
            </p:cNvPr>
            <p:cNvSpPr/>
            <p:nvPr/>
          </p:nvSpPr>
          <p:spPr>
            <a:xfrm>
              <a:off x="2073647" y="6997673"/>
              <a:ext cx="3803278" cy="234057"/>
            </a:xfrm>
            <a:prstGeom prst="rect">
              <a:avLst/>
            </a:prstGeom>
            <a:solidFill>
              <a:schemeClr val="tx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92" name="Group 91">
            <a:extLst>
              <a:ext uri="{FF2B5EF4-FFF2-40B4-BE49-F238E27FC236}">
                <a16:creationId xmlns:a16="http://schemas.microsoft.com/office/drawing/2014/main" id="{5F686C9C-B251-4AAF-8C4B-EC0A6A0E5E95}"/>
              </a:ext>
            </a:extLst>
          </p:cNvPr>
          <p:cNvGrpSpPr/>
          <p:nvPr/>
        </p:nvGrpSpPr>
        <p:grpSpPr>
          <a:xfrm>
            <a:off x="2780995" y="-770886"/>
            <a:ext cx="1787011" cy="2356393"/>
            <a:chOff x="2253647" y="285105"/>
            <a:chExt cx="1787011" cy="2356393"/>
          </a:xfrm>
        </p:grpSpPr>
        <p:sp>
          <p:nvSpPr>
            <p:cNvPr id="93" name="Oval 92">
              <a:extLst>
                <a:ext uri="{FF2B5EF4-FFF2-40B4-BE49-F238E27FC236}">
                  <a16:creationId xmlns:a16="http://schemas.microsoft.com/office/drawing/2014/main" id="{1850F090-D6D2-4089-BF76-7A3972D6DC9D}"/>
                </a:ext>
              </a:extLst>
            </p:cNvPr>
            <p:cNvSpPr/>
            <p:nvPr/>
          </p:nvSpPr>
          <p:spPr>
            <a:xfrm>
              <a:off x="2984178" y="1637775"/>
              <a:ext cx="340713" cy="1003723"/>
            </a:xfrm>
            <a:prstGeom prst="ellipse">
              <a:avLst/>
            </a:prstGeom>
            <a:solidFill>
              <a:schemeClr val="bg1"/>
            </a:solidFill>
            <a:ln w="12700" cap="flat" cmpd="sng" algn="ctr">
              <a:solidFill>
                <a:schemeClr val="tx1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cxnSp>
          <p:nvCxnSpPr>
            <p:cNvPr id="94" name="Straight Connector 93">
              <a:extLst>
                <a:ext uri="{FF2B5EF4-FFF2-40B4-BE49-F238E27FC236}">
                  <a16:creationId xmlns:a16="http://schemas.microsoft.com/office/drawing/2014/main" id="{87BF3A99-0EDD-4545-AC11-C797C41C97BD}"/>
                </a:ext>
              </a:extLst>
            </p:cNvPr>
            <p:cNvCxnSpPr/>
            <p:nvPr/>
          </p:nvCxnSpPr>
          <p:spPr>
            <a:xfrm>
              <a:off x="3143199" y="285105"/>
              <a:ext cx="0" cy="997499"/>
            </a:xfrm>
            <a:prstGeom prst="line">
              <a:avLst/>
            </a:prstGeom>
            <a:noFill/>
            <a:ln w="6350" cap="flat" cmpd="sng" algn="ctr">
              <a:solidFill>
                <a:schemeClr val="tx1"/>
              </a:solidFill>
              <a:prstDash val="solid"/>
              <a:miter lim="800000"/>
            </a:ln>
            <a:effectLst/>
          </p:spPr>
        </p:cxnSp>
        <p:sp>
          <p:nvSpPr>
            <p:cNvPr id="95" name="Oval 82">
              <a:extLst>
                <a:ext uri="{FF2B5EF4-FFF2-40B4-BE49-F238E27FC236}">
                  <a16:creationId xmlns:a16="http://schemas.microsoft.com/office/drawing/2014/main" id="{5C975455-9DE0-4D73-88B8-A804C89B9440}"/>
                </a:ext>
              </a:extLst>
            </p:cNvPr>
            <p:cNvSpPr/>
            <p:nvPr/>
          </p:nvSpPr>
          <p:spPr>
            <a:xfrm>
              <a:off x="2253647" y="1143372"/>
              <a:ext cx="1787011" cy="1130240"/>
            </a:xfrm>
            <a:custGeom>
              <a:avLst/>
              <a:gdLst>
                <a:gd name="connsiteX0" fmla="*/ 0 w 1786990"/>
                <a:gd name="connsiteY0" fmla="*/ 371026 h 742052"/>
                <a:gd name="connsiteX1" fmla="*/ 893495 w 1786990"/>
                <a:gd name="connsiteY1" fmla="*/ 0 h 742052"/>
                <a:gd name="connsiteX2" fmla="*/ 1786990 w 1786990"/>
                <a:gd name="connsiteY2" fmla="*/ 371026 h 742052"/>
                <a:gd name="connsiteX3" fmla="*/ 893495 w 1786990"/>
                <a:gd name="connsiteY3" fmla="*/ 742052 h 742052"/>
                <a:gd name="connsiteX4" fmla="*/ 0 w 1786990"/>
                <a:gd name="connsiteY4" fmla="*/ 371026 h 742052"/>
                <a:gd name="connsiteX0" fmla="*/ 0 w 1786990"/>
                <a:gd name="connsiteY0" fmla="*/ 675826 h 1046852"/>
                <a:gd name="connsiteX1" fmla="*/ 893495 w 1786990"/>
                <a:gd name="connsiteY1" fmla="*/ 0 h 1046852"/>
                <a:gd name="connsiteX2" fmla="*/ 1786990 w 1786990"/>
                <a:gd name="connsiteY2" fmla="*/ 675826 h 1046852"/>
                <a:gd name="connsiteX3" fmla="*/ 893495 w 1786990"/>
                <a:gd name="connsiteY3" fmla="*/ 1046852 h 1046852"/>
                <a:gd name="connsiteX4" fmla="*/ 0 w 1786990"/>
                <a:gd name="connsiteY4" fmla="*/ 675826 h 1046852"/>
                <a:gd name="connsiteX0" fmla="*/ 28 w 1787018"/>
                <a:gd name="connsiteY0" fmla="*/ 1027519 h 1398545"/>
                <a:gd name="connsiteX1" fmla="*/ 916969 w 1787018"/>
                <a:gd name="connsiteY1" fmla="*/ 0 h 1398545"/>
                <a:gd name="connsiteX2" fmla="*/ 1787018 w 1787018"/>
                <a:gd name="connsiteY2" fmla="*/ 1027519 h 1398545"/>
                <a:gd name="connsiteX3" fmla="*/ 893523 w 1787018"/>
                <a:gd name="connsiteY3" fmla="*/ 1398545 h 1398545"/>
                <a:gd name="connsiteX4" fmla="*/ 28 w 1787018"/>
                <a:gd name="connsiteY4" fmla="*/ 1027519 h 1398545"/>
                <a:gd name="connsiteX0" fmla="*/ 29 w 1787019"/>
                <a:gd name="connsiteY0" fmla="*/ 1121304 h 1492330"/>
                <a:gd name="connsiteX1" fmla="*/ 870078 w 1787019"/>
                <a:gd name="connsiteY1" fmla="*/ 0 h 1492330"/>
                <a:gd name="connsiteX2" fmla="*/ 1787019 w 1787019"/>
                <a:gd name="connsiteY2" fmla="*/ 1121304 h 1492330"/>
                <a:gd name="connsiteX3" fmla="*/ 893524 w 1787019"/>
                <a:gd name="connsiteY3" fmla="*/ 1492330 h 1492330"/>
                <a:gd name="connsiteX4" fmla="*/ 29 w 1787019"/>
                <a:gd name="connsiteY4" fmla="*/ 1121304 h 1492330"/>
                <a:gd name="connsiteX0" fmla="*/ 21 w 1787011"/>
                <a:gd name="connsiteY0" fmla="*/ 1121304 h 1492330"/>
                <a:gd name="connsiteX1" fmla="*/ 870070 w 1787011"/>
                <a:gd name="connsiteY1" fmla="*/ 0 h 1492330"/>
                <a:gd name="connsiteX2" fmla="*/ 1787011 w 1787011"/>
                <a:gd name="connsiteY2" fmla="*/ 1121304 h 1492330"/>
                <a:gd name="connsiteX3" fmla="*/ 893516 w 1787011"/>
                <a:gd name="connsiteY3" fmla="*/ 1492330 h 1492330"/>
                <a:gd name="connsiteX4" fmla="*/ 21 w 1787011"/>
                <a:gd name="connsiteY4" fmla="*/ 1121304 h 1492330"/>
                <a:gd name="connsiteX0" fmla="*/ 21 w 1787011"/>
                <a:gd name="connsiteY0" fmla="*/ 1121304 h 1232616"/>
                <a:gd name="connsiteX1" fmla="*/ 870070 w 1787011"/>
                <a:gd name="connsiteY1" fmla="*/ 0 h 1232616"/>
                <a:gd name="connsiteX2" fmla="*/ 1787011 w 1787011"/>
                <a:gd name="connsiteY2" fmla="*/ 1121304 h 1232616"/>
                <a:gd name="connsiteX3" fmla="*/ 893516 w 1787011"/>
                <a:gd name="connsiteY3" fmla="*/ 1185491 h 1232616"/>
                <a:gd name="connsiteX4" fmla="*/ 21 w 1787011"/>
                <a:gd name="connsiteY4" fmla="*/ 1121304 h 123261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787011" h="1232616">
                  <a:moveTo>
                    <a:pt x="21" y="1121304"/>
                  </a:moveTo>
                  <a:cubicBezTo>
                    <a:pt x="-3887" y="923722"/>
                    <a:pt x="564175" y="0"/>
                    <a:pt x="870070" y="0"/>
                  </a:cubicBezTo>
                  <a:cubicBezTo>
                    <a:pt x="1175965" y="0"/>
                    <a:pt x="1787011" y="916392"/>
                    <a:pt x="1787011" y="1121304"/>
                  </a:cubicBezTo>
                  <a:cubicBezTo>
                    <a:pt x="1787011" y="1326216"/>
                    <a:pt x="1386980" y="1185491"/>
                    <a:pt x="893516" y="1185491"/>
                  </a:cubicBezTo>
                  <a:cubicBezTo>
                    <a:pt x="400052" y="1185491"/>
                    <a:pt x="3929" y="1318886"/>
                    <a:pt x="21" y="1121304"/>
                  </a:cubicBezTo>
                  <a:close/>
                </a:path>
              </a:pathLst>
            </a:custGeom>
            <a:solidFill>
              <a:sysClr val="windowText" lastClr="000000"/>
            </a:solidFill>
            <a:ln w="12700" cap="flat" cmpd="sng" algn="ctr">
              <a:solidFill>
                <a:schemeClr val="tx1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</p:grpSp>
      <p:grpSp>
        <p:nvGrpSpPr>
          <p:cNvPr id="96" name="Group 95">
            <a:extLst>
              <a:ext uri="{FF2B5EF4-FFF2-40B4-BE49-F238E27FC236}">
                <a16:creationId xmlns:a16="http://schemas.microsoft.com/office/drawing/2014/main" id="{E4499A65-F280-4A71-8BF2-C1F61369E6DB}"/>
              </a:ext>
            </a:extLst>
          </p:cNvPr>
          <p:cNvGrpSpPr/>
          <p:nvPr/>
        </p:nvGrpSpPr>
        <p:grpSpPr>
          <a:xfrm>
            <a:off x="-542489" y="6114237"/>
            <a:ext cx="8416549" cy="4055802"/>
            <a:chOff x="627187" y="7810182"/>
            <a:chExt cx="4417118" cy="2957426"/>
          </a:xfrm>
          <a:solidFill>
            <a:schemeClr val="bg1"/>
          </a:solidFill>
        </p:grpSpPr>
        <p:sp>
          <p:nvSpPr>
            <p:cNvPr id="97" name="Oval 40">
              <a:extLst>
                <a:ext uri="{FF2B5EF4-FFF2-40B4-BE49-F238E27FC236}">
                  <a16:creationId xmlns:a16="http://schemas.microsoft.com/office/drawing/2014/main" id="{2D4C4643-1F7D-416D-A0A6-3D0C912BC759}"/>
                </a:ext>
              </a:extLst>
            </p:cNvPr>
            <p:cNvSpPr/>
            <p:nvPr/>
          </p:nvSpPr>
          <p:spPr>
            <a:xfrm>
              <a:off x="2069413" y="10309794"/>
              <a:ext cx="1620781" cy="457814"/>
            </a:xfrm>
            <a:custGeom>
              <a:avLst/>
              <a:gdLst>
                <a:gd name="connsiteX0" fmla="*/ 0 w 1424940"/>
                <a:gd name="connsiteY0" fmla="*/ 140290 h 280579"/>
                <a:gd name="connsiteX1" fmla="*/ 712470 w 1424940"/>
                <a:gd name="connsiteY1" fmla="*/ 0 h 280579"/>
                <a:gd name="connsiteX2" fmla="*/ 1424940 w 1424940"/>
                <a:gd name="connsiteY2" fmla="*/ 140290 h 280579"/>
                <a:gd name="connsiteX3" fmla="*/ 712470 w 1424940"/>
                <a:gd name="connsiteY3" fmla="*/ 280580 h 280579"/>
                <a:gd name="connsiteX4" fmla="*/ 0 w 1424940"/>
                <a:gd name="connsiteY4" fmla="*/ 140290 h 280579"/>
                <a:gd name="connsiteX0" fmla="*/ 15 w 1424955"/>
                <a:gd name="connsiteY0" fmla="*/ 262210 h 402500"/>
                <a:gd name="connsiteX1" fmla="*/ 697245 w 1424955"/>
                <a:gd name="connsiteY1" fmla="*/ 0 h 402500"/>
                <a:gd name="connsiteX2" fmla="*/ 1424955 w 1424955"/>
                <a:gd name="connsiteY2" fmla="*/ 262210 h 402500"/>
                <a:gd name="connsiteX3" fmla="*/ 712485 w 1424955"/>
                <a:gd name="connsiteY3" fmla="*/ 402500 h 402500"/>
                <a:gd name="connsiteX4" fmla="*/ 15 w 1424955"/>
                <a:gd name="connsiteY4" fmla="*/ 262210 h 4025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24955" h="402500">
                  <a:moveTo>
                    <a:pt x="15" y="262210"/>
                  </a:moveTo>
                  <a:cubicBezTo>
                    <a:pt x="-2525" y="195127"/>
                    <a:pt x="303759" y="0"/>
                    <a:pt x="697245" y="0"/>
                  </a:cubicBezTo>
                  <a:cubicBezTo>
                    <a:pt x="1090731" y="0"/>
                    <a:pt x="1424955" y="184730"/>
                    <a:pt x="1424955" y="262210"/>
                  </a:cubicBezTo>
                  <a:cubicBezTo>
                    <a:pt x="1424955" y="339690"/>
                    <a:pt x="1105971" y="402500"/>
                    <a:pt x="712485" y="402500"/>
                  </a:cubicBezTo>
                  <a:cubicBezTo>
                    <a:pt x="318999" y="402500"/>
                    <a:pt x="2555" y="329293"/>
                    <a:pt x="15" y="262210"/>
                  </a:cubicBezTo>
                  <a:close/>
                </a:path>
              </a:pathLst>
            </a:custGeom>
            <a:solidFill>
              <a:schemeClr val="tx1"/>
            </a:solidFill>
            <a:ln w="12700" cap="flat" cmpd="sng" algn="ctr">
              <a:solidFill>
                <a:sysClr val="windowText" lastClr="000000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98" name="Cylinder 97">
              <a:extLst>
                <a:ext uri="{FF2B5EF4-FFF2-40B4-BE49-F238E27FC236}">
                  <a16:creationId xmlns:a16="http://schemas.microsoft.com/office/drawing/2014/main" id="{12B22E8B-2E24-4198-9292-A3FE3FDA90A9}"/>
                </a:ext>
              </a:extLst>
            </p:cNvPr>
            <p:cNvSpPr/>
            <p:nvPr/>
          </p:nvSpPr>
          <p:spPr>
            <a:xfrm>
              <a:off x="2681190" y="8290677"/>
              <a:ext cx="397246" cy="2288969"/>
            </a:xfrm>
            <a:prstGeom prst="can">
              <a:avLst/>
            </a:prstGeom>
            <a:grpFill/>
            <a:ln w="12700" cap="flat" cmpd="sng" algn="ctr">
              <a:solidFill>
                <a:sysClr val="windowText" lastClr="000000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99" name="Freeform: Shape 98">
              <a:extLst>
                <a:ext uri="{FF2B5EF4-FFF2-40B4-BE49-F238E27FC236}">
                  <a16:creationId xmlns:a16="http://schemas.microsoft.com/office/drawing/2014/main" id="{A8273A51-2161-47F0-9FB7-9D9271487646}"/>
                </a:ext>
              </a:extLst>
            </p:cNvPr>
            <p:cNvSpPr/>
            <p:nvPr/>
          </p:nvSpPr>
          <p:spPr>
            <a:xfrm>
              <a:off x="627187" y="7810182"/>
              <a:ext cx="4417118" cy="685760"/>
            </a:xfrm>
            <a:custGeom>
              <a:avLst/>
              <a:gdLst>
                <a:gd name="connsiteX0" fmla="*/ 2152529 w 4417118"/>
                <a:gd name="connsiteY0" fmla="*/ 191263 h 685760"/>
                <a:gd name="connsiteX1" fmla="*/ 2200434 w 4417118"/>
                <a:gd name="connsiteY1" fmla="*/ 192025 h 685760"/>
                <a:gd name="connsiteX2" fmla="*/ 2216305 w 4417118"/>
                <a:gd name="connsiteY2" fmla="*/ 191404 h 685760"/>
                <a:gd name="connsiteX3" fmla="*/ 836335 w 4417118"/>
                <a:gd name="connsiteY3" fmla="*/ 1267 h 685760"/>
                <a:gd name="connsiteX4" fmla="*/ 2216684 w 4417118"/>
                <a:gd name="connsiteY4" fmla="*/ 7913 h 685760"/>
                <a:gd name="connsiteX5" fmla="*/ 4404116 w 4417118"/>
                <a:gd name="connsiteY5" fmla="*/ 99659 h 685760"/>
                <a:gd name="connsiteX6" fmla="*/ 4379629 w 4417118"/>
                <a:gd name="connsiteY6" fmla="*/ 106779 h 685760"/>
                <a:gd name="connsiteX7" fmla="*/ 4417118 w 4417118"/>
                <a:gd name="connsiteY7" fmla="*/ 105313 h 685760"/>
                <a:gd name="connsiteX8" fmla="*/ 4417118 w 4417118"/>
                <a:gd name="connsiteY8" fmla="*/ 355289 h 685760"/>
                <a:gd name="connsiteX9" fmla="*/ 4391187 w 4417118"/>
                <a:gd name="connsiteY9" fmla="*/ 451639 h 685760"/>
                <a:gd name="connsiteX10" fmla="*/ 4362176 w 4417118"/>
                <a:gd name="connsiteY10" fmla="*/ 456390 h 685760"/>
                <a:gd name="connsiteX11" fmla="*/ 4395451 w 4417118"/>
                <a:gd name="connsiteY11" fmla="*/ 462571 h 685760"/>
                <a:gd name="connsiteX12" fmla="*/ 3165968 w 4417118"/>
                <a:gd name="connsiteY12" fmla="*/ 631330 h 685760"/>
                <a:gd name="connsiteX13" fmla="*/ 3137727 w 4417118"/>
                <a:gd name="connsiteY13" fmla="*/ 633520 h 685760"/>
                <a:gd name="connsiteX14" fmla="*/ 3035879 w 4417118"/>
                <a:gd name="connsiteY14" fmla="*/ 644767 h 685760"/>
                <a:gd name="connsiteX15" fmla="*/ 2195018 w 4417118"/>
                <a:gd name="connsiteY15" fmla="*/ 684974 h 685760"/>
                <a:gd name="connsiteX16" fmla="*/ 2173182 w 4417118"/>
                <a:gd name="connsiteY16" fmla="*/ 683624 h 685760"/>
                <a:gd name="connsiteX17" fmla="*/ 2130014 w 4417118"/>
                <a:gd name="connsiteY17" fmla="*/ 684325 h 685760"/>
                <a:gd name="connsiteX18" fmla="*/ 1496735 w 4417118"/>
                <a:gd name="connsiteY18" fmla="*/ 645019 h 685760"/>
                <a:gd name="connsiteX19" fmla="*/ 1239388 w 4417118"/>
                <a:gd name="connsiteY19" fmla="*/ 617081 h 685760"/>
                <a:gd name="connsiteX20" fmla="*/ 1062399 w 4417118"/>
                <a:gd name="connsiteY20" fmla="*/ 602164 h 685760"/>
                <a:gd name="connsiteX21" fmla="*/ 274479 w 4417118"/>
                <a:gd name="connsiteY21" fmla="*/ 476512 h 685760"/>
                <a:gd name="connsiteX22" fmla="*/ 265238 w 4417118"/>
                <a:gd name="connsiteY22" fmla="*/ 473954 h 685760"/>
                <a:gd name="connsiteX23" fmla="*/ 262680 w 4417118"/>
                <a:gd name="connsiteY23" fmla="*/ 473500 h 685760"/>
                <a:gd name="connsiteX24" fmla="*/ 37920 w 4417118"/>
                <a:gd name="connsiteY24" fmla="*/ 410568 h 685760"/>
                <a:gd name="connsiteX25" fmla="*/ 40608 w 4417118"/>
                <a:gd name="connsiteY25" fmla="*/ 410075 h 685760"/>
                <a:gd name="connsiteX26" fmla="*/ 29072 w 4417118"/>
                <a:gd name="connsiteY26" fmla="*/ 404056 h 685760"/>
                <a:gd name="connsiteX27" fmla="*/ 0 w 4417118"/>
                <a:gd name="connsiteY27" fmla="*/ 328204 h 685760"/>
                <a:gd name="connsiteX28" fmla="*/ 0 w 4417118"/>
                <a:gd name="connsiteY28" fmla="*/ 99897 h 685760"/>
                <a:gd name="connsiteX29" fmla="*/ 41476 w 4417118"/>
                <a:gd name="connsiteY29" fmla="*/ 99262 h 685760"/>
                <a:gd name="connsiteX30" fmla="*/ 13001 w 4417118"/>
                <a:gd name="connsiteY30" fmla="*/ 83407 h 685760"/>
                <a:gd name="connsiteX31" fmla="*/ 836335 w 4417118"/>
                <a:gd name="connsiteY31" fmla="*/ 1267 h 6857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</a:cxnLst>
              <a:rect l="l" t="t" r="r" b="b"/>
              <a:pathLst>
                <a:path w="4417118" h="685760">
                  <a:moveTo>
                    <a:pt x="2152529" y="191263"/>
                  </a:moveTo>
                  <a:lnTo>
                    <a:pt x="2200434" y="192025"/>
                  </a:lnTo>
                  <a:lnTo>
                    <a:pt x="2216305" y="191404"/>
                  </a:lnTo>
                  <a:close/>
                  <a:moveTo>
                    <a:pt x="836335" y="1267"/>
                  </a:moveTo>
                  <a:cubicBezTo>
                    <a:pt x="1297128" y="-3486"/>
                    <a:pt x="1850757" y="6559"/>
                    <a:pt x="2216684" y="7913"/>
                  </a:cubicBezTo>
                  <a:cubicBezTo>
                    <a:pt x="2948537" y="10621"/>
                    <a:pt x="4404116" y="48989"/>
                    <a:pt x="4404116" y="99659"/>
                  </a:cubicBezTo>
                  <a:lnTo>
                    <a:pt x="4379629" y="106779"/>
                  </a:lnTo>
                  <a:lnTo>
                    <a:pt x="4417118" y="105313"/>
                  </a:lnTo>
                  <a:lnTo>
                    <a:pt x="4417118" y="355289"/>
                  </a:lnTo>
                  <a:cubicBezTo>
                    <a:pt x="4417118" y="381577"/>
                    <a:pt x="4417475" y="451639"/>
                    <a:pt x="4391187" y="451639"/>
                  </a:cubicBezTo>
                  <a:lnTo>
                    <a:pt x="4362176" y="456390"/>
                  </a:lnTo>
                  <a:lnTo>
                    <a:pt x="4395451" y="462571"/>
                  </a:lnTo>
                  <a:cubicBezTo>
                    <a:pt x="4395451" y="494240"/>
                    <a:pt x="3794208" y="576331"/>
                    <a:pt x="3165968" y="631330"/>
                  </a:cubicBezTo>
                  <a:lnTo>
                    <a:pt x="3137727" y="633520"/>
                  </a:lnTo>
                  <a:lnTo>
                    <a:pt x="3035879" y="644767"/>
                  </a:lnTo>
                  <a:cubicBezTo>
                    <a:pt x="2747784" y="673024"/>
                    <a:pt x="2460736" y="689664"/>
                    <a:pt x="2195018" y="684974"/>
                  </a:cubicBezTo>
                  <a:lnTo>
                    <a:pt x="2173182" y="683624"/>
                  </a:lnTo>
                  <a:lnTo>
                    <a:pt x="2130014" y="684325"/>
                  </a:lnTo>
                  <a:cubicBezTo>
                    <a:pt x="1948450" y="682158"/>
                    <a:pt x="1726912" y="667131"/>
                    <a:pt x="1496735" y="645019"/>
                  </a:cubicBezTo>
                  <a:lnTo>
                    <a:pt x="1239388" y="617081"/>
                  </a:lnTo>
                  <a:lnTo>
                    <a:pt x="1062399" y="602164"/>
                  </a:lnTo>
                  <a:cubicBezTo>
                    <a:pt x="781952" y="572658"/>
                    <a:pt x="512552" y="533250"/>
                    <a:pt x="274479" y="476512"/>
                  </a:cubicBezTo>
                  <a:lnTo>
                    <a:pt x="265238" y="473954"/>
                  </a:lnTo>
                  <a:lnTo>
                    <a:pt x="262680" y="473500"/>
                  </a:lnTo>
                  <a:cubicBezTo>
                    <a:pt x="123285" y="446137"/>
                    <a:pt x="37920" y="423235"/>
                    <a:pt x="37920" y="410568"/>
                  </a:cubicBezTo>
                  <a:lnTo>
                    <a:pt x="40608" y="410075"/>
                  </a:lnTo>
                  <a:lnTo>
                    <a:pt x="29072" y="404056"/>
                  </a:lnTo>
                  <a:cubicBezTo>
                    <a:pt x="11987" y="386166"/>
                    <a:pt x="0" y="347921"/>
                    <a:pt x="0" y="328204"/>
                  </a:cubicBezTo>
                  <a:lnTo>
                    <a:pt x="0" y="99897"/>
                  </a:lnTo>
                  <a:lnTo>
                    <a:pt x="41476" y="99262"/>
                  </a:lnTo>
                  <a:lnTo>
                    <a:pt x="13001" y="83407"/>
                  </a:lnTo>
                  <a:cubicBezTo>
                    <a:pt x="7584" y="25570"/>
                    <a:pt x="375542" y="6020"/>
                    <a:pt x="836335" y="1267"/>
                  </a:cubicBezTo>
                  <a:close/>
                </a:path>
              </a:pathLst>
            </a:custGeom>
            <a:grpFill/>
            <a:ln w="12700" cap="flat" cmpd="sng" algn="ctr">
              <a:solidFill>
                <a:sysClr val="windowText" lastClr="000000"/>
              </a:solidFill>
              <a:prstDash val="solid"/>
              <a:miter lim="800000"/>
            </a:ln>
            <a:effectLst/>
          </p:spPr>
          <p:txBody>
            <a:bodyPr wrap="square" rtlCol="0" anchor="ctr"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</p:grpSp>
      <p:grpSp>
        <p:nvGrpSpPr>
          <p:cNvPr id="100" name="Group 99">
            <a:extLst>
              <a:ext uri="{FF2B5EF4-FFF2-40B4-BE49-F238E27FC236}">
                <a16:creationId xmlns:a16="http://schemas.microsoft.com/office/drawing/2014/main" id="{F8000188-BA1D-4DC5-930A-37AA8A9906F7}"/>
              </a:ext>
            </a:extLst>
          </p:cNvPr>
          <p:cNvGrpSpPr/>
          <p:nvPr/>
        </p:nvGrpSpPr>
        <p:grpSpPr>
          <a:xfrm flipH="1">
            <a:off x="1434889" y="5761691"/>
            <a:ext cx="1243050" cy="704888"/>
            <a:chOff x="8792439" y="4037833"/>
            <a:chExt cx="731825" cy="414991"/>
          </a:xfrm>
        </p:grpSpPr>
        <p:sp>
          <p:nvSpPr>
            <p:cNvPr id="101" name="Block Arc 100">
              <a:extLst>
                <a:ext uri="{FF2B5EF4-FFF2-40B4-BE49-F238E27FC236}">
                  <a16:creationId xmlns:a16="http://schemas.microsoft.com/office/drawing/2014/main" id="{8B8C88E7-EBE1-467C-AC0D-DC783648F0B0}"/>
                </a:ext>
              </a:extLst>
            </p:cNvPr>
            <p:cNvSpPr/>
            <p:nvPr/>
          </p:nvSpPr>
          <p:spPr>
            <a:xfrm rot="8542811">
              <a:off x="9313559" y="4091284"/>
              <a:ext cx="210705" cy="174611"/>
            </a:xfrm>
            <a:prstGeom prst="blockArc">
              <a:avLst>
                <a:gd name="adj1" fmla="val 9254143"/>
                <a:gd name="adj2" fmla="val 19683396"/>
                <a:gd name="adj3" fmla="val 15644"/>
              </a:avLst>
            </a:prstGeom>
            <a:solidFill>
              <a:sysClr val="window" lastClr="FFFFFF"/>
            </a:solidFill>
            <a:ln w="12700" cap="flat" cmpd="sng" algn="ctr">
              <a:solidFill>
                <a:sysClr val="windowText" lastClr="000000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02" name="Oval 101">
              <a:extLst>
                <a:ext uri="{FF2B5EF4-FFF2-40B4-BE49-F238E27FC236}">
                  <a16:creationId xmlns:a16="http://schemas.microsoft.com/office/drawing/2014/main" id="{882344C1-2B1A-4B46-9D78-CC08DA4D50BC}"/>
                </a:ext>
              </a:extLst>
            </p:cNvPr>
            <p:cNvSpPr/>
            <p:nvPr/>
          </p:nvSpPr>
          <p:spPr>
            <a:xfrm>
              <a:off x="8792439" y="4333249"/>
              <a:ext cx="728935" cy="119575"/>
            </a:xfrm>
            <a:prstGeom prst="ellipse">
              <a:avLst/>
            </a:prstGeom>
            <a:solidFill>
              <a:sysClr val="window" lastClr="FFFFFF"/>
            </a:solidFill>
            <a:ln w="28575" cap="flat" cmpd="sng" algn="ctr">
              <a:solidFill>
                <a:sysClr val="windowText" lastClr="000000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03" name="Oval 493">
              <a:extLst>
                <a:ext uri="{FF2B5EF4-FFF2-40B4-BE49-F238E27FC236}">
                  <a16:creationId xmlns:a16="http://schemas.microsoft.com/office/drawing/2014/main" id="{77CDF963-4E90-49AE-A073-AB1A3E8A15DB}"/>
                </a:ext>
              </a:extLst>
            </p:cNvPr>
            <p:cNvSpPr/>
            <p:nvPr/>
          </p:nvSpPr>
          <p:spPr>
            <a:xfrm>
              <a:off x="8839592" y="4037833"/>
              <a:ext cx="620420" cy="381590"/>
            </a:xfrm>
            <a:custGeom>
              <a:avLst/>
              <a:gdLst>
                <a:gd name="connsiteX0" fmla="*/ 0 w 620419"/>
                <a:gd name="connsiteY0" fmla="*/ 22860 h 45719"/>
                <a:gd name="connsiteX1" fmla="*/ 310210 w 620419"/>
                <a:gd name="connsiteY1" fmla="*/ 0 h 45719"/>
                <a:gd name="connsiteX2" fmla="*/ 620420 w 620419"/>
                <a:gd name="connsiteY2" fmla="*/ 22860 h 45719"/>
                <a:gd name="connsiteX3" fmla="*/ 310210 w 620419"/>
                <a:gd name="connsiteY3" fmla="*/ 45720 h 45719"/>
                <a:gd name="connsiteX4" fmla="*/ 0 w 620419"/>
                <a:gd name="connsiteY4" fmla="*/ 22860 h 45719"/>
                <a:gd name="connsiteX0" fmla="*/ 0 w 620420"/>
                <a:gd name="connsiteY0" fmla="*/ 34880 h 381590"/>
                <a:gd name="connsiteX1" fmla="*/ 310210 w 620420"/>
                <a:gd name="connsiteY1" fmla="*/ 12020 h 381590"/>
                <a:gd name="connsiteX2" fmla="*/ 620420 w 620420"/>
                <a:gd name="connsiteY2" fmla="*/ 34880 h 381590"/>
                <a:gd name="connsiteX3" fmla="*/ 310210 w 620420"/>
                <a:gd name="connsiteY3" fmla="*/ 381590 h 381590"/>
                <a:gd name="connsiteX4" fmla="*/ 0 w 620420"/>
                <a:gd name="connsiteY4" fmla="*/ 34880 h 381590"/>
                <a:gd name="connsiteX0" fmla="*/ 0 w 620420"/>
                <a:gd name="connsiteY0" fmla="*/ 34880 h 381590"/>
                <a:gd name="connsiteX1" fmla="*/ 310210 w 620420"/>
                <a:gd name="connsiteY1" fmla="*/ 12020 h 381590"/>
                <a:gd name="connsiteX2" fmla="*/ 620420 w 620420"/>
                <a:gd name="connsiteY2" fmla="*/ 34880 h 381590"/>
                <a:gd name="connsiteX3" fmla="*/ 310210 w 620420"/>
                <a:gd name="connsiteY3" fmla="*/ 381590 h 381590"/>
                <a:gd name="connsiteX4" fmla="*/ 0 w 620420"/>
                <a:gd name="connsiteY4" fmla="*/ 34880 h 38159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20420" h="381590">
                  <a:moveTo>
                    <a:pt x="0" y="34880"/>
                  </a:moveTo>
                  <a:cubicBezTo>
                    <a:pt x="0" y="-26715"/>
                    <a:pt x="138886" y="12020"/>
                    <a:pt x="310210" y="12020"/>
                  </a:cubicBezTo>
                  <a:cubicBezTo>
                    <a:pt x="481534" y="12020"/>
                    <a:pt x="620420" y="22255"/>
                    <a:pt x="620420" y="34880"/>
                  </a:cubicBezTo>
                  <a:cubicBezTo>
                    <a:pt x="620420" y="47505"/>
                    <a:pt x="557734" y="381590"/>
                    <a:pt x="310210" y="381590"/>
                  </a:cubicBezTo>
                  <a:cubicBezTo>
                    <a:pt x="62686" y="381590"/>
                    <a:pt x="0" y="96475"/>
                    <a:pt x="0" y="34880"/>
                  </a:cubicBezTo>
                  <a:close/>
                </a:path>
              </a:pathLst>
            </a:custGeom>
            <a:solidFill>
              <a:sysClr val="window" lastClr="FFFFFF"/>
            </a:solidFill>
            <a:ln w="12700" cap="flat" cmpd="sng" algn="ctr">
              <a:solidFill>
                <a:sysClr val="windowText" lastClr="000000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</p:grpSp>
      <p:pic>
        <p:nvPicPr>
          <p:cNvPr id="113" name="mouthwhite">
            <a:hlinkClick r:id="" action="ppaction://media"/>
            <a:extLst>
              <a:ext uri="{FF2B5EF4-FFF2-40B4-BE49-F238E27FC236}">
                <a16:creationId xmlns:a16="http://schemas.microsoft.com/office/drawing/2014/main" id="{9CB95C12-F5F5-41DE-AEEC-66ADB2513DB3}"/>
              </a:ext>
            </a:extLst>
          </p:cNvPr>
          <p:cNvPicPr>
            <a:picLocks noChangeAspect="1"/>
          </p:cNvPicPr>
          <p:nvPr>
            <a:videoFile r:link="rId1"/>
            <p:extLst>
              <p:ext uri="{DAA4B4D4-6D71-4841-9C94-3DE7FCFB9230}">
                <p14:media xmlns:p14="http://schemas.microsoft.com/office/powerpoint/2010/main" r:embed="rId2">
                  <p14:trim st="396" end="2805.3"/>
                </p14:media>
              </p:ext>
            </p:extLst>
          </p:nvPr>
        </p:nvPicPr>
        <p:blipFill rotWithShape="1">
          <a:blip r:embed="rId6"/>
          <a:srcRect l="50000" t="21029" r="43704" b="69424"/>
          <a:stretch>
            <a:fillRect/>
          </a:stretch>
        </p:blipFill>
        <p:spPr>
          <a:xfrm>
            <a:off x="2139754" y="4933949"/>
            <a:ext cx="211528" cy="180421"/>
          </a:xfrm>
          <a:prstGeom prst="rect">
            <a:avLst/>
          </a:prstGeom>
        </p:spPr>
      </p:pic>
      <p:pic>
        <p:nvPicPr>
          <p:cNvPr id="114" name="ttsMP3.com_VoiceText_2025-1-13_0-22-24">
            <a:hlinkClick r:id="" action="ppaction://media"/>
            <a:extLst>
              <a:ext uri="{FF2B5EF4-FFF2-40B4-BE49-F238E27FC236}">
                <a16:creationId xmlns:a16="http://schemas.microsoft.com/office/drawing/2014/main" id="{0B857B83-D96D-4CB5-83D8-7C51E81FE6F2}"/>
              </a:ext>
            </a:extLst>
          </p:cNvPr>
          <p:cNvPicPr>
            <a:picLocks noChangeAspect="1"/>
          </p:cNvPicPr>
          <p:nvPr>
            <a:audioFile r:link="rId4"/>
            <p:extLst>
              <p:ext uri="{DAA4B4D4-6D71-4841-9C94-3DE7FCFB9230}">
                <p14:media xmlns:p14="http://schemas.microsoft.com/office/powerpoint/2010/main" r:embed="rId3"/>
              </p:ext>
            </p:extLst>
          </p:nvPr>
        </p:nvPicPr>
        <p:blipFill>
          <a:blip r:embed="rId7"/>
          <a:stretch>
            <a:fillRect/>
          </a:stretch>
        </p:blipFill>
        <p:spPr>
          <a:xfrm>
            <a:off x="4024559" y="4128178"/>
            <a:ext cx="609600" cy="609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77068373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3000"/>
    </mc:Choice>
    <mc:Fallback>
      <p:transition spd="slow" advTm="300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815" fill="hold"/>
                                        <p:tgtEl>
                                          <p:spTgt spid="113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  <p:par>
                                <p:cTn id="7" presetID="1" presetClass="mediacall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8" dur="6456" fill="hold"/>
                                        <p:tgtEl>
                                          <p:spTgt spid="11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seq concurrent="1" nextAc="seek">
              <p:cTn id="9" restart="whenNotActive" fill="hold" evtFilter="cancelBubble" nodeType="interactiveSeq">
                <p:stCondLst>
                  <p:cond evt="onClick" delay="0">
                    <p:tgtEl>
                      <p:spTgt spid="11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0" fill="hold">
                      <p:stCondLst>
                        <p:cond delay="0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3" dur="1" fill="hold"/>
                                        <p:tgtEl>
                                          <p:spTgt spid="113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13"/>
                  </p:tgtEl>
                </p:cond>
              </p:nextCondLst>
            </p:seq>
            <p:video>
              <p:cMediaNode vol="80000" showWhenStopped="0">
                <p:cTn id="14" repeatCount="indefinite" fill="hold" display="0">
                  <p:stCondLst>
                    <p:cond delay="indefinite"/>
                  </p:stCondLst>
                </p:cTn>
                <p:tgtEl>
                  <p:spTgt spid="113"/>
                </p:tgtEl>
              </p:cMediaNode>
            </p:video>
            <p:audio>
              <p:cMediaNode vol="80000" showWhenStopped="0">
                <p:cTn id="15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114"/>
                </p:tgtEl>
              </p:cMediaNode>
            </p:audio>
          </p:childTnLst>
        </p:cTn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2" name="Group 71">
            <a:extLst>
              <a:ext uri="{FF2B5EF4-FFF2-40B4-BE49-F238E27FC236}">
                <a16:creationId xmlns:a16="http://schemas.microsoft.com/office/drawing/2014/main" id="{EC67B1F0-C383-4492-8215-09DAF4087176}"/>
              </a:ext>
            </a:extLst>
          </p:cNvPr>
          <p:cNvGrpSpPr/>
          <p:nvPr/>
        </p:nvGrpSpPr>
        <p:grpSpPr>
          <a:xfrm flipH="1">
            <a:off x="2046788" y="2787458"/>
            <a:ext cx="4395156" cy="5973245"/>
            <a:chOff x="1481769" y="3123982"/>
            <a:chExt cx="4395156" cy="5973245"/>
          </a:xfrm>
          <a:solidFill>
            <a:schemeClr val="bg1"/>
          </a:solidFill>
        </p:grpSpPr>
        <p:sp>
          <p:nvSpPr>
            <p:cNvPr id="73" name="Rectangle 72">
              <a:extLst>
                <a:ext uri="{FF2B5EF4-FFF2-40B4-BE49-F238E27FC236}">
                  <a16:creationId xmlns:a16="http://schemas.microsoft.com/office/drawing/2014/main" id="{F78AAEE3-C0B6-439F-9A0B-4EB9361C0906}"/>
                </a:ext>
              </a:extLst>
            </p:cNvPr>
            <p:cNvSpPr/>
            <p:nvPr/>
          </p:nvSpPr>
          <p:spPr>
            <a:xfrm rot="5400000">
              <a:off x="2977945" y="1781138"/>
              <a:ext cx="366389" cy="3053946"/>
            </a:xfrm>
            <a:prstGeom prst="rect">
              <a:avLst/>
            </a:prstGeom>
            <a:solidFill>
              <a:schemeClr val="tx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74" name="Rectangle 73">
              <a:extLst>
                <a:ext uri="{FF2B5EF4-FFF2-40B4-BE49-F238E27FC236}">
                  <a16:creationId xmlns:a16="http://schemas.microsoft.com/office/drawing/2014/main" id="{3627EC73-FFA6-4321-B142-0DBF3D4FD889}"/>
                </a:ext>
              </a:extLst>
            </p:cNvPr>
            <p:cNvSpPr/>
            <p:nvPr/>
          </p:nvSpPr>
          <p:spPr>
            <a:xfrm rot="5400000">
              <a:off x="3021919" y="3301439"/>
              <a:ext cx="366389" cy="3166373"/>
            </a:xfrm>
            <a:prstGeom prst="rect">
              <a:avLst/>
            </a:prstGeom>
            <a:solidFill>
              <a:schemeClr val="tx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75" name="Rectangle 74">
              <a:extLst>
                <a:ext uri="{FF2B5EF4-FFF2-40B4-BE49-F238E27FC236}">
                  <a16:creationId xmlns:a16="http://schemas.microsoft.com/office/drawing/2014/main" id="{CD57AAE5-ED36-4C76-AE60-0949743D3DB8}"/>
                </a:ext>
              </a:extLst>
            </p:cNvPr>
            <p:cNvSpPr/>
            <p:nvPr/>
          </p:nvSpPr>
          <p:spPr>
            <a:xfrm>
              <a:off x="1481769" y="3124200"/>
              <a:ext cx="310888" cy="5772150"/>
            </a:xfrm>
            <a:prstGeom prst="rect">
              <a:avLst/>
            </a:prstGeom>
            <a:solidFill>
              <a:schemeClr val="tx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6" name="Rectangle 75">
              <a:extLst>
                <a:ext uri="{FF2B5EF4-FFF2-40B4-BE49-F238E27FC236}">
                  <a16:creationId xmlns:a16="http://schemas.microsoft.com/office/drawing/2014/main" id="{51FA4BB7-CE79-49FB-A4D3-9D82D4D2D56F}"/>
                </a:ext>
              </a:extLst>
            </p:cNvPr>
            <p:cNvSpPr/>
            <p:nvPr/>
          </p:nvSpPr>
          <p:spPr>
            <a:xfrm>
              <a:off x="4489651" y="3123982"/>
              <a:ext cx="310888" cy="5772150"/>
            </a:xfrm>
            <a:prstGeom prst="rect">
              <a:avLst/>
            </a:prstGeom>
            <a:solidFill>
              <a:schemeClr val="tx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7" name="Rectangle 76">
              <a:extLst>
                <a:ext uri="{FF2B5EF4-FFF2-40B4-BE49-F238E27FC236}">
                  <a16:creationId xmlns:a16="http://schemas.microsoft.com/office/drawing/2014/main" id="{7ED891D5-9A9A-474C-973C-DC51F5AD36AC}"/>
                </a:ext>
              </a:extLst>
            </p:cNvPr>
            <p:cNvSpPr/>
            <p:nvPr/>
          </p:nvSpPr>
          <p:spPr>
            <a:xfrm>
              <a:off x="2073647" y="7030636"/>
              <a:ext cx="366389" cy="2066591"/>
            </a:xfrm>
            <a:prstGeom prst="rect">
              <a:avLst/>
            </a:prstGeom>
            <a:solidFill>
              <a:schemeClr val="tx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78" name="Rectangle 77">
              <a:extLst>
                <a:ext uri="{FF2B5EF4-FFF2-40B4-BE49-F238E27FC236}">
                  <a16:creationId xmlns:a16="http://schemas.microsoft.com/office/drawing/2014/main" id="{A05EAA5B-FCCD-4527-940B-1391FA11E61D}"/>
                </a:ext>
              </a:extLst>
            </p:cNvPr>
            <p:cNvSpPr/>
            <p:nvPr/>
          </p:nvSpPr>
          <p:spPr>
            <a:xfrm>
              <a:off x="5331441" y="7016119"/>
              <a:ext cx="366389" cy="2066591"/>
            </a:xfrm>
            <a:prstGeom prst="rect">
              <a:avLst/>
            </a:prstGeom>
            <a:solidFill>
              <a:schemeClr val="tx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79" name="Rectangle 69">
              <a:extLst>
                <a:ext uri="{FF2B5EF4-FFF2-40B4-BE49-F238E27FC236}">
                  <a16:creationId xmlns:a16="http://schemas.microsoft.com/office/drawing/2014/main" id="{49662BCA-0EBB-4505-9A03-AF91F6029EEA}"/>
                </a:ext>
              </a:extLst>
            </p:cNvPr>
            <p:cNvSpPr/>
            <p:nvPr/>
          </p:nvSpPr>
          <p:spPr>
            <a:xfrm>
              <a:off x="1488276" y="6277683"/>
              <a:ext cx="592732" cy="949226"/>
            </a:xfrm>
            <a:custGeom>
              <a:avLst/>
              <a:gdLst>
                <a:gd name="connsiteX0" fmla="*/ 0 w 699888"/>
                <a:gd name="connsiteY0" fmla="*/ 0 h 234057"/>
                <a:gd name="connsiteX1" fmla="*/ 699888 w 699888"/>
                <a:gd name="connsiteY1" fmla="*/ 0 h 234057"/>
                <a:gd name="connsiteX2" fmla="*/ 699888 w 699888"/>
                <a:gd name="connsiteY2" fmla="*/ 234057 h 234057"/>
                <a:gd name="connsiteX3" fmla="*/ 0 w 699888"/>
                <a:gd name="connsiteY3" fmla="*/ 234057 h 234057"/>
                <a:gd name="connsiteX4" fmla="*/ 0 w 699888"/>
                <a:gd name="connsiteY4" fmla="*/ 0 h 234057"/>
                <a:gd name="connsiteX0" fmla="*/ 0 w 699888"/>
                <a:gd name="connsiteY0" fmla="*/ 0 h 970657"/>
                <a:gd name="connsiteX1" fmla="*/ 699888 w 699888"/>
                <a:gd name="connsiteY1" fmla="*/ 0 h 970657"/>
                <a:gd name="connsiteX2" fmla="*/ 604638 w 699888"/>
                <a:gd name="connsiteY2" fmla="*/ 970657 h 970657"/>
                <a:gd name="connsiteX3" fmla="*/ 0 w 699888"/>
                <a:gd name="connsiteY3" fmla="*/ 234057 h 970657"/>
                <a:gd name="connsiteX4" fmla="*/ 0 w 699888"/>
                <a:gd name="connsiteY4" fmla="*/ 0 h 970657"/>
                <a:gd name="connsiteX0" fmla="*/ 0 w 630038"/>
                <a:gd name="connsiteY0" fmla="*/ 0 h 970657"/>
                <a:gd name="connsiteX1" fmla="*/ 630038 w 630038"/>
                <a:gd name="connsiteY1" fmla="*/ 723900 h 970657"/>
                <a:gd name="connsiteX2" fmla="*/ 604638 w 630038"/>
                <a:gd name="connsiteY2" fmla="*/ 970657 h 970657"/>
                <a:gd name="connsiteX3" fmla="*/ 0 w 630038"/>
                <a:gd name="connsiteY3" fmla="*/ 234057 h 970657"/>
                <a:gd name="connsiteX4" fmla="*/ 0 w 630038"/>
                <a:gd name="connsiteY4" fmla="*/ 0 h 970657"/>
                <a:gd name="connsiteX0" fmla="*/ 0 w 604638"/>
                <a:gd name="connsiteY0" fmla="*/ 0 h 970657"/>
                <a:gd name="connsiteX1" fmla="*/ 587175 w 604638"/>
                <a:gd name="connsiteY1" fmla="*/ 726282 h 970657"/>
                <a:gd name="connsiteX2" fmla="*/ 604638 w 604638"/>
                <a:gd name="connsiteY2" fmla="*/ 970657 h 970657"/>
                <a:gd name="connsiteX3" fmla="*/ 0 w 604638"/>
                <a:gd name="connsiteY3" fmla="*/ 234057 h 970657"/>
                <a:gd name="connsiteX4" fmla="*/ 0 w 604638"/>
                <a:gd name="connsiteY4" fmla="*/ 0 h 970657"/>
                <a:gd name="connsiteX0" fmla="*/ 0 w 592732"/>
                <a:gd name="connsiteY0" fmla="*/ 0 h 961132"/>
                <a:gd name="connsiteX1" fmla="*/ 587175 w 592732"/>
                <a:gd name="connsiteY1" fmla="*/ 726282 h 961132"/>
                <a:gd name="connsiteX2" fmla="*/ 592732 w 592732"/>
                <a:gd name="connsiteY2" fmla="*/ 961132 h 961132"/>
                <a:gd name="connsiteX3" fmla="*/ 0 w 592732"/>
                <a:gd name="connsiteY3" fmla="*/ 234057 h 961132"/>
                <a:gd name="connsiteX4" fmla="*/ 0 w 592732"/>
                <a:gd name="connsiteY4" fmla="*/ 0 h 961132"/>
                <a:gd name="connsiteX0" fmla="*/ 0 w 592732"/>
                <a:gd name="connsiteY0" fmla="*/ 0 h 949226"/>
                <a:gd name="connsiteX1" fmla="*/ 587175 w 592732"/>
                <a:gd name="connsiteY1" fmla="*/ 726282 h 949226"/>
                <a:gd name="connsiteX2" fmla="*/ 592732 w 592732"/>
                <a:gd name="connsiteY2" fmla="*/ 949226 h 949226"/>
                <a:gd name="connsiteX3" fmla="*/ 0 w 592732"/>
                <a:gd name="connsiteY3" fmla="*/ 234057 h 949226"/>
                <a:gd name="connsiteX4" fmla="*/ 0 w 592732"/>
                <a:gd name="connsiteY4" fmla="*/ 0 h 9492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92732" h="949226">
                  <a:moveTo>
                    <a:pt x="0" y="0"/>
                  </a:moveTo>
                  <a:lnTo>
                    <a:pt x="587175" y="726282"/>
                  </a:lnTo>
                  <a:lnTo>
                    <a:pt x="592732" y="949226"/>
                  </a:lnTo>
                  <a:lnTo>
                    <a:pt x="0" y="23405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0" name="Flowchart: Manual Operation 61">
              <a:extLst>
                <a:ext uri="{FF2B5EF4-FFF2-40B4-BE49-F238E27FC236}">
                  <a16:creationId xmlns:a16="http://schemas.microsoft.com/office/drawing/2014/main" id="{D874E2D6-FEE3-4F7F-AEB3-5CB14C5802A2}"/>
                </a:ext>
              </a:extLst>
            </p:cNvPr>
            <p:cNvSpPr/>
            <p:nvPr/>
          </p:nvSpPr>
          <p:spPr>
            <a:xfrm flipV="1">
              <a:off x="1486224" y="6281085"/>
              <a:ext cx="4390701" cy="731632"/>
            </a:xfrm>
            <a:custGeom>
              <a:avLst/>
              <a:gdLst>
                <a:gd name="connsiteX0" fmla="*/ 0 w 10000"/>
                <a:gd name="connsiteY0" fmla="*/ 0 h 10000"/>
                <a:gd name="connsiteX1" fmla="*/ 10000 w 10000"/>
                <a:gd name="connsiteY1" fmla="*/ 0 h 10000"/>
                <a:gd name="connsiteX2" fmla="*/ 8000 w 10000"/>
                <a:gd name="connsiteY2" fmla="*/ 10000 h 10000"/>
                <a:gd name="connsiteX3" fmla="*/ 2000 w 10000"/>
                <a:gd name="connsiteY3" fmla="*/ 10000 h 10000"/>
                <a:gd name="connsiteX4" fmla="*/ 0 w 10000"/>
                <a:gd name="connsiteY4" fmla="*/ 0 h 10000"/>
                <a:gd name="connsiteX0" fmla="*/ 213 w 8000"/>
                <a:gd name="connsiteY0" fmla="*/ 0 h 10406"/>
                <a:gd name="connsiteX1" fmla="*/ 8000 w 8000"/>
                <a:gd name="connsiteY1" fmla="*/ 406 h 10406"/>
                <a:gd name="connsiteX2" fmla="*/ 6000 w 8000"/>
                <a:gd name="connsiteY2" fmla="*/ 10406 h 10406"/>
                <a:gd name="connsiteX3" fmla="*/ 0 w 8000"/>
                <a:gd name="connsiteY3" fmla="*/ 10406 h 10406"/>
                <a:gd name="connsiteX4" fmla="*/ 213 w 8000"/>
                <a:gd name="connsiteY4" fmla="*/ 0 h 10406"/>
                <a:gd name="connsiteX0" fmla="*/ 309 w 10000"/>
                <a:gd name="connsiteY0" fmla="*/ 0 h 9829"/>
                <a:gd name="connsiteX1" fmla="*/ 10000 w 10000"/>
                <a:gd name="connsiteY1" fmla="*/ 219 h 9829"/>
                <a:gd name="connsiteX2" fmla="*/ 7500 w 10000"/>
                <a:gd name="connsiteY2" fmla="*/ 9829 h 9829"/>
                <a:gd name="connsiteX3" fmla="*/ 0 w 10000"/>
                <a:gd name="connsiteY3" fmla="*/ 9829 h 9829"/>
                <a:gd name="connsiteX4" fmla="*/ 309 w 10000"/>
                <a:gd name="connsiteY4" fmla="*/ 0 h 9829"/>
                <a:gd name="connsiteX0" fmla="*/ 1379 w 10000"/>
                <a:gd name="connsiteY0" fmla="*/ 0 h 10000"/>
                <a:gd name="connsiteX1" fmla="*/ 10000 w 10000"/>
                <a:gd name="connsiteY1" fmla="*/ 223 h 10000"/>
                <a:gd name="connsiteX2" fmla="*/ 7500 w 10000"/>
                <a:gd name="connsiteY2" fmla="*/ 10000 h 10000"/>
                <a:gd name="connsiteX3" fmla="*/ 0 w 10000"/>
                <a:gd name="connsiteY3" fmla="*/ 10000 h 10000"/>
                <a:gd name="connsiteX4" fmla="*/ 1379 w 10000"/>
                <a:gd name="connsiteY4" fmla="*/ 0 h 10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0000" h="10000">
                  <a:moveTo>
                    <a:pt x="1379" y="0"/>
                  </a:moveTo>
                  <a:lnTo>
                    <a:pt x="10000" y="223"/>
                  </a:lnTo>
                  <a:lnTo>
                    <a:pt x="7500" y="10000"/>
                  </a:lnTo>
                  <a:lnTo>
                    <a:pt x="0" y="10000"/>
                  </a:lnTo>
                  <a:lnTo>
                    <a:pt x="1379" y="0"/>
                  </a:lnTo>
                  <a:close/>
                </a:path>
              </a:pathLst>
            </a:custGeom>
            <a:grp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1" name="Rectangle 80">
              <a:extLst>
                <a:ext uri="{FF2B5EF4-FFF2-40B4-BE49-F238E27FC236}">
                  <a16:creationId xmlns:a16="http://schemas.microsoft.com/office/drawing/2014/main" id="{3D37019F-C88A-4819-AE52-3F06041B64E7}"/>
                </a:ext>
              </a:extLst>
            </p:cNvPr>
            <p:cNvSpPr/>
            <p:nvPr/>
          </p:nvSpPr>
          <p:spPr>
            <a:xfrm>
              <a:off x="2073647" y="6997673"/>
              <a:ext cx="3803278" cy="234057"/>
            </a:xfrm>
            <a:prstGeom prst="rect">
              <a:avLst/>
            </a:prstGeom>
            <a:grp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92" name="Group 91">
            <a:extLst>
              <a:ext uri="{FF2B5EF4-FFF2-40B4-BE49-F238E27FC236}">
                <a16:creationId xmlns:a16="http://schemas.microsoft.com/office/drawing/2014/main" id="{5F686C9C-B251-4AAF-8C4B-EC0A6A0E5E95}"/>
              </a:ext>
            </a:extLst>
          </p:cNvPr>
          <p:cNvGrpSpPr/>
          <p:nvPr/>
        </p:nvGrpSpPr>
        <p:grpSpPr>
          <a:xfrm>
            <a:off x="2780995" y="-770886"/>
            <a:ext cx="1787011" cy="2356393"/>
            <a:chOff x="2253647" y="285105"/>
            <a:chExt cx="1787011" cy="2356393"/>
          </a:xfrm>
        </p:grpSpPr>
        <p:sp>
          <p:nvSpPr>
            <p:cNvPr id="93" name="Oval 92">
              <a:extLst>
                <a:ext uri="{FF2B5EF4-FFF2-40B4-BE49-F238E27FC236}">
                  <a16:creationId xmlns:a16="http://schemas.microsoft.com/office/drawing/2014/main" id="{1850F090-D6D2-4089-BF76-7A3972D6DC9D}"/>
                </a:ext>
              </a:extLst>
            </p:cNvPr>
            <p:cNvSpPr/>
            <p:nvPr/>
          </p:nvSpPr>
          <p:spPr>
            <a:xfrm>
              <a:off x="2984178" y="1637775"/>
              <a:ext cx="340713" cy="1003723"/>
            </a:xfrm>
            <a:prstGeom prst="ellipse">
              <a:avLst/>
            </a:prstGeom>
            <a:solidFill>
              <a:schemeClr val="bg1"/>
            </a:solidFill>
            <a:ln w="12700" cap="flat" cmpd="sng" algn="ctr">
              <a:solidFill>
                <a:schemeClr val="tx1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cxnSp>
          <p:nvCxnSpPr>
            <p:cNvPr id="94" name="Straight Connector 93">
              <a:extLst>
                <a:ext uri="{FF2B5EF4-FFF2-40B4-BE49-F238E27FC236}">
                  <a16:creationId xmlns:a16="http://schemas.microsoft.com/office/drawing/2014/main" id="{87BF3A99-0EDD-4545-AC11-C797C41C97BD}"/>
                </a:ext>
              </a:extLst>
            </p:cNvPr>
            <p:cNvCxnSpPr/>
            <p:nvPr/>
          </p:nvCxnSpPr>
          <p:spPr>
            <a:xfrm>
              <a:off x="3143199" y="285105"/>
              <a:ext cx="0" cy="997499"/>
            </a:xfrm>
            <a:prstGeom prst="line">
              <a:avLst/>
            </a:prstGeom>
            <a:noFill/>
            <a:ln w="6350" cap="flat" cmpd="sng" algn="ctr">
              <a:solidFill>
                <a:schemeClr val="tx1"/>
              </a:solidFill>
              <a:prstDash val="solid"/>
              <a:miter lim="800000"/>
            </a:ln>
            <a:effectLst/>
          </p:spPr>
        </p:cxnSp>
        <p:sp>
          <p:nvSpPr>
            <p:cNvPr id="95" name="Oval 82">
              <a:extLst>
                <a:ext uri="{FF2B5EF4-FFF2-40B4-BE49-F238E27FC236}">
                  <a16:creationId xmlns:a16="http://schemas.microsoft.com/office/drawing/2014/main" id="{5C975455-9DE0-4D73-88B8-A804C89B9440}"/>
                </a:ext>
              </a:extLst>
            </p:cNvPr>
            <p:cNvSpPr/>
            <p:nvPr/>
          </p:nvSpPr>
          <p:spPr>
            <a:xfrm>
              <a:off x="2253647" y="1143372"/>
              <a:ext cx="1787011" cy="1130240"/>
            </a:xfrm>
            <a:custGeom>
              <a:avLst/>
              <a:gdLst>
                <a:gd name="connsiteX0" fmla="*/ 0 w 1786990"/>
                <a:gd name="connsiteY0" fmla="*/ 371026 h 742052"/>
                <a:gd name="connsiteX1" fmla="*/ 893495 w 1786990"/>
                <a:gd name="connsiteY1" fmla="*/ 0 h 742052"/>
                <a:gd name="connsiteX2" fmla="*/ 1786990 w 1786990"/>
                <a:gd name="connsiteY2" fmla="*/ 371026 h 742052"/>
                <a:gd name="connsiteX3" fmla="*/ 893495 w 1786990"/>
                <a:gd name="connsiteY3" fmla="*/ 742052 h 742052"/>
                <a:gd name="connsiteX4" fmla="*/ 0 w 1786990"/>
                <a:gd name="connsiteY4" fmla="*/ 371026 h 742052"/>
                <a:gd name="connsiteX0" fmla="*/ 0 w 1786990"/>
                <a:gd name="connsiteY0" fmla="*/ 675826 h 1046852"/>
                <a:gd name="connsiteX1" fmla="*/ 893495 w 1786990"/>
                <a:gd name="connsiteY1" fmla="*/ 0 h 1046852"/>
                <a:gd name="connsiteX2" fmla="*/ 1786990 w 1786990"/>
                <a:gd name="connsiteY2" fmla="*/ 675826 h 1046852"/>
                <a:gd name="connsiteX3" fmla="*/ 893495 w 1786990"/>
                <a:gd name="connsiteY3" fmla="*/ 1046852 h 1046852"/>
                <a:gd name="connsiteX4" fmla="*/ 0 w 1786990"/>
                <a:gd name="connsiteY4" fmla="*/ 675826 h 1046852"/>
                <a:gd name="connsiteX0" fmla="*/ 28 w 1787018"/>
                <a:gd name="connsiteY0" fmla="*/ 1027519 h 1398545"/>
                <a:gd name="connsiteX1" fmla="*/ 916969 w 1787018"/>
                <a:gd name="connsiteY1" fmla="*/ 0 h 1398545"/>
                <a:gd name="connsiteX2" fmla="*/ 1787018 w 1787018"/>
                <a:gd name="connsiteY2" fmla="*/ 1027519 h 1398545"/>
                <a:gd name="connsiteX3" fmla="*/ 893523 w 1787018"/>
                <a:gd name="connsiteY3" fmla="*/ 1398545 h 1398545"/>
                <a:gd name="connsiteX4" fmla="*/ 28 w 1787018"/>
                <a:gd name="connsiteY4" fmla="*/ 1027519 h 1398545"/>
                <a:gd name="connsiteX0" fmla="*/ 29 w 1787019"/>
                <a:gd name="connsiteY0" fmla="*/ 1121304 h 1492330"/>
                <a:gd name="connsiteX1" fmla="*/ 870078 w 1787019"/>
                <a:gd name="connsiteY1" fmla="*/ 0 h 1492330"/>
                <a:gd name="connsiteX2" fmla="*/ 1787019 w 1787019"/>
                <a:gd name="connsiteY2" fmla="*/ 1121304 h 1492330"/>
                <a:gd name="connsiteX3" fmla="*/ 893524 w 1787019"/>
                <a:gd name="connsiteY3" fmla="*/ 1492330 h 1492330"/>
                <a:gd name="connsiteX4" fmla="*/ 29 w 1787019"/>
                <a:gd name="connsiteY4" fmla="*/ 1121304 h 1492330"/>
                <a:gd name="connsiteX0" fmla="*/ 21 w 1787011"/>
                <a:gd name="connsiteY0" fmla="*/ 1121304 h 1492330"/>
                <a:gd name="connsiteX1" fmla="*/ 870070 w 1787011"/>
                <a:gd name="connsiteY1" fmla="*/ 0 h 1492330"/>
                <a:gd name="connsiteX2" fmla="*/ 1787011 w 1787011"/>
                <a:gd name="connsiteY2" fmla="*/ 1121304 h 1492330"/>
                <a:gd name="connsiteX3" fmla="*/ 893516 w 1787011"/>
                <a:gd name="connsiteY3" fmla="*/ 1492330 h 1492330"/>
                <a:gd name="connsiteX4" fmla="*/ 21 w 1787011"/>
                <a:gd name="connsiteY4" fmla="*/ 1121304 h 1492330"/>
                <a:gd name="connsiteX0" fmla="*/ 21 w 1787011"/>
                <a:gd name="connsiteY0" fmla="*/ 1121304 h 1232616"/>
                <a:gd name="connsiteX1" fmla="*/ 870070 w 1787011"/>
                <a:gd name="connsiteY1" fmla="*/ 0 h 1232616"/>
                <a:gd name="connsiteX2" fmla="*/ 1787011 w 1787011"/>
                <a:gd name="connsiteY2" fmla="*/ 1121304 h 1232616"/>
                <a:gd name="connsiteX3" fmla="*/ 893516 w 1787011"/>
                <a:gd name="connsiteY3" fmla="*/ 1185491 h 1232616"/>
                <a:gd name="connsiteX4" fmla="*/ 21 w 1787011"/>
                <a:gd name="connsiteY4" fmla="*/ 1121304 h 123261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787011" h="1232616">
                  <a:moveTo>
                    <a:pt x="21" y="1121304"/>
                  </a:moveTo>
                  <a:cubicBezTo>
                    <a:pt x="-3887" y="923722"/>
                    <a:pt x="564175" y="0"/>
                    <a:pt x="870070" y="0"/>
                  </a:cubicBezTo>
                  <a:cubicBezTo>
                    <a:pt x="1175965" y="0"/>
                    <a:pt x="1787011" y="916392"/>
                    <a:pt x="1787011" y="1121304"/>
                  </a:cubicBezTo>
                  <a:cubicBezTo>
                    <a:pt x="1787011" y="1326216"/>
                    <a:pt x="1386980" y="1185491"/>
                    <a:pt x="893516" y="1185491"/>
                  </a:cubicBezTo>
                  <a:cubicBezTo>
                    <a:pt x="400052" y="1185491"/>
                    <a:pt x="3929" y="1318886"/>
                    <a:pt x="21" y="1121304"/>
                  </a:cubicBezTo>
                  <a:close/>
                </a:path>
              </a:pathLst>
            </a:custGeom>
            <a:solidFill>
              <a:sysClr val="windowText" lastClr="000000"/>
            </a:solidFill>
            <a:ln w="12700" cap="flat" cmpd="sng" algn="ctr">
              <a:solidFill>
                <a:schemeClr val="tx1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</p:grpSp>
      <p:grpSp>
        <p:nvGrpSpPr>
          <p:cNvPr id="104" name="Group 103">
            <a:extLst>
              <a:ext uri="{FF2B5EF4-FFF2-40B4-BE49-F238E27FC236}">
                <a16:creationId xmlns:a16="http://schemas.microsoft.com/office/drawing/2014/main" id="{5AD2AE17-1C43-4409-A5F9-C4B209AEF0FF}"/>
              </a:ext>
            </a:extLst>
          </p:cNvPr>
          <p:cNvGrpSpPr/>
          <p:nvPr/>
        </p:nvGrpSpPr>
        <p:grpSpPr>
          <a:xfrm>
            <a:off x="2826632" y="2652126"/>
            <a:ext cx="3530830" cy="5560755"/>
            <a:chOff x="1336803" y="3682307"/>
            <a:chExt cx="1511277" cy="2380132"/>
          </a:xfrm>
        </p:grpSpPr>
        <p:grpSp>
          <p:nvGrpSpPr>
            <p:cNvPr id="105" name="Group 104">
              <a:extLst>
                <a:ext uri="{FF2B5EF4-FFF2-40B4-BE49-F238E27FC236}">
                  <a16:creationId xmlns:a16="http://schemas.microsoft.com/office/drawing/2014/main" id="{C33B388D-FC66-426F-BD71-05E29E16FC01}"/>
                </a:ext>
              </a:extLst>
            </p:cNvPr>
            <p:cNvGrpSpPr/>
            <p:nvPr/>
          </p:nvGrpSpPr>
          <p:grpSpPr>
            <a:xfrm>
              <a:off x="1637260" y="5072908"/>
              <a:ext cx="763525" cy="868582"/>
              <a:chOff x="10127150" y="4575203"/>
              <a:chExt cx="763525" cy="868582"/>
            </a:xfrm>
          </p:grpSpPr>
          <p:cxnSp>
            <p:nvCxnSpPr>
              <p:cNvPr id="125" name="Straight Connector 124">
                <a:extLst>
                  <a:ext uri="{FF2B5EF4-FFF2-40B4-BE49-F238E27FC236}">
                    <a16:creationId xmlns:a16="http://schemas.microsoft.com/office/drawing/2014/main" id="{D019DA4C-2253-43E9-8D25-DF4BBEEDD0DD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0346960" y="4740309"/>
                <a:ext cx="19319" cy="683047"/>
              </a:xfrm>
              <a:prstGeom prst="line">
                <a:avLst/>
              </a:prstGeom>
              <a:noFill/>
              <a:ln w="57150" cap="flat" cmpd="sng" algn="ctr">
                <a:solidFill>
                  <a:sysClr val="windowText" lastClr="000000"/>
                </a:solidFill>
                <a:prstDash val="solid"/>
                <a:miter lim="800000"/>
              </a:ln>
              <a:effectLst/>
            </p:spPr>
          </p:cxnSp>
          <p:sp>
            <p:nvSpPr>
              <p:cNvPr id="126" name="Rectangle: Top Corners Rounded 125">
                <a:extLst>
                  <a:ext uri="{FF2B5EF4-FFF2-40B4-BE49-F238E27FC236}">
                    <a16:creationId xmlns:a16="http://schemas.microsoft.com/office/drawing/2014/main" id="{AF2A15CC-9082-4399-9531-54D04EE21146}"/>
                  </a:ext>
                </a:extLst>
              </p:cNvPr>
              <p:cNvSpPr/>
              <p:nvPr/>
            </p:nvSpPr>
            <p:spPr>
              <a:xfrm flipH="1">
                <a:off x="10127150" y="5338933"/>
                <a:ext cx="350446" cy="104852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ysClr val="windowText" lastClr="000000"/>
              </a:solidFill>
              <a:ln w="12700" cap="flat" cmpd="sng" algn="ctr">
                <a:noFill/>
                <a:prstDash val="solid"/>
                <a:miter lim="800000"/>
              </a:ln>
              <a:effectLst>
                <a:innerShdw blurRad="114300">
                  <a:prstClr val="black"/>
                </a:innerShdw>
              </a:effectLst>
            </p:spPr>
            <p:txBody>
              <a:bodyPr rtlCol="0" anchor="ctr"/>
              <a:lstStyle/>
              <a:p>
                <a:pPr marL="0" marR="0" lvl="0" indent="0" algn="ctr" defTabSz="457211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1" b="0" i="0" u="none" strike="noStrike" kern="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cxnSp>
            <p:nvCxnSpPr>
              <p:cNvPr id="127" name="Straight Connector 126">
                <a:extLst>
                  <a:ext uri="{FF2B5EF4-FFF2-40B4-BE49-F238E27FC236}">
                    <a16:creationId xmlns:a16="http://schemas.microsoft.com/office/drawing/2014/main" id="{1FEFB8DA-6146-4EAD-A784-E09883920DC2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10328057" y="4575203"/>
                <a:ext cx="393346" cy="185500"/>
              </a:xfrm>
              <a:prstGeom prst="line">
                <a:avLst/>
              </a:prstGeom>
              <a:noFill/>
              <a:ln w="57150" cap="flat" cmpd="sng" algn="ctr">
                <a:solidFill>
                  <a:sysClr val="windowText" lastClr="000000"/>
                </a:solidFill>
                <a:prstDash val="solid"/>
                <a:miter lim="800000"/>
              </a:ln>
              <a:effectLst/>
            </p:spPr>
          </p:cxnSp>
          <p:cxnSp>
            <p:nvCxnSpPr>
              <p:cNvPr id="129" name="Straight Connector 128">
                <a:extLst>
                  <a:ext uri="{FF2B5EF4-FFF2-40B4-BE49-F238E27FC236}">
                    <a16:creationId xmlns:a16="http://schemas.microsoft.com/office/drawing/2014/main" id="{359A60A1-1A23-413B-A49D-C2A9B6371A46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10602714" y="4578232"/>
                <a:ext cx="287961" cy="271923"/>
              </a:xfrm>
              <a:prstGeom prst="line">
                <a:avLst/>
              </a:prstGeom>
              <a:noFill/>
              <a:ln w="57150" cap="flat" cmpd="sng" algn="ctr">
                <a:solidFill>
                  <a:sysClr val="windowText" lastClr="000000"/>
                </a:solidFill>
                <a:prstDash val="solid"/>
                <a:miter lim="800000"/>
              </a:ln>
              <a:effectLst/>
            </p:spPr>
          </p:cxnSp>
        </p:grpSp>
        <p:grpSp>
          <p:nvGrpSpPr>
            <p:cNvPr id="106" name="Group 105">
              <a:extLst>
                <a:ext uri="{FF2B5EF4-FFF2-40B4-BE49-F238E27FC236}">
                  <a16:creationId xmlns:a16="http://schemas.microsoft.com/office/drawing/2014/main" id="{1382FA8D-077B-46E2-B85E-3B2ED79794BA}"/>
                </a:ext>
              </a:extLst>
            </p:cNvPr>
            <p:cNvGrpSpPr/>
            <p:nvPr/>
          </p:nvGrpSpPr>
          <p:grpSpPr>
            <a:xfrm>
              <a:off x="1336803" y="3682307"/>
              <a:ext cx="1511277" cy="2380132"/>
              <a:chOff x="8494258" y="151226"/>
              <a:chExt cx="1511277" cy="2380132"/>
            </a:xfrm>
          </p:grpSpPr>
          <p:cxnSp>
            <p:nvCxnSpPr>
              <p:cNvPr id="112" name="Straight Connector 111">
                <a:extLst>
                  <a:ext uri="{FF2B5EF4-FFF2-40B4-BE49-F238E27FC236}">
                    <a16:creationId xmlns:a16="http://schemas.microsoft.com/office/drawing/2014/main" id="{2C198761-6AB7-4D4D-8DC7-CF635056CBF8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9393138" y="1876436"/>
                <a:ext cx="35694" cy="604557"/>
              </a:xfrm>
              <a:prstGeom prst="line">
                <a:avLst/>
              </a:prstGeom>
              <a:noFill/>
              <a:ln w="57150" cap="flat" cmpd="sng" algn="ctr">
                <a:solidFill>
                  <a:sysClr val="windowText" lastClr="000000"/>
                </a:solidFill>
                <a:prstDash val="solid"/>
                <a:miter lim="800000"/>
              </a:ln>
              <a:effectLst/>
            </p:spPr>
          </p:cxnSp>
          <p:sp>
            <p:nvSpPr>
              <p:cNvPr id="113" name="Oval 112">
                <a:extLst>
                  <a:ext uri="{FF2B5EF4-FFF2-40B4-BE49-F238E27FC236}">
                    <a16:creationId xmlns:a16="http://schemas.microsoft.com/office/drawing/2014/main" id="{6F8F0D68-969E-47FD-8AFE-A42E1AA0C40B}"/>
                  </a:ext>
                </a:extLst>
              </p:cNvPr>
              <p:cNvSpPr/>
              <p:nvPr/>
            </p:nvSpPr>
            <p:spPr>
              <a:xfrm flipH="1">
                <a:off x="8494258" y="167914"/>
                <a:ext cx="1511277" cy="1458199"/>
              </a:xfrm>
              <a:prstGeom prst="ellipse">
                <a:avLst/>
              </a:prstGeom>
              <a:solidFill>
                <a:schemeClr val="bg1"/>
              </a:solidFill>
              <a:ln w="12700" cap="flat" cmpd="sng" algn="ctr">
                <a:noFill/>
                <a:prstDash val="solid"/>
                <a:miter lim="800000"/>
              </a:ln>
              <a:effectLst>
                <a:outerShdw blurRad="63500" sx="102000" sy="102000" algn="ctr" rotWithShape="0">
                  <a:prstClr val="black">
                    <a:alpha val="40000"/>
                  </a:prstClr>
                </a:outerShdw>
              </a:effectLst>
            </p:spPr>
            <p:txBody>
              <a:bodyPr rtlCol="0" anchor="ctr"/>
              <a:lstStyle/>
              <a:p>
                <a:pPr marL="0" marR="0" lvl="0" indent="0" algn="ctr" defTabSz="457211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1" b="0" i="0" u="none" strike="noStrike" kern="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</a:endParaRPr>
              </a:p>
            </p:txBody>
          </p:sp>
          <p:sp>
            <p:nvSpPr>
              <p:cNvPr id="114" name="Oval 113">
                <a:extLst>
                  <a:ext uri="{FF2B5EF4-FFF2-40B4-BE49-F238E27FC236}">
                    <a16:creationId xmlns:a16="http://schemas.microsoft.com/office/drawing/2014/main" id="{7ED8FC70-4E31-4790-96F3-DC5EB7B2F462}"/>
                  </a:ext>
                </a:extLst>
              </p:cNvPr>
              <p:cNvSpPr/>
              <p:nvPr/>
            </p:nvSpPr>
            <p:spPr>
              <a:xfrm flipH="1">
                <a:off x="9351201" y="697001"/>
                <a:ext cx="155650" cy="154602"/>
              </a:xfrm>
              <a:prstGeom prst="ellipse">
                <a:avLst/>
              </a:prstGeom>
              <a:solidFill>
                <a:sysClr val="windowText" lastClr="000000"/>
              </a:solidFill>
              <a:ln w="12700" cap="flat" cmpd="sng" algn="ctr">
                <a:noFill/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457211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1" b="0" i="0" u="none" strike="noStrike" kern="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</a:endParaRPr>
              </a:p>
            </p:txBody>
          </p:sp>
          <p:sp>
            <p:nvSpPr>
              <p:cNvPr id="115" name="Rectangle: Top Corners Rounded 114">
                <a:extLst>
                  <a:ext uri="{FF2B5EF4-FFF2-40B4-BE49-F238E27FC236}">
                    <a16:creationId xmlns:a16="http://schemas.microsoft.com/office/drawing/2014/main" id="{196E30BB-9375-44C3-AFFE-BA0FB283994D}"/>
                  </a:ext>
                </a:extLst>
              </p:cNvPr>
              <p:cNvSpPr/>
              <p:nvPr/>
            </p:nvSpPr>
            <p:spPr>
              <a:xfrm flipH="1">
                <a:off x="8790978" y="2307394"/>
                <a:ext cx="398834" cy="119329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ysClr val="windowText" lastClr="000000"/>
              </a:solidFill>
              <a:ln w="12700" cap="flat" cmpd="sng" algn="ctr">
                <a:noFill/>
                <a:prstDash val="solid"/>
                <a:miter lim="800000"/>
              </a:ln>
              <a:effectLst>
                <a:innerShdw blurRad="114300">
                  <a:prstClr val="black"/>
                </a:innerShdw>
              </a:effectLst>
            </p:spPr>
            <p:txBody>
              <a:bodyPr rtlCol="0" anchor="ctr"/>
              <a:lstStyle/>
              <a:p>
                <a:pPr marL="0" marR="0" lvl="0" indent="0" algn="ctr" defTabSz="457211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1" b="0" i="0" u="none" strike="noStrike" kern="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</a:endParaRPr>
              </a:p>
            </p:txBody>
          </p:sp>
          <p:sp>
            <p:nvSpPr>
              <p:cNvPr id="116" name="Rectangle: Top Corners Rounded 115">
                <a:extLst>
                  <a:ext uri="{FF2B5EF4-FFF2-40B4-BE49-F238E27FC236}">
                    <a16:creationId xmlns:a16="http://schemas.microsoft.com/office/drawing/2014/main" id="{435072AB-7EE6-40AE-90EF-FB3A26574560}"/>
                  </a:ext>
                </a:extLst>
              </p:cNvPr>
              <p:cNvSpPr/>
              <p:nvPr/>
            </p:nvSpPr>
            <p:spPr>
              <a:xfrm flipH="1">
                <a:off x="9144835" y="2412029"/>
                <a:ext cx="398834" cy="119329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ysClr val="windowText" lastClr="000000"/>
              </a:solidFill>
              <a:ln w="12700" cap="flat" cmpd="sng" algn="ctr">
                <a:noFill/>
                <a:prstDash val="solid"/>
                <a:miter lim="800000"/>
              </a:ln>
              <a:effectLst>
                <a:innerShdw blurRad="114300">
                  <a:prstClr val="black"/>
                </a:innerShdw>
              </a:effectLst>
            </p:spPr>
            <p:txBody>
              <a:bodyPr rtlCol="0" anchor="ctr"/>
              <a:lstStyle/>
              <a:p>
                <a:pPr marL="0" marR="0" lvl="0" indent="0" algn="ctr" defTabSz="457211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1" b="0" i="0" u="none" strike="noStrike" kern="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</a:endParaRPr>
              </a:p>
            </p:txBody>
          </p:sp>
          <p:sp>
            <p:nvSpPr>
              <p:cNvPr id="117" name="Freeform: Shape 116">
                <a:extLst>
                  <a:ext uri="{FF2B5EF4-FFF2-40B4-BE49-F238E27FC236}">
                    <a16:creationId xmlns:a16="http://schemas.microsoft.com/office/drawing/2014/main" id="{2D67ABF4-9411-442E-A2E5-E3E911F68F17}"/>
                  </a:ext>
                </a:extLst>
              </p:cNvPr>
              <p:cNvSpPr/>
              <p:nvPr/>
            </p:nvSpPr>
            <p:spPr>
              <a:xfrm>
                <a:off x="8648131" y="1349608"/>
                <a:ext cx="369493" cy="289419"/>
              </a:xfrm>
              <a:custGeom>
                <a:avLst/>
                <a:gdLst>
                  <a:gd name="connsiteX0" fmla="*/ 115393 w 649909"/>
                  <a:gd name="connsiteY0" fmla="*/ 0 h 923977"/>
                  <a:gd name="connsiteX1" fmla="*/ 29668 w 649909"/>
                  <a:gd name="connsiteY1" fmla="*/ 438150 h 923977"/>
                  <a:gd name="connsiteX2" fmla="*/ 563068 w 649909"/>
                  <a:gd name="connsiteY2" fmla="*/ 847725 h 923977"/>
                  <a:gd name="connsiteX3" fmla="*/ 648793 w 649909"/>
                  <a:gd name="connsiteY3" fmla="*/ 923925 h 923977"/>
                  <a:gd name="connsiteX4" fmla="*/ 648793 w 649909"/>
                  <a:gd name="connsiteY4" fmla="*/ 923925 h 923977"/>
                  <a:gd name="connsiteX0" fmla="*/ 0 w 620241"/>
                  <a:gd name="connsiteY0" fmla="*/ 0 h 485827"/>
                  <a:gd name="connsiteX1" fmla="*/ 533400 w 620241"/>
                  <a:gd name="connsiteY1" fmla="*/ 409575 h 485827"/>
                  <a:gd name="connsiteX2" fmla="*/ 619125 w 620241"/>
                  <a:gd name="connsiteY2" fmla="*/ 485775 h 485827"/>
                  <a:gd name="connsiteX3" fmla="*/ 619125 w 620241"/>
                  <a:gd name="connsiteY3" fmla="*/ 485775 h 48582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620241" h="485827">
                    <a:moveTo>
                      <a:pt x="0" y="0"/>
                    </a:moveTo>
                    <a:cubicBezTo>
                      <a:pt x="74612" y="141288"/>
                      <a:pt x="430213" y="328613"/>
                      <a:pt x="533400" y="409575"/>
                    </a:cubicBezTo>
                    <a:cubicBezTo>
                      <a:pt x="636587" y="490537"/>
                      <a:pt x="619125" y="485775"/>
                      <a:pt x="619125" y="485775"/>
                    </a:cubicBezTo>
                    <a:lnTo>
                      <a:pt x="619125" y="485775"/>
                    </a:lnTo>
                  </a:path>
                </a:pathLst>
              </a:custGeom>
              <a:noFill/>
              <a:ln w="38100" cap="flat" cmpd="sng" algn="ctr">
                <a:solidFill>
                  <a:sysClr val="windowText" lastClr="000000"/>
                </a:solidFill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457211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1" b="0" i="0" u="none" strike="noStrike" kern="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</a:endParaRPr>
              </a:p>
            </p:txBody>
          </p:sp>
          <p:sp>
            <p:nvSpPr>
              <p:cNvPr id="118" name="Freeform: Shape 117">
                <a:extLst>
                  <a:ext uri="{FF2B5EF4-FFF2-40B4-BE49-F238E27FC236}">
                    <a16:creationId xmlns:a16="http://schemas.microsoft.com/office/drawing/2014/main" id="{817E53DC-40C0-4B60-9A1E-0B4C1554E385}"/>
                  </a:ext>
                </a:extLst>
              </p:cNvPr>
              <p:cNvSpPr/>
              <p:nvPr/>
            </p:nvSpPr>
            <p:spPr>
              <a:xfrm flipH="1">
                <a:off x="9041139" y="961700"/>
                <a:ext cx="110170" cy="113485"/>
              </a:xfrm>
              <a:custGeom>
                <a:avLst/>
                <a:gdLst>
                  <a:gd name="connsiteX0" fmla="*/ 33338 w 209668"/>
                  <a:gd name="connsiteY0" fmla="*/ 0 h 195262"/>
                  <a:gd name="connsiteX1" fmla="*/ 57150 w 209668"/>
                  <a:gd name="connsiteY1" fmla="*/ 14287 h 195262"/>
                  <a:gd name="connsiteX2" fmla="*/ 71438 w 209668"/>
                  <a:gd name="connsiteY2" fmla="*/ 23812 h 195262"/>
                  <a:gd name="connsiteX3" fmla="*/ 114300 w 209668"/>
                  <a:gd name="connsiteY3" fmla="*/ 33337 h 195262"/>
                  <a:gd name="connsiteX4" fmla="*/ 128588 w 209668"/>
                  <a:gd name="connsiteY4" fmla="*/ 42862 h 195262"/>
                  <a:gd name="connsiteX5" fmla="*/ 166688 w 209668"/>
                  <a:gd name="connsiteY5" fmla="*/ 52387 h 195262"/>
                  <a:gd name="connsiteX6" fmla="*/ 200025 w 209668"/>
                  <a:gd name="connsiteY6" fmla="*/ 61912 h 195262"/>
                  <a:gd name="connsiteX7" fmla="*/ 209550 w 209668"/>
                  <a:gd name="connsiteY7" fmla="*/ 76200 h 195262"/>
                  <a:gd name="connsiteX8" fmla="*/ 185738 w 209668"/>
                  <a:gd name="connsiteY8" fmla="*/ 157162 h 195262"/>
                  <a:gd name="connsiteX9" fmla="*/ 166688 w 209668"/>
                  <a:gd name="connsiteY9" fmla="*/ 166687 h 195262"/>
                  <a:gd name="connsiteX10" fmla="*/ 123825 w 209668"/>
                  <a:gd name="connsiteY10" fmla="*/ 185737 h 195262"/>
                  <a:gd name="connsiteX11" fmla="*/ 109538 w 209668"/>
                  <a:gd name="connsiteY11" fmla="*/ 190500 h 195262"/>
                  <a:gd name="connsiteX12" fmla="*/ 95250 w 209668"/>
                  <a:gd name="connsiteY12" fmla="*/ 195262 h 195262"/>
                  <a:gd name="connsiteX13" fmla="*/ 23813 w 209668"/>
                  <a:gd name="connsiteY13" fmla="*/ 190500 h 195262"/>
                  <a:gd name="connsiteX14" fmla="*/ 9525 w 209668"/>
                  <a:gd name="connsiteY14" fmla="*/ 185737 h 195262"/>
                  <a:gd name="connsiteX15" fmla="*/ 0 w 209668"/>
                  <a:gd name="connsiteY15" fmla="*/ 176212 h 195262"/>
                  <a:gd name="connsiteX0" fmla="*/ 33338 w 209668"/>
                  <a:gd name="connsiteY0" fmla="*/ 0 h 195262"/>
                  <a:gd name="connsiteX1" fmla="*/ 57150 w 209668"/>
                  <a:gd name="connsiteY1" fmla="*/ 14287 h 195262"/>
                  <a:gd name="connsiteX2" fmla="*/ 71438 w 209668"/>
                  <a:gd name="connsiteY2" fmla="*/ 23812 h 195262"/>
                  <a:gd name="connsiteX3" fmla="*/ 114300 w 209668"/>
                  <a:gd name="connsiteY3" fmla="*/ 33337 h 195262"/>
                  <a:gd name="connsiteX4" fmla="*/ 128588 w 209668"/>
                  <a:gd name="connsiteY4" fmla="*/ 42862 h 195262"/>
                  <a:gd name="connsiteX5" fmla="*/ 200025 w 209668"/>
                  <a:gd name="connsiteY5" fmla="*/ 61912 h 195262"/>
                  <a:gd name="connsiteX6" fmla="*/ 209550 w 209668"/>
                  <a:gd name="connsiteY6" fmla="*/ 76200 h 195262"/>
                  <a:gd name="connsiteX7" fmla="*/ 185738 w 209668"/>
                  <a:gd name="connsiteY7" fmla="*/ 157162 h 195262"/>
                  <a:gd name="connsiteX8" fmla="*/ 166688 w 209668"/>
                  <a:gd name="connsiteY8" fmla="*/ 166687 h 195262"/>
                  <a:gd name="connsiteX9" fmla="*/ 123825 w 209668"/>
                  <a:gd name="connsiteY9" fmla="*/ 185737 h 195262"/>
                  <a:gd name="connsiteX10" fmla="*/ 109538 w 209668"/>
                  <a:gd name="connsiteY10" fmla="*/ 190500 h 195262"/>
                  <a:gd name="connsiteX11" fmla="*/ 95250 w 209668"/>
                  <a:gd name="connsiteY11" fmla="*/ 195262 h 195262"/>
                  <a:gd name="connsiteX12" fmla="*/ 23813 w 209668"/>
                  <a:gd name="connsiteY12" fmla="*/ 190500 h 195262"/>
                  <a:gd name="connsiteX13" fmla="*/ 9525 w 209668"/>
                  <a:gd name="connsiteY13" fmla="*/ 185737 h 195262"/>
                  <a:gd name="connsiteX14" fmla="*/ 0 w 209668"/>
                  <a:gd name="connsiteY14" fmla="*/ 176212 h 195262"/>
                  <a:gd name="connsiteX0" fmla="*/ 33338 w 202730"/>
                  <a:gd name="connsiteY0" fmla="*/ 0 h 195262"/>
                  <a:gd name="connsiteX1" fmla="*/ 57150 w 202730"/>
                  <a:gd name="connsiteY1" fmla="*/ 14287 h 195262"/>
                  <a:gd name="connsiteX2" fmla="*/ 71438 w 202730"/>
                  <a:gd name="connsiteY2" fmla="*/ 23812 h 195262"/>
                  <a:gd name="connsiteX3" fmla="*/ 114300 w 202730"/>
                  <a:gd name="connsiteY3" fmla="*/ 33337 h 195262"/>
                  <a:gd name="connsiteX4" fmla="*/ 128588 w 202730"/>
                  <a:gd name="connsiteY4" fmla="*/ 42862 h 195262"/>
                  <a:gd name="connsiteX5" fmla="*/ 200025 w 202730"/>
                  <a:gd name="connsiteY5" fmla="*/ 61912 h 195262"/>
                  <a:gd name="connsiteX6" fmla="*/ 185738 w 202730"/>
                  <a:gd name="connsiteY6" fmla="*/ 157162 h 195262"/>
                  <a:gd name="connsiteX7" fmla="*/ 166688 w 202730"/>
                  <a:gd name="connsiteY7" fmla="*/ 166687 h 195262"/>
                  <a:gd name="connsiteX8" fmla="*/ 123825 w 202730"/>
                  <a:gd name="connsiteY8" fmla="*/ 185737 h 195262"/>
                  <a:gd name="connsiteX9" fmla="*/ 109538 w 202730"/>
                  <a:gd name="connsiteY9" fmla="*/ 190500 h 195262"/>
                  <a:gd name="connsiteX10" fmla="*/ 95250 w 202730"/>
                  <a:gd name="connsiteY10" fmla="*/ 195262 h 195262"/>
                  <a:gd name="connsiteX11" fmla="*/ 23813 w 202730"/>
                  <a:gd name="connsiteY11" fmla="*/ 190500 h 195262"/>
                  <a:gd name="connsiteX12" fmla="*/ 9525 w 202730"/>
                  <a:gd name="connsiteY12" fmla="*/ 185737 h 195262"/>
                  <a:gd name="connsiteX13" fmla="*/ 0 w 202730"/>
                  <a:gd name="connsiteY13" fmla="*/ 176212 h 195262"/>
                  <a:gd name="connsiteX0" fmla="*/ 33338 w 207126"/>
                  <a:gd name="connsiteY0" fmla="*/ 0 h 195262"/>
                  <a:gd name="connsiteX1" fmla="*/ 57150 w 207126"/>
                  <a:gd name="connsiteY1" fmla="*/ 14287 h 195262"/>
                  <a:gd name="connsiteX2" fmla="*/ 71438 w 207126"/>
                  <a:gd name="connsiteY2" fmla="*/ 23812 h 195262"/>
                  <a:gd name="connsiteX3" fmla="*/ 114300 w 207126"/>
                  <a:gd name="connsiteY3" fmla="*/ 33337 h 195262"/>
                  <a:gd name="connsiteX4" fmla="*/ 128588 w 207126"/>
                  <a:gd name="connsiteY4" fmla="*/ 42862 h 195262"/>
                  <a:gd name="connsiteX5" fmla="*/ 204787 w 207126"/>
                  <a:gd name="connsiteY5" fmla="*/ 76199 h 195262"/>
                  <a:gd name="connsiteX6" fmla="*/ 185738 w 207126"/>
                  <a:gd name="connsiteY6" fmla="*/ 157162 h 195262"/>
                  <a:gd name="connsiteX7" fmla="*/ 166688 w 207126"/>
                  <a:gd name="connsiteY7" fmla="*/ 166687 h 195262"/>
                  <a:gd name="connsiteX8" fmla="*/ 123825 w 207126"/>
                  <a:gd name="connsiteY8" fmla="*/ 185737 h 195262"/>
                  <a:gd name="connsiteX9" fmla="*/ 109538 w 207126"/>
                  <a:gd name="connsiteY9" fmla="*/ 190500 h 195262"/>
                  <a:gd name="connsiteX10" fmla="*/ 95250 w 207126"/>
                  <a:gd name="connsiteY10" fmla="*/ 195262 h 195262"/>
                  <a:gd name="connsiteX11" fmla="*/ 23813 w 207126"/>
                  <a:gd name="connsiteY11" fmla="*/ 190500 h 195262"/>
                  <a:gd name="connsiteX12" fmla="*/ 9525 w 207126"/>
                  <a:gd name="connsiteY12" fmla="*/ 185737 h 195262"/>
                  <a:gd name="connsiteX13" fmla="*/ 0 w 207126"/>
                  <a:gd name="connsiteY13" fmla="*/ 176212 h 195262"/>
                  <a:gd name="connsiteX0" fmla="*/ 33338 w 207126"/>
                  <a:gd name="connsiteY0" fmla="*/ 0 h 190500"/>
                  <a:gd name="connsiteX1" fmla="*/ 57150 w 207126"/>
                  <a:gd name="connsiteY1" fmla="*/ 14287 h 190500"/>
                  <a:gd name="connsiteX2" fmla="*/ 71438 w 207126"/>
                  <a:gd name="connsiteY2" fmla="*/ 23812 h 190500"/>
                  <a:gd name="connsiteX3" fmla="*/ 114300 w 207126"/>
                  <a:gd name="connsiteY3" fmla="*/ 33337 h 190500"/>
                  <a:gd name="connsiteX4" fmla="*/ 128588 w 207126"/>
                  <a:gd name="connsiteY4" fmla="*/ 42862 h 190500"/>
                  <a:gd name="connsiteX5" fmla="*/ 204787 w 207126"/>
                  <a:gd name="connsiteY5" fmla="*/ 76199 h 190500"/>
                  <a:gd name="connsiteX6" fmla="*/ 185738 w 207126"/>
                  <a:gd name="connsiteY6" fmla="*/ 157162 h 190500"/>
                  <a:gd name="connsiteX7" fmla="*/ 166688 w 207126"/>
                  <a:gd name="connsiteY7" fmla="*/ 166687 h 190500"/>
                  <a:gd name="connsiteX8" fmla="*/ 123825 w 207126"/>
                  <a:gd name="connsiteY8" fmla="*/ 185737 h 190500"/>
                  <a:gd name="connsiteX9" fmla="*/ 109538 w 207126"/>
                  <a:gd name="connsiteY9" fmla="*/ 190500 h 190500"/>
                  <a:gd name="connsiteX10" fmla="*/ 23813 w 207126"/>
                  <a:gd name="connsiteY10" fmla="*/ 190500 h 190500"/>
                  <a:gd name="connsiteX11" fmla="*/ 9525 w 207126"/>
                  <a:gd name="connsiteY11" fmla="*/ 185737 h 190500"/>
                  <a:gd name="connsiteX12" fmla="*/ 0 w 207126"/>
                  <a:gd name="connsiteY12" fmla="*/ 176212 h 190500"/>
                  <a:gd name="connsiteX0" fmla="*/ 33338 w 207126"/>
                  <a:gd name="connsiteY0" fmla="*/ 0 h 190500"/>
                  <a:gd name="connsiteX1" fmla="*/ 57150 w 207126"/>
                  <a:gd name="connsiteY1" fmla="*/ 14287 h 190500"/>
                  <a:gd name="connsiteX2" fmla="*/ 71438 w 207126"/>
                  <a:gd name="connsiteY2" fmla="*/ 23812 h 190500"/>
                  <a:gd name="connsiteX3" fmla="*/ 114300 w 207126"/>
                  <a:gd name="connsiteY3" fmla="*/ 33337 h 190500"/>
                  <a:gd name="connsiteX4" fmla="*/ 128588 w 207126"/>
                  <a:gd name="connsiteY4" fmla="*/ 42862 h 190500"/>
                  <a:gd name="connsiteX5" fmla="*/ 204787 w 207126"/>
                  <a:gd name="connsiteY5" fmla="*/ 76199 h 190500"/>
                  <a:gd name="connsiteX6" fmla="*/ 185738 w 207126"/>
                  <a:gd name="connsiteY6" fmla="*/ 157162 h 190500"/>
                  <a:gd name="connsiteX7" fmla="*/ 166688 w 207126"/>
                  <a:gd name="connsiteY7" fmla="*/ 166687 h 190500"/>
                  <a:gd name="connsiteX8" fmla="*/ 123825 w 207126"/>
                  <a:gd name="connsiteY8" fmla="*/ 185737 h 190500"/>
                  <a:gd name="connsiteX9" fmla="*/ 23813 w 207126"/>
                  <a:gd name="connsiteY9" fmla="*/ 190500 h 190500"/>
                  <a:gd name="connsiteX10" fmla="*/ 9525 w 207126"/>
                  <a:gd name="connsiteY10" fmla="*/ 185737 h 190500"/>
                  <a:gd name="connsiteX11" fmla="*/ 0 w 207126"/>
                  <a:gd name="connsiteY11" fmla="*/ 176212 h 190500"/>
                  <a:gd name="connsiteX0" fmla="*/ 33338 w 207779"/>
                  <a:gd name="connsiteY0" fmla="*/ 0 h 190500"/>
                  <a:gd name="connsiteX1" fmla="*/ 57150 w 207779"/>
                  <a:gd name="connsiteY1" fmla="*/ 14287 h 190500"/>
                  <a:gd name="connsiteX2" fmla="*/ 71438 w 207779"/>
                  <a:gd name="connsiteY2" fmla="*/ 23812 h 190500"/>
                  <a:gd name="connsiteX3" fmla="*/ 114300 w 207779"/>
                  <a:gd name="connsiteY3" fmla="*/ 33337 h 190500"/>
                  <a:gd name="connsiteX4" fmla="*/ 128588 w 207779"/>
                  <a:gd name="connsiteY4" fmla="*/ 42862 h 190500"/>
                  <a:gd name="connsiteX5" fmla="*/ 204787 w 207779"/>
                  <a:gd name="connsiteY5" fmla="*/ 76199 h 190500"/>
                  <a:gd name="connsiteX6" fmla="*/ 185738 w 207779"/>
                  <a:gd name="connsiteY6" fmla="*/ 157162 h 190500"/>
                  <a:gd name="connsiteX7" fmla="*/ 123825 w 207779"/>
                  <a:gd name="connsiteY7" fmla="*/ 185737 h 190500"/>
                  <a:gd name="connsiteX8" fmla="*/ 23813 w 207779"/>
                  <a:gd name="connsiteY8" fmla="*/ 190500 h 190500"/>
                  <a:gd name="connsiteX9" fmla="*/ 9525 w 207779"/>
                  <a:gd name="connsiteY9" fmla="*/ 185737 h 190500"/>
                  <a:gd name="connsiteX10" fmla="*/ 0 w 207779"/>
                  <a:gd name="connsiteY10" fmla="*/ 176212 h 190500"/>
                  <a:gd name="connsiteX0" fmla="*/ 33338 w 207779"/>
                  <a:gd name="connsiteY0" fmla="*/ 0 h 190500"/>
                  <a:gd name="connsiteX1" fmla="*/ 57150 w 207779"/>
                  <a:gd name="connsiteY1" fmla="*/ 14287 h 190500"/>
                  <a:gd name="connsiteX2" fmla="*/ 114300 w 207779"/>
                  <a:gd name="connsiteY2" fmla="*/ 33337 h 190500"/>
                  <a:gd name="connsiteX3" fmla="*/ 128588 w 207779"/>
                  <a:gd name="connsiteY3" fmla="*/ 42862 h 190500"/>
                  <a:gd name="connsiteX4" fmla="*/ 204787 w 207779"/>
                  <a:gd name="connsiteY4" fmla="*/ 76199 h 190500"/>
                  <a:gd name="connsiteX5" fmla="*/ 185738 w 207779"/>
                  <a:gd name="connsiteY5" fmla="*/ 157162 h 190500"/>
                  <a:gd name="connsiteX6" fmla="*/ 123825 w 207779"/>
                  <a:gd name="connsiteY6" fmla="*/ 185737 h 190500"/>
                  <a:gd name="connsiteX7" fmla="*/ 23813 w 207779"/>
                  <a:gd name="connsiteY7" fmla="*/ 190500 h 190500"/>
                  <a:gd name="connsiteX8" fmla="*/ 9525 w 207779"/>
                  <a:gd name="connsiteY8" fmla="*/ 185737 h 190500"/>
                  <a:gd name="connsiteX9" fmla="*/ 0 w 207779"/>
                  <a:gd name="connsiteY9" fmla="*/ 176212 h 190500"/>
                  <a:gd name="connsiteX0" fmla="*/ 33338 w 208748"/>
                  <a:gd name="connsiteY0" fmla="*/ 0 h 190500"/>
                  <a:gd name="connsiteX1" fmla="*/ 57150 w 208748"/>
                  <a:gd name="connsiteY1" fmla="*/ 14287 h 190500"/>
                  <a:gd name="connsiteX2" fmla="*/ 114300 w 208748"/>
                  <a:gd name="connsiteY2" fmla="*/ 33337 h 190500"/>
                  <a:gd name="connsiteX3" fmla="*/ 204787 w 208748"/>
                  <a:gd name="connsiteY3" fmla="*/ 76199 h 190500"/>
                  <a:gd name="connsiteX4" fmla="*/ 185738 w 208748"/>
                  <a:gd name="connsiteY4" fmla="*/ 157162 h 190500"/>
                  <a:gd name="connsiteX5" fmla="*/ 123825 w 208748"/>
                  <a:gd name="connsiteY5" fmla="*/ 185737 h 190500"/>
                  <a:gd name="connsiteX6" fmla="*/ 23813 w 208748"/>
                  <a:gd name="connsiteY6" fmla="*/ 190500 h 190500"/>
                  <a:gd name="connsiteX7" fmla="*/ 9525 w 208748"/>
                  <a:gd name="connsiteY7" fmla="*/ 185737 h 190500"/>
                  <a:gd name="connsiteX8" fmla="*/ 0 w 208748"/>
                  <a:gd name="connsiteY8" fmla="*/ 176212 h 190500"/>
                  <a:gd name="connsiteX0" fmla="*/ 23813 w 199223"/>
                  <a:gd name="connsiteY0" fmla="*/ 0 h 190500"/>
                  <a:gd name="connsiteX1" fmla="*/ 47625 w 199223"/>
                  <a:gd name="connsiteY1" fmla="*/ 14287 h 190500"/>
                  <a:gd name="connsiteX2" fmla="*/ 104775 w 199223"/>
                  <a:gd name="connsiteY2" fmla="*/ 33337 h 190500"/>
                  <a:gd name="connsiteX3" fmla="*/ 195262 w 199223"/>
                  <a:gd name="connsiteY3" fmla="*/ 76199 h 190500"/>
                  <a:gd name="connsiteX4" fmla="*/ 176213 w 199223"/>
                  <a:gd name="connsiteY4" fmla="*/ 157162 h 190500"/>
                  <a:gd name="connsiteX5" fmla="*/ 114300 w 199223"/>
                  <a:gd name="connsiteY5" fmla="*/ 185737 h 190500"/>
                  <a:gd name="connsiteX6" fmla="*/ 14288 w 199223"/>
                  <a:gd name="connsiteY6" fmla="*/ 190500 h 190500"/>
                  <a:gd name="connsiteX7" fmla="*/ 0 w 199223"/>
                  <a:gd name="connsiteY7" fmla="*/ 185737 h 190500"/>
                  <a:gd name="connsiteX0" fmla="*/ 9525 w 184935"/>
                  <a:gd name="connsiteY0" fmla="*/ 0 h 190500"/>
                  <a:gd name="connsiteX1" fmla="*/ 33337 w 184935"/>
                  <a:gd name="connsiteY1" fmla="*/ 14287 h 190500"/>
                  <a:gd name="connsiteX2" fmla="*/ 90487 w 184935"/>
                  <a:gd name="connsiteY2" fmla="*/ 33337 h 190500"/>
                  <a:gd name="connsiteX3" fmla="*/ 180974 w 184935"/>
                  <a:gd name="connsiteY3" fmla="*/ 76199 h 190500"/>
                  <a:gd name="connsiteX4" fmla="*/ 161925 w 184935"/>
                  <a:gd name="connsiteY4" fmla="*/ 157162 h 190500"/>
                  <a:gd name="connsiteX5" fmla="*/ 100012 w 184935"/>
                  <a:gd name="connsiteY5" fmla="*/ 185737 h 190500"/>
                  <a:gd name="connsiteX6" fmla="*/ 0 w 184935"/>
                  <a:gd name="connsiteY6" fmla="*/ 190500 h 1905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184935" h="190500">
                    <a:moveTo>
                      <a:pt x="9525" y="0"/>
                    </a:moveTo>
                    <a:cubicBezTo>
                      <a:pt x="17462" y="4762"/>
                      <a:pt x="19843" y="8731"/>
                      <a:pt x="33337" y="14287"/>
                    </a:cubicBezTo>
                    <a:cubicBezTo>
                      <a:pt x="46831" y="19843"/>
                      <a:pt x="65881" y="23018"/>
                      <a:pt x="90487" y="33337"/>
                    </a:cubicBezTo>
                    <a:cubicBezTo>
                      <a:pt x="115093" y="43656"/>
                      <a:pt x="169068" y="55562"/>
                      <a:pt x="180974" y="76199"/>
                    </a:cubicBezTo>
                    <a:cubicBezTo>
                      <a:pt x="192880" y="96836"/>
                      <a:pt x="175419" y="138906"/>
                      <a:pt x="161925" y="157162"/>
                    </a:cubicBezTo>
                    <a:cubicBezTo>
                      <a:pt x="148431" y="175418"/>
                      <a:pt x="126999" y="180181"/>
                      <a:pt x="100012" y="185737"/>
                    </a:cubicBezTo>
                    <a:cubicBezTo>
                      <a:pt x="73025" y="191293"/>
                      <a:pt x="33337" y="188912"/>
                      <a:pt x="0" y="190500"/>
                    </a:cubicBezTo>
                  </a:path>
                </a:pathLst>
              </a:custGeom>
              <a:noFill/>
              <a:ln w="12700" cap="flat" cmpd="sng" algn="ctr">
                <a:solidFill>
                  <a:sysClr val="windowText" lastClr="000000"/>
                </a:solidFill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457211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1" b="0" i="0" u="none" strike="noStrike" kern="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</a:endParaRPr>
              </a:p>
            </p:txBody>
          </p:sp>
          <p:sp>
            <p:nvSpPr>
              <p:cNvPr id="119" name="Oval 118">
                <a:extLst>
                  <a:ext uri="{FF2B5EF4-FFF2-40B4-BE49-F238E27FC236}">
                    <a16:creationId xmlns:a16="http://schemas.microsoft.com/office/drawing/2014/main" id="{E5A1295A-32B8-44F1-BDE6-89C71A0A6438}"/>
                  </a:ext>
                </a:extLst>
              </p:cNvPr>
              <p:cNvSpPr/>
              <p:nvPr/>
            </p:nvSpPr>
            <p:spPr>
              <a:xfrm flipH="1">
                <a:off x="8825419" y="697001"/>
                <a:ext cx="155650" cy="154602"/>
              </a:xfrm>
              <a:prstGeom prst="ellipse">
                <a:avLst/>
              </a:prstGeom>
              <a:solidFill>
                <a:sysClr val="windowText" lastClr="000000"/>
              </a:solidFill>
              <a:ln w="12700" cap="flat" cmpd="sng" algn="ctr">
                <a:noFill/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457211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1" b="0" i="0" u="none" strike="noStrike" kern="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</a:endParaRPr>
              </a:p>
            </p:txBody>
          </p:sp>
          <p:sp>
            <p:nvSpPr>
              <p:cNvPr id="120" name="Oval 119">
                <a:extLst>
                  <a:ext uri="{FF2B5EF4-FFF2-40B4-BE49-F238E27FC236}">
                    <a16:creationId xmlns:a16="http://schemas.microsoft.com/office/drawing/2014/main" id="{2C968AC2-1D88-48B5-96FD-4F1AC00D1840}"/>
                  </a:ext>
                </a:extLst>
              </p:cNvPr>
              <p:cNvSpPr/>
              <p:nvPr/>
            </p:nvSpPr>
            <p:spPr>
              <a:xfrm flipH="1">
                <a:off x="9363350" y="734412"/>
                <a:ext cx="59577" cy="77721"/>
              </a:xfrm>
              <a:prstGeom prst="ellipse">
                <a:avLst/>
              </a:prstGeom>
              <a:solidFill>
                <a:schemeClr val="bg1"/>
              </a:solidFill>
              <a:ln w="12700" cap="flat" cmpd="sng" algn="ctr">
                <a:noFill/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457211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1" b="0" i="0" u="none" strike="noStrike" kern="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</a:endParaRPr>
              </a:p>
            </p:txBody>
          </p:sp>
          <p:sp>
            <p:nvSpPr>
              <p:cNvPr id="121" name="Oval 120">
                <a:extLst>
                  <a:ext uri="{FF2B5EF4-FFF2-40B4-BE49-F238E27FC236}">
                    <a16:creationId xmlns:a16="http://schemas.microsoft.com/office/drawing/2014/main" id="{8C0DEB5E-B733-4913-9190-B9410954C774}"/>
                  </a:ext>
                </a:extLst>
              </p:cNvPr>
              <p:cNvSpPr/>
              <p:nvPr/>
            </p:nvSpPr>
            <p:spPr>
              <a:xfrm flipH="1">
                <a:off x="8843667" y="731065"/>
                <a:ext cx="59577" cy="77721"/>
              </a:xfrm>
              <a:prstGeom prst="ellipse">
                <a:avLst/>
              </a:prstGeom>
              <a:solidFill>
                <a:schemeClr val="bg1"/>
              </a:solidFill>
              <a:ln w="12700" cap="flat" cmpd="sng" algn="ctr">
                <a:noFill/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457211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1" b="0" i="0" u="none" strike="noStrike" kern="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</a:endParaRPr>
              </a:p>
            </p:txBody>
          </p:sp>
          <p:sp>
            <p:nvSpPr>
              <p:cNvPr id="122" name="Freeform: Shape 121">
                <a:extLst>
                  <a:ext uri="{FF2B5EF4-FFF2-40B4-BE49-F238E27FC236}">
                    <a16:creationId xmlns:a16="http://schemas.microsoft.com/office/drawing/2014/main" id="{9F3AF786-EADD-439B-9589-557D9753457E}"/>
                  </a:ext>
                </a:extLst>
              </p:cNvPr>
              <p:cNvSpPr/>
              <p:nvPr/>
            </p:nvSpPr>
            <p:spPr>
              <a:xfrm rot="21354287">
                <a:off x="9770611" y="461319"/>
                <a:ext cx="202070" cy="256470"/>
              </a:xfrm>
              <a:custGeom>
                <a:avLst/>
                <a:gdLst>
                  <a:gd name="connsiteX0" fmla="*/ 0 w 205192"/>
                  <a:gd name="connsiteY0" fmla="*/ 0 h 305266"/>
                  <a:gd name="connsiteX1" fmla="*/ 95531 w 205192"/>
                  <a:gd name="connsiteY1" fmla="*/ 0 h 305266"/>
                  <a:gd name="connsiteX2" fmla="*/ 149297 w 205192"/>
                  <a:gd name="connsiteY2" fmla="*/ 95577 h 305266"/>
                  <a:gd name="connsiteX3" fmla="*/ 194007 w 205192"/>
                  <a:gd name="connsiteY3" fmla="*/ 234551 h 305266"/>
                  <a:gd name="connsiteX4" fmla="*/ 205192 w 205192"/>
                  <a:gd name="connsiteY4" fmla="*/ 305266 h 305266"/>
                  <a:gd name="connsiteX5" fmla="*/ 0 w 205192"/>
                  <a:gd name="connsiteY5" fmla="*/ 305266 h 305266"/>
                  <a:gd name="connsiteX6" fmla="*/ 0 w 205192"/>
                  <a:gd name="connsiteY6" fmla="*/ 0 h 30526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205192" h="305266">
                    <a:moveTo>
                      <a:pt x="0" y="0"/>
                    </a:moveTo>
                    <a:lnTo>
                      <a:pt x="95531" y="0"/>
                    </a:lnTo>
                    <a:lnTo>
                      <a:pt x="149297" y="95577"/>
                    </a:lnTo>
                    <a:cubicBezTo>
                      <a:pt x="168711" y="139865"/>
                      <a:pt x="183786" y="186355"/>
                      <a:pt x="194007" y="234551"/>
                    </a:cubicBezTo>
                    <a:lnTo>
                      <a:pt x="205192" y="305266"/>
                    </a:lnTo>
                    <a:lnTo>
                      <a:pt x="0" y="305266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ysClr val="windowText" lastClr="000000"/>
              </a:solidFill>
              <a:ln w="12700" cap="flat" cmpd="sng" algn="ctr">
                <a:solidFill>
                  <a:sysClr val="windowText" lastClr="000000"/>
                </a:solidFill>
                <a:prstDash val="solid"/>
                <a:miter lim="800000"/>
              </a:ln>
              <a:effectLst/>
            </p:spPr>
            <p:txBody>
              <a:bodyPr rot="0" spcFirstLastPara="0" vertOverflow="overflow" horzOverflow="overflow" vert="horz" wrap="square" lIns="162560" tIns="81280" rIns="162560" bIns="8128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3200" b="0" i="0" u="none" strike="noStrike" kern="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</a:endParaRPr>
              </a:p>
            </p:txBody>
          </p:sp>
          <p:sp>
            <p:nvSpPr>
              <p:cNvPr id="123" name="Freeform: Shape 122">
                <a:extLst>
                  <a:ext uri="{FF2B5EF4-FFF2-40B4-BE49-F238E27FC236}">
                    <a16:creationId xmlns:a16="http://schemas.microsoft.com/office/drawing/2014/main" id="{59293083-2A40-4154-9BDB-A077BCF436C3}"/>
                  </a:ext>
                </a:extLst>
              </p:cNvPr>
              <p:cNvSpPr/>
              <p:nvPr/>
            </p:nvSpPr>
            <p:spPr>
              <a:xfrm rot="534699" flipH="1">
                <a:off x="8532114" y="439702"/>
                <a:ext cx="136316" cy="290086"/>
              </a:xfrm>
              <a:custGeom>
                <a:avLst/>
                <a:gdLst>
                  <a:gd name="connsiteX0" fmla="*/ 27335 w 122225"/>
                  <a:gd name="connsiteY0" fmla="*/ 0 h 264148"/>
                  <a:gd name="connsiteX1" fmla="*/ 0 w 122225"/>
                  <a:gd name="connsiteY1" fmla="*/ 0 h 264148"/>
                  <a:gd name="connsiteX2" fmla="*/ 43973 w 122225"/>
                  <a:gd name="connsiteY2" fmla="*/ 88634 h 264148"/>
                  <a:gd name="connsiteX3" fmla="*/ 82660 w 122225"/>
                  <a:gd name="connsiteY3" fmla="*/ 224990 h 264148"/>
                  <a:gd name="connsiteX4" fmla="*/ 88122 w 122225"/>
                  <a:gd name="connsiteY4" fmla="*/ 264148 h 264148"/>
                  <a:gd name="connsiteX5" fmla="*/ 122225 w 122225"/>
                  <a:gd name="connsiteY5" fmla="*/ 264148 h 264148"/>
                  <a:gd name="connsiteX6" fmla="*/ 112547 w 122225"/>
                  <a:gd name="connsiteY6" fmla="*/ 202958 h 264148"/>
                  <a:gd name="connsiteX7" fmla="*/ 73859 w 122225"/>
                  <a:gd name="connsiteY7" fmla="*/ 82703 h 264148"/>
                  <a:gd name="connsiteX8" fmla="*/ 27335 w 122225"/>
                  <a:gd name="connsiteY8" fmla="*/ 0 h 26414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122225" h="264148">
                    <a:moveTo>
                      <a:pt x="27335" y="0"/>
                    </a:moveTo>
                    <a:lnTo>
                      <a:pt x="0" y="0"/>
                    </a:lnTo>
                    <a:lnTo>
                      <a:pt x="43973" y="88634"/>
                    </a:lnTo>
                    <a:cubicBezTo>
                      <a:pt x="60772" y="132088"/>
                      <a:pt x="73816" y="177702"/>
                      <a:pt x="82660" y="224990"/>
                    </a:cubicBezTo>
                    <a:lnTo>
                      <a:pt x="88122" y="264148"/>
                    </a:lnTo>
                    <a:lnTo>
                      <a:pt x="122225" y="264148"/>
                    </a:lnTo>
                    <a:lnTo>
                      <a:pt x="112547" y="202958"/>
                    </a:lnTo>
                    <a:cubicBezTo>
                      <a:pt x="103703" y="161254"/>
                      <a:pt x="90658" y="121026"/>
                      <a:pt x="73859" y="82703"/>
                    </a:cubicBezTo>
                    <a:lnTo>
                      <a:pt x="27335" y="0"/>
                    </a:lnTo>
                    <a:close/>
                  </a:path>
                </a:pathLst>
              </a:custGeom>
              <a:solidFill>
                <a:sysClr val="windowText" lastClr="000000"/>
              </a:solidFill>
              <a:ln w="12700" cap="flat" cmpd="sng" algn="ctr">
                <a:solidFill>
                  <a:sysClr val="windowText" lastClr="000000"/>
                </a:solidFill>
                <a:prstDash val="solid"/>
                <a:miter lim="800000"/>
              </a:ln>
              <a:effectLst/>
            </p:spPr>
            <p:txBody>
              <a:bodyPr rot="0" spcFirstLastPara="0" vertOverflow="overflow" horzOverflow="overflow" vert="horz" wrap="square" lIns="162560" tIns="81280" rIns="162560" bIns="8128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3200" b="0" i="0" u="none" strike="noStrike" kern="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</a:endParaRPr>
              </a:p>
            </p:txBody>
          </p:sp>
          <p:sp>
            <p:nvSpPr>
              <p:cNvPr id="124" name="Freeform: Shape 123">
                <a:extLst>
                  <a:ext uri="{FF2B5EF4-FFF2-40B4-BE49-F238E27FC236}">
                    <a16:creationId xmlns:a16="http://schemas.microsoft.com/office/drawing/2014/main" id="{ADE6B87C-1BD1-44DA-96B5-23F3591ADE22}"/>
                  </a:ext>
                </a:extLst>
              </p:cNvPr>
              <p:cNvSpPr/>
              <p:nvPr/>
            </p:nvSpPr>
            <p:spPr>
              <a:xfrm>
                <a:off x="8635605" y="151226"/>
                <a:ext cx="1228582" cy="315649"/>
              </a:xfrm>
              <a:custGeom>
                <a:avLst/>
                <a:gdLst>
                  <a:gd name="connsiteX0" fmla="*/ 647190 w 1294381"/>
                  <a:gd name="connsiteY0" fmla="*/ 0 h 358077"/>
                  <a:gd name="connsiteX1" fmla="*/ 1273778 w 1294381"/>
                  <a:gd name="connsiteY1" fmla="*/ 321453 h 358077"/>
                  <a:gd name="connsiteX2" fmla="*/ 1294381 w 1294381"/>
                  <a:gd name="connsiteY2" fmla="*/ 358077 h 358077"/>
                  <a:gd name="connsiteX3" fmla="*/ 0 w 1294381"/>
                  <a:gd name="connsiteY3" fmla="*/ 358077 h 358077"/>
                  <a:gd name="connsiteX4" fmla="*/ 20602 w 1294381"/>
                  <a:gd name="connsiteY4" fmla="*/ 321453 h 358077"/>
                  <a:gd name="connsiteX5" fmla="*/ 647190 w 1294381"/>
                  <a:gd name="connsiteY5" fmla="*/ 0 h 35807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1294381" h="358077">
                    <a:moveTo>
                      <a:pt x="647190" y="0"/>
                    </a:moveTo>
                    <a:cubicBezTo>
                      <a:pt x="908020" y="0"/>
                      <a:pt x="1137984" y="127511"/>
                      <a:pt x="1273778" y="321453"/>
                    </a:cubicBezTo>
                    <a:lnTo>
                      <a:pt x="1294381" y="358077"/>
                    </a:lnTo>
                    <a:lnTo>
                      <a:pt x="0" y="358077"/>
                    </a:lnTo>
                    <a:lnTo>
                      <a:pt x="20602" y="321453"/>
                    </a:lnTo>
                    <a:cubicBezTo>
                      <a:pt x="156396" y="127511"/>
                      <a:pt x="386360" y="0"/>
                      <a:pt x="647190" y="0"/>
                    </a:cubicBezTo>
                    <a:close/>
                  </a:path>
                </a:pathLst>
              </a:custGeom>
              <a:solidFill>
                <a:sysClr val="windowText" lastClr="000000"/>
              </a:solidFill>
              <a:ln w="57150" cap="flat" cmpd="sng" algn="ctr">
                <a:noFill/>
                <a:prstDash val="solid"/>
                <a:miter lim="800000"/>
              </a:ln>
              <a:effectLst/>
            </p:spPr>
            <p:txBody>
              <a:bodyPr wrap="square" rtlCol="0" anchor="ctr">
                <a:noAutofit/>
              </a:bodyPr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</p:grpSp>
        <p:sp>
          <p:nvSpPr>
            <p:cNvPr id="109" name="Freeform: Shape 108">
              <a:extLst>
                <a:ext uri="{FF2B5EF4-FFF2-40B4-BE49-F238E27FC236}">
                  <a16:creationId xmlns:a16="http://schemas.microsoft.com/office/drawing/2014/main" id="{49418BDB-C4E8-4908-B0ED-E114033C3ABD}"/>
                </a:ext>
              </a:extLst>
            </p:cNvPr>
            <p:cNvSpPr/>
            <p:nvPr/>
          </p:nvSpPr>
          <p:spPr>
            <a:xfrm rot="1782565" flipH="1">
              <a:off x="2257161" y="4639855"/>
              <a:ext cx="387166" cy="550435"/>
            </a:xfrm>
            <a:custGeom>
              <a:avLst/>
              <a:gdLst>
                <a:gd name="connsiteX0" fmla="*/ 115393 w 649909"/>
                <a:gd name="connsiteY0" fmla="*/ 0 h 923977"/>
                <a:gd name="connsiteX1" fmla="*/ 29668 w 649909"/>
                <a:gd name="connsiteY1" fmla="*/ 438150 h 923977"/>
                <a:gd name="connsiteX2" fmla="*/ 563068 w 649909"/>
                <a:gd name="connsiteY2" fmla="*/ 847725 h 923977"/>
                <a:gd name="connsiteX3" fmla="*/ 648793 w 649909"/>
                <a:gd name="connsiteY3" fmla="*/ 923925 h 923977"/>
                <a:gd name="connsiteX4" fmla="*/ 648793 w 649909"/>
                <a:gd name="connsiteY4" fmla="*/ 923925 h 9239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49909" h="923977">
                  <a:moveTo>
                    <a:pt x="115393" y="0"/>
                  </a:moveTo>
                  <a:cubicBezTo>
                    <a:pt x="35224" y="148431"/>
                    <a:pt x="-44945" y="296863"/>
                    <a:pt x="29668" y="438150"/>
                  </a:cubicBezTo>
                  <a:cubicBezTo>
                    <a:pt x="104280" y="579438"/>
                    <a:pt x="459881" y="766763"/>
                    <a:pt x="563068" y="847725"/>
                  </a:cubicBezTo>
                  <a:cubicBezTo>
                    <a:pt x="666255" y="928687"/>
                    <a:pt x="648793" y="923925"/>
                    <a:pt x="648793" y="923925"/>
                  </a:cubicBezTo>
                  <a:lnTo>
                    <a:pt x="648793" y="923925"/>
                  </a:lnTo>
                </a:path>
              </a:pathLst>
            </a:custGeom>
            <a:noFill/>
            <a:ln w="38100" cap="flat" cmpd="sng" algn="ctr">
              <a:solidFill>
                <a:sysClr val="windowText" lastClr="000000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457211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1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</a:endParaRPr>
            </a:p>
          </p:txBody>
        </p:sp>
      </p:grpSp>
      <p:sp>
        <p:nvSpPr>
          <p:cNvPr id="128" name="Arc 127">
            <a:extLst>
              <a:ext uri="{FF2B5EF4-FFF2-40B4-BE49-F238E27FC236}">
                <a16:creationId xmlns:a16="http://schemas.microsoft.com/office/drawing/2014/main" id="{AFAD7657-342C-4FE2-9B4C-4BEDA5AF3A24}"/>
              </a:ext>
            </a:extLst>
          </p:cNvPr>
          <p:cNvSpPr/>
          <p:nvPr/>
        </p:nvSpPr>
        <p:spPr>
          <a:xfrm rot="19474136">
            <a:off x="4702296" y="3595820"/>
            <a:ext cx="618378" cy="618378"/>
          </a:xfrm>
          <a:prstGeom prst="arc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96" name="Group 95">
            <a:extLst>
              <a:ext uri="{FF2B5EF4-FFF2-40B4-BE49-F238E27FC236}">
                <a16:creationId xmlns:a16="http://schemas.microsoft.com/office/drawing/2014/main" id="{E4499A65-F280-4A71-8BF2-C1F61369E6DB}"/>
              </a:ext>
            </a:extLst>
          </p:cNvPr>
          <p:cNvGrpSpPr/>
          <p:nvPr/>
        </p:nvGrpSpPr>
        <p:grpSpPr>
          <a:xfrm>
            <a:off x="-542489" y="6114237"/>
            <a:ext cx="8416549" cy="4055802"/>
            <a:chOff x="627187" y="7810182"/>
            <a:chExt cx="4417118" cy="2957426"/>
          </a:xfrm>
          <a:solidFill>
            <a:schemeClr val="bg1"/>
          </a:solidFill>
        </p:grpSpPr>
        <p:sp>
          <p:nvSpPr>
            <p:cNvPr id="97" name="Oval 40">
              <a:extLst>
                <a:ext uri="{FF2B5EF4-FFF2-40B4-BE49-F238E27FC236}">
                  <a16:creationId xmlns:a16="http://schemas.microsoft.com/office/drawing/2014/main" id="{2D4C4643-1F7D-416D-A0A6-3D0C912BC759}"/>
                </a:ext>
              </a:extLst>
            </p:cNvPr>
            <p:cNvSpPr/>
            <p:nvPr/>
          </p:nvSpPr>
          <p:spPr>
            <a:xfrm>
              <a:off x="2069413" y="10309794"/>
              <a:ext cx="1620781" cy="457814"/>
            </a:xfrm>
            <a:custGeom>
              <a:avLst/>
              <a:gdLst>
                <a:gd name="connsiteX0" fmla="*/ 0 w 1424940"/>
                <a:gd name="connsiteY0" fmla="*/ 140290 h 280579"/>
                <a:gd name="connsiteX1" fmla="*/ 712470 w 1424940"/>
                <a:gd name="connsiteY1" fmla="*/ 0 h 280579"/>
                <a:gd name="connsiteX2" fmla="*/ 1424940 w 1424940"/>
                <a:gd name="connsiteY2" fmla="*/ 140290 h 280579"/>
                <a:gd name="connsiteX3" fmla="*/ 712470 w 1424940"/>
                <a:gd name="connsiteY3" fmla="*/ 280580 h 280579"/>
                <a:gd name="connsiteX4" fmla="*/ 0 w 1424940"/>
                <a:gd name="connsiteY4" fmla="*/ 140290 h 280579"/>
                <a:gd name="connsiteX0" fmla="*/ 15 w 1424955"/>
                <a:gd name="connsiteY0" fmla="*/ 262210 h 402500"/>
                <a:gd name="connsiteX1" fmla="*/ 697245 w 1424955"/>
                <a:gd name="connsiteY1" fmla="*/ 0 h 402500"/>
                <a:gd name="connsiteX2" fmla="*/ 1424955 w 1424955"/>
                <a:gd name="connsiteY2" fmla="*/ 262210 h 402500"/>
                <a:gd name="connsiteX3" fmla="*/ 712485 w 1424955"/>
                <a:gd name="connsiteY3" fmla="*/ 402500 h 402500"/>
                <a:gd name="connsiteX4" fmla="*/ 15 w 1424955"/>
                <a:gd name="connsiteY4" fmla="*/ 262210 h 4025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24955" h="402500">
                  <a:moveTo>
                    <a:pt x="15" y="262210"/>
                  </a:moveTo>
                  <a:cubicBezTo>
                    <a:pt x="-2525" y="195127"/>
                    <a:pt x="303759" y="0"/>
                    <a:pt x="697245" y="0"/>
                  </a:cubicBezTo>
                  <a:cubicBezTo>
                    <a:pt x="1090731" y="0"/>
                    <a:pt x="1424955" y="184730"/>
                    <a:pt x="1424955" y="262210"/>
                  </a:cubicBezTo>
                  <a:cubicBezTo>
                    <a:pt x="1424955" y="339690"/>
                    <a:pt x="1105971" y="402500"/>
                    <a:pt x="712485" y="402500"/>
                  </a:cubicBezTo>
                  <a:cubicBezTo>
                    <a:pt x="318999" y="402500"/>
                    <a:pt x="2555" y="329293"/>
                    <a:pt x="15" y="262210"/>
                  </a:cubicBezTo>
                  <a:close/>
                </a:path>
              </a:pathLst>
            </a:custGeom>
            <a:solidFill>
              <a:schemeClr val="tx1"/>
            </a:solidFill>
            <a:ln w="12700" cap="flat" cmpd="sng" algn="ctr">
              <a:solidFill>
                <a:sysClr val="windowText" lastClr="000000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98" name="Cylinder 97">
              <a:extLst>
                <a:ext uri="{FF2B5EF4-FFF2-40B4-BE49-F238E27FC236}">
                  <a16:creationId xmlns:a16="http://schemas.microsoft.com/office/drawing/2014/main" id="{12B22E8B-2E24-4198-9292-A3FE3FDA90A9}"/>
                </a:ext>
              </a:extLst>
            </p:cNvPr>
            <p:cNvSpPr/>
            <p:nvPr/>
          </p:nvSpPr>
          <p:spPr>
            <a:xfrm>
              <a:off x="2681190" y="8290677"/>
              <a:ext cx="397246" cy="2288969"/>
            </a:xfrm>
            <a:prstGeom prst="can">
              <a:avLst/>
            </a:prstGeom>
            <a:grpFill/>
            <a:ln w="12700" cap="flat" cmpd="sng" algn="ctr">
              <a:solidFill>
                <a:sysClr val="windowText" lastClr="000000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99" name="Freeform: Shape 98">
              <a:extLst>
                <a:ext uri="{FF2B5EF4-FFF2-40B4-BE49-F238E27FC236}">
                  <a16:creationId xmlns:a16="http://schemas.microsoft.com/office/drawing/2014/main" id="{A8273A51-2161-47F0-9FB7-9D9271487646}"/>
                </a:ext>
              </a:extLst>
            </p:cNvPr>
            <p:cNvSpPr/>
            <p:nvPr/>
          </p:nvSpPr>
          <p:spPr>
            <a:xfrm>
              <a:off x="627187" y="7810182"/>
              <a:ext cx="4417118" cy="685760"/>
            </a:xfrm>
            <a:custGeom>
              <a:avLst/>
              <a:gdLst>
                <a:gd name="connsiteX0" fmla="*/ 2152529 w 4417118"/>
                <a:gd name="connsiteY0" fmla="*/ 191263 h 685760"/>
                <a:gd name="connsiteX1" fmla="*/ 2200434 w 4417118"/>
                <a:gd name="connsiteY1" fmla="*/ 192025 h 685760"/>
                <a:gd name="connsiteX2" fmla="*/ 2216305 w 4417118"/>
                <a:gd name="connsiteY2" fmla="*/ 191404 h 685760"/>
                <a:gd name="connsiteX3" fmla="*/ 836335 w 4417118"/>
                <a:gd name="connsiteY3" fmla="*/ 1267 h 685760"/>
                <a:gd name="connsiteX4" fmla="*/ 2216684 w 4417118"/>
                <a:gd name="connsiteY4" fmla="*/ 7913 h 685760"/>
                <a:gd name="connsiteX5" fmla="*/ 4404116 w 4417118"/>
                <a:gd name="connsiteY5" fmla="*/ 99659 h 685760"/>
                <a:gd name="connsiteX6" fmla="*/ 4379629 w 4417118"/>
                <a:gd name="connsiteY6" fmla="*/ 106779 h 685760"/>
                <a:gd name="connsiteX7" fmla="*/ 4417118 w 4417118"/>
                <a:gd name="connsiteY7" fmla="*/ 105313 h 685760"/>
                <a:gd name="connsiteX8" fmla="*/ 4417118 w 4417118"/>
                <a:gd name="connsiteY8" fmla="*/ 355289 h 685760"/>
                <a:gd name="connsiteX9" fmla="*/ 4391187 w 4417118"/>
                <a:gd name="connsiteY9" fmla="*/ 451639 h 685760"/>
                <a:gd name="connsiteX10" fmla="*/ 4362176 w 4417118"/>
                <a:gd name="connsiteY10" fmla="*/ 456390 h 685760"/>
                <a:gd name="connsiteX11" fmla="*/ 4395451 w 4417118"/>
                <a:gd name="connsiteY11" fmla="*/ 462571 h 685760"/>
                <a:gd name="connsiteX12" fmla="*/ 3165968 w 4417118"/>
                <a:gd name="connsiteY12" fmla="*/ 631330 h 685760"/>
                <a:gd name="connsiteX13" fmla="*/ 3137727 w 4417118"/>
                <a:gd name="connsiteY13" fmla="*/ 633520 h 685760"/>
                <a:gd name="connsiteX14" fmla="*/ 3035879 w 4417118"/>
                <a:gd name="connsiteY14" fmla="*/ 644767 h 685760"/>
                <a:gd name="connsiteX15" fmla="*/ 2195018 w 4417118"/>
                <a:gd name="connsiteY15" fmla="*/ 684974 h 685760"/>
                <a:gd name="connsiteX16" fmla="*/ 2173182 w 4417118"/>
                <a:gd name="connsiteY16" fmla="*/ 683624 h 685760"/>
                <a:gd name="connsiteX17" fmla="*/ 2130014 w 4417118"/>
                <a:gd name="connsiteY17" fmla="*/ 684325 h 685760"/>
                <a:gd name="connsiteX18" fmla="*/ 1496735 w 4417118"/>
                <a:gd name="connsiteY18" fmla="*/ 645019 h 685760"/>
                <a:gd name="connsiteX19" fmla="*/ 1239388 w 4417118"/>
                <a:gd name="connsiteY19" fmla="*/ 617081 h 685760"/>
                <a:gd name="connsiteX20" fmla="*/ 1062399 w 4417118"/>
                <a:gd name="connsiteY20" fmla="*/ 602164 h 685760"/>
                <a:gd name="connsiteX21" fmla="*/ 274479 w 4417118"/>
                <a:gd name="connsiteY21" fmla="*/ 476512 h 685760"/>
                <a:gd name="connsiteX22" fmla="*/ 265238 w 4417118"/>
                <a:gd name="connsiteY22" fmla="*/ 473954 h 685760"/>
                <a:gd name="connsiteX23" fmla="*/ 262680 w 4417118"/>
                <a:gd name="connsiteY23" fmla="*/ 473500 h 685760"/>
                <a:gd name="connsiteX24" fmla="*/ 37920 w 4417118"/>
                <a:gd name="connsiteY24" fmla="*/ 410568 h 685760"/>
                <a:gd name="connsiteX25" fmla="*/ 40608 w 4417118"/>
                <a:gd name="connsiteY25" fmla="*/ 410075 h 685760"/>
                <a:gd name="connsiteX26" fmla="*/ 29072 w 4417118"/>
                <a:gd name="connsiteY26" fmla="*/ 404056 h 685760"/>
                <a:gd name="connsiteX27" fmla="*/ 0 w 4417118"/>
                <a:gd name="connsiteY27" fmla="*/ 328204 h 685760"/>
                <a:gd name="connsiteX28" fmla="*/ 0 w 4417118"/>
                <a:gd name="connsiteY28" fmla="*/ 99897 h 685760"/>
                <a:gd name="connsiteX29" fmla="*/ 41476 w 4417118"/>
                <a:gd name="connsiteY29" fmla="*/ 99262 h 685760"/>
                <a:gd name="connsiteX30" fmla="*/ 13001 w 4417118"/>
                <a:gd name="connsiteY30" fmla="*/ 83407 h 685760"/>
                <a:gd name="connsiteX31" fmla="*/ 836335 w 4417118"/>
                <a:gd name="connsiteY31" fmla="*/ 1267 h 6857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</a:cxnLst>
              <a:rect l="l" t="t" r="r" b="b"/>
              <a:pathLst>
                <a:path w="4417118" h="685760">
                  <a:moveTo>
                    <a:pt x="2152529" y="191263"/>
                  </a:moveTo>
                  <a:lnTo>
                    <a:pt x="2200434" y="192025"/>
                  </a:lnTo>
                  <a:lnTo>
                    <a:pt x="2216305" y="191404"/>
                  </a:lnTo>
                  <a:close/>
                  <a:moveTo>
                    <a:pt x="836335" y="1267"/>
                  </a:moveTo>
                  <a:cubicBezTo>
                    <a:pt x="1297128" y="-3486"/>
                    <a:pt x="1850757" y="6559"/>
                    <a:pt x="2216684" y="7913"/>
                  </a:cubicBezTo>
                  <a:cubicBezTo>
                    <a:pt x="2948537" y="10621"/>
                    <a:pt x="4404116" y="48989"/>
                    <a:pt x="4404116" y="99659"/>
                  </a:cubicBezTo>
                  <a:lnTo>
                    <a:pt x="4379629" y="106779"/>
                  </a:lnTo>
                  <a:lnTo>
                    <a:pt x="4417118" y="105313"/>
                  </a:lnTo>
                  <a:lnTo>
                    <a:pt x="4417118" y="355289"/>
                  </a:lnTo>
                  <a:cubicBezTo>
                    <a:pt x="4417118" y="381577"/>
                    <a:pt x="4417475" y="451639"/>
                    <a:pt x="4391187" y="451639"/>
                  </a:cubicBezTo>
                  <a:lnTo>
                    <a:pt x="4362176" y="456390"/>
                  </a:lnTo>
                  <a:lnTo>
                    <a:pt x="4395451" y="462571"/>
                  </a:lnTo>
                  <a:cubicBezTo>
                    <a:pt x="4395451" y="494240"/>
                    <a:pt x="3794208" y="576331"/>
                    <a:pt x="3165968" y="631330"/>
                  </a:cubicBezTo>
                  <a:lnTo>
                    <a:pt x="3137727" y="633520"/>
                  </a:lnTo>
                  <a:lnTo>
                    <a:pt x="3035879" y="644767"/>
                  </a:lnTo>
                  <a:cubicBezTo>
                    <a:pt x="2747784" y="673024"/>
                    <a:pt x="2460736" y="689664"/>
                    <a:pt x="2195018" y="684974"/>
                  </a:cubicBezTo>
                  <a:lnTo>
                    <a:pt x="2173182" y="683624"/>
                  </a:lnTo>
                  <a:lnTo>
                    <a:pt x="2130014" y="684325"/>
                  </a:lnTo>
                  <a:cubicBezTo>
                    <a:pt x="1948450" y="682158"/>
                    <a:pt x="1726912" y="667131"/>
                    <a:pt x="1496735" y="645019"/>
                  </a:cubicBezTo>
                  <a:lnTo>
                    <a:pt x="1239388" y="617081"/>
                  </a:lnTo>
                  <a:lnTo>
                    <a:pt x="1062399" y="602164"/>
                  </a:lnTo>
                  <a:cubicBezTo>
                    <a:pt x="781952" y="572658"/>
                    <a:pt x="512552" y="533250"/>
                    <a:pt x="274479" y="476512"/>
                  </a:cubicBezTo>
                  <a:lnTo>
                    <a:pt x="265238" y="473954"/>
                  </a:lnTo>
                  <a:lnTo>
                    <a:pt x="262680" y="473500"/>
                  </a:lnTo>
                  <a:cubicBezTo>
                    <a:pt x="123285" y="446137"/>
                    <a:pt x="37920" y="423235"/>
                    <a:pt x="37920" y="410568"/>
                  </a:cubicBezTo>
                  <a:lnTo>
                    <a:pt x="40608" y="410075"/>
                  </a:lnTo>
                  <a:lnTo>
                    <a:pt x="29072" y="404056"/>
                  </a:lnTo>
                  <a:cubicBezTo>
                    <a:pt x="11987" y="386166"/>
                    <a:pt x="0" y="347921"/>
                    <a:pt x="0" y="328204"/>
                  </a:cubicBezTo>
                  <a:lnTo>
                    <a:pt x="0" y="99897"/>
                  </a:lnTo>
                  <a:lnTo>
                    <a:pt x="41476" y="99262"/>
                  </a:lnTo>
                  <a:lnTo>
                    <a:pt x="13001" y="83407"/>
                  </a:lnTo>
                  <a:cubicBezTo>
                    <a:pt x="7584" y="25570"/>
                    <a:pt x="375542" y="6020"/>
                    <a:pt x="836335" y="1267"/>
                  </a:cubicBezTo>
                  <a:close/>
                </a:path>
              </a:pathLst>
            </a:custGeom>
            <a:grpFill/>
            <a:ln w="12700" cap="flat" cmpd="sng" algn="ctr">
              <a:solidFill>
                <a:sysClr val="windowText" lastClr="000000"/>
              </a:solidFill>
              <a:prstDash val="solid"/>
              <a:miter lim="800000"/>
            </a:ln>
            <a:effectLst/>
          </p:spPr>
          <p:txBody>
            <a:bodyPr wrap="square" rtlCol="0" anchor="ctr"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</p:grpSp>
      <p:grpSp>
        <p:nvGrpSpPr>
          <p:cNvPr id="100" name="Group 99">
            <a:extLst>
              <a:ext uri="{FF2B5EF4-FFF2-40B4-BE49-F238E27FC236}">
                <a16:creationId xmlns:a16="http://schemas.microsoft.com/office/drawing/2014/main" id="{F8000188-BA1D-4DC5-930A-37AA8A9906F7}"/>
              </a:ext>
            </a:extLst>
          </p:cNvPr>
          <p:cNvGrpSpPr/>
          <p:nvPr/>
        </p:nvGrpSpPr>
        <p:grpSpPr>
          <a:xfrm>
            <a:off x="3975973" y="5660412"/>
            <a:ext cx="1243050" cy="704888"/>
            <a:chOff x="8792439" y="4037833"/>
            <a:chExt cx="731825" cy="414991"/>
          </a:xfrm>
        </p:grpSpPr>
        <p:sp>
          <p:nvSpPr>
            <p:cNvPr id="101" name="Block Arc 100">
              <a:extLst>
                <a:ext uri="{FF2B5EF4-FFF2-40B4-BE49-F238E27FC236}">
                  <a16:creationId xmlns:a16="http://schemas.microsoft.com/office/drawing/2014/main" id="{8B8C88E7-EBE1-467C-AC0D-DC783648F0B0}"/>
                </a:ext>
              </a:extLst>
            </p:cNvPr>
            <p:cNvSpPr/>
            <p:nvPr/>
          </p:nvSpPr>
          <p:spPr>
            <a:xfrm rot="8542811">
              <a:off x="9313559" y="4091284"/>
              <a:ext cx="210705" cy="174611"/>
            </a:xfrm>
            <a:prstGeom prst="blockArc">
              <a:avLst>
                <a:gd name="adj1" fmla="val 9254143"/>
                <a:gd name="adj2" fmla="val 19683396"/>
                <a:gd name="adj3" fmla="val 15644"/>
              </a:avLst>
            </a:prstGeom>
            <a:solidFill>
              <a:sysClr val="window" lastClr="FFFFFF"/>
            </a:solidFill>
            <a:ln w="12700" cap="flat" cmpd="sng" algn="ctr">
              <a:solidFill>
                <a:sysClr val="windowText" lastClr="000000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02" name="Oval 101">
              <a:extLst>
                <a:ext uri="{FF2B5EF4-FFF2-40B4-BE49-F238E27FC236}">
                  <a16:creationId xmlns:a16="http://schemas.microsoft.com/office/drawing/2014/main" id="{882344C1-2B1A-4B46-9D78-CC08DA4D50BC}"/>
                </a:ext>
              </a:extLst>
            </p:cNvPr>
            <p:cNvSpPr/>
            <p:nvPr/>
          </p:nvSpPr>
          <p:spPr>
            <a:xfrm>
              <a:off x="8792439" y="4333249"/>
              <a:ext cx="728935" cy="119575"/>
            </a:xfrm>
            <a:prstGeom prst="ellipse">
              <a:avLst/>
            </a:prstGeom>
            <a:solidFill>
              <a:sysClr val="window" lastClr="FFFFFF"/>
            </a:solidFill>
            <a:ln w="28575" cap="flat" cmpd="sng" algn="ctr">
              <a:solidFill>
                <a:sysClr val="windowText" lastClr="000000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03" name="Oval 493">
              <a:extLst>
                <a:ext uri="{FF2B5EF4-FFF2-40B4-BE49-F238E27FC236}">
                  <a16:creationId xmlns:a16="http://schemas.microsoft.com/office/drawing/2014/main" id="{77CDF963-4E90-49AE-A073-AB1A3E8A15DB}"/>
                </a:ext>
              </a:extLst>
            </p:cNvPr>
            <p:cNvSpPr/>
            <p:nvPr/>
          </p:nvSpPr>
          <p:spPr>
            <a:xfrm>
              <a:off x="8839592" y="4037833"/>
              <a:ext cx="620420" cy="381590"/>
            </a:xfrm>
            <a:custGeom>
              <a:avLst/>
              <a:gdLst>
                <a:gd name="connsiteX0" fmla="*/ 0 w 620419"/>
                <a:gd name="connsiteY0" fmla="*/ 22860 h 45719"/>
                <a:gd name="connsiteX1" fmla="*/ 310210 w 620419"/>
                <a:gd name="connsiteY1" fmla="*/ 0 h 45719"/>
                <a:gd name="connsiteX2" fmla="*/ 620420 w 620419"/>
                <a:gd name="connsiteY2" fmla="*/ 22860 h 45719"/>
                <a:gd name="connsiteX3" fmla="*/ 310210 w 620419"/>
                <a:gd name="connsiteY3" fmla="*/ 45720 h 45719"/>
                <a:gd name="connsiteX4" fmla="*/ 0 w 620419"/>
                <a:gd name="connsiteY4" fmla="*/ 22860 h 45719"/>
                <a:gd name="connsiteX0" fmla="*/ 0 w 620420"/>
                <a:gd name="connsiteY0" fmla="*/ 34880 h 381590"/>
                <a:gd name="connsiteX1" fmla="*/ 310210 w 620420"/>
                <a:gd name="connsiteY1" fmla="*/ 12020 h 381590"/>
                <a:gd name="connsiteX2" fmla="*/ 620420 w 620420"/>
                <a:gd name="connsiteY2" fmla="*/ 34880 h 381590"/>
                <a:gd name="connsiteX3" fmla="*/ 310210 w 620420"/>
                <a:gd name="connsiteY3" fmla="*/ 381590 h 381590"/>
                <a:gd name="connsiteX4" fmla="*/ 0 w 620420"/>
                <a:gd name="connsiteY4" fmla="*/ 34880 h 381590"/>
                <a:gd name="connsiteX0" fmla="*/ 0 w 620420"/>
                <a:gd name="connsiteY0" fmla="*/ 34880 h 381590"/>
                <a:gd name="connsiteX1" fmla="*/ 310210 w 620420"/>
                <a:gd name="connsiteY1" fmla="*/ 12020 h 381590"/>
                <a:gd name="connsiteX2" fmla="*/ 620420 w 620420"/>
                <a:gd name="connsiteY2" fmla="*/ 34880 h 381590"/>
                <a:gd name="connsiteX3" fmla="*/ 310210 w 620420"/>
                <a:gd name="connsiteY3" fmla="*/ 381590 h 381590"/>
                <a:gd name="connsiteX4" fmla="*/ 0 w 620420"/>
                <a:gd name="connsiteY4" fmla="*/ 34880 h 38159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20420" h="381590">
                  <a:moveTo>
                    <a:pt x="0" y="34880"/>
                  </a:moveTo>
                  <a:cubicBezTo>
                    <a:pt x="0" y="-26715"/>
                    <a:pt x="138886" y="12020"/>
                    <a:pt x="310210" y="12020"/>
                  </a:cubicBezTo>
                  <a:cubicBezTo>
                    <a:pt x="481534" y="12020"/>
                    <a:pt x="620420" y="22255"/>
                    <a:pt x="620420" y="34880"/>
                  </a:cubicBezTo>
                  <a:cubicBezTo>
                    <a:pt x="620420" y="47505"/>
                    <a:pt x="557734" y="381590"/>
                    <a:pt x="310210" y="381590"/>
                  </a:cubicBezTo>
                  <a:cubicBezTo>
                    <a:pt x="62686" y="381590"/>
                    <a:pt x="0" y="96475"/>
                    <a:pt x="0" y="34880"/>
                  </a:cubicBezTo>
                  <a:close/>
                </a:path>
              </a:pathLst>
            </a:custGeom>
            <a:solidFill>
              <a:sysClr val="window" lastClr="FFFFFF"/>
            </a:solidFill>
            <a:ln w="12700" cap="flat" cmpd="sng" algn="ctr">
              <a:solidFill>
                <a:sysClr val="windowText" lastClr="000000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</p:grpSp>
      <p:sp>
        <p:nvSpPr>
          <p:cNvPr id="130" name="Arc 129">
            <a:extLst>
              <a:ext uri="{FF2B5EF4-FFF2-40B4-BE49-F238E27FC236}">
                <a16:creationId xmlns:a16="http://schemas.microsoft.com/office/drawing/2014/main" id="{D8B1D4FE-3217-4F3C-BCB5-D448BB59F1E4}"/>
              </a:ext>
            </a:extLst>
          </p:cNvPr>
          <p:cNvSpPr/>
          <p:nvPr/>
        </p:nvSpPr>
        <p:spPr>
          <a:xfrm rot="19474136">
            <a:off x="3485567" y="3545084"/>
            <a:ext cx="618378" cy="618378"/>
          </a:xfrm>
          <a:prstGeom prst="arc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31" name="mouthwhite">
            <a:hlinkClick r:id="" action="ppaction://media"/>
            <a:extLst>
              <a:ext uri="{FF2B5EF4-FFF2-40B4-BE49-F238E27FC236}">
                <a16:creationId xmlns:a16="http://schemas.microsoft.com/office/drawing/2014/main" id="{7B49D8D5-F6A0-4038-8973-D40AE420ED42}"/>
              </a:ext>
            </a:extLst>
          </p:cNvPr>
          <p:cNvPicPr>
            <a:picLocks noChangeAspect="1"/>
          </p:cNvPicPr>
          <p:nvPr>
            <a:videoFile r:link="rId1"/>
            <p:extLst>
              <p:ext uri="{DAA4B4D4-6D71-4841-9C94-3DE7FCFB9230}">
                <p14:media xmlns:p14="http://schemas.microsoft.com/office/powerpoint/2010/main" r:embed="rId2">
                  <p14:trim st="396" end="2805.3"/>
                </p14:media>
              </p:ext>
            </p:extLst>
          </p:nvPr>
        </p:nvPicPr>
        <p:blipFill rotWithShape="1">
          <a:blip r:embed="rId6"/>
          <a:srcRect l="50000" t="21029" r="43704" b="69424"/>
          <a:stretch>
            <a:fillRect/>
          </a:stretch>
        </p:blipFill>
        <p:spPr>
          <a:xfrm flipH="1">
            <a:off x="4252682" y="4910996"/>
            <a:ext cx="211528" cy="180421"/>
          </a:xfrm>
          <a:prstGeom prst="rect">
            <a:avLst/>
          </a:prstGeom>
        </p:spPr>
      </p:pic>
      <p:pic>
        <p:nvPicPr>
          <p:cNvPr id="132" name="ttsMP3.com_VoiceText_2025-1-13_0-24-20">
            <a:hlinkClick r:id="" action="ppaction://media"/>
            <a:extLst>
              <a:ext uri="{FF2B5EF4-FFF2-40B4-BE49-F238E27FC236}">
                <a16:creationId xmlns:a16="http://schemas.microsoft.com/office/drawing/2014/main" id="{C0420607-5C00-4B0E-87A4-30F5BCF3EC73}"/>
              </a:ext>
            </a:extLst>
          </p:cNvPr>
          <p:cNvPicPr>
            <a:picLocks noChangeAspect="1"/>
          </p:cNvPicPr>
          <p:nvPr>
            <a:audioFile r:link="rId4"/>
            <p:extLst>
              <p:ext uri="{DAA4B4D4-6D71-4841-9C94-3DE7FCFB9230}">
                <p14:media xmlns:p14="http://schemas.microsoft.com/office/powerpoint/2010/main" r:embed="rId3"/>
              </p:ext>
            </p:extLst>
          </p:nvPr>
        </p:nvPicPr>
        <p:blipFill>
          <a:blip r:embed="rId7"/>
          <a:stretch>
            <a:fillRect/>
          </a:stretch>
        </p:blipFill>
        <p:spPr>
          <a:xfrm>
            <a:off x="3124200" y="5791200"/>
            <a:ext cx="609600" cy="609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81620863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3000"/>
    </mc:Choice>
    <mc:Fallback>
      <p:transition spd="slow" advTm="300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815" fill="hold"/>
                                        <p:tgtEl>
                                          <p:spTgt spid="131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  <p:par>
                                <p:cTn id="7" presetID="1" presetClass="mediacall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8" dur="5400" fill="hold"/>
                                        <p:tgtEl>
                                          <p:spTgt spid="132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seq concurrent="1" nextAc="seek">
              <p:cTn id="9" restart="whenNotActive" fill="hold" evtFilter="cancelBubble" nodeType="interactiveSeq">
                <p:stCondLst>
                  <p:cond evt="onClick" delay="0">
                    <p:tgtEl>
                      <p:spTgt spid="131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0" fill="hold">
                      <p:stCondLst>
                        <p:cond delay="0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2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3" dur="1" fill="hold"/>
                                        <p:tgtEl>
                                          <p:spTgt spid="131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31"/>
                  </p:tgtEl>
                </p:cond>
              </p:nextCondLst>
            </p:seq>
            <p:video>
              <p:cMediaNode vol="80000" showWhenStopped="0">
                <p:cTn id="14" repeatCount="indefinite" fill="hold" display="0">
                  <p:stCondLst>
                    <p:cond delay="indefinite"/>
                  </p:stCondLst>
                </p:cTn>
                <p:tgtEl>
                  <p:spTgt spid="131"/>
                </p:tgtEl>
              </p:cMediaNode>
            </p:video>
            <p:audio>
              <p:cMediaNode vol="80000" showWhenStopped="0">
                <p:cTn id="15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132"/>
                </p:tgtEl>
              </p:cMediaNode>
            </p:audio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>
            <a:extLst>
              <a:ext uri="{FF2B5EF4-FFF2-40B4-BE49-F238E27FC236}">
                <a16:creationId xmlns:a16="http://schemas.microsoft.com/office/drawing/2014/main" id="{104AF8E7-E341-447D-AE69-A319F2E2C610}"/>
              </a:ext>
            </a:extLst>
          </p:cNvPr>
          <p:cNvGrpSpPr/>
          <p:nvPr/>
        </p:nvGrpSpPr>
        <p:grpSpPr>
          <a:xfrm flipH="1">
            <a:off x="9343432" y="4357051"/>
            <a:ext cx="2382011" cy="5291365"/>
            <a:chOff x="6846095" y="3702540"/>
            <a:chExt cx="1339881" cy="2976393"/>
          </a:xfrm>
          <a:solidFill>
            <a:schemeClr val="bg1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grpSpPr>
        <p:sp>
          <p:nvSpPr>
            <p:cNvPr id="3" name="Rectangle 7">
              <a:extLst>
                <a:ext uri="{FF2B5EF4-FFF2-40B4-BE49-F238E27FC236}">
                  <a16:creationId xmlns:a16="http://schemas.microsoft.com/office/drawing/2014/main" id="{FFCBED18-6161-4BE0-8A4E-894A74965115}"/>
                </a:ext>
              </a:extLst>
            </p:cNvPr>
            <p:cNvSpPr/>
            <p:nvPr/>
          </p:nvSpPr>
          <p:spPr>
            <a:xfrm rot="16200000">
              <a:off x="6871037" y="4380823"/>
              <a:ext cx="1531445" cy="174879"/>
            </a:xfrm>
            <a:custGeom>
              <a:avLst/>
              <a:gdLst>
                <a:gd name="connsiteX0" fmla="*/ 0 w 1371600"/>
                <a:gd name="connsiteY0" fmla="*/ 0 h 176004"/>
                <a:gd name="connsiteX1" fmla="*/ 1371600 w 1371600"/>
                <a:gd name="connsiteY1" fmla="*/ 0 h 176004"/>
                <a:gd name="connsiteX2" fmla="*/ 1371600 w 1371600"/>
                <a:gd name="connsiteY2" fmla="*/ 176004 h 176004"/>
                <a:gd name="connsiteX3" fmla="*/ 0 w 1371600"/>
                <a:gd name="connsiteY3" fmla="*/ 176004 h 176004"/>
                <a:gd name="connsiteX4" fmla="*/ 0 w 1371600"/>
                <a:gd name="connsiteY4" fmla="*/ 0 h 176004"/>
                <a:gd name="connsiteX0" fmla="*/ 0 w 1371600"/>
                <a:gd name="connsiteY0" fmla="*/ 0 h 176004"/>
                <a:gd name="connsiteX1" fmla="*/ 1371600 w 1371600"/>
                <a:gd name="connsiteY1" fmla="*/ 0 h 176004"/>
                <a:gd name="connsiteX2" fmla="*/ 1371600 w 1371600"/>
                <a:gd name="connsiteY2" fmla="*/ 176004 h 176004"/>
                <a:gd name="connsiteX3" fmla="*/ 0 w 1371600"/>
                <a:gd name="connsiteY3" fmla="*/ 176004 h 176004"/>
                <a:gd name="connsiteX4" fmla="*/ 0 w 1371600"/>
                <a:gd name="connsiteY4" fmla="*/ 0 h 176004"/>
                <a:gd name="connsiteX0" fmla="*/ 0 w 1371600"/>
                <a:gd name="connsiteY0" fmla="*/ 0 h 176004"/>
                <a:gd name="connsiteX1" fmla="*/ 1371600 w 1371600"/>
                <a:gd name="connsiteY1" fmla="*/ 0 h 176004"/>
                <a:gd name="connsiteX2" fmla="*/ 1371600 w 1371600"/>
                <a:gd name="connsiteY2" fmla="*/ 176004 h 176004"/>
                <a:gd name="connsiteX3" fmla="*/ 0 w 1371600"/>
                <a:gd name="connsiteY3" fmla="*/ 176004 h 176004"/>
                <a:gd name="connsiteX4" fmla="*/ 0 w 1371600"/>
                <a:gd name="connsiteY4" fmla="*/ 0 h 176004"/>
                <a:gd name="connsiteX0" fmla="*/ 0 w 1371600"/>
                <a:gd name="connsiteY0" fmla="*/ 0 h 176004"/>
                <a:gd name="connsiteX1" fmla="*/ 1323975 w 1371600"/>
                <a:gd name="connsiteY1" fmla="*/ 0 h 176004"/>
                <a:gd name="connsiteX2" fmla="*/ 1371600 w 1371600"/>
                <a:gd name="connsiteY2" fmla="*/ 176004 h 176004"/>
                <a:gd name="connsiteX3" fmla="*/ 0 w 1371600"/>
                <a:gd name="connsiteY3" fmla="*/ 176004 h 176004"/>
                <a:gd name="connsiteX4" fmla="*/ 0 w 1371600"/>
                <a:gd name="connsiteY4" fmla="*/ 0 h 176004"/>
                <a:gd name="connsiteX0" fmla="*/ 0 w 1371600"/>
                <a:gd name="connsiteY0" fmla="*/ 0 h 176004"/>
                <a:gd name="connsiteX1" fmla="*/ 1323975 w 1371600"/>
                <a:gd name="connsiteY1" fmla="*/ 0 h 176004"/>
                <a:gd name="connsiteX2" fmla="*/ 1371600 w 1371600"/>
                <a:gd name="connsiteY2" fmla="*/ 176004 h 176004"/>
                <a:gd name="connsiteX3" fmla="*/ 0 w 1371600"/>
                <a:gd name="connsiteY3" fmla="*/ 176004 h 176004"/>
                <a:gd name="connsiteX4" fmla="*/ 0 w 1371600"/>
                <a:gd name="connsiteY4" fmla="*/ 0 h 176004"/>
                <a:gd name="connsiteX0" fmla="*/ 0 w 1371600"/>
                <a:gd name="connsiteY0" fmla="*/ 0 h 176004"/>
                <a:gd name="connsiteX1" fmla="*/ 1300163 w 1371600"/>
                <a:gd name="connsiteY1" fmla="*/ 0 h 176004"/>
                <a:gd name="connsiteX2" fmla="*/ 1371600 w 1371600"/>
                <a:gd name="connsiteY2" fmla="*/ 176004 h 176004"/>
                <a:gd name="connsiteX3" fmla="*/ 0 w 1371600"/>
                <a:gd name="connsiteY3" fmla="*/ 176004 h 176004"/>
                <a:gd name="connsiteX4" fmla="*/ 0 w 1371600"/>
                <a:gd name="connsiteY4" fmla="*/ 0 h 176004"/>
                <a:gd name="connsiteX0" fmla="*/ 0 w 1371600"/>
                <a:gd name="connsiteY0" fmla="*/ 0 h 176004"/>
                <a:gd name="connsiteX1" fmla="*/ 1300163 w 1371600"/>
                <a:gd name="connsiteY1" fmla="*/ 0 h 176004"/>
                <a:gd name="connsiteX2" fmla="*/ 1371600 w 1371600"/>
                <a:gd name="connsiteY2" fmla="*/ 176004 h 176004"/>
                <a:gd name="connsiteX3" fmla="*/ 0 w 1371600"/>
                <a:gd name="connsiteY3" fmla="*/ 176004 h 176004"/>
                <a:gd name="connsiteX4" fmla="*/ 0 w 1371600"/>
                <a:gd name="connsiteY4" fmla="*/ 0 h 176004"/>
                <a:gd name="connsiteX0" fmla="*/ 71437 w 1371600"/>
                <a:gd name="connsiteY0" fmla="*/ 0 h 190292"/>
                <a:gd name="connsiteX1" fmla="*/ 1300163 w 1371600"/>
                <a:gd name="connsiteY1" fmla="*/ 14288 h 190292"/>
                <a:gd name="connsiteX2" fmla="*/ 1371600 w 1371600"/>
                <a:gd name="connsiteY2" fmla="*/ 190292 h 190292"/>
                <a:gd name="connsiteX3" fmla="*/ 0 w 1371600"/>
                <a:gd name="connsiteY3" fmla="*/ 190292 h 190292"/>
                <a:gd name="connsiteX4" fmla="*/ 71437 w 1371600"/>
                <a:gd name="connsiteY4" fmla="*/ 0 h 190292"/>
                <a:gd name="connsiteX0" fmla="*/ 76200 w 1376363"/>
                <a:gd name="connsiteY0" fmla="*/ 0 h 190292"/>
                <a:gd name="connsiteX1" fmla="*/ 1304926 w 1376363"/>
                <a:gd name="connsiteY1" fmla="*/ 14288 h 190292"/>
                <a:gd name="connsiteX2" fmla="*/ 1376363 w 1376363"/>
                <a:gd name="connsiteY2" fmla="*/ 190292 h 190292"/>
                <a:gd name="connsiteX3" fmla="*/ 0 w 1376363"/>
                <a:gd name="connsiteY3" fmla="*/ 118854 h 190292"/>
                <a:gd name="connsiteX4" fmla="*/ 76200 w 1376363"/>
                <a:gd name="connsiteY4" fmla="*/ 0 h 190292"/>
                <a:gd name="connsiteX0" fmla="*/ 76200 w 1376363"/>
                <a:gd name="connsiteY0" fmla="*/ 0 h 190292"/>
                <a:gd name="connsiteX1" fmla="*/ 1304926 w 1376363"/>
                <a:gd name="connsiteY1" fmla="*/ 14288 h 190292"/>
                <a:gd name="connsiteX2" fmla="*/ 1376363 w 1376363"/>
                <a:gd name="connsiteY2" fmla="*/ 190292 h 190292"/>
                <a:gd name="connsiteX3" fmla="*/ 0 w 1376363"/>
                <a:gd name="connsiteY3" fmla="*/ 118854 h 190292"/>
                <a:gd name="connsiteX4" fmla="*/ 76200 w 1376363"/>
                <a:gd name="connsiteY4" fmla="*/ 0 h 190292"/>
                <a:gd name="connsiteX0" fmla="*/ 76203 w 1376366"/>
                <a:gd name="connsiteY0" fmla="*/ 0 h 190292"/>
                <a:gd name="connsiteX1" fmla="*/ 1304929 w 1376366"/>
                <a:gd name="connsiteY1" fmla="*/ 14288 h 190292"/>
                <a:gd name="connsiteX2" fmla="*/ 1376366 w 1376366"/>
                <a:gd name="connsiteY2" fmla="*/ 190292 h 190292"/>
                <a:gd name="connsiteX3" fmla="*/ 0 w 1376366"/>
                <a:gd name="connsiteY3" fmla="*/ 133144 h 190292"/>
                <a:gd name="connsiteX4" fmla="*/ 76203 w 1376366"/>
                <a:gd name="connsiteY4" fmla="*/ 0 h 190292"/>
                <a:gd name="connsiteX0" fmla="*/ 76203 w 1376366"/>
                <a:gd name="connsiteY0" fmla="*/ 0 h 190292"/>
                <a:gd name="connsiteX1" fmla="*/ 1304929 w 1376366"/>
                <a:gd name="connsiteY1" fmla="*/ 14288 h 190292"/>
                <a:gd name="connsiteX2" fmla="*/ 1376366 w 1376366"/>
                <a:gd name="connsiteY2" fmla="*/ 190292 h 190292"/>
                <a:gd name="connsiteX3" fmla="*/ 0 w 1376366"/>
                <a:gd name="connsiteY3" fmla="*/ 133144 h 190292"/>
                <a:gd name="connsiteX4" fmla="*/ 76203 w 1376366"/>
                <a:gd name="connsiteY4" fmla="*/ 0 h 190292"/>
                <a:gd name="connsiteX0" fmla="*/ 76203 w 1376366"/>
                <a:gd name="connsiteY0" fmla="*/ 0 h 190292"/>
                <a:gd name="connsiteX1" fmla="*/ 1304929 w 1376366"/>
                <a:gd name="connsiteY1" fmla="*/ 14288 h 190292"/>
                <a:gd name="connsiteX2" fmla="*/ 1376366 w 1376366"/>
                <a:gd name="connsiteY2" fmla="*/ 190292 h 190292"/>
                <a:gd name="connsiteX3" fmla="*/ 0 w 1376366"/>
                <a:gd name="connsiteY3" fmla="*/ 133144 h 190292"/>
                <a:gd name="connsiteX4" fmla="*/ 76203 w 1376366"/>
                <a:gd name="connsiteY4" fmla="*/ 0 h 190292"/>
                <a:gd name="connsiteX0" fmla="*/ 76203 w 1408178"/>
                <a:gd name="connsiteY0" fmla="*/ 0 h 199837"/>
                <a:gd name="connsiteX1" fmla="*/ 1304929 w 1408178"/>
                <a:gd name="connsiteY1" fmla="*/ 14288 h 199837"/>
                <a:gd name="connsiteX2" fmla="*/ 1376366 w 1408178"/>
                <a:gd name="connsiteY2" fmla="*/ 190292 h 199837"/>
                <a:gd name="connsiteX3" fmla="*/ 1271592 w 1408178"/>
                <a:gd name="connsiteY3" fmla="*/ 165928 h 199837"/>
                <a:gd name="connsiteX4" fmla="*/ 0 w 1408178"/>
                <a:gd name="connsiteY4" fmla="*/ 133144 h 199837"/>
                <a:gd name="connsiteX5" fmla="*/ 76203 w 1408178"/>
                <a:gd name="connsiteY5" fmla="*/ 0 h 199837"/>
                <a:gd name="connsiteX0" fmla="*/ 76203 w 1445057"/>
                <a:gd name="connsiteY0" fmla="*/ 0 h 165928"/>
                <a:gd name="connsiteX1" fmla="*/ 1304929 w 1445057"/>
                <a:gd name="connsiteY1" fmla="*/ 14288 h 165928"/>
                <a:gd name="connsiteX2" fmla="*/ 1271592 w 1445057"/>
                <a:gd name="connsiteY2" fmla="*/ 165928 h 165928"/>
                <a:gd name="connsiteX3" fmla="*/ 0 w 1445057"/>
                <a:gd name="connsiteY3" fmla="*/ 133144 h 165928"/>
                <a:gd name="connsiteX4" fmla="*/ 76203 w 1445057"/>
                <a:gd name="connsiteY4" fmla="*/ 0 h 165928"/>
                <a:gd name="connsiteX0" fmla="*/ 76203 w 1389964"/>
                <a:gd name="connsiteY0" fmla="*/ 0 h 170366"/>
                <a:gd name="connsiteX1" fmla="*/ 1304929 w 1389964"/>
                <a:gd name="connsiteY1" fmla="*/ 14288 h 170366"/>
                <a:gd name="connsiteX2" fmla="*/ 1271592 w 1389964"/>
                <a:gd name="connsiteY2" fmla="*/ 165928 h 170366"/>
                <a:gd name="connsiteX3" fmla="*/ 0 w 1389964"/>
                <a:gd name="connsiteY3" fmla="*/ 133144 h 170366"/>
                <a:gd name="connsiteX4" fmla="*/ 76203 w 1389964"/>
                <a:gd name="connsiteY4" fmla="*/ 0 h 170366"/>
                <a:gd name="connsiteX0" fmla="*/ 76203 w 1414958"/>
                <a:gd name="connsiteY0" fmla="*/ 0 h 165727"/>
                <a:gd name="connsiteX1" fmla="*/ 1304929 w 1414958"/>
                <a:gd name="connsiteY1" fmla="*/ 14288 h 165727"/>
                <a:gd name="connsiteX2" fmla="*/ 1354158 w 1414958"/>
                <a:gd name="connsiteY2" fmla="*/ 161169 h 165727"/>
                <a:gd name="connsiteX3" fmla="*/ 0 w 1414958"/>
                <a:gd name="connsiteY3" fmla="*/ 133144 h 165727"/>
                <a:gd name="connsiteX4" fmla="*/ 76203 w 1414958"/>
                <a:gd name="connsiteY4" fmla="*/ 0 h 165727"/>
                <a:gd name="connsiteX0" fmla="*/ 76203 w 1389953"/>
                <a:gd name="connsiteY0" fmla="*/ 0 h 165849"/>
                <a:gd name="connsiteX1" fmla="*/ 1304929 w 1389953"/>
                <a:gd name="connsiteY1" fmla="*/ 14288 h 165849"/>
                <a:gd name="connsiteX2" fmla="*/ 1354158 w 1389953"/>
                <a:gd name="connsiteY2" fmla="*/ 161169 h 165849"/>
                <a:gd name="connsiteX3" fmla="*/ 0 w 1389953"/>
                <a:gd name="connsiteY3" fmla="*/ 133144 h 165849"/>
                <a:gd name="connsiteX4" fmla="*/ 76203 w 1389953"/>
                <a:gd name="connsiteY4" fmla="*/ 0 h 165849"/>
                <a:gd name="connsiteX0" fmla="*/ 76203 w 1390963"/>
                <a:gd name="connsiteY0" fmla="*/ 0 h 157765"/>
                <a:gd name="connsiteX1" fmla="*/ 1304929 w 1390963"/>
                <a:gd name="connsiteY1" fmla="*/ 14288 h 157765"/>
                <a:gd name="connsiteX2" fmla="*/ 1356331 w 1390963"/>
                <a:gd name="connsiteY2" fmla="*/ 152846 h 157765"/>
                <a:gd name="connsiteX3" fmla="*/ 0 w 1390963"/>
                <a:gd name="connsiteY3" fmla="*/ 133144 h 157765"/>
                <a:gd name="connsiteX4" fmla="*/ 76203 w 1390963"/>
                <a:gd name="connsiteY4" fmla="*/ 0 h 157765"/>
                <a:gd name="connsiteX0" fmla="*/ 76203 w 1397388"/>
                <a:gd name="connsiteY0" fmla="*/ 0 h 152858"/>
                <a:gd name="connsiteX1" fmla="*/ 1304929 w 1397388"/>
                <a:gd name="connsiteY1" fmla="*/ 14288 h 152858"/>
                <a:gd name="connsiteX2" fmla="*/ 1356331 w 1397388"/>
                <a:gd name="connsiteY2" fmla="*/ 152846 h 152858"/>
                <a:gd name="connsiteX3" fmla="*/ 0 w 1397388"/>
                <a:gd name="connsiteY3" fmla="*/ 133144 h 152858"/>
                <a:gd name="connsiteX4" fmla="*/ 76203 w 1397388"/>
                <a:gd name="connsiteY4" fmla="*/ 0 h 15285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397388" h="152858">
                  <a:moveTo>
                    <a:pt x="76203" y="0"/>
                  </a:moveTo>
                  <a:lnTo>
                    <a:pt x="1304929" y="14288"/>
                  </a:lnTo>
                  <a:cubicBezTo>
                    <a:pt x="1443323" y="46706"/>
                    <a:pt x="1395937" y="154208"/>
                    <a:pt x="1356331" y="152846"/>
                  </a:cubicBezTo>
                  <a:cubicBezTo>
                    <a:pt x="1126937" y="143321"/>
                    <a:pt x="199231" y="163974"/>
                    <a:pt x="0" y="133144"/>
                  </a:cubicBezTo>
                  <a:lnTo>
                    <a:pt x="76203" y="0"/>
                  </a:lnTo>
                  <a:close/>
                </a:path>
              </a:pathLst>
            </a:custGeom>
            <a:grp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1625640"/>
              <a:endParaRPr lang="en-US" sz="3202" dirty="0">
                <a:solidFill>
                  <a:prstClr val="white"/>
                </a:solidFill>
                <a:latin typeface="Calibri" panose="020F0502020204030204"/>
              </a:endParaRPr>
            </a:p>
          </p:txBody>
        </p:sp>
        <p:sp>
          <p:nvSpPr>
            <p:cNvPr id="4" name="Rectangle 3">
              <a:extLst>
                <a:ext uri="{FF2B5EF4-FFF2-40B4-BE49-F238E27FC236}">
                  <a16:creationId xmlns:a16="http://schemas.microsoft.com/office/drawing/2014/main" id="{BF6FBC72-7A20-4D2B-A538-325C7AE26CE0}"/>
                </a:ext>
              </a:extLst>
            </p:cNvPr>
            <p:cNvSpPr/>
            <p:nvPr/>
          </p:nvSpPr>
          <p:spPr>
            <a:xfrm>
              <a:off x="6898534" y="5348584"/>
              <a:ext cx="140494" cy="756998"/>
            </a:xfrm>
            <a:prstGeom prst="rect">
              <a:avLst/>
            </a:prstGeom>
            <a:grp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1625640"/>
              <a:endParaRPr lang="en-US" sz="3202">
                <a:solidFill>
                  <a:prstClr val="white"/>
                </a:solidFill>
                <a:latin typeface="Calibri" panose="020F0502020204030204"/>
              </a:endParaRPr>
            </a:p>
          </p:txBody>
        </p:sp>
        <p:sp>
          <p:nvSpPr>
            <p:cNvPr id="5" name="Rectangle 6">
              <a:extLst>
                <a:ext uri="{FF2B5EF4-FFF2-40B4-BE49-F238E27FC236}">
                  <a16:creationId xmlns:a16="http://schemas.microsoft.com/office/drawing/2014/main" id="{546EA8F7-5824-4558-84AB-A7DB5449DBE9}"/>
                </a:ext>
              </a:extLst>
            </p:cNvPr>
            <p:cNvSpPr/>
            <p:nvPr/>
          </p:nvSpPr>
          <p:spPr>
            <a:xfrm>
              <a:off x="6846095" y="5000832"/>
              <a:ext cx="140494" cy="621298"/>
            </a:xfrm>
            <a:custGeom>
              <a:avLst/>
              <a:gdLst>
                <a:gd name="connsiteX0" fmla="*/ 0 w 183356"/>
                <a:gd name="connsiteY0" fmla="*/ 0 h 176004"/>
                <a:gd name="connsiteX1" fmla="*/ 183356 w 183356"/>
                <a:gd name="connsiteY1" fmla="*/ 0 h 176004"/>
                <a:gd name="connsiteX2" fmla="*/ 183356 w 183356"/>
                <a:gd name="connsiteY2" fmla="*/ 176004 h 176004"/>
                <a:gd name="connsiteX3" fmla="*/ 0 w 183356"/>
                <a:gd name="connsiteY3" fmla="*/ 176004 h 176004"/>
                <a:gd name="connsiteX4" fmla="*/ 0 w 183356"/>
                <a:gd name="connsiteY4" fmla="*/ 0 h 176004"/>
                <a:gd name="connsiteX0" fmla="*/ 33337 w 183356"/>
                <a:gd name="connsiteY0" fmla="*/ 0 h 614154"/>
                <a:gd name="connsiteX1" fmla="*/ 183356 w 183356"/>
                <a:gd name="connsiteY1" fmla="*/ 438150 h 614154"/>
                <a:gd name="connsiteX2" fmla="*/ 183356 w 183356"/>
                <a:gd name="connsiteY2" fmla="*/ 614154 h 614154"/>
                <a:gd name="connsiteX3" fmla="*/ 0 w 183356"/>
                <a:gd name="connsiteY3" fmla="*/ 614154 h 614154"/>
                <a:gd name="connsiteX4" fmla="*/ 33337 w 183356"/>
                <a:gd name="connsiteY4" fmla="*/ 0 h 614154"/>
                <a:gd name="connsiteX0" fmla="*/ 0 w 150019"/>
                <a:gd name="connsiteY0" fmla="*/ 0 h 614154"/>
                <a:gd name="connsiteX1" fmla="*/ 150019 w 150019"/>
                <a:gd name="connsiteY1" fmla="*/ 438150 h 614154"/>
                <a:gd name="connsiteX2" fmla="*/ 150019 w 150019"/>
                <a:gd name="connsiteY2" fmla="*/ 614154 h 614154"/>
                <a:gd name="connsiteX3" fmla="*/ 35719 w 150019"/>
                <a:gd name="connsiteY3" fmla="*/ 297448 h 614154"/>
                <a:gd name="connsiteX4" fmla="*/ 0 w 150019"/>
                <a:gd name="connsiteY4" fmla="*/ 0 h 614154"/>
                <a:gd name="connsiteX0" fmla="*/ 0 w 140494"/>
                <a:gd name="connsiteY0" fmla="*/ 0 h 618917"/>
                <a:gd name="connsiteX1" fmla="*/ 140494 w 140494"/>
                <a:gd name="connsiteY1" fmla="*/ 442913 h 618917"/>
                <a:gd name="connsiteX2" fmla="*/ 140494 w 140494"/>
                <a:gd name="connsiteY2" fmla="*/ 618917 h 618917"/>
                <a:gd name="connsiteX3" fmla="*/ 26194 w 140494"/>
                <a:gd name="connsiteY3" fmla="*/ 302211 h 618917"/>
                <a:gd name="connsiteX4" fmla="*/ 0 w 140494"/>
                <a:gd name="connsiteY4" fmla="*/ 0 h 618917"/>
                <a:gd name="connsiteX0" fmla="*/ 0 w 140494"/>
                <a:gd name="connsiteY0" fmla="*/ 0 h 621298"/>
                <a:gd name="connsiteX1" fmla="*/ 140494 w 140494"/>
                <a:gd name="connsiteY1" fmla="*/ 445294 h 621298"/>
                <a:gd name="connsiteX2" fmla="*/ 140494 w 140494"/>
                <a:gd name="connsiteY2" fmla="*/ 621298 h 621298"/>
                <a:gd name="connsiteX3" fmla="*/ 26194 w 140494"/>
                <a:gd name="connsiteY3" fmla="*/ 304592 h 621298"/>
                <a:gd name="connsiteX4" fmla="*/ 0 w 140494"/>
                <a:gd name="connsiteY4" fmla="*/ 0 h 6212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494" h="621298">
                  <a:moveTo>
                    <a:pt x="0" y="0"/>
                  </a:moveTo>
                  <a:lnTo>
                    <a:pt x="140494" y="445294"/>
                  </a:lnTo>
                  <a:lnTo>
                    <a:pt x="140494" y="621298"/>
                  </a:lnTo>
                  <a:lnTo>
                    <a:pt x="26194" y="304592"/>
                  </a:lnTo>
                  <a:lnTo>
                    <a:pt x="0" y="0"/>
                  </a:lnTo>
                  <a:close/>
                </a:path>
              </a:pathLst>
            </a:custGeom>
            <a:grp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1625640"/>
              <a:endParaRPr lang="en-US" sz="3202">
                <a:solidFill>
                  <a:prstClr val="white"/>
                </a:solidFill>
                <a:latin typeface="Calibri" panose="020F0502020204030204"/>
              </a:endParaRPr>
            </a:p>
          </p:txBody>
        </p:sp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id="{2788AAB0-CE60-4583-8E47-5766F4BDA1FE}"/>
                </a:ext>
              </a:extLst>
            </p:cNvPr>
            <p:cNvSpPr/>
            <p:nvPr/>
          </p:nvSpPr>
          <p:spPr>
            <a:xfrm>
              <a:off x="6986588" y="5622130"/>
              <a:ext cx="140494" cy="1056803"/>
            </a:xfrm>
            <a:prstGeom prst="rect">
              <a:avLst/>
            </a:prstGeom>
            <a:grp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1625640"/>
              <a:endParaRPr lang="en-US" sz="3202">
                <a:solidFill>
                  <a:prstClr val="white"/>
                </a:solidFill>
                <a:latin typeface="Calibri" panose="020F0502020204030204"/>
              </a:endParaRPr>
            </a:p>
          </p:txBody>
        </p:sp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3A4DE481-4F39-47A0-9DE3-2A757DA3D0A9}"/>
                </a:ext>
              </a:extLst>
            </p:cNvPr>
            <p:cNvSpPr/>
            <p:nvPr/>
          </p:nvSpPr>
          <p:spPr>
            <a:xfrm>
              <a:off x="7614047" y="5427702"/>
              <a:ext cx="140494" cy="677880"/>
            </a:xfrm>
            <a:prstGeom prst="rect">
              <a:avLst/>
            </a:prstGeom>
            <a:grp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1625640"/>
              <a:endParaRPr lang="en-US" sz="3202" dirty="0">
                <a:solidFill>
                  <a:prstClr val="white"/>
                </a:solidFill>
                <a:latin typeface="Calibri" panose="020F0502020204030204"/>
              </a:endParaRPr>
            </a:p>
          </p:txBody>
        </p:sp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09FEFF21-65B2-4337-98D1-6F62A999D29F}"/>
                </a:ext>
              </a:extLst>
            </p:cNvPr>
            <p:cNvSpPr/>
            <p:nvPr/>
          </p:nvSpPr>
          <p:spPr>
            <a:xfrm rot="1636952" flipH="1">
              <a:off x="7577535" y="3886551"/>
              <a:ext cx="608441" cy="441896"/>
            </a:xfrm>
            <a:custGeom>
              <a:avLst/>
              <a:gdLst>
                <a:gd name="connsiteX0" fmla="*/ 0 w 1371600"/>
                <a:gd name="connsiteY0" fmla="*/ 0 h 176004"/>
                <a:gd name="connsiteX1" fmla="*/ 1371600 w 1371600"/>
                <a:gd name="connsiteY1" fmla="*/ 0 h 176004"/>
                <a:gd name="connsiteX2" fmla="*/ 1371600 w 1371600"/>
                <a:gd name="connsiteY2" fmla="*/ 176004 h 176004"/>
                <a:gd name="connsiteX3" fmla="*/ 0 w 1371600"/>
                <a:gd name="connsiteY3" fmla="*/ 176004 h 176004"/>
                <a:gd name="connsiteX4" fmla="*/ 0 w 1371600"/>
                <a:gd name="connsiteY4" fmla="*/ 0 h 176004"/>
                <a:gd name="connsiteX0" fmla="*/ 0 w 1371600"/>
                <a:gd name="connsiteY0" fmla="*/ 0 h 176004"/>
                <a:gd name="connsiteX1" fmla="*/ 1371600 w 1371600"/>
                <a:gd name="connsiteY1" fmla="*/ 0 h 176004"/>
                <a:gd name="connsiteX2" fmla="*/ 1371600 w 1371600"/>
                <a:gd name="connsiteY2" fmla="*/ 176004 h 176004"/>
                <a:gd name="connsiteX3" fmla="*/ 0 w 1371600"/>
                <a:gd name="connsiteY3" fmla="*/ 176004 h 176004"/>
                <a:gd name="connsiteX4" fmla="*/ 0 w 1371600"/>
                <a:gd name="connsiteY4" fmla="*/ 0 h 176004"/>
                <a:gd name="connsiteX0" fmla="*/ 0 w 1371600"/>
                <a:gd name="connsiteY0" fmla="*/ 0 h 176004"/>
                <a:gd name="connsiteX1" fmla="*/ 1371600 w 1371600"/>
                <a:gd name="connsiteY1" fmla="*/ 0 h 176004"/>
                <a:gd name="connsiteX2" fmla="*/ 1371600 w 1371600"/>
                <a:gd name="connsiteY2" fmla="*/ 176004 h 176004"/>
                <a:gd name="connsiteX3" fmla="*/ 0 w 1371600"/>
                <a:gd name="connsiteY3" fmla="*/ 176004 h 176004"/>
                <a:gd name="connsiteX4" fmla="*/ 0 w 1371600"/>
                <a:gd name="connsiteY4" fmla="*/ 0 h 176004"/>
                <a:gd name="connsiteX0" fmla="*/ 0 w 1371600"/>
                <a:gd name="connsiteY0" fmla="*/ 0 h 176004"/>
                <a:gd name="connsiteX1" fmla="*/ 1323975 w 1371600"/>
                <a:gd name="connsiteY1" fmla="*/ 0 h 176004"/>
                <a:gd name="connsiteX2" fmla="*/ 1371600 w 1371600"/>
                <a:gd name="connsiteY2" fmla="*/ 176004 h 176004"/>
                <a:gd name="connsiteX3" fmla="*/ 0 w 1371600"/>
                <a:gd name="connsiteY3" fmla="*/ 176004 h 176004"/>
                <a:gd name="connsiteX4" fmla="*/ 0 w 1371600"/>
                <a:gd name="connsiteY4" fmla="*/ 0 h 176004"/>
                <a:gd name="connsiteX0" fmla="*/ 0 w 1371600"/>
                <a:gd name="connsiteY0" fmla="*/ 0 h 176004"/>
                <a:gd name="connsiteX1" fmla="*/ 1323975 w 1371600"/>
                <a:gd name="connsiteY1" fmla="*/ 0 h 176004"/>
                <a:gd name="connsiteX2" fmla="*/ 1371600 w 1371600"/>
                <a:gd name="connsiteY2" fmla="*/ 176004 h 176004"/>
                <a:gd name="connsiteX3" fmla="*/ 0 w 1371600"/>
                <a:gd name="connsiteY3" fmla="*/ 176004 h 176004"/>
                <a:gd name="connsiteX4" fmla="*/ 0 w 1371600"/>
                <a:gd name="connsiteY4" fmla="*/ 0 h 176004"/>
                <a:gd name="connsiteX0" fmla="*/ 0 w 1371600"/>
                <a:gd name="connsiteY0" fmla="*/ 0 h 176004"/>
                <a:gd name="connsiteX1" fmla="*/ 1300163 w 1371600"/>
                <a:gd name="connsiteY1" fmla="*/ 0 h 176004"/>
                <a:gd name="connsiteX2" fmla="*/ 1371600 w 1371600"/>
                <a:gd name="connsiteY2" fmla="*/ 176004 h 176004"/>
                <a:gd name="connsiteX3" fmla="*/ 0 w 1371600"/>
                <a:gd name="connsiteY3" fmla="*/ 176004 h 176004"/>
                <a:gd name="connsiteX4" fmla="*/ 0 w 1371600"/>
                <a:gd name="connsiteY4" fmla="*/ 0 h 176004"/>
                <a:gd name="connsiteX0" fmla="*/ 0 w 1371600"/>
                <a:gd name="connsiteY0" fmla="*/ 0 h 176004"/>
                <a:gd name="connsiteX1" fmla="*/ 1300163 w 1371600"/>
                <a:gd name="connsiteY1" fmla="*/ 0 h 176004"/>
                <a:gd name="connsiteX2" fmla="*/ 1371600 w 1371600"/>
                <a:gd name="connsiteY2" fmla="*/ 176004 h 176004"/>
                <a:gd name="connsiteX3" fmla="*/ 0 w 1371600"/>
                <a:gd name="connsiteY3" fmla="*/ 176004 h 176004"/>
                <a:gd name="connsiteX4" fmla="*/ 0 w 1371600"/>
                <a:gd name="connsiteY4" fmla="*/ 0 h 176004"/>
                <a:gd name="connsiteX0" fmla="*/ 71437 w 1371600"/>
                <a:gd name="connsiteY0" fmla="*/ 0 h 190292"/>
                <a:gd name="connsiteX1" fmla="*/ 1300163 w 1371600"/>
                <a:gd name="connsiteY1" fmla="*/ 14288 h 190292"/>
                <a:gd name="connsiteX2" fmla="*/ 1371600 w 1371600"/>
                <a:gd name="connsiteY2" fmla="*/ 190292 h 190292"/>
                <a:gd name="connsiteX3" fmla="*/ 0 w 1371600"/>
                <a:gd name="connsiteY3" fmla="*/ 190292 h 190292"/>
                <a:gd name="connsiteX4" fmla="*/ 71437 w 1371600"/>
                <a:gd name="connsiteY4" fmla="*/ 0 h 190292"/>
                <a:gd name="connsiteX0" fmla="*/ 76200 w 1376363"/>
                <a:gd name="connsiteY0" fmla="*/ 0 h 190292"/>
                <a:gd name="connsiteX1" fmla="*/ 1304926 w 1376363"/>
                <a:gd name="connsiteY1" fmla="*/ 14288 h 190292"/>
                <a:gd name="connsiteX2" fmla="*/ 1376363 w 1376363"/>
                <a:gd name="connsiteY2" fmla="*/ 190292 h 190292"/>
                <a:gd name="connsiteX3" fmla="*/ 0 w 1376363"/>
                <a:gd name="connsiteY3" fmla="*/ 118854 h 190292"/>
                <a:gd name="connsiteX4" fmla="*/ 76200 w 1376363"/>
                <a:gd name="connsiteY4" fmla="*/ 0 h 190292"/>
                <a:gd name="connsiteX0" fmla="*/ 76200 w 1376363"/>
                <a:gd name="connsiteY0" fmla="*/ 0 h 190292"/>
                <a:gd name="connsiteX1" fmla="*/ 1304926 w 1376363"/>
                <a:gd name="connsiteY1" fmla="*/ 14288 h 190292"/>
                <a:gd name="connsiteX2" fmla="*/ 1376363 w 1376363"/>
                <a:gd name="connsiteY2" fmla="*/ 190292 h 190292"/>
                <a:gd name="connsiteX3" fmla="*/ 0 w 1376363"/>
                <a:gd name="connsiteY3" fmla="*/ 118854 h 190292"/>
                <a:gd name="connsiteX4" fmla="*/ 76200 w 1376363"/>
                <a:gd name="connsiteY4" fmla="*/ 0 h 190292"/>
                <a:gd name="connsiteX0" fmla="*/ 76203 w 1376366"/>
                <a:gd name="connsiteY0" fmla="*/ 0 h 190292"/>
                <a:gd name="connsiteX1" fmla="*/ 1304929 w 1376366"/>
                <a:gd name="connsiteY1" fmla="*/ 14288 h 190292"/>
                <a:gd name="connsiteX2" fmla="*/ 1376366 w 1376366"/>
                <a:gd name="connsiteY2" fmla="*/ 190292 h 190292"/>
                <a:gd name="connsiteX3" fmla="*/ 0 w 1376366"/>
                <a:gd name="connsiteY3" fmla="*/ 133144 h 190292"/>
                <a:gd name="connsiteX4" fmla="*/ 76203 w 1376366"/>
                <a:gd name="connsiteY4" fmla="*/ 0 h 190292"/>
                <a:gd name="connsiteX0" fmla="*/ 76203 w 1376366"/>
                <a:gd name="connsiteY0" fmla="*/ 0 h 190292"/>
                <a:gd name="connsiteX1" fmla="*/ 1304929 w 1376366"/>
                <a:gd name="connsiteY1" fmla="*/ 14288 h 190292"/>
                <a:gd name="connsiteX2" fmla="*/ 1376366 w 1376366"/>
                <a:gd name="connsiteY2" fmla="*/ 190292 h 190292"/>
                <a:gd name="connsiteX3" fmla="*/ 0 w 1376366"/>
                <a:gd name="connsiteY3" fmla="*/ 133144 h 190292"/>
                <a:gd name="connsiteX4" fmla="*/ 76203 w 1376366"/>
                <a:gd name="connsiteY4" fmla="*/ 0 h 190292"/>
                <a:gd name="connsiteX0" fmla="*/ 76203 w 1376366"/>
                <a:gd name="connsiteY0" fmla="*/ 0 h 190292"/>
                <a:gd name="connsiteX1" fmla="*/ 1304929 w 1376366"/>
                <a:gd name="connsiteY1" fmla="*/ 14288 h 190292"/>
                <a:gd name="connsiteX2" fmla="*/ 1376366 w 1376366"/>
                <a:gd name="connsiteY2" fmla="*/ 190292 h 190292"/>
                <a:gd name="connsiteX3" fmla="*/ 0 w 1376366"/>
                <a:gd name="connsiteY3" fmla="*/ 133144 h 190292"/>
                <a:gd name="connsiteX4" fmla="*/ 76203 w 1376366"/>
                <a:gd name="connsiteY4" fmla="*/ 0 h 190292"/>
                <a:gd name="connsiteX0" fmla="*/ 76203 w 1408178"/>
                <a:gd name="connsiteY0" fmla="*/ 0 h 199837"/>
                <a:gd name="connsiteX1" fmla="*/ 1304929 w 1408178"/>
                <a:gd name="connsiteY1" fmla="*/ 14288 h 199837"/>
                <a:gd name="connsiteX2" fmla="*/ 1376366 w 1408178"/>
                <a:gd name="connsiteY2" fmla="*/ 190292 h 199837"/>
                <a:gd name="connsiteX3" fmla="*/ 1271592 w 1408178"/>
                <a:gd name="connsiteY3" fmla="*/ 165928 h 199837"/>
                <a:gd name="connsiteX4" fmla="*/ 0 w 1408178"/>
                <a:gd name="connsiteY4" fmla="*/ 133144 h 199837"/>
                <a:gd name="connsiteX5" fmla="*/ 76203 w 1408178"/>
                <a:gd name="connsiteY5" fmla="*/ 0 h 199837"/>
                <a:gd name="connsiteX0" fmla="*/ 76203 w 1445057"/>
                <a:gd name="connsiteY0" fmla="*/ 0 h 165928"/>
                <a:gd name="connsiteX1" fmla="*/ 1304929 w 1445057"/>
                <a:gd name="connsiteY1" fmla="*/ 14288 h 165928"/>
                <a:gd name="connsiteX2" fmla="*/ 1271592 w 1445057"/>
                <a:gd name="connsiteY2" fmla="*/ 165928 h 165928"/>
                <a:gd name="connsiteX3" fmla="*/ 0 w 1445057"/>
                <a:gd name="connsiteY3" fmla="*/ 133144 h 165928"/>
                <a:gd name="connsiteX4" fmla="*/ 76203 w 1445057"/>
                <a:gd name="connsiteY4" fmla="*/ 0 h 165928"/>
                <a:gd name="connsiteX0" fmla="*/ 76203 w 1389964"/>
                <a:gd name="connsiteY0" fmla="*/ 0 h 170366"/>
                <a:gd name="connsiteX1" fmla="*/ 1304929 w 1389964"/>
                <a:gd name="connsiteY1" fmla="*/ 14288 h 170366"/>
                <a:gd name="connsiteX2" fmla="*/ 1271592 w 1389964"/>
                <a:gd name="connsiteY2" fmla="*/ 165928 h 170366"/>
                <a:gd name="connsiteX3" fmla="*/ 0 w 1389964"/>
                <a:gd name="connsiteY3" fmla="*/ 133144 h 170366"/>
                <a:gd name="connsiteX4" fmla="*/ 76203 w 1389964"/>
                <a:gd name="connsiteY4" fmla="*/ 0 h 170366"/>
                <a:gd name="connsiteX0" fmla="*/ 76203 w 1414958"/>
                <a:gd name="connsiteY0" fmla="*/ 0 h 165727"/>
                <a:gd name="connsiteX1" fmla="*/ 1304929 w 1414958"/>
                <a:gd name="connsiteY1" fmla="*/ 14288 h 165727"/>
                <a:gd name="connsiteX2" fmla="*/ 1354158 w 1414958"/>
                <a:gd name="connsiteY2" fmla="*/ 161169 h 165727"/>
                <a:gd name="connsiteX3" fmla="*/ 0 w 1414958"/>
                <a:gd name="connsiteY3" fmla="*/ 133144 h 165727"/>
                <a:gd name="connsiteX4" fmla="*/ 76203 w 1414958"/>
                <a:gd name="connsiteY4" fmla="*/ 0 h 165727"/>
                <a:gd name="connsiteX0" fmla="*/ 76203 w 1389953"/>
                <a:gd name="connsiteY0" fmla="*/ 0 h 165849"/>
                <a:gd name="connsiteX1" fmla="*/ 1304929 w 1389953"/>
                <a:gd name="connsiteY1" fmla="*/ 14288 h 165849"/>
                <a:gd name="connsiteX2" fmla="*/ 1354158 w 1389953"/>
                <a:gd name="connsiteY2" fmla="*/ 161169 h 165849"/>
                <a:gd name="connsiteX3" fmla="*/ 0 w 1389953"/>
                <a:gd name="connsiteY3" fmla="*/ 133144 h 165849"/>
                <a:gd name="connsiteX4" fmla="*/ 76203 w 1389953"/>
                <a:gd name="connsiteY4" fmla="*/ 0 h 165849"/>
                <a:gd name="connsiteX0" fmla="*/ 76203 w 1416589"/>
                <a:gd name="connsiteY0" fmla="*/ 0 h 167890"/>
                <a:gd name="connsiteX1" fmla="*/ 1347944 w 1416589"/>
                <a:gd name="connsiteY1" fmla="*/ 66591 h 167890"/>
                <a:gd name="connsiteX2" fmla="*/ 1354158 w 1416589"/>
                <a:gd name="connsiteY2" fmla="*/ 161169 h 167890"/>
                <a:gd name="connsiteX3" fmla="*/ 0 w 1416589"/>
                <a:gd name="connsiteY3" fmla="*/ 133144 h 167890"/>
                <a:gd name="connsiteX4" fmla="*/ 76203 w 1416589"/>
                <a:gd name="connsiteY4" fmla="*/ 0 h 167890"/>
                <a:gd name="connsiteX0" fmla="*/ 76203 w 1416589"/>
                <a:gd name="connsiteY0" fmla="*/ 0 h 167890"/>
                <a:gd name="connsiteX1" fmla="*/ 1201637 w 1416589"/>
                <a:gd name="connsiteY1" fmla="*/ 39435 h 167890"/>
                <a:gd name="connsiteX2" fmla="*/ 1347944 w 1416589"/>
                <a:gd name="connsiteY2" fmla="*/ 66591 h 167890"/>
                <a:gd name="connsiteX3" fmla="*/ 1354158 w 1416589"/>
                <a:gd name="connsiteY3" fmla="*/ 161169 h 167890"/>
                <a:gd name="connsiteX4" fmla="*/ 0 w 1416589"/>
                <a:gd name="connsiteY4" fmla="*/ 133144 h 167890"/>
                <a:gd name="connsiteX5" fmla="*/ 76203 w 1416589"/>
                <a:gd name="connsiteY5" fmla="*/ 0 h 167890"/>
                <a:gd name="connsiteX0" fmla="*/ 76203 w 1416589"/>
                <a:gd name="connsiteY0" fmla="*/ 0 h 167890"/>
                <a:gd name="connsiteX1" fmla="*/ 1201637 w 1416589"/>
                <a:gd name="connsiteY1" fmla="*/ 39435 h 167890"/>
                <a:gd name="connsiteX2" fmla="*/ 1347944 w 1416589"/>
                <a:gd name="connsiteY2" fmla="*/ 66591 h 167890"/>
                <a:gd name="connsiteX3" fmla="*/ 1354158 w 1416589"/>
                <a:gd name="connsiteY3" fmla="*/ 161169 h 167890"/>
                <a:gd name="connsiteX4" fmla="*/ 0 w 1416589"/>
                <a:gd name="connsiteY4" fmla="*/ 133144 h 167890"/>
                <a:gd name="connsiteX5" fmla="*/ 76203 w 1416589"/>
                <a:gd name="connsiteY5" fmla="*/ 0 h 167890"/>
                <a:gd name="connsiteX0" fmla="*/ 76203 w 1416589"/>
                <a:gd name="connsiteY0" fmla="*/ 0 h 167890"/>
                <a:gd name="connsiteX1" fmla="*/ 1201637 w 1416589"/>
                <a:gd name="connsiteY1" fmla="*/ 39435 h 167890"/>
                <a:gd name="connsiteX2" fmla="*/ 1347944 w 1416589"/>
                <a:gd name="connsiteY2" fmla="*/ 66591 h 167890"/>
                <a:gd name="connsiteX3" fmla="*/ 1354158 w 1416589"/>
                <a:gd name="connsiteY3" fmla="*/ 161169 h 167890"/>
                <a:gd name="connsiteX4" fmla="*/ 0 w 1416589"/>
                <a:gd name="connsiteY4" fmla="*/ 133144 h 167890"/>
                <a:gd name="connsiteX5" fmla="*/ 76203 w 1416589"/>
                <a:gd name="connsiteY5" fmla="*/ 0 h 167890"/>
                <a:gd name="connsiteX0" fmla="*/ 554141 w 1416589"/>
                <a:gd name="connsiteY0" fmla="*/ 86708 h 128455"/>
                <a:gd name="connsiteX1" fmla="*/ 1201637 w 1416589"/>
                <a:gd name="connsiteY1" fmla="*/ 0 h 128455"/>
                <a:gd name="connsiteX2" fmla="*/ 1347944 w 1416589"/>
                <a:gd name="connsiteY2" fmla="*/ 27156 h 128455"/>
                <a:gd name="connsiteX3" fmla="*/ 1354158 w 1416589"/>
                <a:gd name="connsiteY3" fmla="*/ 121734 h 128455"/>
                <a:gd name="connsiteX4" fmla="*/ 0 w 1416589"/>
                <a:gd name="connsiteY4" fmla="*/ 93709 h 128455"/>
                <a:gd name="connsiteX5" fmla="*/ 554141 w 1416589"/>
                <a:gd name="connsiteY5" fmla="*/ 86708 h 128455"/>
                <a:gd name="connsiteX0" fmla="*/ 0 w 862448"/>
                <a:gd name="connsiteY0" fmla="*/ 86708 h 128455"/>
                <a:gd name="connsiteX1" fmla="*/ 647496 w 862448"/>
                <a:gd name="connsiteY1" fmla="*/ 0 h 128455"/>
                <a:gd name="connsiteX2" fmla="*/ 793803 w 862448"/>
                <a:gd name="connsiteY2" fmla="*/ 27156 h 128455"/>
                <a:gd name="connsiteX3" fmla="*/ 800017 w 862448"/>
                <a:gd name="connsiteY3" fmla="*/ 121734 h 128455"/>
                <a:gd name="connsiteX4" fmla="*/ 0 w 862448"/>
                <a:gd name="connsiteY4" fmla="*/ 86708 h 128455"/>
                <a:gd name="connsiteX0" fmla="*/ 0 w 749714"/>
                <a:gd name="connsiteY0" fmla="*/ 86501 h 128455"/>
                <a:gd name="connsiteX1" fmla="*/ 534762 w 749714"/>
                <a:gd name="connsiteY1" fmla="*/ 0 h 128455"/>
                <a:gd name="connsiteX2" fmla="*/ 681069 w 749714"/>
                <a:gd name="connsiteY2" fmla="*/ 27156 h 128455"/>
                <a:gd name="connsiteX3" fmla="*/ 687283 w 749714"/>
                <a:gd name="connsiteY3" fmla="*/ 121734 h 128455"/>
                <a:gd name="connsiteX4" fmla="*/ 0 w 749714"/>
                <a:gd name="connsiteY4" fmla="*/ 86501 h 128455"/>
                <a:gd name="connsiteX0" fmla="*/ 152521 w 214952"/>
                <a:gd name="connsiteY0" fmla="*/ 121734 h 128455"/>
                <a:gd name="connsiteX1" fmla="*/ 0 w 214952"/>
                <a:gd name="connsiteY1" fmla="*/ 0 h 128455"/>
                <a:gd name="connsiteX2" fmla="*/ 146307 w 214952"/>
                <a:gd name="connsiteY2" fmla="*/ 27156 h 128455"/>
                <a:gd name="connsiteX3" fmla="*/ 152521 w 214952"/>
                <a:gd name="connsiteY3" fmla="*/ 121734 h 128455"/>
                <a:gd name="connsiteX0" fmla="*/ 520876 w 583307"/>
                <a:gd name="connsiteY0" fmla="*/ 121734 h 128455"/>
                <a:gd name="connsiteX1" fmla="*/ 1216 w 583307"/>
                <a:gd name="connsiteY1" fmla="*/ 114482 h 128455"/>
                <a:gd name="connsiteX2" fmla="*/ 368355 w 583307"/>
                <a:gd name="connsiteY2" fmla="*/ 0 h 128455"/>
                <a:gd name="connsiteX3" fmla="*/ 514662 w 583307"/>
                <a:gd name="connsiteY3" fmla="*/ 27156 h 128455"/>
                <a:gd name="connsiteX4" fmla="*/ 520876 w 583307"/>
                <a:gd name="connsiteY4" fmla="*/ 121734 h 128455"/>
                <a:gd name="connsiteX0" fmla="*/ 521493 w 583924"/>
                <a:gd name="connsiteY0" fmla="*/ 123896 h 130617"/>
                <a:gd name="connsiteX1" fmla="*/ 1833 w 583924"/>
                <a:gd name="connsiteY1" fmla="*/ 116644 h 130617"/>
                <a:gd name="connsiteX2" fmla="*/ 234935 w 583924"/>
                <a:gd name="connsiteY2" fmla="*/ 0 h 130617"/>
                <a:gd name="connsiteX3" fmla="*/ 515279 w 583924"/>
                <a:gd name="connsiteY3" fmla="*/ 29318 h 130617"/>
                <a:gd name="connsiteX4" fmla="*/ 521493 w 583924"/>
                <a:gd name="connsiteY4" fmla="*/ 123896 h 130617"/>
                <a:gd name="connsiteX0" fmla="*/ 521493 w 583924"/>
                <a:gd name="connsiteY0" fmla="*/ 123896 h 130617"/>
                <a:gd name="connsiteX1" fmla="*/ 1833 w 583924"/>
                <a:gd name="connsiteY1" fmla="*/ 116644 h 130617"/>
                <a:gd name="connsiteX2" fmla="*/ 234935 w 583924"/>
                <a:gd name="connsiteY2" fmla="*/ 0 h 130617"/>
                <a:gd name="connsiteX3" fmla="*/ 515279 w 583924"/>
                <a:gd name="connsiteY3" fmla="*/ 29318 h 130617"/>
                <a:gd name="connsiteX4" fmla="*/ 521493 w 583924"/>
                <a:gd name="connsiteY4" fmla="*/ 123896 h 130617"/>
                <a:gd name="connsiteX0" fmla="*/ 519662 w 582093"/>
                <a:gd name="connsiteY0" fmla="*/ 94593 h 101314"/>
                <a:gd name="connsiteX1" fmla="*/ 2 w 582093"/>
                <a:gd name="connsiteY1" fmla="*/ 87341 h 101314"/>
                <a:gd name="connsiteX2" fmla="*/ 513448 w 582093"/>
                <a:gd name="connsiteY2" fmla="*/ 15 h 101314"/>
                <a:gd name="connsiteX3" fmla="*/ 519662 w 582093"/>
                <a:gd name="connsiteY3" fmla="*/ 94593 h 101314"/>
                <a:gd name="connsiteX0" fmla="*/ 528398 w 590829"/>
                <a:gd name="connsiteY0" fmla="*/ 118728 h 125449"/>
                <a:gd name="connsiteX1" fmla="*/ 8738 w 590829"/>
                <a:gd name="connsiteY1" fmla="*/ 111476 h 125449"/>
                <a:gd name="connsiteX2" fmla="*/ 224033 w 590829"/>
                <a:gd name="connsiteY2" fmla="*/ 4560 h 125449"/>
                <a:gd name="connsiteX3" fmla="*/ 522184 w 590829"/>
                <a:gd name="connsiteY3" fmla="*/ 24150 h 125449"/>
                <a:gd name="connsiteX4" fmla="*/ 528398 w 590829"/>
                <a:gd name="connsiteY4" fmla="*/ 118728 h 125449"/>
                <a:gd name="connsiteX0" fmla="*/ 477050 w 577683"/>
                <a:gd name="connsiteY0" fmla="*/ 83749 h 115313"/>
                <a:gd name="connsiteX1" fmla="*/ 8738 w 577683"/>
                <a:gd name="connsiteY1" fmla="*/ 111476 h 115313"/>
                <a:gd name="connsiteX2" fmla="*/ 224033 w 577683"/>
                <a:gd name="connsiteY2" fmla="*/ 4560 h 115313"/>
                <a:gd name="connsiteX3" fmla="*/ 522184 w 577683"/>
                <a:gd name="connsiteY3" fmla="*/ 24150 h 115313"/>
                <a:gd name="connsiteX4" fmla="*/ 477050 w 577683"/>
                <a:gd name="connsiteY4" fmla="*/ 83749 h 115313"/>
                <a:gd name="connsiteX0" fmla="*/ 477050 w 570150"/>
                <a:gd name="connsiteY0" fmla="*/ 83749 h 115313"/>
                <a:gd name="connsiteX1" fmla="*/ 8738 w 570150"/>
                <a:gd name="connsiteY1" fmla="*/ 111476 h 115313"/>
                <a:gd name="connsiteX2" fmla="*/ 224033 w 570150"/>
                <a:gd name="connsiteY2" fmla="*/ 4560 h 115313"/>
                <a:gd name="connsiteX3" fmla="*/ 522184 w 570150"/>
                <a:gd name="connsiteY3" fmla="*/ 24150 h 115313"/>
                <a:gd name="connsiteX4" fmla="*/ 477050 w 570150"/>
                <a:gd name="connsiteY4" fmla="*/ 83749 h 115313"/>
                <a:gd name="connsiteX0" fmla="*/ 477050 w 551642"/>
                <a:gd name="connsiteY0" fmla="*/ 83514 h 115078"/>
                <a:gd name="connsiteX1" fmla="*/ 8738 w 551642"/>
                <a:gd name="connsiteY1" fmla="*/ 111241 h 115078"/>
                <a:gd name="connsiteX2" fmla="*/ 224033 w 551642"/>
                <a:gd name="connsiteY2" fmla="*/ 4325 h 115078"/>
                <a:gd name="connsiteX3" fmla="*/ 522184 w 551642"/>
                <a:gd name="connsiteY3" fmla="*/ 23915 h 115078"/>
                <a:gd name="connsiteX4" fmla="*/ 529633 w 551642"/>
                <a:gd name="connsiteY4" fmla="*/ 50356 h 115078"/>
                <a:gd name="connsiteX5" fmla="*/ 477050 w 551642"/>
                <a:gd name="connsiteY5" fmla="*/ 83514 h 115078"/>
                <a:gd name="connsiteX0" fmla="*/ 477050 w 549228"/>
                <a:gd name="connsiteY0" fmla="*/ 83514 h 115078"/>
                <a:gd name="connsiteX1" fmla="*/ 8738 w 549228"/>
                <a:gd name="connsiteY1" fmla="*/ 111241 h 115078"/>
                <a:gd name="connsiteX2" fmla="*/ 224033 w 549228"/>
                <a:gd name="connsiteY2" fmla="*/ 4325 h 115078"/>
                <a:gd name="connsiteX3" fmla="*/ 522184 w 549228"/>
                <a:gd name="connsiteY3" fmla="*/ 23915 h 115078"/>
                <a:gd name="connsiteX4" fmla="*/ 521909 w 549228"/>
                <a:gd name="connsiteY4" fmla="*/ 48809 h 115078"/>
                <a:gd name="connsiteX5" fmla="*/ 477050 w 549228"/>
                <a:gd name="connsiteY5" fmla="*/ 83514 h 115078"/>
                <a:gd name="connsiteX0" fmla="*/ 461479 w 549228"/>
                <a:gd name="connsiteY0" fmla="*/ 84193 h 115131"/>
                <a:gd name="connsiteX1" fmla="*/ 8738 w 549228"/>
                <a:gd name="connsiteY1" fmla="*/ 111241 h 115131"/>
                <a:gd name="connsiteX2" fmla="*/ 224033 w 549228"/>
                <a:gd name="connsiteY2" fmla="*/ 4325 h 115131"/>
                <a:gd name="connsiteX3" fmla="*/ 522184 w 549228"/>
                <a:gd name="connsiteY3" fmla="*/ 23915 h 115131"/>
                <a:gd name="connsiteX4" fmla="*/ 521909 w 549228"/>
                <a:gd name="connsiteY4" fmla="*/ 48809 h 115131"/>
                <a:gd name="connsiteX5" fmla="*/ 461479 w 549228"/>
                <a:gd name="connsiteY5" fmla="*/ 84193 h 115131"/>
                <a:gd name="connsiteX0" fmla="*/ 461479 w 553006"/>
                <a:gd name="connsiteY0" fmla="*/ 84193 h 115131"/>
                <a:gd name="connsiteX1" fmla="*/ 8738 w 553006"/>
                <a:gd name="connsiteY1" fmla="*/ 111241 h 115131"/>
                <a:gd name="connsiteX2" fmla="*/ 224033 w 553006"/>
                <a:gd name="connsiteY2" fmla="*/ 4325 h 115131"/>
                <a:gd name="connsiteX3" fmla="*/ 522184 w 553006"/>
                <a:gd name="connsiteY3" fmla="*/ 23915 h 115131"/>
                <a:gd name="connsiteX4" fmla="*/ 533494 w 553006"/>
                <a:gd name="connsiteY4" fmla="*/ 51131 h 115131"/>
                <a:gd name="connsiteX5" fmla="*/ 461479 w 553006"/>
                <a:gd name="connsiteY5" fmla="*/ 84193 h 115131"/>
                <a:gd name="connsiteX0" fmla="*/ 461479 w 553006"/>
                <a:gd name="connsiteY0" fmla="*/ 84193 h 115131"/>
                <a:gd name="connsiteX1" fmla="*/ 8738 w 553006"/>
                <a:gd name="connsiteY1" fmla="*/ 111241 h 115131"/>
                <a:gd name="connsiteX2" fmla="*/ 224033 w 553006"/>
                <a:gd name="connsiteY2" fmla="*/ 4325 h 115131"/>
                <a:gd name="connsiteX3" fmla="*/ 522184 w 553006"/>
                <a:gd name="connsiteY3" fmla="*/ 23915 h 115131"/>
                <a:gd name="connsiteX4" fmla="*/ 533494 w 553006"/>
                <a:gd name="connsiteY4" fmla="*/ 51131 h 115131"/>
                <a:gd name="connsiteX5" fmla="*/ 461479 w 553006"/>
                <a:gd name="connsiteY5" fmla="*/ 84193 h 115131"/>
                <a:gd name="connsiteX0" fmla="*/ 461479 w 559037"/>
                <a:gd name="connsiteY0" fmla="*/ 84193 h 115131"/>
                <a:gd name="connsiteX1" fmla="*/ 8738 w 559037"/>
                <a:gd name="connsiteY1" fmla="*/ 111241 h 115131"/>
                <a:gd name="connsiteX2" fmla="*/ 224033 w 559037"/>
                <a:gd name="connsiteY2" fmla="*/ 4325 h 115131"/>
                <a:gd name="connsiteX3" fmla="*/ 522184 w 559037"/>
                <a:gd name="connsiteY3" fmla="*/ 23915 h 115131"/>
                <a:gd name="connsiteX4" fmla="*/ 533494 w 559037"/>
                <a:gd name="connsiteY4" fmla="*/ 51131 h 115131"/>
                <a:gd name="connsiteX5" fmla="*/ 461479 w 559037"/>
                <a:gd name="connsiteY5" fmla="*/ 84193 h 115131"/>
                <a:gd name="connsiteX0" fmla="*/ 461479 w 563340"/>
                <a:gd name="connsiteY0" fmla="*/ 84193 h 115131"/>
                <a:gd name="connsiteX1" fmla="*/ 8738 w 563340"/>
                <a:gd name="connsiteY1" fmla="*/ 111241 h 115131"/>
                <a:gd name="connsiteX2" fmla="*/ 224033 w 563340"/>
                <a:gd name="connsiteY2" fmla="*/ 4325 h 115131"/>
                <a:gd name="connsiteX3" fmla="*/ 522184 w 563340"/>
                <a:gd name="connsiteY3" fmla="*/ 23915 h 115131"/>
                <a:gd name="connsiteX4" fmla="*/ 542093 w 563340"/>
                <a:gd name="connsiteY4" fmla="*/ 55703 h 115131"/>
                <a:gd name="connsiteX5" fmla="*/ 461479 w 563340"/>
                <a:gd name="connsiteY5" fmla="*/ 84193 h 115131"/>
                <a:gd name="connsiteX0" fmla="*/ 461479 w 554261"/>
                <a:gd name="connsiteY0" fmla="*/ 84193 h 115131"/>
                <a:gd name="connsiteX1" fmla="*/ 8738 w 554261"/>
                <a:gd name="connsiteY1" fmla="*/ 111241 h 115131"/>
                <a:gd name="connsiteX2" fmla="*/ 224033 w 554261"/>
                <a:gd name="connsiteY2" fmla="*/ 4325 h 115131"/>
                <a:gd name="connsiteX3" fmla="*/ 522184 w 554261"/>
                <a:gd name="connsiteY3" fmla="*/ 23915 h 115131"/>
                <a:gd name="connsiteX4" fmla="*/ 542093 w 554261"/>
                <a:gd name="connsiteY4" fmla="*/ 55703 h 115131"/>
                <a:gd name="connsiteX5" fmla="*/ 461479 w 554261"/>
                <a:gd name="connsiteY5" fmla="*/ 84193 h 115131"/>
                <a:gd name="connsiteX0" fmla="*/ 461479 w 554261"/>
                <a:gd name="connsiteY0" fmla="*/ 84193 h 115131"/>
                <a:gd name="connsiteX1" fmla="*/ 8738 w 554261"/>
                <a:gd name="connsiteY1" fmla="*/ 111241 h 115131"/>
                <a:gd name="connsiteX2" fmla="*/ 224033 w 554261"/>
                <a:gd name="connsiteY2" fmla="*/ 4325 h 115131"/>
                <a:gd name="connsiteX3" fmla="*/ 522184 w 554261"/>
                <a:gd name="connsiteY3" fmla="*/ 23915 h 115131"/>
                <a:gd name="connsiteX4" fmla="*/ 542093 w 554261"/>
                <a:gd name="connsiteY4" fmla="*/ 55703 h 115131"/>
                <a:gd name="connsiteX5" fmla="*/ 461479 w 554261"/>
                <a:gd name="connsiteY5" fmla="*/ 84193 h 115131"/>
                <a:gd name="connsiteX0" fmla="*/ 461479 w 554587"/>
                <a:gd name="connsiteY0" fmla="*/ 84193 h 115131"/>
                <a:gd name="connsiteX1" fmla="*/ 8738 w 554587"/>
                <a:gd name="connsiteY1" fmla="*/ 111241 h 115131"/>
                <a:gd name="connsiteX2" fmla="*/ 224033 w 554587"/>
                <a:gd name="connsiteY2" fmla="*/ 4325 h 115131"/>
                <a:gd name="connsiteX3" fmla="*/ 522184 w 554587"/>
                <a:gd name="connsiteY3" fmla="*/ 23915 h 115131"/>
                <a:gd name="connsiteX4" fmla="*/ 542093 w 554587"/>
                <a:gd name="connsiteY4" fmla="*/ 55703 h 115131"/>
                <a:gd name="connsiteX5" fmla="*/ 493109 w 554587"/>
                <a:gd name="connsiteY5" fmla="*/ 98120 h 115131"/>
                <a:gd name="connsiteX6" fmla="*/ 461479 w 554587"/>
                <a:gd name="connsiteY6" fmla="*/ 84193 h 115131"/>
                <a:gd name="connsiteX0" fmla="*/ 440929 w 554587"/>
                <a:gd name="connsiteY0" fmla="*/ 88623 h 115521"/>
                <a:gd name="connsiteX1" fmla="*/ 8738 w 554587"/>
                <a:gd name="connsiteY1" fmla="*/ 111241 h 115521"/>
                <a:gd name="connsiteX2" fmla="*/ 224033 w 554587"/>
                <a:gd name="connsiteY2" fmla="*/ 4325 h 115521"/>
                <a:gd name="connsiteX3" fmla="*/ 522184 w 554587"/>
                <a:gd name="connsiteY3" fmla="*/ 23915 h 115521"/>
                <a:gd name="connsiteX4" fmla="*/ 542093 w 554587"/>
                <a:gd name="connsiteY4" fmla="*/ 55703 h 115521"/>
                <a:gd name="connsiteX5" fmla="*/ 493109 w 554587"/>
                <a:gd name="connsiteY5" fmla="*/ 98120 h 115521"/>
                <a:gd name="connsiteX6" fmla="*/ 440929 w 554587"/>
                <a:gd name="connsiteY6" fmla="*/ 88623 h 115521"/>
                <a:gd name="connsiteX0" fmla="*/ 440929 w 554587"/>
                <a:gd name="connsiteY0" fmla="*/ 88623 h 115521"/>
                <a:gd name="connsiteX1" fmla="*/ 8738 w 554587"/>
                <a:gd name="connsiteY1" fmla="*/ 111241 h 115521"/>
                <a:gd name="connsiteX2" fmla="*/ 224033 w 554587"/>
                <a:gd name="connsiteY2" fmla="*/ 4325 h 115521"/>
                <a:gd name="connsiteX3" fmla="*/ 522184 w 554587"/>
                <a:gd name="connsiteY3" fmla="*/ 23915 h 115521"/>
                <a:gd name="connsiteX4" fmla="*/ 542093 w 554587"/>
                <a:gd name="connsiteY4" fmla="*/ 55703 h 115521"/>
                <a:gd name="connsiteX5" fmla="*/ 493109 w 554587"/>
                <a:gd name="connsiteY5" fmla="*/ 98120 h 115521"/>
                <a:gd name="connsiteX6" fmla="*/ 440929 w 554587"/>
                <a:gd name="connsiteY6" fmla="*/ 88623 h 115521"/>
                <a:gd name="connsiteX0" fmla="*/ 440929 w 554587"/>
                <a:gd name="connsiteY0" fmla="*/ 88623 h 117137"/>
                <a:gd name="connsiteX1" fmla="*/ 8738 w 554587"/>
                <a:gd name="connsiteY1" fmla="*/ 111241 h 117137"/>
                <a:gd name="connsiteX2" fmla="*/ 224033 w 554587"/>
                <a:gd name="connsiteY2" fmla="*/ 4325 h 117137"/>
                <a:gd name="connsiteX3" fmla="*/ 522184 w 554587"/>
                <a:gd name="connsiteY3" fmla="*/ 23915 h 117137"/>
                <a:gd name="connsiteX4" fmla="*/ 542093 w 554587"/>
                <a:gd name="connsiteY4" fmla="*/ 55703 h 117137"/>
                <a:gd name="connsiteX5" fmla="*/ 493109 w 554587"/>
                <a:gd name="connsiteY5" fmla="*/ 98120 h 117137"/>
                <a:gd name="connsiteX6" fmla="*/ 440929 w 554587"/>
                <a:gd name="connsiteY6" fmla="*/ 88623 h 117137"/>
                <a:gd name="connsiteX0" fmla="*/ 440929 w 554587"/>
                <a:gd name="connsiteY0" fmla="*/ 88623 h 121672"/>
                <a:gd name="connsiteX1" fmla="*/ 169930 w 554587"/>
                <a:gd name="connsiteY1" fmla="*/ 115045 h 121672"/>
                <a:gd name="connsiteX2" fmla="*/ 8738 w 554587"/>
                <a:gd name="connsiteY2" fmla="*/ 111241 h 121672"/>
                <a:gd name="connsiteX3" fmla="*/ 224033 w 554587"/>
                <a:gd name="connsiteY3" fmla="*/ 4325 h 121672"/>
                <a:gd name="connsiteX4" fmla="*/ 522184 w 554587"/>
                <a:gd name="connsiteY4" fmla="*/ 23915 h 121672"/>
                <a:gd name="connsiteX5" fmla="*/ 542093 w 554587"/>
                <a:gd name="connsiteY5" fmla="*/ 55703 h 121672"/>
                <a:gd name="connsiteX6" fmla="*/ 493109 w 554587"/>
                <a:gd name="connsiteY6" fmla="*/ 98120 h 121672"/>
                <a:gd name="connsiteX7" fmla="*/ 440929 w 554587"/>
                <a:gd name="connsiteY7" fmla="*/ 88623 h 121672"/>
                <a:gd name="connsiteX0" fmla="*/ 440929 w 554587"/>
                <a:gd name="connsiteY0" fmla="*/ 88623 h 135483"/>
                <a:gd name="connsiteX1" fmla="*/ 158610 w 554587"/>
                <a:gd name="connsiteY1" fmla="*/ 134619 h 135483"/>
                <a:gd name="connsiteX2" fmla="*/ 8738 w 554587"/>
                <a:gd name="connsiteY2" fmla="*/ 111241 h 135483"/>
                <a:gd name="connsiteX3" fmla="*/ 224033 w 554587"/>
                <a:gd name="connsiteY3" fmla="*/ 4325 h 135483"/>
                <a:gd name="connsiteX4" fmla="*/ 522184 w 554587"/>
                <a:gd name="connsiteY4" fmla="*/ 23915 h 135483"/>
                <a:gd name="connsiteX5" fmla="*/ 542093 w 554587"/>
                <a:gd name="connsiteY5" fmla="*/ 55703 h 135483"/>
                <a:gd name="connsiteX6" fmla="*/ 493109 w 554587"/>
                <a:gd name="connsiteY6" fmla="*/ 98120 h 135483"/>
                <a:gd name="connsiteX7" fmla="*/ 440929 w 554587"/>
                <a:gd name="connsiteY7" fmla="*/ 88623 h 135483"/>
                <a:gd name="connsiteX0" fmla="*/ 440929 w 554587"/>
                <a:gd name="connsiteY0" fmla="*/ 88623 h 152182"/>
                <a:gd name="connsiteX1" fmla="*/ 158610 w 554587"/>
                <a:gd name="connsiteY1" fmla="*/ 134619 h 152182"/>
                <a:gd name="connsiteX2" fmla="*/ 8738 w 554587"/>
                <a:gd name="connsiteY2" fmla="*/ 111241 h 152182"/>
                <a:gd name="connsiteX3" fmla="*/ 224033 w 554587"/>
                <a:gd name="connsiteY3" fmla="*/ 4325 h 152182"/>
                <a:gd name="connsiteX4" fmla="*/ 522184 w 554587"/>
                <a:gd name="connsiteY4" fmla="*/ 23915 h 152182"/>
                <a:gd name="connsiteX5" fmla="*/ 542093 w 554587"/>
                <a:gd name="connsiteY5" fmla="*/ 55703 h 152182"/>
                <a:gd name="connsiteX6" fmla="*/ 493109 w 554587"/>
                <a:gd name="connsiteY6" fmla="*/ 98120 h 152182"/>
                <a:gd name="connsiteX7" fmla="*/ 440929 w 554587"/>
                <a:gd name="connsiteY7" fmla="*/ 88623 h 152182"/>
                <a:gd name="connsiteX0" fmla="*/ 440929 w 554587"/>
                <a:gd name="connsiteY0" fmla="*/ 88623 h 165518"/>
                <a:gd name="connsiteX1" fmla="*/ 149343 w 554587"/>
                <a:gd name="connsiteY1" fmla="*/ 150806 h 165518"/>
                <a:gd name="connsiteX2" fmla="*/ 8738 w 554587"/>
                <a:gd name="connsiteY2" fmla="*/ 111241 h 165518"/>
                <a:gd name="connsiteX3" fmla="*/ 224033 w 554587"/>
                <a:gd name="connsiteY3" fmla="*/ 4325 h 165518"/>
                <a:gd name="connsiteX4" fmla="*/ 522184 w 554587"/>
                <a:gd name="connsiteY4" fmla="*/ 23915 h 165518"/>
                <a:gd name="connsiteX5" fmla="*/ 542093 w 554587"/>
                <a:gd name="connsiteY5" fmla="*/ 55703 h 165518"/>
                <a:gd name="connsiteX6" fmla="*/ 493109 w 554587"/>
                <a:gd name="connsiteY6" fmla="*/ 98120 h 165518"/>
                <a:gd name="connsiteX7" fmla="*/ 440929 w 554587"/>
                <a:gd name="connsiteY7" fmla="*/ 88623 h 165518"/>
                <a:gd name="connsiteX0" fmla="*/ 440929 w 554587"/>
                <a:gd name="connsiteY0" fmla="*/ 88623 h 172469"/>
                <a:gd name="connsiteX1" fmla="*/ 149343 w 554587"/>
                <a:gd name="connsiteY1" fmla="*/ 150806 h 172469"/>
                <a:gd name="connsiteX2" fmla="*/ 8738 w 554587"/>
                <a:gd name="connsiteY2" fmla="*/ 111241 h 172469"/>
                <a:gd name="connsiteX3" fmla="*/ 224033 w 554587"/>
                <a:gd name="connsiteY3" fmla="*/ 4325 h 172469"/>
                <a:gd name="connsiteX4" fmla="*/ 522184 w 554587"/>
                <a:gd name="connsiteY4" fmla="*/ 23915 h 172469"/>
                <a:gd name="connsiteX5" fmla="*/ 542093 w 554587"/>
                <a:gd name="connsiteY5" fmla="*/ 55703 h 172469"/>
                <a:gd name="connsiteX6" fmla="*/ 493109 w 554587"/>
                <a:gd name="connsiteY6" fmla="*/ 98120 h 172469"/>
                <a:gd name="connsiteX7" fmla="*/ 440929 w 554587"/>
                <a:gd name="connsiteY7" fmla="*/ 88623 h 172469"/>
                <a:gd name="connsiteX0" fmla="*/ 440929 w 554587"/>
                <a:gd name="connsiteY0" fmla="*/ 88623 h 172469"/>
                <a:gd name="connsiteX1" fmla="*/ 149343 w 554587"/>
                <a:gd name="connsiteY1" fmla="*/ 150806 h 172469"/>
                <a:gd name="connsiteX2" fmla="*/ 8738 w 554587"/>
                <a:gd name="connsiteY2" fmla="*/ 111241 h 172469"/>
                <a:gd name="connsiteX3" fmla="*/ 224033 w 554587"/>
                <a:gd name="connsiteY3" fmla="*/ 4325 h 172469"/>
                <a:gd name="connsiteX4" fmla="*/ 522184 w 554587"/>
                <a:gd name="connsiteY4" fmla="*/ 23915 h 172469"/>
                <a:gd name="connsiteX5" fmla="*/ 542093 w 554587"/>
                <a:gd name="connsiteY5" fmla="*/ 55703 h 172469"/>
                <a:gd name="connsiteX6" fmla="*/ 493109 w 554587"/>
                <a:gd name="connsiteY6" fmla="*/ 98120 h 172469"/>
                <a:gd name="connsiteX7" fmla="*/ 440929 w 554587"/>
                <a:gd name="connsiteY7" fmla="*/ 88623 h 172469"/>
                <a:gd name="connsiteX0" fmla="*/ 436945 w 554587"/>
                <a:gd name="connsiteY0" fmla="*/ 91623 h 172469"/>
                <a:gd name="connsiteX1" fmla="*/ 149343 w 554587"/>
                <a:gd name="connsiteY1" fmla="*/ 150806 h 172469"/>
                <a:gd name="connsiteX2" fmla="*/ 8738 w 554587"/>
                <a:gd name="connsiteY2" fmla="*/ 111241 h 172469"/>
                <a:gd name="connsiteX3" fmla="*/ 224033 w 554587"/>
                <a:gd name="connsiteY3" fmla="*/ 4325 h 172469"/>
                <a:gd name="connsiteX4" fmla="*/ 522184 w 554587"/>
                <a:gd name="connsiteY4" fmla="*/ 23915 h 172469"/>
                <a:gd name="connsiteX5" fmla="*/ 542093 w 554587"/>
                <a:gd name="connsiteY5" fmla="*/ 55703 h 172469"/>
                <a:gd name="connsiteX6" fmla="*/ 493109 w 554587"/>
                <a:gd name="connsiteY6" fmla="*/ 98120 h 172469"/>
                <a:gd name="connsiteX7" fmla="*/ 436945 w 554587"/>
                <a:gd name="connsiteY7" fmla="*/ 91623 h 172469"/>
                <a:gd name="connsiteX0" fmla="*/ 436945 w 554587"/>
                <a:gd name="connsiteY0" fmla="*/ 91623 h 172469"/>
                <a:gd name="connsiteX1" fmla="*/ 149343 w 554587"/>
                <a:gd name="connsiteY1" fmla="*/ 150806 h 172469"/>
                <a:gd name="connsiteX2" fmla="*/ 8738 w 554587"/>
                <a:gd name="connsiteY2" fmla="*/ 111241 h 172469"/>
                <a:gd name="connsiteX3" fmla="*/ 224033 w 554587"/>
                <a:gd name="connsiteY3" fmla="*/ 4325 h 172469"/>
                <a:gd name="connsiteX4" fmla="*/ 522184 w 554587"/>
                <a:gd name="connsiteY4" fmla="*/ 23915 h 172469"/>
                <a:gd name="connsiteX5" fmla="*/ 542093 w 554587"/>
                <a:gd name="connsiteY5" fmla="*/ 55703 h 172469"/>
                <a:gd name="connsiteX6" fmla="*/ 493109 w 554587"/>
                <a:gd name="connsiteY6" fmla="*/ 98120 h 172469"/>
                <a:gd name="connsiteX7" fmla="*/ 436945 w 554587"/>
                <a:gd name="connsiteY7" fmla="*/ 91623 h 172469"/>
                <a:gd name="connsiteX0" fmla="*/ 436945 w 554587"/>
                <a:gd name="connsiteY0" fmla="*/ 91623 h 172469"/>
                <a:gd name="connsiteX1" fmla="*/ 149343 w 554587"/>
                <a:gd name="connsiteY1" fmla="*/ 150806 h 172469"/>
                <a:gd name="connsiteX2" fmla="*/ 8738 w 554587"/>
                <a:gd name="connsiteY2" fmla="*/ 111241 h 172469"/>
                <a:gd name="connsiteX3" fmla="*/ 224033 w 554587"/>
                <a:gd name="connsiteY3" fmla="*/ 4325 h 172469"/>
                <a:gd name="connsiteX4" fmla="*/ 522184 w 554587"/>
                <a:gd name="connsiteY4" fmla="*/ 23915 h 172469"/>
                <a:gd name="connsiteX5" fmla="*/ 542093 w 554587"/>
                <a:gd name="connsiteY5" fmla="*/ 55703 h 172469"/>
                <a:gd name="connsiteX6" fmla="*/ 493109 w 554587"/>
                <a:gd name="connsiteY6" fmla="*/ 98120 h 172469"/>
                <a:gd name="connsiteX7" fmla="*/ 436945 w 554587"/>
                <a:gd name="connsiteY7" fmla="*/ 91623 h 172469"/>
                <a:gd name="connsiteX0" fmla="*/ 356919 w 554587"/>
                <a:gd name="connsiteY0" fmla="*/ 102181 h 172469"/>
                <a:gd name="connsiteX1" fmla="*/ 149343 w 554587"/>
                <a:gd name="connsiteY1" fmla="*/ 150806 h 172469"/>
                <a:gd name="connsiteX2" fmla="*/ 8738 w 554587"/>
                <a:gd name="connsiteY2" fmla="*/ 111241 h 172469"/>
                <a:gd name="connsiteX3" fmla="*/ 224033 w 554587"/>
                <a:gd name="connsiteY3" fmla="*/ 4325 h 172469"/>
                <a:gd name="connsiteX4" fmla="*/ 522184 w 554587"/>
                <a:gd name="connsiteY4" fmla="*/ 23915 h 172469"/>
                <a:gd name="connsiteX5" fmla="*/ 542093 w 554587"/>
                <a:gd name="connsiteY5" fmla="*/ 55703 h 172469"/>
                <a:gd name="connsiteX6" fmla="*/ 493109 w 554587"/>
                <a:gd name="connsiteY6" fmla="*/ 98120 h 172469"/>
                <a:gd name="connsiteX7" fmla="*/ 356919 w 554587"/>
                <a:gd name="connsiteY7" fmla="*/ 102181 h 172469"/>
                <a:gd name="connsiteX0" fmla="*/ 326713 w 554587"/>
                <a:gd name="connsiteY0" fmla="*/ 104677 h 172469"/>
                <a:gd name="connsiteX1" fmla="*/ 149343 w 554587"/>
                <a:gd name="connsiteY1" fmla="*/ 150806 h 172469"/>
                <a:gd name="connsiteX2" fmla="*/ 8738 w 554587"/>
                <a:gd name="connsiteY2" fmla="*/ 111241 h 172469"/>
                <a:gd name="connsiteX3" fmla="*/ 224033 w 554587"/>
                <a:gd name="connsiteY3" fmla="*/ 4325 h 172469"/>
                <a:gd name="connsiteX4" fmla="*/ 522184 w 554587"/>
                <a:gd name="connsiteY4" fmla="*/ 23915 h 172469"/>
                <a:gd name="connsiteX5" fmla="*/ 542093 w 554587"/>
                <a:gd name="connsiteY5" fmla="*/ 55703 h 172469"/>
                <a:gd name="connsiteX6" fmla="*/ 493109 w 554587"/>
                <a:gd name="connsiteY6" fmla="*/ 98120 h 172469"/>
                <a:gd name="connsiteX7" fmla="*/ 326713 w 554587"/>
                <a:gd name="connsiteY7" fmla="*/ 104677 h 172469"/>
                <a:gd name="connsiteX0" fmla="*/ 326713 w 554587"/>
                <a:gd name="connsiteY0" fmla="*/ 104677 h 172469"/>
                <a:gd name="connsiteX1" fmla="*/ 149343 w 554587"/>
                <a:gd name="connsiteY1" fmla="*/ 150806 h 172469"/>
                <a:gd name="connsiteX2" fmla="*/ 8738 w 554587"/>
                <a:gd name="connsiteY2" fmla="*/ 111241 h 172469"/>
                <a:gd name="connsiteX3" fmla="*/ 224033 w 554587"/>
                <a:gd name="connsiteY3" fmla="*/ 4325 h 172469"/>
                <a:gd name="connsiteX4" fmla="*/ 522184 w 554587"/>
                <a:gd name="connsiteY4" fmla="*/ 23915 h 172469"/>
                <a:gd name="connsiteX5" fmla="*/ 542093 w 554587"/>
                <a:gd name="connsiteY5" fmla="*/ 55703 h 172469"/>
                <a:gd name="connsiteX6" fmla="*/ 493109 w 554587"/>
                <a:gd name="connsiteY6" fmla="*/ 98120 h 172469"/>
                <a:gd name="connsiteX7" fmla="*/ 326713 w 554587"/>
                <a:gd name="connsiteY7" fmla="*/ 104677 h 172469"/>
                <a:gd name="connsiteX0" fmla="*/ 326713 w 554587"/>
                <a:gd name="connsiteY0" fmla="*/ 104677 h 172469"/>
                <a:gd name="connsiteX1" fmla="*/ 149343 w 554587"/>
                <a:gd name="connsiteY1" fmla="*/ 150806 h 172469"/>
                <a:gd name="connsiteX2" fmla="*/ 8738 w 554587"/>
                <a:gd name="connsiteY2" fmla="*/ 111241 h 172469"/>
                <a:gd name="connsiteX3" fmla="*/ 224033 w 554587"/>
                <a:gd name="connsiteY3" fmla="*/ 4325 h 172469"/>
                <a:gd name="connsiteX4" fmla="*/ 522184 w 554587"/>
                <a:gd name="connsiteY4" fmla="*/ 23915 h 172469"/>
                <a:gd name="connsiteX5" fmla="*/ 542093 w 554587"/>
                <a:gd name="connsiteY5" fmla="*/ 55703 h 172469"/>
                <a:gd name="connsiteX6" fmla="*/ 493109 w 554587"/>
                <a:gd name="connsiteY6" fmla="*/ 98120 h 172469"/>
                <a:gd name="connsiteX7" fmla="*/ 326713 w 554587"/>
                <a:gd name="connsiteY7" fmla="*/ 104677 h 172469"/>
                <a:gd name="connsiteX0" fmla="*/ 322912 w 554587"/>
                <a:gd name="connsiteY0" fmla="*/ 102016 h 172469"/>
                <a:gd name="connsiteX1" fmla="*/ 149343 w 554587"/>
                <a:gd name="connsiteY1" fmla="*/ 150806 h 172469"/>
                <a:gd name="connsiteX2" fmla="*/ 8738 w 554587"/>
                <a:gd name="connsiteY2" fmla="*/ 111241 h 172469"/>
                <a:gd name="connsiteX3" fmla="*/ 224033 w 554587"/>
                <a:gd name="connsiteY3" fmla="*/ 4325 h 172469"/>
                <a:gd name="connsiteX4" fmla="*/ 522184 w 554587"/>
                <a:gd name="connsiteY4" fmla="*/ 23915 h 172469"/>
                <a:gd name="connsiteX5" fmla="*/ 542093 w 554587"/>
                <a:gd name="connsiteY5" fmla="*/ 55703 h 172469"/>
                <a:gd name="connsiteX6" fmla="*/ 493109 w 554587"/>
                <a:gd name="connsiteY6" fmla="*/ 98120 h 172469"/>
                <a:gd name="connsiteX7" fmla="*/ 322912 w 554587"/>
                <a:gd name="connsiteY7" fmla="*/ 102016 h 172469"/>
                <a:gd name="connsiteX0" fmla="*/ 322912 w 554587"/>
                <a:gd name="connsiteY0" fmla="*/ 102016 h 172469"/>
                <a:gd name="connsiteX1" fmla="*/ 149343 w 554587"/>
                <a:gd name="connsiteY1" fmla="*/ 150806 h 172469"/>
                <a:gd name="connsiteX2" fmla="*/ 8738 w 554587"/>
                <a:gd name="connsiteY2" fmla="*/ 111241 h 172469"/>
                <a:gd name="connsiteX3" fmla="*/ 224033 w 554587"/>
                <a:gd name="connsiteY3" fmla="*/ 4325 h 172469"/>
                <a:gd name="connsiteX4" fmla="*/ 522184 w 554587"/>
                <a:gd name="connsiteY4" fmla="*/ 23915 h 172469"/>
                <a:gd name="connsiteX5" fmla="*/ 542093 w 554587"/>
                <a:gd name="connsiteY5" fmla="*/ 55703 h 172469"/>
                <a:gd name="connsiteX6" fmla="*/ 493109 w 554587"/>
                <a:gd name="connsiteY6" fmla="*/ 98120 h 172469"/>
                <a:gd name="connsiteX7" fmla="*/ 322912 w 554587"/>
                <a:gd name="connsiteY7" fmla="*/ 102016 h 172469"/>
                <a:gd name="connsiteX0" fmla="*/ 322912 w 554587"/>
                <a:gd name="connsiteY0" fmla="*/ 102016 h 172469"/>
                <a:gd name="connsiteX1" fmla="*/ 149343 w 554587"/>
                <a:gd name="connsiteY1" fmla="*/ 150806 h 172469"/>
                <a:gd name="connsiteX2" fmla="*/ 8738 w 554587"/>
                <a:gd name="connsiteY2" fmla="*/ 111241 h 172469"/>
                <a:gd name="connsiteX3" fmla="*/ 224033 w 554587"/>
                <a:gd name="connsiteY3" fmla="*/ 4325 h 172469"/>
                <a:gd name="connsiteX4" fmla="*/ 522184 w 554587"/>
                <a:gd name="connsiteY4" fmla="*/ 23915 h 172469"/>
                <a:gd name="connsiteX5" fmla="*/ 542093 w 554587"/>
                <a:gd name="connsiteY5" fmla="*/ 55703 h 172469"/>
                <a:gd name="connsiteX6" fmla="*/ 493109 w 554587"/>
                <a:gd name="connsiteY6" fmla="*/ 98120 h 172469"/>
                <a:gd name="connsiteX7" fmla="*/ 322912 w 554587"/>
                <a:gd name="connsiteY7" fmla="*/ 102016 h 172469"/>
                <a:gd name="connsiteX0" fmla="*/ 322912 w 554587"/>
                <a:gd name="connsiteY0" fmla="*/ 102016 h 172469"/>
                <a:gd name="connsiteX1" fmla="*/ 149343 w 554587"/>
                <a:gd name="connsiteY1" fmla="*/ 150806 h 172469"/>
                <a:gd name="connsiteX2" fmla="*/ 8738 w 554587"/>
                <a:gd name="connsiteY2" fmla="*/ 111241 h 172469"/>
                <a:gd name="connsiteX3" fmla="*/ 224033 w 554587"/>
                <a:gd name="connsiteY3" fmla="*/ 4325 h 172469"/>
                <a:gd name="connsiteX4" fmla="*/ 522184 w 554587"/>
                <a:gd name="connsiteY4" fmla="*/ 23915 h 172469"/>
                <a:gd name="connsiteX5" fmla="*/ 542093 w 554587"/>
                <a:gd name="connsiteY5" fmla="*/ 55703 h 172469"/>
                <a:gd name="connsiteX6" fmla="*/ 493109 w 554587"/>
                <a:gd name="connsiteY6" fmla="*/ 98120 h 172469"/>
                <a:gd name="connsiteX7" fmla="*/ 322912 w 554587"/>
                <a:gd name="connsiteY7" fmla="*/ 102016 h 172469"/>
                <a:gd name="connsiteX0" fmla="*/ 315828 w 547503"/>
                <a:gd name="connsiteY0" fmla="*/ 102016 h 172469"/>
                <a:gd name="connsiteX1" fmla="*/ 142259 w 547503"/>
                <a:gd name="connsiteY1" fmla="*/ 150806 h 172469"/>
                <a:gd name="connsiteX2" fmla="*/ 1654 w 547503"/>
                <a:gd name="connsiteY2" fmla="*/ 111241 h 172469"/>
                <a:gd name="connsiteX3" fmla="*/ 216949 w 547503"/>
                <a:gd name="connsiteY3" fmla="*/ 4325 h 172469"/>
                <a:gd name="connsiteX4" fmla="*/ 515100 w 547503"/>
                <a:gd name="connsiteY4" fmla="*/ 23915 h 172469"/>
                <a:gd name="connsiteX5" fmla="*/ 535009 w 547503"/>
                <a:gd name="connsiteY5" fmla="*/ 55703 h 172469"/>
                <a:gd name="connsiteX6" fmla="*/ 486025 w 547503"/>
                <a:gd name="connsiteY6" fmla="*/ 98120 h 172469"/>
                <a:gd name="connsiteX7" fmla="*/ 315828 w 547503"/>
                <a:gd name="connsiteY7" fmla="*/ 102016 h 172469"/>
                <a:gd name="connsiteX0" fmla="*/ 315828 w 547503"/>
                <a:gd name="connsiteY0" fmla="*/ 103480 h 173933"/>
                <a:gd name="connsiteX1" fmla="*/ 142259 w 547503"/>
                <a:gd name="connsiteY1" fmla="*/ 152270 h 173933"/>
                <a:gd name="connsiteX2" fmla="*/ 1654 w 547503"/>
                <a:gd name="connsiteY2" fmla="*/ 112705 h 173933"/>
                <a:gd name="connsiteX3" fmla="*/ 216949 w 547503"/>
                <a:gd name="connsiteY3" fmla="*/ 5789 h 173933"/>
                <a:gd name="connsiteX4" fmla="*/ 515100 w 547503"/>
                <a:gd name="connsiteY4" fmla="*/ 25379 h 173933"/>
                <a:gd name="connsiteX5" fmla="*/ 535009 w 547503"/>
                <a:gd name="connsiteY5" fmla="*/ 57167 h 173933"/>
                <a:gd name="connsiteX6" fmla="*/ 486025 w 547503"/>
                <a:gd name="connsiteY6" fmla="*/ 99584 h 173933"/>
                <a:gd name="connsiteX7" fmla="*/ 315828 w 547503"/>
                <a:gd name="connsiteY7" fmla="*/ 103480 h 173933"/>
                <a:gd name="connsiteX0" fmla="*/ 315828 w 549300"/>
                <a:gd name="connsiteY0" fmla="*/ 103933 h 174386"/>
                <a:gd name="connsiteX1" fmla="*/ 142259 w 549300"/>
                <a:gd name="connsiteY1" fmla="*/ 152723 h 174386"/>
                <a:gd name="connsiteX2" fmla="*/ 1654 w 549300"/>
                <a:gd name="connsiteY2" fmla="*/ 113158 h 174386"/>
                <a:gd name="connsiteX3" fmla="*/ 216949 w 549300"/>
                <a:gd name="connsiteY3" fmla="*/ 6242 h 174386"/>
                <a:gd name="connsiteX4" fmla="*/ 518088 w 549300"/>
                <a:gd name="connsiteY4" fmla="*/ 23582 h 174386"/>
                <a:gd name="connsiteX5" fmla="*/ 535009 w 549300"/>
                <a:gd name="connsiteY5" fmla="*/ 57620 h 174386"/>
                <a:gd name="connsiteX6" fmla="*/ 486025 w 549300"/>
                <a:gd name="connsiteY6" fmla="*/ 100037 h 174386"/>
                <a:gd name="connsiteX7" fmla="*/ 315828 w 549300"/>
                <a:gd name="connsiteY7" fmla="*/ 103933 h 174386"/>
                <a:gd name="connsiteX0" fmla="*/ 315828 w 549300"/>
                <a:gd name="connsiteY0" fmla="*/ 104007 h 174460"/>
                <a:gd name="connsiteX1" fmla="*/ 142259 w 549300"/>
                <a:gd name="connsiteY1" fmla="*/ 152797 h 174460"/>
                <a:gd name="connsiteX2" fmla="*/ 1654 w 549300"/>
                <a:gd name="connsiteY2" fmla="*/ 113232 h 174460"/>
                <a:gd name="connsiteX3" fmla="*/ 216949 w 549300"/>
                <a:gd name="connsiteY3" fmla="*/ 6316 h 174460"/>
                <a:gd name="connsiteX4" fmla="*/ 518088 w 549300"/>
                <a:gd name="connsiteY4" fmla="*/ 23656 h 174460"/>
                <a:gd name="connsiteX5" fmla="*/ 535009 w 549300"/>
                <a:gd name="connsiteY5" fmla="*/ 57694 h 174460"/>
                <a:gd name="connsiteX6" fmla="*/ 486025 w 549300"/>
                <a:gd name="connsiteY6" fmla="*/ 100111 h 174460"/>
                <a:gd name="connsiteX7" fmla="*/ 315828 w 549300"/>
                <a:gd name="connsiteY7" fmla="*/ 104007 h 174460"/>
                <a:gd name="connsiteX0" fmla="*/ 315877 w 549349"/>
                <a:gd name="connsiteY0" fmla="*/ 104007 h 178841"/>
                <a:gd name="connsiteX1" fmla="*/ 142308 w 549349"/>
                <a:gd name="connsiteY1" fmla="*/ 152797 h 178841"/>
                <a:gd name="connsiteX2" fmla="*/ 1703 w 549349"/>
                <a:gd name="connsiteY2" fmla="*/ 113232 h 178841"/>
                <a:gd name="connsiteX3" fmla="*/ 216998 w 549349"/>
                <a:gd name="connsiteY3" fmla="*/ 6316 h 178841"/>
                <a:gd name="connsiteX4" fmla="*/ 518137 w 549349"/>
                <a:gd name="connsiteY4" fmla="*/ 23656 h 178841"/>
                <a:gd name="connsiteX5" fmla="*/ 535058 w 549349"/>
                <a:gd name="connsiteY5" fmla="*/ 57694 h 178841"/>
                <a:gd name="connsiteX6" fmla="*/ 486074 w 549349"/>
                <a:gd name="connsiteY6" fmla="*/ 100111 h 178841"/>
                <a:gd name="connsiteX7" fmla="*/ 315877 w 549349"/>
                <a:gd name="connsiteY7" fmla="*/ 104007 h 178841"/>
                <a:gd name="connsiteX0" fmla="*/ 315877 w 555645"/>
                <a:gd name="connsiteY0" fmla="*/ 104007 h 178841"/>
                <a:gd name="connsiteX1" fmla="*/ 142308 w 555645"/>
                <a:gd name="connsiteY1" fmla="*/ 152797 h 178841"/>
                <a:gd name="connsiteX2" fmla="*/ 1703 w 555645"/>
                <a:gd name="connsiteY2" fmla="*/ 113232 h 178841"/>
                <a:gd name="connsiteX3" fmla="*/ 216998 w 555645"/>
                <a:gd name="connsiteY3" fmla="*/ 6316 h 178841"/>
                <a:gd name="connsiteX4" fmla="*/ 518137 w 555645"/>
                <a:gd name="connsiteY4" fmla="*/ 23656 h 178841"/>
                <a:gd name="connsiteX5" fmla="*/ 535058 w 555645"/>
                <a:gd name="connsiteY5" fmla="*/ 57694 h 178841"/>
                <a:gd name="connsiteX6" fmla="*/ 486074 w 555645"/>
                <a:gd name="connsiteY6" fmla="*/ 100111 h 178841"/>
                <a:gd name="connsiteX7" fmla="*/ 315877 w 555645"/>
                <a:gd name="connsiteY7" fmla="*/ 104007 h 178841"/>
                <a:gd name="connsiteX0" fmla="*/ 315877 w 555645"/>
                <a:gd name="connsiteY0" fmla="*/ 104007 h 178841"/>
                <a:gd name="connsiteX1" fmla="*/ 142308 w 555645"/>
                <a:gd name="connsiteY1" fmla="*/ 152797 h 178841"/>
                <a:gd name="connsiteX2" fmla="*/ 1703 w 555645"/>
                <a:gd name="connsiteY2" fmla="*/ 113232 h 178841"/>
                <a:gd name="connsiteX3" fmla="*/ 216998 w 555645"/>
                <a:gd name="connsiteY3" fmla="*/ 6316 h 178841"/>
                <a:gd name="connsiteX4" fmla="*/ 518137 w 555645"/>
                <a:gd name="connsiteY4" fmla="*/ 23656 h 178841"/>
                <a:gd name="connsiteX5" fmla="*/ 535058 w 555645"/>
                <a:gd name="connsiteY5" fmla="*/ 57694 h 178841"/>
                <a:gd name="connsiteX6" fmla="*/ 486074 w 555645"/>
                <a:gd name="connsiteY6" fmla="*/ 100111 h 178841"/>
                <a:gd name="connsiteX7" fmla="*/ 315877 w 555645"/>
                <a:gd name="connsiteY7" fmla="*/ 104007 h 178841"/>
                <a:gd name="connsiteX0" fmla="*/ 316101 w 555869"/>
                <a:gd name="connsiteY0" fmla="*/ 104007 h 181935"/>
                <a:gd name="connsiteX1" fmla="*/ 137552 w 555869"/>
                <a:gd name="connsiteY1" fmla="*/ 156548 h 181935"/>
                <a:gd name="connsiteX2" fmla="*/ 1927 w 555869"/>
                <a:gd name="connsiteY2" fmla="*/ 113232 h 181935"/>
                <a:gd name="connsiteX3" fmla="*/ 217222 w 555869"/>
                <a:gd name="connsiteY3" fmla="*/ 6316 h 181935"/>
                <a:gd name="connsiteX4" fmla="*/ 518361 w 555869"/>
                <a:gd name="connsiteY4" fmla="*/ 23656 h 181935"/>
                <a:gd name="connsiteX5" fmla="*/ 535282 w 555869"/>
                <a:gd name="connsiteY5" fmla="*/ 57694 h 181935"/>
                <a:gd name="connsiteX6" fmla="*/ 486298 w 555869"/>
                <a:gd name="connsiteY6" fmla="*/ 100111 h 181935"/>
                <a:gd name="connsiteX7" fmla="*/ 316101 w 555869"/>
                <a:gd name="connsiteY7" fmla="*/ 104007 h 181935"/>
                <a:gd name="connsiteX0" fmla="*/ 492927 w 732695"/>
                <a:gd name="connsiteY0" fmla="*/ 104007 h 287065"/>
                <a:gd name="connsiteX1" fmla="*/ 314378 w 732695"/>
                <a:gd name="connsiteY1" fmla="*/ 156548 h 287065"/>
                <a:gd name="connsiteX2" fmla="*/ 2122 w 732695"/>
                <a:gd name="connsiteY2" fmla="*/ 286775 h 287065"/>
                <a:gd name="connsiteX3" fmla="*/ 178753 w 732695"/>
                <a:gd name="connsiteY3" fmla="*/ 113232 h 287065"/>
                <a:gd name="connsiteX4" fmla="*/ 394048 w 732695"/>
                <a:gd name="connsiteY4" fmla="*/ 6316 h 287065"/>
                <a:gd name="connsiteX5" fmla="*/ 695187 w 732695"/>
                <a:gd name="connsiteY5" fmla="*/ 23656 h 287065"/>
                <a:gd name="connsiteX6" fmla="*/ 712108 w 732695"/>
                <a:gd name="connsiteY6" fmla="*/ 57694 h 287065"/>
                <a:gd name="connsiteX7" fmla="*/ 663124 w 732695"/>
                <a:gd name="connsiteY7" fmla="*/ 100111 h 287065"/>
                <a:gd name="connsiteX8" fmla="*/ 492927 w 732695"/>
                <a:gd name="connsiteY8" fmla="*/ 104007 h 287065"/>
                <a:gd name="connsiteX0" fmla="*/ 493084 w 732852"/>
                <a:gd name="connsiteY0" fmla="*/ 104007 h 322112"/>
                <a:gd name="connsiteX1" fmla="*/ 314535 w 732852"/>
                <a:gd name="connsiteY1" fmla="*/ 156548 h 322112"/>
                <a:gd name="connsiteX2" fmla="*/ 2120 w 732852"/>
                <a:gd name="connsiteY2" fmla="*/ 321882 h 322112"/>
                <a:gd name="connsiteX3" fmla="*/ 178910 w 732852"/>
                <a:gd name="connsiteY3" fmla="*/ 113232 h 322112"/>
                <a:gd name="connsiteX4" fmla="*/ 394205 w 732852"/>
                <a:gd name="connsiteY4" fmla="*/ 6316 h 322112"/>
                <a:gd name="connsiteX5" fmla="*/ 695344 w 732852"/>
                <a:gd name="connsiteY5" fmla="*/ 23656 h 322112"/>
                <a:gd name="connsiteX6" fmla="*/ 712265 w 732852"/>
                <a:gd name="connsiteY6" fmla="*/ 57694 h 322112"/>
                <a:gd name="connsiteX7" fmla="*/ 663281 w 732852"/>
                <a:gd name="connsiteY7" fmla="*/ 100111 h 322112"/>
                <a:gd name="connsiteX8" fmla="*/ 493084 w 732852"/>
                <a:gd name="connsiteY8" fmla="*/ 104007 h 322112"/>
                <a:gd name="connsiteX0" fmla="*/ 508708 w 748476"/>
                <a:gd name="connsiteY0" fmla="*/ 104007 h 324134"/>
                <a:gd name="connsiteX1" fmla="*/ 330159 w 748476"/>
                <a:gd name="connsiteY1" fmla="*/ 156548 h 324134"/>
                <a:gd name="connsiteX2" fmla="*/ 17744 w 748476"/>
                <a:gd name="connsiteY2" fmla="*/ 321882 h 324134"/>
                <a:gd name="connsiteX3" fmla="*/ 51378 w 748476"/>
                <a:gd name="connsiteY3" fmla="*/ 243149 h 324134"/>
                <a:gd name="connsiteX4" fmla="*/ 194534 w 748476"/>
                <a:gd name="connsiteY4" fmla="*/ 113232 h 324134"/>
                <a:gd name="connsiteX5" fmla="*/ 409829 w 748476"/>
                <a:gd name="connsiteY5" fmla="*/ 6316 h 324134"/>
                <a:gd name="connsiteX6" fmla="*/ 710968 w 748476"/>
                <a:gd name="connsiteY6" fmla="*/ 23656 h 324134"/>
                <a:gd name="connsiteX7" fmla="*/ 727889 w 748476"/>
                <a:gd name="connsiteY7" fmla="*/ 57694 h 324134"/>
                <a:gd name="connsiteX8" fmla="*/ 678905 w 748476"/>
                <a:gd name="connsiteY8" fmla="*/ 100111 h 324134"/>
                <a:gd name="connsiteX9" fmla="*/ 508708 w 748476"/>
                <a:gd name="connsiteY9" fmla="*/ 104007 h 324134"/>
                <a:gd name="connsiteX0" fmla="*/ 508708 w 748476"/>
                <a:gd name="connsiteY0" fmla="*/ 104007 h 324134"/>
                <a:gd name="connsiteX1" fmla="*/ 330159 w 748476"/>
                <a:gd name="connsiteY1" fmla="*/ 156548 h 324134"/>
                <a:gd name="connsiteX2" fmla="*/ 158462 w 748476"/>
                <a:gd name="connsiteY2" fmla="*/ 267452 h 324134"/>
                <a:gd name="connsiteX3" fmla="*/ 17744 w 748476"/>
                <a:gd name="connsiteY3" fmla="*/ 321882 h 324134"/>
                <a:gd name="connsiteX4" fmla="*/ 51378 w 748476"/>
                <a:gd name="connsiteY4" fmla="*/ 243149 h 324134"/>
                <a:gd name="connsiteX5" fmla="*/ 194534 w 748476"/>
                <a:gd name="connsiteY5" fmla="*/ 113232 h 324134"/>
                <a:gd name="connsiteX6" fmla="*/ 409829 w 748476"/>
                <a:gd name="connsiteY6" fmla="*/ 6316 h 324134"/>
                <a:gd name="connsiteX7" fmla="*/ 710968 w 748476"/>
                <a:gd name="connsiteY7" fmla="*/ 23656 h 324134"/>
                <a:gd name="connsiteX8" fmla="*/ 727889 w 748476"/>
                <a:gd name="connsiteY8" fmla="*/ 57694 h 324134"/>
                <a:gd name="connsiteX9" fmla="*/ 678905 w 748476"/>
                <a:gd name="connsiteY9" fmla="*/ 100111 h 324134"/>
                <a:gd name="connsiteX10" fmla="*/ 508708 w 748476"/>
                <a:gd name="connsiteY10" fmla="*/ 104007 h 324134"/>
                <a:gd name="connsiteX0" fmla="*/ 508708 w 748476"/>
                <a:gd name="connsiteY0" fmla="*/ 104007 h 324134"/>
                <a:gd name="connsiteX1" fmla="*/ 330159 w 748476"/>
                <a:gd name="connsiteY1" fmla="*/ 156548 h 324134"/>
                <a:gd name="connsiteX2" fmla="*/ 158462 w 748476"/>
                <a:gd name="connsiteY2" fmla="*/ 267452 h 324134"/>
                <a:gd name="connsiteX3" fmla="*/ 17744 w 748476"/>
                <a:gd name="connsiteY3" fmla="*/ 321882 h 324134"/>
                <a:gd name="connsiteX4" fmla="*/ 51378 w 748476"/>
                <a:gd name="connsiteY4" fmla="*/ 243149 h 324134"/>
                <a:gd name="connsiteX5" fmla="*/ 194534 w 748476"/>
                <a:gd name="connsiteY5" fmla="*/ 113232 h 324134"/>
                <a:gd name="connsiteX6" fmla="*/ 409829 w 748476"/>
                <a:gd name="connsiteY6" fmla="*/ 6316 h 324134"/>
                <a:gd name="connsiteX7" fmla="*/ 710968 w 748476"/>
                <a:gd name="connsiteY7" fmla="*/ 23656 h 324134"/>
                <a:gd name="connsiteX8" fmla="*/ 727889 w 748476"/>
                <a:gd name="connsiteY8" fmla="*/ 57694 h 324134"/>
                <a:gd name="connsiteX9" fmla="*/ 678905 w 748476"/>
                <a:gd name="connsiteY9" fmla="*/ 100111 h 324134"/>
                <a:gd name="connsiteX10" fmla="*/ 508708 w 748476"/>
                <a:gd name="connsiteY10" fmla="*/ 104007 h 324134"/>
                <a:gd name="connsiteX0" fmla="*/ 508708 w 748476"/>
                <a:gd name="connsiteY0" fmla="*/ 104007 h 324134"/>
                <a:gd name="connsiteX1" fmla="*/ 330159 w 748476"/>
                <a:gd name="connsiteY1" fmla="*/ 156548 h 324134"/>
                <a:gd name="connsiteX2" fmla="*/ 166065 w 748476"/>
                <a:gd name="connsiteY2" fmla="*/ 272774 h 324134"/>
                <a:gd name="connsiteX3" fmla="*/ 17744 w 748476"/>
                <a:gd name="connsiteY3" fmla="*/ 321882 h 324134"/>
                <a:gd name="connsiteX4" fmla="*/ 51378 w 748476"/>
                <a:gd name="connsiteY4" fmla="*/ 243149 h 324134"/>
                <a:gd name="connsiteX5" fmla="*/ 194534 w 748476"/>
                <a:gd name="connsiteY5" fmla="*/ 113232 h 324134"/>
                <a:gd name="connsiteX6" fmla="*/ 409829 w 748476"/>
                <a:gd name="connsiteY6" fmla="*/ 6316 h 324134"/>
                <a:gd name="connsiteX7" fmla="*/ 710968 w 748476"/>
                <a:gd name="connsiteY7" fmla="*/ 23656 h 324134"/>
                <a:gd name="connsiteX8" fmla="*/ 727889 w 748476"/>
                <a:gd name="connsiteY8" fmla="*/ 57694 h 324134"/>
                <a:gd name="connsiteX9" fmla="*/ 678905 w 748476"/>
                <a:gd name="connsiteY9" fmla="*/ 100111 h 324134"/>
                <a:gd name="connsiteX10" fmla="*/ 508708 w 748476"/>
                <a:gd name="connsiteY10" fmla="*/ 104007 h 324134"/>
                <a:gd name="connsiteX0" fmla="*/ 580717 w 820485"/>
                <a:gd name="connsiteY0" fmla="*/ 104007 h 383852"/>
                <a:gd name="connsiteX1" fmla="*/ 402168 w 820485"/>
                <a:gd name="connsiteY1" fmla="*/ 156548 h 383852"/>
                <a:gd name="connsiteX2" fmla="*/ 238074 w 820485"/>
                <a:gd name="connsiteY2" fmla="*/ 272774 h 383852"/>
                <a:gd name="connsiteX3" fmla="*/ 9079 w 820485"/>
                <a:gd name="connsiteY3" fmla="*/ 382644 h 383852"/>
                <a:gd name="connsiteX4" fmla="*/ 123387 w 820485"/>
                <a:gd name="connsiteY4" fmla="*/ 243149 h 383852"/>
                <a:gd name="connsiteX5" fmla="*/ 266543 w 820485"/>
                <a:gd name="connsiteY5" fmla="*/ 113232 h 383852"/>
                <a:gd name="connsiteX6" fmla="*/ 481838 w 820485"/>
                <a:gd name="connsiteY6" fmla="*/ 6316 h 383852"/>
                <a:gd name="connsiteX7" fmla="*/ 782977 w 820485"/>
                <a:gd name="connsiteY7" fmla="*/ 23656 h 383852"/>
                <a:gd name="connsiteX8" fmla="*/ 799898 w 820485"/>
                <a:gd name="connsiteY8" fmla="*/ 57694 h 383852"/>
                <a:gd name="connsiteX9" fmla="*/ 750914 w 820485"/>
                <a:gd name="connsiteY9" fmla="*/ 100111 h 383852"/>
                <a:gd name="connsiteX10" fmla="*/ 580717 w 820485"/>
                <a:gd name="connsiteY10" fmla="*/ 104007 h 383852"/>
                <a:gd name="connsiteX0" fmla="*/ 580717 w 820485"/>
                <a:gd name="connsiteY0" fmla="*/ 104007 h 383852"/>
                <a:gd name="connsiteX1" fmla="*/ 402168 w 820485"/>
                <a:gd name="connsiteY1" fmla="*/ 156548 h 383852"/>
                <a:gd name="connsiteX2" fmla="*/ 238074 w 820485"/>
                <a:gd name="connsiteY2" fmla="*/ 272774 h 383852"/>
                <a:gd name="connsiteX3" fmla="*/ 9079 w 820485"/>
                <a:gd name="connsiteY3" fmla="*/ 382644 h 383852"/>
                <a:gd name="connsiteX4" fmla="*/ 123387 w 820485"/>
                <a:gd name="connsiteY4" fmla="*/ 243149 h 383852"/>
                <a:gd name="connsiteX5" fmla="*/ 266543 w 820485"/>
                <a:gd name="connsiteY5" fmla="*/ 113232 h 383852"/>
                <a:gd name="connsiteX6" fmla="*/ 481838 w 820485"/>
                <a:gd name="connsiteY6" fmla="*/ 6316 h 383852"/>
                <a:gd name="connsiteX7" fmla="*/ 782977 w 820485"/>
                <a:gd name="connsiteY7" fmla="*/ 23656 h 383852"/>
                <a:gd name="connsiteX8" fmla="*/ 799898 w 820485"/>
                <a:gd name="connsiteY8" fmla="*/ 57694 h 383852"/>
                <a:gd name="connsiteX9" fmla="*/ 750914 w 820485"/>
                <a:gd name="connsiteY9" fmla="*/ 100111 h 383852"/>
                <a:gd name="connsiteX10" fmla="*/ 580717 w 820485"/>
                <a:gd name="connsiteY10" fmla="*/ 104007 h 383852"/>
                <a:gd name="connsiteX0" fmla="*/ 580717 w 820485"/>
                <a:gd name="connsiteY0" fmla="*/ 104007 h 398455"/>
                <a:gd name="connsiteX1" fmla="*/ 402168 w 820485"/>
                <a:gd name="connsiteY1" fmla="*/ 156548 h 398455"/>
                <a:gd name="connsiteX2" fmla="*/ 238074 w 820485"/>
                <a:gd name="connsiteY2" fmla="*/ 272774 h 398455"/>
                <a:gd name="connsiteX3" fmla="*/ 145981 w 820485"/>
                <a:gd name="connsiteY3" fmla="*/ 386329 h 398455"/>
                <a:gd name="connsiteX4" fmla="*/ 9079 w 820485"/>
                <a:gd name="connsiteY4" fmla="*/ 382644 h 398455"/>
                <a:gd name="connsiteX5" fmla="*/ 123387 w 820485"/>
                <a:gd name="connsiteY5" fmla="*/ 243149 h 398455"/>
                <a:gd name="connsiteX6" fmla="*/ 266543 w 820485"/>
                <a:gd name="connsiteY6" fmla="*/ 113232 h 398455"/>
                <a:gd name="connsiteX7" fmla="*/ 481838 w 820485"/>
                <a:gd name="connsiteY7" fmla="*/ 6316 h 398455"/>
                <a:gd name="connsiteX8" fmla="*/ 782977 w 820485"/>
                <a:gd name="connsiteY8" fmla="*/ 23656 h 398455"/>
                <a:gd name="connsiteX9" fmla="*/ 799898 w 820485"/>
                <a:gd name="connsiteY9" fmla="*/ 57694 h 398455"/>
                <a:gd name="connsiteX10" fmla="*/ 750914 w 820485"/>
                <a:gd name="connsiteY10" fmla="*/ 100111 h 398455"/>
                <a:gd name="connsiteX11" fmla="*/ 580717 w 820485"/>
                <a:gd name="connsiteY11" fmla="*/ 104007 h 398455"/>
                <a:gd name="connsiteX0" fmla="*/ 683952 w 923720"/>
                <a:gd name="connsiteY0" fmla="*/ 104007 h 503806"/>
                <a:gd name="connsiteX1" fmla="*/ 505403 w 923720"/>
                <a:gd name="connsiteY1" fmla="*/ 156548 h 503806"/>
                <a:gd name="connsiteX2" fmla="*/ 341309 w 923720"/>
                <a:gd name="connsiteY2" fmla="*/ 272774 h 503806"/>
                <a:gd name="connsiteX3" fmla="*/ 249216 w 923720"/>
                <a:gd name="connsiteY3" fmla="*/ 386329 h 503806"/>
                <a:gd name="connsiteX4" fmla="*/ 5463 w 923720"/>
                <a:gd name="connsiteY4" fmla="*/ 501790 h 503806"/>
                <a:gd name="connsiteX5" fmla="*/ 226622 w 923720"/>
                <a:gd name="connsiteY5" fmla="*/ 243149 h 503806"/>
                <a:gd name="connsiteX6" fmla="*/ 369778 w 923720"/>
                <a:gd name="connsiteY6" fmla="*/ 113232 h 503806"/>
                <a:gd name="connsiteX7" fmla="*/ 585073 w 923720"/>
                <a:gd name="connsiteY7" fmla="*/ 6316 h 503806"/>
                <a:gd name="connsiteX8" fmla="*/ 886212 w 923720"/>
                <a:gd name="connsiteY8" fmla="*/ 23656 h 503806"/>
                <a:gd name="connsiteX9" fmla="*/ 903133 w 923720"/>
                <a:gd name="connsiteY9" fmla="*/ 57694 h 503806"/>
                <a:gd name="connsiteX10" fmla="*/ 854149 w 923720"/>
                <a:gd name="connsiteY10" fmla="*/ 100111 h 503806"/>
                <a:gd name="connsiteX11" fmla="*/ 683952 w 923720"/>
                <a:gd name="connsiteY11" fmla="*/ 104007 h 503806"/>
                <a:gd name="connsiteX0" fmla="*/ 683952 w 923720"/>
                <a:gd name="connsiteY0" fmla="*/ 104007 h 516921"/>
                <a:gd name="connsiteX1" fmla="*/ 505403 w 923720"/>
                <a:gd name="connsiteY1" fmla="*/ 156548 h 516921"/>
                <a:gd name="connsiteX2" fmla="*/ 341309 w 923720"/>
                <a:gd name="connsiteY2" fmla="*/ 272774 h 516921"/>
                <a:gd name="connsiteX3" fmla="*/ 249216 w 923720"/>
                <a:gd name="connsiteY3" fmla="*/ 386329 h 516921"/>
                <a:gd name="connsiteX4" fmla="*/ 145962 w 923720"/>
                <a:gd name="connsiteY4" fmla="*/ 484353 h 516921"/>
                <a:gd name="connsiteX5" fmla="*/ 5463 w 923720"/>
                <a:gd name="connsiteY5" fmla="*/ 501790 h 516921"/>
                <a:gd name="connsiteX6" fmla="*/ 226622 w 923720"/>
                <a:gd name="connsiteY6" fmla="*/ 243149 h 516921"/>
                <a:gd name="connsiteX7" fmla="*/ 369778 w 923720"/>
                <a:gd name="connsiteY7" fmla="*/ 113232 h 516921"/>
                <a:gd name="connsiteX8" fmla="*/ 585073 w 923720"/>
                <a:gd name="connsiteY8" fmla="*/ 6316 h 516921"/>
                <a:gd name="connsiteX9" fmla="*/ 886212 w 923720"/>
                <a:gd name="connsiteY9" fmla="*/ 23656 h 516921"/>
                <a:gd name="connsiteX10" fmla="*/ 903133 w 923720"/>
                <a:gd name="connsiteY10" fmla="*/ 57694 h 516921"/>
                <a:gd name="connsiteX11" fmla="*/ 854149 w 923720"/>
                <a:gd name="connsiteY11" fmla="*/ 100111 h 516921"/>
                <a:gd name="connsiteX12" fmla="*/ 683952 w 923720"/>
                <a:gd name="connsiteY12" fmla="*/ 104007 h 516921"/>
                <a:gd name="connsiteX0" fmla="*/ 952203 w 1191971"/>
                <a:gd name="connsiteY0" fmla="*/ 104007 h 742093"/>
                <a:gd name="connsiteX1" fmla="*/ 773654 w 1191971"/>
                <a:gd name="connsiteY1" fmla="*/ 156548 h 742093"/>
                <a:gd name="connsiteX2" fmla="*/ 609560 w 1191971"/>
                <a:gd name="connsiteY2" fmla="*/ 272774 h 742093"/>
                <a:gd name="connsiteX3" fmla="*/ 517467 w 1191971"/>
                <a:gd name="connsiteY3" fmla="*/ 386329 h 742093"/>
                <a:gd name="connsiteX4" fmla="*/ 414213 w 1191971"/>
                <a:gd name="connsiteY4" fmla="*/ 484353 h 742093"/>
                <a:gd name="connsiteX5" fmla="*/ 2710 w 1191971"/>
                <a:gd name="connsiteY5" fmla="*/ 739048 h 742093"/>
                <a:gd name="connsiteX6" fmla="*/ 494873 w 1191971"/>
                <a:gd name="connsiteY6" fmla="*/ 243149 h 742093"/>
                <a:gd name="connsiteX7" fmla="*/ 638029 w 1191971"/>
                <a:gd name="connsiteY7" fmla="*/ 113232 h 742093"/>
                <a:gd name="connsiteX8" fmla="*/ 853324 w 1191971"/>
                <a:gd name="connsiteY8" fmla="*/ 6316 h 742093"/>
                <a:gd name="connsiteX9" fmla="*/ 1154463 w 1191971"/>
                <a:gd name="connsiteY9" fmla="*/ 23656 h 742093"/>
                <a:gd name="connsiteX10" fmla="*/ 1171384 w 1191971"/>
                <a:gd name="connsiteY10" fmla="*/ 57694 h 742093"/>
                <a:gd name="connsiteX11" fmla="*/ 1122400 w 1191971"/>
                <a:gd name="connsiteY11" fmla="*/ 100111 h 742093"/>
                <a:gd name="connsiteX12" fmla="*/ 952203 w 1191971"/>
                <a:gd name="connsiteY12" fmla="*/ 104007 h 742093"/>
                <a:gd name="connsiteX0" fmla="*/ 955527 w 1195295"/>
                <a:gd name="connsiteY0" fmla="*/ 104007 h 755071"/>
                <a:gd name="connsiteX1" fmla="*/ 776978 w 1195295"/>
                <a:gd name="connsiteY1" fmla="*/ 156548 h 755071"/>
                <a:gd name="connsiteX2" fmla="*/ 612884 w 1195295"/>
                <a:gd name="connsiteY2" fmla="*/ 272774 h 755071"/>
                <a:gd name="connsiteX3" fmla="*/ 520791 w 1195295"/>
                <a:gd name="connsiteY3" fmla="*/ 386329 h 755071"/>
                <a:gd name="connsiteX4" fmla="*/ 417537 w 1195295"/>
                <a:gd name="connsiteY4" fmla="*/ 484353 h 755071"/>
                <a:gd name="connsiteX5" fmla="*/ 239827 w 1195295"/>
                <a:gd name="connsiteY5" fmla="*/ 631089 h 755071"/>
                <a:gd name="connsiteX6" fmla="*/ 6034 w 1195295"/>
                <a:gd name="connsiteY6" fmla="*/ 739048 h 755071"/>
                <a:gd name="connsiteX7" fmla="*/ 498197 w 1195295"/>
                <a:gd name="connsiteY7" fmla="*/ 243149 h 755071"/>
                <a:gd name="connsiteX8" fmla="*/ 641353 w 1195295"/>
                <a:gd name="connsiteY8" fmla="*/ 113232 h 755071"/>
                <a:gd name="connsiteX9" fmla="*/ 856648 w 1195295"/>
                <a:gd name="connsiteY9" fmla="*/ 6316 h 755071"/>
                <a:gd name="connsiteX10" fmla="*/ 1157787 w 1195295"/>
                <a:gd name="connsiteY10" fmla="*/ 23656 h 755071"/>
                <a:gd name="connsiteX11" fmla="*/ 1174708 w 1195295"/>
                <a:gd name="connsiteY11" fmla="*/ 57694 h 755071"/>
                <a:gd name="connsiteX12" fmla="*/ 1125724 w 1195295"/>
                <a:gd name="connsiteY12" fmla="*/ 100111 h 755071"/>
                <a:gd name="connsiteX13" fmla="*/ 955527 w 1195295"/>
                <a:gd name="connsiteY13" fmla="*/ 104007 h 755071"/>
                <a:gd name="connsiteX0" fmla="*/ 1026665 w 1266433"/>
                <a:gd name="connsiteY0" fmla="*/ 104007 h 800626"/>
                <a:gd name="connsiteX1" fmla="*/ 848116 w 1266433"/>
                <a:gd name="connsiteY1" fmla="*/ 156548 h 800626"/>
                <a:gd name="connsiteX2" fmla="*/ 684022 w 1266433"/>
                <a:gd name="connsiteY2" fmla="*/ 272774 h 800626"/>
                <a:gd name="connsiteX3" fmla="*/ 591929 w 1266433"/>
                <a:gd name="connsiteY3" fmla="*/ 386329 h 800626"/>
                <a:gd name="connsiteX4" fmla="*/ 488675 w 1266433"/>
                <a:gd name="connsiteY4" fmla="*/ 484353 h 800626"/>
                <a:gd name="connsiteX5" fmla="*/ 310965 w 1266433"/>
                <a:gd name="connsiteY5" fmla="*/ 631089 h 800626"/>
                <a:gd name="connsiteX6" fmla="*/ 4648 w 1266433"/>
                <a:gd name="connsiteY6" fmla="*/ 788147 h 800626"/>
                <a:gd name="connsiteX7" fmla="*/ 569335 w 1266433"/>
                <a:gd name="connsiteY7" fmla="*/ 243149 h 800626"/>
                <a:gd name="connsiteX8" fmla="*/ 712491 w 1266433"/>
                <a:gd name="connsiteY8" fmla="*/ 113232 h 800626"/>
                <a:gd name="connsiteX9" fmla="*/ 927786 w 1266433"/>
                <a:gd name="connsiteY9" fmla="*/ 6316 h 800626"/>
                <a:gd name="connsiteX10" fmla="*/ 1228925 w 1266433"/>
                <a:gd name="connsiteY10" fmla="*/ 23656 h 800626"/>
                <a:gd name="connsiteX11" fmla="*/ 1245846 w 1266433"/>
                <a:gd name="connsiteY11" fmla="*/ 57694 h 800626"/>
                <a:gd name="connsiteX12" fmla="*/ 1196862 w 1266433"/>
                <a:gd name="connsiteY12" fmla="*/ 100111 h 800626"/>
                <a:gd name="connsiteX13" fmla="*/ 1026665 w 1266433"/>
                <a:gd name="connsiteY13" fmla="*/ 104007 h 800626"/>
                <a:gd name="connsiteX0" fmla="*/ 1099907 w 1339675"/>
                <a:gd name="connsiteY0" fmla="*/ 104007 h 866377"/>
                <a:gd name="connsiteX1" fmla="*/ 921358 w 1339675"/>
                <a:gd name="connsiteY1" fmla="*/ 156548 h 866377"/>
                <a:gd name="connsiteX2" fmla="*/ 757264 w 1339675"/>
                <a:gd name="connsiteY2" fmla="*/ 272774 h 866377"/>
                <a:gd name="connsiteX3" fmla="*/ 665171 w 1339675"/>
                <a:gd name="connsiteY3" fmla="*/ 386329 h 866377"/>
                <a:gd name="connsiteX4" fmla="*/ 561917 w 1339675"/>
                <a:gd name="connsiteY4" fmla="*/ 484353 h 866377"/>
                <a:gd name="connsiteX5" fmla="*/ 384207 w 1339675"/>
                <a:gd name="connsiteY5" fmla="*/ 631089 h 866377"/>
                <a:gd name="connsiteX6" fmla="*/ 3762 w 1339675"/>
                <a:gd name="connsiteY6" fmla="*/ 856868 h 866377"/>
                <a:gd name="connsiteX7" fmla="*/ 642577 w 1339675"/>
                <a:gd name="connsiteY7" fmla="*/ 243149 h 866377"/>
                <a:gd name="connsiteX8" fmla="*/ 785733 w 1339675"/>
                <a:gd name="connsiteY8" fmla="*/ 113232 h 866377"/>
                <a:gd name="connsiteX9" fmla="*/ 1001028 w 1339675"/>
                <a:gd name="connsiteY9" fmla="*/ 6316 h 866377"/>
                <a:gd name="connsiteX10" fmla="*/ 1302167 w 1339675"/>
                <a:gd name="connsiteY10" fmla="*/ 23656 h 866377"/>
                <a:gd name="connsiteX11" fmla="*/ 1319088 w 1339675"/>
                <a:gd name="connsiteY11" fmla="*/ 57694 h 866377"/>
                <a:gd name="connsiteX12" fmla="*/ 1270104 w 1339675"/>
                <a:gd name="connsiteY12" fmla="*/ 100111 h 866377"/>
                <a:gd name="connsiteX13" fmla="*/ 1099907 w 1339675"/>
                <a:gd name="connsiteY13" fmla="*/ 104007 h 866377"/>
                <a:gd name="connsiteX0" fmla="*/ 1117447 w 1357215"/>
                <a:gd name="connsiteY0" fmla="*/ 104007 h 892439"/>
                <a:gd name="connsiteX1" fmla="*/ 938898 w 1357215"/>
                <a:gd name="connsiteY1" fmla="*/ 156548 h 892439"/>
                <a:gd name="connsiteX2" fmla="*/ 774804 w 1357215"/>
                <a:gd name="connsiteY2" fmla="*/ 272774 h 892439"/>
                <a:gd name="connsiteX3" fmla="*/ 682711 w 1357215"/>
                <a:gd name="connsiteY3" fmla="*/ 386329 h 892439"/>
                <a:gd name="connsiteX4" fmla="*/ 579457 w 1357215"/>
                <a:gd name="connsiteY4" fmla="*/ 484353 h 892439"/>
                <a:gd name="connsiteX5" fmla="*/ 401747 w 1357215"/>
                <a:gd name="connsiteY5" fmla="*/ 631089 h 892439"/>
                <a:gd name="connsiteX6" fmla="*/ 176537 w 1357215"/>
                <a:gd name="connsiteY6" fmla="*/ 804395 h 892439"/>
                <a:gd name="connsiteX7" fmla="*/ 21302 w 1357215"/>
                <a:gd name="connsiteY7" fmla="*/ 856868 h 892439"/>
                <a:gd name="connsiteX8" fmla="*/ 660117 w 1357215"/>
                <a:gd name="connsiteY8" fmla="*/ 243149 h 892439"/>
                <a:gd name="connsiteX9" fmla="*/ 803273 w 1357215"/>
                <a:gd name="connsiteY9" fmla="*/ 113232 h 892439"/>
                <a:gd name="connsiteX10" fmla="*/ 1018568 w 1357215"/>
                <a:gd name="connsiteY10" fmla="*/ 6316 h 892439"/>
                <a:gd name="connsiteX11" fmla="*/ 1319707 w 1357215"/>
                <a:gd name="connsiteY11" fmla="*/ 23656 h 892439"/>
                <a:gd name="connsiteX12" fmla="*/ 1336628 w 1357215"/>
                <a:gd name="connsiteY12" fmla="*/ 57694 h 892439"/>
                <a:gd name="connsiteX13" fmla="*/ 1287644 w 1357215"/>
                <a:gd name="connsiteY13" fmla="*/ 100111 h 892439"/>
                <a:gd name="connsiteX14" fmla="*/ 1117447 w 1357215"/>
                <a:gd name="connsiteY14" fmla="*/ 104007 h 892439"/>
                <a:gd name="connsiteX0" fmla="*/ 1137914 w 1377682"/>
                <a:gd name="connsiteY0" fmla="*/ 104007 h 913921"/>
                <a:gd name="connsiteX1" fmla="*/ 959365 w 1377682"/>
                <a:gd name="connsiteY1" fmla="*/ 156548 h 913921"/>
                <a:gd name="connsiteX2" fmla="*/ 795271 w 1377682"/>
                <a:gd name="connsiteY2" fmla="*/ 272774 h 913921"/>
                <a:gd name="connsiteX3" fmla="*/ 703178 w 1377682"/>
                <a:gd name="connsiteY3" fmla="*/ 386329 h 913921"/>
                <a:gd name="connsiteX4" fmla="*/ 599924 w 1377682"/>
                <a:gd name="connsiteY4" fmla="*/ 484353 h 913921"/>
                <a:gd name="connsiteX5" fmla="*/ 422214 w 1377682"/>
                <a:gd name="connsiteY5" fmla="*/ 631089 h 913921"/>
                <a:gd name="connsiteX6" fmla="*/ 197004 w 1377682"/>
                <a:gd name="connsiteY6" fmla="*/ 804395 h 913921"/>
                <a:gd name="connsiteX7" fmla="*/ 82771 w 1377682"/>
                <a:gd name="connsiteY7" fmla="*/ 881226 h 913921"/>
                <a:gd name="connsiteX8" fmla="*/ 41769 w 1377682"/>
                <a:gd name="connsiteY8" fmla="*/ 856868 h 913921"/>
                <a:gd name="connsiteX9" fmla="*/ 680584 w 1377682"/>
                <a:gd name="connsiteY9" fmla="*/ 243149 h 913921"/>
                <a:gd name="connsiteX10" fmla="*/ 823740 w 1377682"/>
                <a:gd name="connsiteY10" fmla="*/ 113232 h 913921"/>
                <a:gd name="connsiteX11" fmla="*/ 1039035 w 1377682"/>
                <a:gd name="connsiteY11" fmla="*/ 6316 h 913921"/>
                <a:gd name="connsiteX12" fmla="*/ 1340174 w 1377682"/>
                <a:gd name="connsiteY12" fmla="*/ 23656 h 913921"/>
                <a:gd name="connsiteX13" fmla="*/ 1357095 w 1377682"/>
                <a:gd name="connsiteY13" fmla="*/ 57694 h 913921"/>
                <a:gd name="connsiteX14" fmla="*/ 1308111 w 1377682"/>
                <a:gd name="connsiteY14" fmla="*/ 100111 h 913921"/>
                <a:gd name="connsiteX15" fmla="*/ 1137914 w 1377682"/>
                <a:gd name="connsiteY15" fmla="*/ 104007 h 913921"/>
                <a:gd name="connsiteX0" fmla="*/ 1152040 w 1391808"/>
                <a:gd name="connsiteY0" fmla="*/ 104007 h 913500"/>
                <a:gd name="connsiteX1" fmla="*/ 973491 w 1391808"/>
                <a:gd name="connsiteY1" fmla="*/ 156548 h 913500"/>
                <a:gd name="connsiteX2" fmla="*/ 809397 w 1391808"/>
                <a:gd name="connsiteY2" fmla="*/ 272774 h 913500"/>
                <a:gd name="connsiteX3" fmla="*/ 717304 w 1391808"/>
                <a:gd name="connsiteY3" fmla="*/ 386329 h 913500"/>
                <a:gd name="connsiteX4" fmla="*/ 614050 w 1391808"/>
                <a:gd name="connsiteY4" fmla="*/ 484353 h 913500"/>
                <a:gd name="connsiteX5" fmla="*/ 436340 w 1391808"/>
                <a:gd name="connsiteY5" fmla="*/ 631089 h 913500"/>
                <a:gd name="connsiteX6" fmla="*/ 211130 w 1391808"/>
                <a:gd name="connsiteY6" fmla="*/ 804395 h 913500"/>
                <a:gd name="connsiteX7" fmla="*/ 96897 w 1391808"/>
                <a:gd name="connsiteY7" fmla="*/ 881226 h 913500"/>
                <a:gd name="connsiteX8" fmla="*/ 43335 w 1391808"/>
                <a:gd name="connsiteY8" fmla="*/ 884740 h 913500"/>
                <a:gd name="connsiteX9" fmla="*/ 55895 w 1391808"/>
                <a:gd name="connsiteY9" fmla="*/ 856868 h 913500"/>
                <a:gd name="connsiteX10" fmla="*/ 694710 w 1391808"/>
                <a:gd name="connsiteY10" fmla="*/ 243149 h 913500"/>
                <a:gd name="connsiteX11" fmla="*/ 837866 w 1391808"/>
                <a:gd name="connsiteY11" fmla="*/ 113232 h 913500"/>
                <a:gd name="connsiteX12" fmla="*/ 1053161 w 1391808"/>
                <a:gd name="connsiteY12" fmla="*/ 6316 h 913500"/>
                <a:gd name="connsiteX13" fmla="*/ 1354300 w 1391808"/>
                <a:gd name="connsiteY13" fmla="*/ 23656 h 913500"/>
                <a:gd name="connsiteX14" fmla="*/ 1371221 w 1391808"/>
                <a:gd name="connsiteY14" fmla="*/ 57694 h 913500"/>
                <a:gd name="connsiteX15" fmla="*/ 1322237 w 1391808"/>
                <a:gd name="connsiteY15" fmla="*/ 100111 h 913500"/>
                <a:gd name="connsiteX16" fmla="*/ 1152040 w 1391808"/>
                <a:gd name="connsiteY16" fmla="*/ 104007 h 913500"/>
                <a:gd name="connsiteX0" fmla="*/ 1136136 w 1375904"/>
                <a:gd name="connsiteY0" fmla="*/ 104007 h 913929"/>
                <a:gd name="connsiteX1" fmla="*/ 957587 w 1375904"/>
                <a:gd name="connsiteY1" fmla="*/ 156548 h 913929"/>
                <a:gd name="connsiteX2" fmla="*/ 793493 w 1375904"/>
                <a:gd name="connsiteY2" fmla="*/ 272774 h 913929"/>
                <a:gd name="connsiteX3" fmla="*/ 701400 w 1375904"/>
                <a:gd name="connsiteY3" fmla="*/ 386329 h 913929"/>
                <a:gd name="connsiteX4" fmla="*/ 598146 w 1375904"/>
                <a:gd name="connsiteY4" fmla="*/ 484353 h 913929"/>
                <a:gd name="connsiteX5" fmla="*/ 420436 w 1375904"/>
                <a:gd name="connsiteY5" fmla="*/ 631089 h 913929"/>
                <a:gd name="connsiteX6" fmla="*/ 195226 w 1375904"/>
                <a:gd name="connsiteY6" fmla="*/ 804395 h 913929"/>
                <a:gd name="connsiteX7" fmla="*/ 80993 w 1375904"/>
                <a:gd name="connsiteY7" fmla="*/ 881226 h 913929"/>
                <a:gd name="connsiteX8" fmla="*/ 39991 w 1375904"/>
                <a:gd name="connsiteY8" fmla="*/ 856868 h 913929"/>
                <a:gd name="connsiteX9" fmla="*/ 678806 w 1375904"/>
                <a:gd name="connsiteY9" fmla="*/ 243149 h 913929"/>
                <a:gd name="connsiteX10" fmla="*/ 821962 w 1375904"/>
                <a:gd name="connsiteY10" fmla="*/ 113232 h 913929"/>
                <a:gd name="connsiteX11" fmla="*/ 1037257 w 1375904"/>
                <a:gd name="connsiteY11" fmla="*/ 6316 h 913929"/>
                <a:gd name="connsiteX12" fmla="*/ 1338396 w 1375904"/>
                <a:gd name="connsiteY12" fmla="*/ 23656 h 913929"/>
                <a:gd name="connsiteX13" fmla="*/ 1355317 w 1375904"/>
                <a:gd name="connsiteY13" fmla="*/ 57694 h 913929"/>
                <a:gd name="connsiteX14" fmla="*/ 1306333 w 1375904"/>
                <a:gd name="connsiteY14" fmla="*/ 100111 h 913929"/>
                <a:gd name="connsiteX15" fmla="*/ 1136136 w 1375904"/>
                <a:gd name="connsiteY15" fmla="*/ 104007 h 913929"/>
                <a:gd name="connsiteX0" fmla="*/ 1143944 w 1383712"/>
                <a:gd name="connsiteY0" fmla="*/ 104007 h 923292"/>
                <a:gd name="connsiteX1" fmla="*/ 965395 w 1383712"/>
                <a:gd name="connsiteY1" fmla="*/ 156548 h 923292"/>
                <a:gd name="connsiteX2" fmla="*/ 801301 w 1383712"/>
                <a:gd name="connsiteY2" fmla="*/ 272774 h 923292"/>
                <a:gd name="connsiteX3" fmla="*/ 709208 w 1383712"/>
                <a:gd name="connsiteY3" fmla="*/ 386329 h 923292"/>
                <a:gd name="connsiteX4" fmla="*/ 605954 w 1383712"/>
                <a:gd name="connsiteY4" fmla="*/ 484353 h 923292"/>
                <a:gd name="connsiteX5" fmla="*/ 428244 w 1383712"/>
                <a:gd name="connsiteY5" fmla="*/ 631089 h 923292"/>
                <a:gd name="connsiteX6" fmla="*/ 88801 w 1383712"/>
                <a:gd name="connsiteY6" fmla="*/ 881226 h 923292"/>
                <a:gd name="connsiteX7" fmla="*/ 47799 w 1383712"/>
                <a:gd name="connsiteY7" fmla="*/ 856868 h 923292"/>
                <a:gd name="connsiteX8" fmla="*/ 686614 w 1383712"/>
                <a:gd name="connsiteY8" fmla="*/ 243149 h 923292"/>
                <a:gd name="connsiteX9" fmla="*/ 829770 w 1383712"/>
                <a:gd name="connsiteY9" fmla="*/ 113232 h 923292"/>
                <a:gd name="connsiteX10" fmla="*/ 1045065 w 1383712"/>
                <a:gd name="connsiteY10" fmla="*/ 6316 h 923292"/>
                <a:gd name="connsiteX11" fmla="*/ 1346204 w 1383712"/>
                <a:gd name="connsiteY11" fmla="*/ 23656 h 923292"/>
                <a:gd name="connsiteX12" fmla="*/ 1363125 w 1383712"/>
                <a:gd name="connsiteY12" fmla="*/ 57694 h 923292"/>
                <a:gd name="connsiteX13" fmla="*/ 1314141 w 1383712"/>
                <a:gd name="connsiteY13" fmla="*/ 100111 h 923292"/>
                <a:gd name="connsiteX14" fmla="*/ 1143944 w 1383712"/>
                <a:gd name="connsiteY14" fmla="*/ 104007 h 923292"/>
                <a:gd name="connsiteX0" fmla="*/ 1059394 w 1299162"/>
                <a:gd name="connsiteY0" fmla="*/ 104007 h 891858"/>
                <a:gd name="connsiteX1" fmla="*/ 880845 w 1299162"/>
                <a:gd name="connsiteY1" fmla="*/ 156548 h 891858"/>
                <a:gd name="connsiteX2" fmla="*/ 716751 w 1299162"/>
                <a:gd name="connsiteY2" fmla="*/ 272774 h 891858"/>
                <a:gd name="connsiteX3" fmla="*/ 624658 w 1299162"/>
                <a:gd name="connsiteY3" fmla="*/ 386329 h 891858"/>
                <a:gd name="connsiteX4" fmla="*/ 521404 w 1299162"/>
                <a:gd name="connsiteY4" fmla="*/ 484353 h 891858"/>
                <a:gd name="connsiteX5" fmla="*/ 343694 w 1299162"/>
                <a:gd name="connsiteY5" fmla="*/ 631089 h 891858"/>
                <a:gd name="connsiteX6" fmla="*/ 4251 w 1299162"/>
                <a:gd name="connsiteY6" fmla="*/ 881226 h 891858"/>
                <a:gd name="connsiteX7" fmla="*/ 602064 w 1299162"/>
                <a:gd name="connsiteY7" fmla="*/ 243149 h 891858"/>
                <a:gd name="connsiteX8" fmla="*/ 745220 w 1299162"/>
                <a:gd name="connsiteY8" fmla="*/ 113232 h 891858"/>
                <a:gd name="connsiteX9" fmla="*/ 960515 w 1299162"/>
                <a:gd name="connsiteY9" fmla="*/ 6316 h 891858"/>
                <a:gd name="connsiteX10" fmla="*/ 1261654 w 1299162"/>
                <a:gd name="connsiteY10" fmla="*/ 23656 h 891858"/>
                <a:gd name="connsiteX11" fmla="*/ 1278575 w 1299162"/>
                <a:gd name="connsiteY11" fmla="*/ 57694 h 891858"/>
                <a:gd name="connsiteX12" fmla="*/ 1229591 w 1299162"/>
                <a:gd name="connsiteY12" fmla="*/ 100111 h 891858"/>
                <a:gd name="connsiteX13" fmla="*/ 1059394 w 1299162"/>
                <a:gd name="connsiteY13" fmla="*/ 104007 h 891858"/>
                <a:gd name="connsiteX0" fmla="*/ 715700 w 955468"/>
                <a:gd name="connsiteY0" fmla="*/ 104007 h 631089"/>
                <a:gd name="connsiteX1" fmla="*/ 537151 w 955468"/>
                <a:gd name="connsiteY1" fmla="*/ 156548 h 631089"/>
                <a:gd name="connsiteX2" fmla="*/ 373057 w 955468"/>
                <a:gd name="connsiteY2" fmla="*/ 272774 h 631089"/>
                <a:gd name="connsiteX3" fmla="*/ 280964 w 955468"/>
                <a:gd name="connsiteY3" fmla="*/ 386329 h 631089"/>
                <a:gd name="connsiteX4" fmla="*/ 177710 w 955468"/>
                <a:gd name="connsiteY4" fmla="*/ 484353 h 631089"/>
                <a:gd name="connsiteX5" fmla="*/ 0 w 955468"/>
                <a:gd name="connsiteY5" fmla="*/ 631089 h 631089"/>
                <a:gd name="connsiteX6" fmla="*/ 258370 w 955468"/>
                <a:gd name="connsiteY6" fmla="*/ 243149 h 631089"/>
                <a:gd name="connsiteX7" fmla="*/ 401526 w 955468"/>
                <a:gd name="connsiteY7" fmla="*/ 113232 h 631089"/>
                <a:gd name="connsiteX8" fmla="*/ 616821 w 955468"/>
                <a:gd name="connsiteY8" fmla="*/ 6316 h 631089"/>
                <a:gd name="connsiteX9" fmla="*/ 917960 w 955468"/>
                <a:gd name="connsiteY9" fmla="*/ 23656 h 631089"/>
                <a:gd name="connsiteX10" fmla="*/ 934881 w 955468"/>
                <a:gd name="connsiteY10" fmla="*/ 57694 h 631089"/>
                <a:gd name="connsiteX11" fmla="*/ 885897 w 955468"/>
                <a:gd name="connsiteY11" fmla="*/ 100111 h 631089"/>
                <a:gd name="connsiteX12" fmla="*/ 715700 w 955468"/>
                <a:gd name="connsiteY12" fmla="*/ 104007 h 631089"/>
                <a:gd name="connsiteX0" fmla="*/ 538203 w 777971"/>
                <a:gd name="connsiteY0" fmla="*/ 104007 h 484353"/>
                <a:gd name="connsiteX1" fmla="*/ 359654 w 777971"/>
                <a:gd name="connsiteY1" fmla="*/ 156548 h 484353"/>
                <a:gd name="connsiteX2" fmla="*/ 195560 w 777971"/>
                <a:gd name="connsiteY2" fmla="*/ 272774 h 484353"/>
                <a:gd name="connsiteX3" fmla="*/ 103467 w 777971"/>
                <a:gd name="connsiteY3" fmla="*/ 386329 h 484353"/>
                <a:gd name="connsiteX4" fmla="*/ 213 w 777971"/>
                <a:gd name="connsiteY4" fmla="*/ 484353 h 484353"/>
                <a:gd name="connsiteX5" fmla="*/ 80873 w 777971"/>
                <a:gd name="connsiteY5" fmla="*/ 243149 h 484353"/>
                <a:gd name="connsiteX6" fmla="*/ 224029 w 777971"/>
                <a:gd name="connsiteY6" fmla="*/ 113232 h 484353"/>
                <a:gd name="connsiteX7" fmla="*/ 439324 w 777971"/>
                <a:gd name="connsiteY7" fmla="*/ 6316 h 484353"/>
                <a:gd name="connsiteX8" fmla="*/ 740463 w 777971"/>
                <a:gd name="connsiteY8" fmla="*/ 23656 h 484353"/>
                <a:gd name="connsiteX9" fmla="*/ 757384 w 777971"/>
                <a:gd name="connsiteY9" fmla="*/ 57694 h 484353"/>
                <a:gd name="connsiteX10" fmla="*/ 708400 w 777971"/>
                <a:gd name="connsiteY10" fmla="*/ 100111 h 484353"/>
                <a:gd name="connsiteX11" fmla="*/ 538203 w 777971"/>
                <a:gd name="connsiteY11" fmla="*/ 104007 h 484353"/>
                <a:gd name="connsiteX0" fmla="*/ 465004 w 704772"/>
                <a:gd name="connsiteY0" fmla="*/ 104007 h 386329"/>
                <a:gd name="connsiteX1" fmla="*/ 286455 w 704772"/>
                <a:gd name="connsiteY1" fmla="*/ 156548 h 386329"/>
                <a:gd name="connsiteX2" fmla="*/ 122361 w 704772"/>
                <a:gd name="connsiteY2" fmla="*/ 272774 h 386329"/>
                <a:gd name="connsiteX3" fmla="*/ 30268 w 704772"/>
                <a:gd name="connsiteY3" fmla="*/ 386329 h 386329"/>
                <a:gd name="connsiteX4" fmla="*/ 7674 w 704772"/>
                <a:gd name="connsiteY4" fmla="*/ 243149 h 386329"/>
                <a:gd name="connsiteX5" fmla="*/ 150830 w 704772"/>
                <a:gd name="connsiteY5" fmla="*/ 113232 h 386329"/>
                <a:gd name="connsiteX6" fmla="*/ 366125 w 704772"/>
                <a:gd name="connsiteY6" fmla="*/ 6316 h 386329"/>
                <a:gd name="connsiteX7" fmla="*/ 667264 w 704772"/>
                <a:gd name="connsiteY7" fmla="*/ 23656 h 386329"/>
                <a:gd name="connsiteX8" fmla="*/ 684185 w 704772"/>
                <a:gd name="connsiteY8" fmla="*/ 57694 h 386329"/>
                <a:gd name="connsiteX9" fmla="*/ 635201 w 704772"/>
                <a:gd name="connsiteY9" fmla="*/ 100111 h 386329"/>
                <a:gd name="connsiteX10" fmla="*/ 465004 w 704772"/>
                <a:gd name="connsiteY10" fmla="*/ 104007 h 386329"/>
                <a:gd name="connsiteX0" fmla="*/ 457551 w 697319"/>
                <a:gd name="connsiteY0" fmla="*/ 104007 h 277973"/>
                <a:gd name="connsiteX1" fmla="*/ 279002 w 697319"/>
                <a:gd name="connsiteY1" fmla="*/ 156548 h 277973"/>
                <a:gd name="connsiteX2" fmla="*/ 114908 w 697319"/>
                <a:gd name="connsiteY2" fmla="*/ 272774 h 277973"/>
                <a:gd name="connsiteX3" fmla="*/ 221 w 697319"/>
                <a:gd name="connsiteY3" fmla="*/ 243149 h 277973"/>
                <a:gd name="connsiteX4" fmla="*/ 143377 w 697319"/>
                <a:gd name="connsiteY4" fmla="*/ 113232 h 277973"/>
                <a:gd name="connsiteX5" fmla="*/ 358672 w 697319"/>
                <a:gd name="connsiteY5" fmla="*/ 6316 h 277973"/>
                <a:gd name="connsiteX6" fmla="*/ 659811 w 697319"/>
                <a:gd name="connsiteY6" fmla="*/ 23656 h 277973"/>
                <a:gd name="connsiteX7" fmla="*/ 676732 w 697319"/>
                <a:gd name="connsiteY7" fmla="*/ 57694 h 277973"/>
                <a:gd name="connsiteX8" fmla="*/ 627748 w 697319"/>
                <a:gd name="connsiteY8" fmla="*/ 100111 h 277973"/>
                <a:gd name="connsiteX9" fmla="*/ 457551 w 697319"/>
                <a:gd name="connsiteY9" fmla="*/ 104007 h 277973"/>
                <a:gd name="connsiteX0" fmla="*/ 457330 w 697098"/>
                <a:gd name="connsiteY0" fmla="*/ 104007 h 243664"/>
                <a:gd name="connsiteX1" fmla="*/ 278781 w 697098"/>
                <a:gd name="connsiteY1" fmla="*/ 156548 h 243664"/>
                <a:gd name="connsiteX2" fmla="*/ 0 w 697098"/>
                <a:gd name="connsiteY2" fmla="*/ 243149 h 243664"/>
                <a:gd name="connsiteX3" fmla="*/ 143156 w 697098"/>
                <a:gd name="connsiteY3" fmla="*/ 113232 h 243664"/>
                <a:gd name="connsiteX4" fmla="*/ 358451 w 697098"/>
                <a:gd name="connsiteY4" fmla="*/ 6316 h 243664"/>
                <a:gd name="connsiteX5" fmla="*/ 659590 w 697098"/>
                <a:gd name="connsiteY5" fmla="*/ 23656 h 243664"/>
                <a:gd name="connsiteX6" fmla="*/ 676511 w 697098"/>
                <a:gd name="connsiteY6" fmla="*/ 57694 h 243664"/>
                <a:gd name="connsiteX7" fmla="*/ 627527 w 697098"/>
                <a:gd name="connsiteY7" fmla="*/ 100111 h 243664"/>
                <a:gd name="connsiteX8" fmla="*/ 457330 w 697098"/>
                <a:gd name="connsiteY8" fmla="*/ 104007 h 243664"/>
                <a:gd name="connsiteX0" fmla="*/ 315415 w 555183"/>
                <a:gd name="connsiteY0" fmla="*/ 104007 h 156631"/>
                <a:gd name="connsiteX1" fmla="*/ 136866 w 555183"/>
                <a:gd name="connsiteY1" fmla="*/ 156548 h 156631"/>
                <a:gd name="connsiteX2" fmla="*/ 1241 w 555183"/>
                <a:gd name="connsiteY2" fmla="*/ 113232 h 156631"/>
                <a:gd name="connsiteX3" fmla="*/ 216536 w 555183"/>
                <a:gd name="connsiteY3" fmla="*/ 6316 h 156631"/>
                <a:gd name="connsiteX4" fmla="*/ 517675 w 555183"/>
                <a:gd name="connsiteY4" fmla="*/ 23656 h 156631"/>
                <a:gd name="connsiteX5" fmla="*/ 534596 w 555183"/>
                <a:gd name="connsiteY5" fmla="*/ 57694 h 156631"/>
                <a:gd name="connsiteX6" fmla="*/ 485612 w 555183"/>
                <a:gd name="connsiteY6" fmla="*/ 100111 h 156631"/>
                <a:gd name="connsiteX7" fmla="*/ 315415 w 555183"/>
                <a:gd name="connsiteY7" fmla="*/ 104007 h 1566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555183" h="156631">
                  <a:moveTo>
                    <a:pt x="315415" y="104007"/>
                  </a:moveTo>
                  <a:cubicBezTo>
                    <a:pt x="245800" y="113169"/>
                    <a:pt x="189952" y="137586"/>
                    <a:pt x="136866" y="156548"/>
                  </a:cubicBezTo>
                  <a:cubicBezTo>
                    <a:pt x="84504" y="158085"/>
                    <a:pt x="-12037" y="138270"/>
                    <a:pt x="1241" y="113232"/>
                  </a:cubicBezTo>
                  <a:cubicBezTo>
                    <a:pt x="14519" y="88194"/>
                    <a:pt x="130962" y="20870"/>
                    <a:pt x="216536" y="6316"/>
                  </a:cubicBezTo>
                  <a:cubicBezTo>
                    <a:pt x="302110" y="-8238"/>
                    <a:pt x="460962" y="4380"/>
                    <a:pt x="517675" y="23656"/>
                  </a:cubicBezTo>
                  <a:cubicBezTo>
                    <a:pt x="574754" y="31609"/>
                    <a:pt x="554951" y="46534"/>
                    <a:pt x="534596" y="57694"/>
                  </a:cubicBezTo>
                  <a:cubicBezTo>
                    <a:pt x="520034" y="70014"/>
                    <a:pt x="506324" y="80676"/>
                    <a:pt x="485612" y="100111"/>
                  </a:cubicBezTo>
                  <a:cubicBezTo>
                    <a:pt x="472176" y="104859"/>
                    <a:pt x="395511" y="91248"/>
                    <a:pt x="315415" y="104007"/>
                  </a:cubicBezTo>
                  <a:close/>
                </a:path>
              </a:pathLst>
            </a:custGeom>
            <a:grp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1625640"/>
              <a:endParaRPr lang="en-US" sz="3202" dirty="0">
                <a:solidFill>
                  <a:prstClr val="white"/>
                </a:solidFill>
                <a:latin typeface="Calibri" panose="020F0502020204030204"/>
              </a:endParaRPr>
            </a:p>
          </p:txBody>
        </p:sp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2D0017D4-6360-42E9-916E-A779AECD7EE4}"/>
                </a:ext>
              </a:extLst>
            </p:cNvPr>
            <p:cNvSpPr/>
            <p:nvPr/>
          </p:nvSpPr>
          <p:spPr>
            <a:xfrm>
              <a:off x="7849739" y="5446127"/>
              <a:ext cx="140494" cy="1232806"/>
            </a:xfrm>
            <a:prstGeom prst="rect">
              <a:avLst/>
            </a:prstGeom>
            <a:grp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1625640"/>
              <a:endParaRPr lang="en-US" sz="3202" dirty="0">
                <a:solidFill>
                  <a:prstClr val="white"/>
                </a:solidFill>
                <a:latin typeface="Calibri" panose="020F0502020204030204"/>
              </a:endParaRPr>
            </a:p>
          </p:txBody>
        </p:sp>
        <p:sp>
          <p:nvSpPr>
            <p:cNvPr id="10" name="Rectangle 7">
              <a:extLst>
                <a:ext uri="{FF2B5EF4-FFF2-40B4-BE49-F238E27FC236}">
                  <a16:creationId xmlns:a16="http://schemas.microsoft.com/office/drawing/2014/main" id="{B328C8A7-F555-44AB-BF6C-4E0B1A4A114D}"/>
                </a:ext>
              </a:extLst>
            </p:cNvPr>
            <p:cNvSpPr/>
            <p:nvPr/>
          </p:nvSpPr>
          <p:spPr>
            <a:xfrm rot="1636952" flipH="1">
              <a:off x="7582767" y="4545788"/>
              <a:ext cx="477901" cy="327799"/>
            </a:xfrm>
            <a:custGeom>
              <a:avLst/>
              <a:gdLst>
                <a:gd name="connsiteX0" fmla="*/ 0 w 1371600"/>
                <a:gd name="connsiteY0" fmla="*/ 0 h 176004"/>
                <a:gd name="connsiteX1" fmla="*/ 1371600 w 1371600"/>
                <a:gd name="connsiteY1" fmla="*/ 0 h 176004"/>
                <a:gd name="connsiteX2" fmla="*/ 1371600 w 1371600"/>
                <a:gd name="connsiteY2" fmla="*/ 176004 h 176004"/>
                <a:gd name="connsiteX3" fmla="*/ 0 w 1371600"/>
                <a:gd name="connsiteY3" fmla="*/ 176004 h 176004"/>
                <a:gd name="connsiteX4" fmla="*/ 0 w 1371600"/>
                <a:gd name="connsiteY4" fmla="*/ 0 h 176004"/>
                <a:gd name="connsiteX0" fmla="*/ 0 w 1371600"/>
                <a:gd name="connsiteY0" fmla="*/ 0 h 176004"/>
                <a:gd name="connsiteX1" fmla="*/ 1371600 w 1371600"/>
                <a:gd name="connsiteY1" fmla="*/ 0 h 176004"/>
                <a:gd name="connsiteX2" fmla="*/ 1371600 w 1371600"/>
                <a:gd name="connsiteY2" fmla="*/ 176004 h 176004"/>
                <a:gd name="connsiteX3" fmla="*/ 0 w 1371600"/>
                <a:gd name="connsiteY3" fmla="*/ 176004 h 176004"/>
                <a:gd name="connsiteX4" fmla="*/ 0 w 1371600"/>
                <a:gd name="connsiteY4" fmla="*/ 0 h 176004"/>
                <a:gd name="connsiteX0" fmla="*/ 0 w 1371600"/>
                <a:gd name="connsiteY0" fmla="*/ 0 h 176004"/>
                <a:gd name="connsiteX1" fmla="*/ 1371600 w 1371600"/>
                <a:gd name="connsiteY1" fmla="*/ 0 h 176004"/>
                <a:gd name="connsiteX2" fmla="*/ 1371600 w 1371600"/>
                <a:gd name="connsiteY2" fmla="*/ 176004 h 176004"/>
                <a:gd name="connsiteX3" fmla="*/ 0 w 1371600"/>
                <a:gd name="connsiteY3" fmla="*/ 176004 h 176004"/>
                <a:gd name="connsiteX4" fmla="*/ 0 w 1371600"/>
                <a:gd name="connsiteY4" fmla="*/ 0 h 176004"/>
                <a:gd name="connsiteX0" fmla="*/ 0 w 1371600"/>
                <a:gd name="connsiteY0" fmla="*/ 0 h 176004"/>
                <a:gd name="connsiteX1" fmla="*/ 1323975 w 1371600"/>
                <a:gd name="connsiteY1" fmla="*/ 0 h 176004"/>
                <a:gd name="connsiteX2" fmla="*/ 1371600 w 1371600"/>
                <a:gd name="connsiteY2" fmla="*/ 176004 h 176004"/>
                <a:gd name="connsiteX3" fmla="*/ 0 w 1371600"/>
                <a:gd name="connsiteY3" fmla="*/ 176004 h 176004"/>
                <a:gd name="connsiteX4" fmla="*/ 0 w 1371600"/>
                <a:gd name="connsiteY4" fmla="*/ 0 h 176004"/>
                <a:gd name="connsiteX0" fmla="*/ 0 w 1371600"/>
                <a:gd name="connsiteY0" fmla="*/ 0 h 176004"/>
                <a:gd name="connsiteX1" fmla="*/ 1323975 w 1371600"/>
                <a:gd name="connsiteY1" fmla="*/ 0 h 176004"/>
                <a:gd name="connsiteX2" fmla="*/ 1371600 w 1371600"/>
                <a:gd name="connsiteY2" fmla="*/ 176004 h 176004"/>
                <a:gd name="connsiteX3" fmla="*/ 0 w 1371600"/>
                <a:gd name="connsiteY3" fmla="*/ 176004 h 176004"/>
                <a:gd name="connsiteX4" fmla="*/ 0 w 1371600"/>
                <a:gd name="connsiteY4" fmla="*/ 0 h 176004"/>
                <a:gd name="connsiteX0" fmla="*/ 0 w 1371600"/>
                <a:gd name="connsiteY0" fmla="*/ 0 h 176004"/>
                <a:gd name="connsiteX1" fmla="*/ 1300163 w 1371600"/>
                <a:gd name="connsiteY1" fmla="*/ 0 h 176004"/>
                <a:gd name="connsiteX2" fmla="*/ 1371600 w 1371600"/>
                <a:gd name="connsiteY2" fmla="*/ 176004 h 176004"/>
                <a:gd name="connsiteX3" fmla="*/ 0 w 1371600"/>
                <a:gd name="connsiteY3" fmla="*/ 176004 h 176004"/>
                <a:gd name="connsiteX4" fmla="*/ 0 w 1371600"/>
                <a:gd name="connsiteY4" fmla="*/ 0 h 176004"/>
                <a:gd name="connsiteX0" fmla="*/ 0 w 1371600"/>
                <a:gd name="connsiteY0" fmla="*/ 0 h 176004"/>
                <a:gd name="connsiteX1" fmla="*/ 1300163 w 1371600"/>
                <a:gd name="connsiteY1" fmla="*/ 0 h 176004"/>
                <a:gd name="connsiteX2" fmla="*/ 1371600 w 1371600"/>
                <a:gd name="connsiteY2" fmla="*/ 176004 h 176004"/>
                <a:gd name="connsiteX3" fmla="*/ 0 w 1371600"/>
                <a:gd name="connsiteY3" fmla="*/ 176004 h 176004"/>
                <a:gd name="connsiteX4" fmla="*/ 0 w 1371600"/>
                <a:gd name="connsiteY4" fmla="*/ 0 h 176004"/>
                <a:gd name="connsiteX0" fmla="*/ 71437 w 1371600"/>
                <a:gd name="connsiteY0" fmla="*/ 0 h 190292"/>
                <a:gd name="connsiteX1" fmla="*/ 1300163 w 1371600"/>
                <a:gd name="connsiteY1" fmla="*/ 14288 h 190292"/>
                <a:gd name="connsiteX2" fmla="*/ 1371600 w 1371600"/>
                <a:gd name="connsiteY2" fmla="*/ 190292 h 190292"/>
                <a:gd name="connsiteX3" fmla="*/ 0 w 1371600"/>
                <a:gd name="connsiteY3" fmla="*/ 190292 h 190292"/>
                <a:gd name="connsiteX4" fmla="*/ 71437 w 1371600"/>
                <a:gd name="connsiteY4" fmla="*/ 0 h 190292"/>
                <a:gd name="connsiteX0" fmla="*/ 76200 w 1376363"/>
                <a:gd name="connsiteY0" fmla="*/ 0 h 190292"/>
                <a:gd name="connsiteX1" fmla="*/ 1304926 w 1376363"/>
                <a:gd name="connsiteY1" fmla="*/ 14288 h 190292"/>
                <a:gd name="connsiteX2" fmla="*/ 1376363 w 1376363"/>
                <a:gd name="connsiteY2" fmla="*/ 190292 h 190292"/>
                <a:gd name="connsiteX3" fmla="*/ 0 w 1376363"/>
                <a:gd name="connsiteY3" fmla="*/ 118854 h 190292"/>
                <a:gd name="connsiteX4" fmla="*/ 76200 w 1376363"/>
                <a:gd name="connsiteY4" fmla="*/ 0 h 190292"/>
                <a:gd name="connsiteX0" fmla="*/ 76200 w 1376363"/>
                <a:gd name="connsiteY0" fmla="*/ 0 h 190292"/>
                <a:gd name="connsiteX1" fmla="*/ 1304926 w 1376363"/>
                <a:gd name="connsiteY1" fmla="*/ 14288 h 190292"/>
                <a:gd name="connsiteX2" fmla="*/ 1376363 w 1376363"/>
                <a:gd name="connsiteY2" fmla="*/ 190292 h 190292"/>
                <a:gd name="connsiteX3" fmla="*/ 0 w 1376363"/>
                <a:gd name="connsiteY3" fmla="*/ 118854 h 190292"/>
                <a:gd name="connsiteX4" fmla="*/ 76200 w 1376363"/>
                <a:gd name="connsiteY4" fmla="*/ 0 h 190292"/>
                <a:gd name="connsiteX0" fmla="*/ 76203 w 1376366"/>
                <a:gd name="connsiteY0" fmla="*/ 0 h 190292"/>
                <a:gd name="connsiteX1" fmla="*/ 1304929 w 1376366"/>
                <a:gd name="connsiteY1" fmla="*/ 14288 h 190292"/>
                <a:gd name="connsiteX2" fmla="*/ 1376366 w 1376366"/>
                <a:gd name="connsiteY2" fmla="*/ 190292 h 190292"/>
                <a:gd name="connsiteX3" fmla="*/ 0 w 1376366"/>
                <a:gd name="connsiteY3" fmla="*/ 133144 h 190292"/>
                <a:gd name="connsiteX4" fmla="*/ 76203 w 1376366"/>
                <a:gd name="connsiteY4" fmla="*/ 0 h 190292"/>
                <a:gd name="connsiteX0" fmla="*/ 76203 w 1376366"/>
                <a:gd name="connsiteY0" fmla="*/ 0 h 190292"/>
                <a:gd name="connsiteX1" fmla="*/ 1304929 w 1376366"/>
                <a:gd name="connsiteY1" fmla="*/ 14288 h 190292"/>
                <a:gd name="connsiteX2" fmla="*/ 1376366 w 1376366"/>
                <a:gd name="connsiteY2" fmla="*/ 190292 h 190292"/>
                <a:gd name="connsiteX3" fmla="*/ 0 w 1376366"/>
                <a:gd name="connsiteY3" fmla="*/ 133144 h 190292"/>
                <a:gd name="connsiteX4" fmla="*/ 76203 w 1376366"/>
                <a:gd name="connsiteY4" fmla="*/ 0 h 190292"/>
                <a:gd name="connsiteX0" fmla="*/ 76203 w 1376366"/>
                <a:gd name="connsiteY0" fmla="*/ 0 h 190292"/>
                <a:gd name="connsiteX1" fmla="*/ 1304929 w 1376366"/>
                <a:gd name="connsiteY1" fmla="*/ 14288 h 190292"/>
                <a:gd name="connsiteX2" fmla="*/ 1376366 w 1376366"/>
                <a:gd name="connsiteY2" fmla="*/ 190292 h 190292"/>
                <a:gd name="connsiteX3" fmla="*/ 0 w 1376366"/>
                <a:gd name="connsiteY3" fmla="*/ 133144 h 190292"/>
                <a:gd name="connsiteX4" fmla="*/ 76203 w 1376366"/>
                <a:gd name="connsiteY4" fmla="*/ 0 h 190292"/>
                <a:gd name="connsiteX0" fmla="*/ 76203 w 1408178"/>
                <a:gd name="connsiteY0" fmla="*/ 0 h 199837"/>
                <a:gd name="connsiteX1" fmla="*/ 1304929 w 1408178"/>
                <a:gd name="connsiteY1" fmla="*/ 14288 h 199837"/>
                <a:gd name="connsiteX2" fmla="*/ 1376366 w 1408178"/>
                <a:gd name="connsiteY2" fmla="*/ 190292 h 199837"/>
                <a:gd name="connsiteX3" fmla="*/ 1271592 w 1408178"/>
                <a:gd name="connsiteY3" fmla="*/ 165928 h 199837"/>
                <a:gd name="connsiteX4" fmla="*/ 0 w 1408178"/>
                <a:gd name="connsiteY4" fmla="*/ 133144 h 199837"/>
                <a:gd name="connsiteX5" fmla="*/ 76203 w 1408178"/>
                <a:gd name="connsiteY5" fmla="*/ 0 h 199837"/>
                <a:gd name="connsiteX0" fmla="*/ 76203 w 1445057"/>
                <a:gd name="connsiteY0" fmla="*/ 0 h 165928"/>
                <a:gd name="connsiteX1" fmla="*/ 1304929 w 1445057"/>
                <a:gd name="connsiteY1" fmla="*/ 14288 h 165928"/>
                <a:gd name="connsiteX2" fmla="*/ 1271592 w 1445057"/>
                <a:gd name="connsiteY2" fmla="*/ 165928 h 165928"/>
                <a:gd name="connsiteX3" fmla="*/ 0 w 1445057"/>
                <a:gd name="connsiteY3" fmla="*/ 133144 h 165928"/>
                <a:gd name="connsiteX4" fmla="*/ 76203 w 1445057"/>
                <a:gd name="connsiteY4" fmla="*/ 0 h 165928"/>
                <a:gd name="connsiteX0" fmla="*/ 76203 w 1389964"/>
                <a:gd name="connsiteY0" fmla="*/ 0 h 170366"/>
                <a:gd name="connsiteX1" fmla="*/ 1304929 w 1389964"/>
                <a:gd name="connsiteY1" fmla="*/ 14288 h 170366"/>
                <a:gd name="connsiteX2" fmla="*/ 1271592 w 1389964"/>
                <a:gd name="connsiteY2" fmla="*/ 165928 h 170366"/>
                <a:gd name="connsiteX3" fmla="*/ 0 w 1389964"/>
                <a:gd name="connsiteY3" fmla="*/ 133144 h 170366"/>
                <a:gd name="connsiteX4" fmla="*/ 76203 w 1389964"/>
                <a:gd name="connsiteY4" fmla="*/ 0 h 170366"/>
                <a:gd name="connsiteX0" fmla="*/ 76203 w 1414958"/>
                <a:gd name="connsiteY0" fmla="*/ 0 h 165727"/>
                <a:gd name="connsiteX1" fmla="*/ 1304929 w 1414958"/>
                <a:gd name="connsiteY1" fmla="*/ 14288 h 165727"/>
                <a:gd name="connsiteX2" fmla="*/ 1354158 w 1414958"/>
                <a:gd name="connsiteY2" fmla="*/ 161169 h 165727"/>
                <a:gd name="connsiteX3" fmla="*/ 0 w 1414958"/>
                <a:gd name="connsiteY3" fmla="*/ 133144 h 165727"/>
                <a:gd name="connsiteX4" fmla="*/ 76203 w 1414958"/>
                <a:gd name="connsiteY4" fmla="*/ 0 h 165727"/>
                <a:gd name="connsiteX0" fmla="*/ 76203 w 1389953"/>
                <a:gd name="connsiteY0" fmla="*/ 0 h 165849"/>
                <a:gd name="connsiteX1" fmla="*/ 1304929 w 1389953"/>
                <a:gd name="connsiteY1" fmla="*/ 14288 h 165849"/>
                <a:gd name="connsiteX2" fmla="*/ 1354158 w 1389953"/>
                <a:gd name="connsiteY2" fmla="*/ 161169 h 165849"/>
                <a:gd name="connsiteX3" fmla="*/ 0 w 1389953"/>
                <a:gd name="connsiteY3" fmla="*/ 133144 h 165849"/>
                <a:gd name="connsiteX4" fmla="*/ 76203 w 1389953"/>
                <a:gd name="connsiteY4" fmla="*/ 0 h 165849"/>
                <a:gd name="connsiteX0" fmla="*/ 76203 w 1416589"/>
                <a:gd name="connsiteY0" fmla="*/ 0 h 167890"/>
                <a:gd name="connsiteX1" fmla="*/ 1347944 w 1416589"/>
                <a:gd name="connsiteY1" fmla="*/ 66591 h 167890"/>
                <a:gd name="connsiteX2" fmla="*/ 1354158 w 1416589"/>
                <a:gd name="connsiteY2" fmla="*/ 161169 h 167890"/>
                <a:gd name="connsiteX3" fmla="*/ 0 w 1416589"/>
                <a:gd name="connsiteY3" fmla="*/ 133144 h 167890"/>
                <a:gd name="connsiteX4" fmla="*/ 76203 w 1416589"/>
                <a:gd name="connsiteY4" fmla="*/ 0 h 167890"/>
                <a:gd name="connsiteX0" fmla="*/ 76203 w 1416589"/>
                <a:gd name="connsiteY0" fmla="*/ 0 h 167890"/>
                <a:gd name="connsiteX1" fmla="*/ 1201637 w 1416589"/>
                <a:gd name="connsiteY1" fmla="*/ 39435 h 167890"/>
                <a:gd name="connsiteX2" fmla="*/ 1347944 w 1416589"/>
                <a:gd name="connsiteY2" fmla="*/ 66591 h 167890"/>
                <a:gd name="connsiteX3" fmla="*/ 1354158 w 1416589"/>
                <a:gd name="connsiteY3" fmla="*/ 161169 h 167890"/>
                <a:gd name="connsiteX4" fmla="*/ 0 w 1416589"/>
                <a:gd name="connsiteY4" fmla="*/ 133144 h 167890"/>
                <a:gd name="connsiteX5" fmla="*/ 76203 w 1416589"/>
                <a:gd name="connsiteY5" fmla="*/ 0 h 167890"/>
                <a:gd name="connsiteX0" fmla="*/ 76203 w 1416589"/>
                <a:gd name="connsiteY0" fmla="*/ 0 h 167890"/>
                <a:gd name="connsiteX1" fmla="*/ 1201637 w 1416589"/>
                <a:gd name="connsiteY1" fmla="*/ 39435 h 167890"/>
                <a:gd name="connsiteX2" fmla="*/ 1347944 w 1416589"/>
                <a:gd name="connsiteY2" fmla="*/ 66591 h 167890"/>
                <a:gd name="connsiteX3" fmla="*/ 1354158 w 1416589"/>
                <a:gd name="connsiteY3" fmla="*/ 161169 h 167890"/>
                <a:gd name="connsiteX4" fmla="*/ 0 w 1416589"/>
                <a:gd name="connsiteY4" fmla="*/ 133144 h 167890"/>
                <a:gd name="connsiteX5" fmla="*/ 76203 w 1416589"/>
                <a:gd name="connsiteY5" fmla="*/ 0 h 167890"/>
                <a:gd name="connsiteX0" fmla="*/ 76203 w 1416589"/>
                <a:gd name="connsiteY0" fmla="*/ 0 h 167890"/>
                <a:gd name="connsiteX1" fmla="*/ 1201637 w 1416589"/>
                <a:gd name="connsiteY1" fmla="*/ 39435 h 167890"/>
                <a:gd name="connsiteX2" fmla="*/ 1347944 w 1416589"/>
                <a:gd name="connsiteY2" fmla="*/ 66591 h 167890"/>
                <a:gd name="connsiteX3" fmla="*/ 1354158 w 1416589"/>
                <a:gd name="connsiteY3" fmla="*/ 161169 h 167890"/>
                <a:gd name="connsiteX4" fmla="*/ 0 w 1416589"/>
                <a:gd name="connsiteY4" fmla="*/ 133144 h 167890"/>
                <a:gd name="connsiteX5" fmla="*/ 76203 w 1416589"/>
                <a:gd name="connsiteY5" fmla="*/ 0 h 167890"/>
                <a:gd name="connsiteX0" fmla="*/ 554141 w 1416589"/>
                <a:gd name="connsiteY0" fmla="*/ 86708 h 128455"/>
                <a:gd name="connsiteX1" fmla="*/ 1201637 w 1416589"/>
                <a:gd name="connsiteY1" fmla="*/ 0 h 128455"/>
                <a:gd name="connsiteX2" fmla="*/ 1347944 w 1416589"/>
                <a:gd name="connsiteY2" fmla="*/ 27156 h 128455"/>
                <a:gd name="connsiteX3" fmla="*/ 1354158 w 1416589"/>
                <a:gd name="connsiteY3" fmla="*/ 121734 h 128455"/>
                <a:gd name="connsiteX4" fmla="*/ 0 w 1416589"/>
                <a:gd name="connsiteY4" fmla="*/ 93709 h 128455"/>
                <a:gd name="connsiteX5" fmla="*/ 554141 w 1416589"/>
                <a:gd name="connsiteY5" fmla="*/ 86708 h 128455"/>
                <a:gd name="connsiteX0" fmla="*/ 0 w 862448"/>
                <a:gd name="connsiteY0" fmla="*/ 86708 h 128455"/>
                <a:gd name="connsiteX1" fmla="*/ 647496 w 862448"/>
                <a:gd name="connsiteY1" fmla="*/ 0 h 128455"/>
                <a:gd name="connsiteX2" fmla="*/ 793803 w 862448"/>
                <a:gd name="connsiteY2" fmla="*/ 27156 h 128455"/>
                <a:gd name="connsiteX3" fmla="*/ 800017 w 862448"/>
                <a:gd name="connsiteY3" fmla="*/ 121734 h 128455"/>
                <a:gd name="connsiteX4" fmla="*/ 0 w 862448"/>
                <a:gd name="connsiteY4" fmla="*/ 86708 h 128455"/>
                <a:gd name="connsiteX0" fmla="*/ 0 w 749714"/>
                <a:gd name="connsiteY0" fmla="*/ 86501 h 128455"/>
                <a:gd name="connsiteX1" fmla="*/ 534762 w 749714"/>
                <a:gd name="connsiteY1" fmla="*/ 0 h 128455"/>
                <a:gd name="connsiteX2" fmla="*/ 681069 w 749714"/>
                <a:gd name="connsiteY2" fmla="*/ 27156 h 128455"/>
                <a:gd name="connsiteX3" fmla="*/ 687283 w 749714"/>
                <a:gd name="connsiteY3" fmla="*/ 121734 h 128455"/>
                <a:gd name="connsiteX4" fmla="*/ 0 w 749714"/>
                <a:gd name="connsiteY4" fmla="*/ 86501 h 128455"/>
                <a:gd name="connsiteX0" fmla="*/ 152521 w 214952"/>
                <a:gd name="connsiteY0" fmla="*/ 121734 h 128455"/>
                <a:gd name="connsiteX1" fmla="*/ 0 w 214952"/>
                <a:gd name="connsiteY1" fmla="*/ 0 h 128455"/>
                <a:gd name="connsiteX2" fmla="*/ 146307 w 214952"/>
                <a:gd name="connsiteY2" fmla="*/ 27156 h 128455"/>
                <a:gd name="connsiteX3" fmla="*/ 152521 w 214952"/>
                <a:gd name="connsiteY3" fmla="*/ 121734 h 128455"/>
                <a:gd name="connsiteX0" fmla="*/ 520876 w 583307"/>
                <a:gd name="connsiteY0" fmla="*/ 121734 h 128455"/>
                <a:gd name="connsiteX1" fmla="*/ 1216 w 583307"/>
                <a:gd name="connsiteY1" fmla="*/ 114482 h 128455"/>
                <a:gd name="connsiteX2" fmla="*/ 368355 w 583307"/>
                <a:gd name="connsiteY2" fmla="*/ 0 h 128455"/>
                <a:gd name="connsiteX3" fmla="*/ 514662 w 583307"/>
                <a:gd name="connsiteY3" fmla="*/ 27156 h 128455"/>
                <a:gd name="connsiteX4" fmla="*/ 520876 w 583307"/>
                <a:gd name="connsiteY4" fmla="*/ 121734 h 128455"/>
                <a:gd name="connsiteX0" fmla="*/ 521493 w 583924"/>
                <a:gd name="connsiteY0" fmla="*/ 123896 h 130617"/>
                <a:gd name="connsiteX1" fmla="*/ 1833 w 583924"/>
                <a:gd name="connsiteY1" fmla="*/ 116644 h 130617"/>
                <a:gd name="connsiteX2" fmla="*/ 234935 w 583924"/>
                <a:gd name="connsiteY2" fmla="*/ 0 h 130617"/>
                <a:gd name="connsiteX3" fmla="*/ 515279 w 583924"/>
                <a:gd name="connsiteY3" fmla="*/ 29318 h 130617"/>
                <a:gd name="connsiteX4" fmla="*/ 521493 w 583924"/>
                <a:gd name="connsiteY4" fmla="*/ 123896 h 130617"/>
                <a:gd name="connsiteX0" fmla="*/ 521493 w 583924"/>
                <a:gd name="connsiteY0" fmla="*/ 123896 h 130617"/>
                <a:gd name="connsiteX1" fmla="*/ 1833 w 583924"/>
                <a:gd name="connsiteY1" fmla="*/ 116644 h 130617"/>
                <a:gd name="connsiteX2" fmla="*/ 234935 w 583924"/>
                <a:gd name="connsiteY2" fmla="*/ 0 h 130617"/>
                <a:gd name="connsiteX3" fmla="*/ 515279 w 583924"/>
                <a:gd name="connsiteY3" fmla="*/ 29318 h 130617"/>
                <a:gd name="connsiteX4" fmla="*/ 521493 w 583924"/>
                <a:gd name="connsiteY4" fmla="*/ 123896 h 130617"/>
                <a:gd name="connsiteX0" fmla="*/ 519662 w 582093"/>
                <a:gd name="connsiteY0" fmla="*/ 94593 h 101314"/>
                <a:gd name="connsiteX1" fmla="*/ 2 w 582093"/>
                <a:gd name="connsiteY1" fmla="*/ 87341 h 101314"/>
                <a:gd name="connsiteX2" fmla="*/ 513448 w 582093"/>
                <a:gd name="connsiteY2" fmla="*/ 15 h 101314"/>
                <a:gd name="connsiteX3" fmla="*/ 519662 w 582093"/>
                <a:gd name="connsiteY3" fmla="*/ 94593 h 101314"/>
                <a:gd name="connsiteX0" fmla="*/ 528398 w 590829"/>
                <a:gd name="connsiteY0" fmla="*/ 118728 h 125449"/>
                <a:gd name="connsiteX1" fmla="*/ 8738 w 590829"/>
                <a:gd name="connsiteY1" fmla="*/ 111476 h 125449"/>
                <a:gd name="connsiteX2" fmla="*/ 224033 w 590829"/>
                <a:gd name="connsiteY2" fmla="*/ 4560 h 125449"/>
                <a:gd name="connsiteX3" fmla="*/ 522184 w 590829"/>
                <a:gd name="connsiteY3" fmla="*/ 24150 h 125449"/>
                <a:gd name="connsiteX4" fmla="*/ 528398 w 590829"/>
                <a:gd name="connsiteY4" fmla="*/ 118728 h 125449"/>
                <a:gd name="connsiteX0" fmla="*/ 477050 w 577683"/>
                <a:gd name="connsiteY0" fmla="*/ 83749 h 115313"/>
                <a:gd name="connsiteX1" fmla="*/ 8738 w 577683"/>
                <a:gd name="connsiteY1" fmla="*/ 111476 h 115313"/>
                <a:gd name="connsiteX2" fmla="*/ 224033 w 577683"/>
                <a:gd name="connsiteY2" fmla="*/ 4560 h 115313"/>
                <a:gd name="connsiteX3" fmla="*/ 522184 w 577683"/>
                <a:gd name="connsiteY3" fmla="*/ 24150 h 115313"/>
                <a:gd name="connsiteX4" fmla="*/ 477050 w 577683"/>
                <a:gd name="connsiteY4" fmla="*/ 83749 h 115313"/>
                <a:gd name="connsiteX0" fmla="*/ 477050 w 570150"/>
                <a:gd name="connsiteY0" fmla="*/ 83749 h 115313"/>
                <a:gd name="connsiteX1" fmla="*/ 8738 w 570150"/>
                <a:gd name="connsiteY1" fmla="*/ 111476 h 115313"/>
                <a:gd name="connsiteX2" fmla="*/ 224033 w 570150"/>
                <a:gd name="connsiteY2" fmla="*/ 4560 h 115313"/>
                <a:gd name="connsiteX3" fmla="*/ 522184 w 570150"/>
                <a:gd name="connsiteY3" fmla="*/ 24150 h 115313"/>
                <a:gd name="connsiteX4" fmla="*/ 477050 w 570150"/>
                <a:gd name="connsiteY4" fmla="*/ 83749 h 115313"/>
                <a:gd name="connsiteX0" fmla="*/ 477050 w 551642"/>
                <a:gd name="connsiteY0" fmla="*/ 83514 h 115078"/>
                <a:gd name="connsiteX1" fmla="*/ 8738 w 551642"/>
                <a:gd name="connsiteY1" fmla="*/ 111241 h 115078"/>
                <a:gd name="connsiteX2" fmla="*/ 224033 w 551642"/>
                <a:gd name="connsiteY2" fmla="*/ 4325 h 115078"/>
                <a:gd name="connsiteX3" fmla="*/ 522184 w 551642"/>
                <a:gd name="connsiteY3" fmla="*/ 23915 h 115078"/>
                <a:gd name="connsiteX4" fmla="*/ 529633 w 551642"/>
                <a:gd name="connsiteY4" fmla="*/ 50356 h 115078"/>
                <a:gd name="connsiteX5" fmla="*/ 477050 w 551642"/>
                <a:gd name="connsiteY5" fmla="*/ 83514 h 115078"/>
                <a:gd name="connsiteX0" fmla="*/ 477050 w 549228"/>
                <a:gd name="connsiteY0" fmla="*/ 83514 h 115078"/>
                <a:gd name="connsiteX1" fmla="*/ 8738 w 549228"/>
                <a:gd name="connsiteY1" fmla="*/ 111241 h 115078"/>
                <a:gd name="connsiteX2" fmla="*/ 224033 w 549228"/>
                <a:gd name="connsiteY2" fmla="*/ 4325 h 115078"/>
                <a:gd name="connsiteX3" fmla="*/ 522184 w 549228"/>
                <a:gd name="connsiteY3" fmla="*/ 23915 h 115078"/>
                <a:gd name="connsiteX4" fmla="*/ 521909 w 549228"/>
                <a:gd name="connsiteY4" fmla="*/ 48809 h 115078"/>
                <a:gd name="connsiteX5" fmla="*/ 477050 w 549228"/>
                <a:gd name="connsiteY5" fmla="*/ 83514 h 115078"/>
                <a:gd name="connsiteX0" fmla="*/ 461479 w 549228"/>
                <a:gd name="connsiteY0" fmla="*/ 84193 h 115131"/>
                <a:gd name="connsiteX1" fmla="*/ 8738 w 549228"/>
                <a:gd name="connsiteY1" fmla="*/ 111241 h 115131"/>
                <a:gd name="connsiteX2" fmla="*/ 224033 w 549228"/>
                <a:gd name="connsiteY2" fmla="*/ 4325 h 115131"/>
                <a:gd name="connsiteX3" fmla="*/ 522184 w 549228"/>
                <a:gd name="connsiteY3" fmla="*/ 23915 h 115131"/>
                <a:gd name="connsiteX4" fmla="*/ 521909 w 549228"/>
                <a:gd name="connsiteY4" fmla="*/ 48809 h 115131"/>
                <a:gd name="connsiteX5" fmla="*/ 461479 w 549228"/>
                <a:gd name="connsiteY5" fmla="*/ 84193 h 115131"/>
                <a:gd name="connsiteX0" fmla="*/ 461479 w 553006"/>
                <a:gd name="connsiteY0" fmla="*/ 84193 h 115131"/>
                <a:gd name="connsiteX1" fmla="*/ 8738 w 553006"/>
                <a:gd name="connsiteY1" fmla="*/ 111241 h 115131"/>
                <a:gd name="connsiteX2" fmla="*/ 224033 w 553006"/>
                <a:gd name="connsiteY2" fmla="*/ 4325 h 115131"/>
                <a:gd name="connsiteX3" fmla="*/ 522184 w 553006"/>
                <a:gd name="connsiteY3" fmla="*/ 23915 h 115131"/>
                <a:gd name="connsiteX4" fmla="*/ 533494 w 553006"/>
                <a:gd name="connsiteY4" fmla="*/ 51131 h 115131"/>
                <a:gd name="connsiteX5" fmla="*/ 461479 w 553006"/>
                <a:gd name="connsiteY5" fmla="*/ 84193 h 115131"/>
                <a:gd name="connsiteX0" fmla="*/ 461479 w 553006"/>
                <a:gd name="connsiteY0" fmla="*/ 84193 h 115131"/>
                <a:gd name="connsiteX1" fmla="*/ 8738 w 553006"/>
                <a:gd name="connsiteY1" fmla="*/ 111241 h 115131"/>
                <a:gd name="connsiteX2" fmla="*/ 224033 w 553006"/>
                <a:gd name="connsiteY2" fmla="*/ 4325 h 115131"/>
                <a:gd name="connsiteX3" fmla="*/ 522184 w 553006"/>
                <a:gd name="connsiteY3" fmla="*/ 23915 h 115131"/>
                <a:gd name="connsiteX4" fmla="*/ 533494 w 553006"/>
                <a:gd name="connsiteY4" fmla="*/ 51131 h 115131"/>
                <a:gd name="connsiteX5" fmla="*/ 461479 w 553006"/>
                <a:gd name="connsiteY5" fmla="*/ 84193 h 115131"/>
                <a:gd name="connsiteX0" fmla="*/ 461479 w 559037"/>
                <a:gd name="connsiteY0" fmla="*/ 84193 h 115131"/>
                <a:gd name="connsiteX1" fmla="*/ 8738 w 559037"/>
                <a:gd name="connsiteY1" fmla="*/ 111241 h 115131"/>
                <a:gd name="connsiteX2" fmla="*/ 224033 w 559037"/>
                <a:gd name="connsiteY2" fmla="*/ 4325 h 115131"/>
                <a:gd name="connsiteX3" fmla="*/ 522184 w 559037"/>
                <a:gd name="connsiteY3" fmla="*/ 23915 h 115131"/>
                <a:gd name="connsiteX4" fmla="*/ 533494 w 559037"/>
                <a:gd name="connsiteY4" fmla="*/ 51131 h 115131"/>
                <a:gd name="connsiteX5" fmla="*/ 461479 w 559037"/>
                <a:gd name="connsiteY5" fmla="*/ 84193 h 115131"/>
                <a:gd name="connsiteX0" fmla="*/ 461479 w 563340"/>
                <a:gd name="connsiteY0" fmla="*/ 84193 h 115131"/>
                <a:gd name="connsiteX1" fmla="*/ 8738 w 563340"/>
                <a:gd name="connsiteY1" fmla="*/ 111241 h 115131"/>
                <a:gd name="connsiteX2" fmla="*/ 224033 w 563340"/>
                <a:gd name="connsiteY2" fmla="*/ 4325 h 115131"/>
                <a:gd name="connsiteX3" fmla="*/ 522184 w 563340"/>
                <a:gd name="connsiteY3" fmla="*/ 23915 h 115131"/>
                <a:gd name="connsiteX4" fmla="*/ 542093 w 563340"/>
                <a:gd name="connsiteY4" fmla="*/ 55703 h 115131"/>
                <a:gd name="connsiteX5" fmla="*/ 461479 w 563340"/>
                <a:gd name="connsiteY5" fmla="*/ 84193 h 115131"/>
                <a:gd name="connsiteX0" fmla="*/ 461479 w 554261"/>
                <a:gd name="connsiteY0" fmla="*/ 84193 h 115131"/>
                <a:gd name="connsiteX1" fmla="*/ 8738 w 554261"/>
                <a:gd name="connsiteY1" fmla="*/ 111241 h 115131"/>
                <a:gd name="connsiteX2" fmla="*/ 224033 w 554261"/>
                <a:gd name="connsiteY2" fmla="*/ 4325 h 115131"/>
                <a:gd name="connsiteX3" fmla="*/ 522184 w 554261"/>
                <a:gd name="connsiteY3" fmla="*/ 23915 h 115131"/>
                <a:gd name="connsiteX4" fmla="*/ 542093 w 554261"/>
                <a:gd name="connsiteY4" fmla="*/ 55703 h 115131"/>
                <a:gd name="connsiteX5" fmla="*/ 461479 w 554261"/>
                <a:gd name="connsiteY5" fmla="*/ 84193 h 115131"/>
                <a:gd name="connsiteX0" fmla="*/ 461479 w 554261"/>
                <a:gd name="connsiteY0" fmla="*/ 84193 h 115131"/>
                <a:gd name="connsiteX1" fmla="*/ 8738 w 554261"/>
                <a:gd name="connsiteY1" fmla="*/ 111241 h 115131"/>
                <a:gd name="connsiteX2" fmla="*/ 224033 w 554261"/>
                <a:gd name="connsiteY2" fmla="*/ 4325 h 115131"/>
                <a:gd name="connsiteX3" fmla="*/ 522184 w 554261"/>
                <a:gd name="connsiteY3" fmla="*/ 23915 h 115131"/>
                <a:gd name="connsiteX4" fmla="*/ 542093 w 554261"/>
                <a:gd name="connsiteY4" fmla="*/ 55703 h 115131"/>
                <a:gd name="connsiteX5" fmla="*/ 461479 w 554261"/>
                <a:gd name="connsiteY5" fmla="*/ 84193 h 115131"/>
                <a:gd name="connsiteX0" fmla="*/ 461479 w 554587"/>
                <a:gd name="connsiteY0" fmla="*/ 84193 h 115131"/>
                <a:gd name="connsiteX1" fmla="*/ 8738 w 554587"/>
                <a:gd name="connsiteY1" fmla="*/ 111241 h 115131"/>
                <a:gd name="connsiteX2" fmla="*/ 224033 w 554587"/>
                <a:gd name="connsiteY2" fmla="*/ 4325 h 115131"/>
                <a:gd name="connsiteX3" fmla="*/ 522184 w 554587"/>
                <a:gd name="connsiteY3" fmla="*/ 23915 h 115131"/>
                <a:gd name="connsiteX4" fmla="*/ 542093 w 554587"/>
                <a:gd name="connsiteY4" fmla="*/ 55703 h 115131"/>
                <a:gd name="connsiteX5" fmla="*/ 493109 w 554587"/>
                <a:gd name="connsiteY5" fmla="*/ 98120 h 115131"/>
                <a:gd name="connsiteX6" fmla="*/ 461479 w 554587"/>
                <a:gd name="connsiteY6" fmla="*/ 84193 h 115131"/>
                <a:gd name="connsiteX0" fmla="*/ 440929 w 554587"/>
                <a:gd name="connsiteY0" fmla="*/ 88623 h 115521"/>
                <a:gd name="connsiteX1" fmla="*/ 8738 w 554587"/>
                <a:gd name="connsiteY1" fmla="*/ 111241 h 115521"/>
                <a:gd name="connsiteX2" fmla="*/ 224033 w 554587"/>
                <a:gd name="connsiteY2" fmla="*/ 4325 h 115521"/>
                <a:gd name="connsiteX3" fmla="*/ 522184 w 554587"/>
                <a:gd name="connsiteY3" fmla="*/ 23915 h 115521"/>
                <a:gd name="connsiteX4" fmla="*/ 542093 w 554587"/>
                <a:gd name="connsiteY4" fmla="*/ 55703 h 115521"/>
                <a:gd name="connsiteX5" fmla="*/ 493109 w 554587"/>
                <a:gd name="connsiteY5" fmla="*/ 98120 h 115521"/>
                <a:gd name="connsiteX6" fmla="*/ 440929 w 554587"/>
                <a:gd name="connsiteY6" fmla="*/ 88623 h 115521"/>
                <a:gd name="connsiteX0" fmla="*/ 440929 w 554587"/>
                <a:gd name="connsiteY0" fmla="*/ 88623 h 115521"/>
                <a:gd name="connsiteX1" fmla="*/ 8738 w 554587"/>
                <a:gd name="connsiteY1" fmla="*/ 111241 h 115521"/>
                <a:gd name="connsiteX2" fmla="*/ 224033 w 554587"/>
                <a:gd name="connsiteY2" fmla="*/ 4325 h 115521"/>
                <a:gd name="connsiteX3" fmla="*/ 522184 w 554587"/>
                <a:gd name="connsiteY3" fmla="*/ 23915 h 115521"/>
                <a:gd name="connsiteX4" fmla="*/ 542093 w 554587"/>
                <a:gd name="connsiteY4" fmla="*/ 55703 h 115521"/>
                <a:gd name="connsiteX5" fmla="*/ 493109 w 554587"/>
                <a:gd name="connsiteY5" fmla="*/ 98120 h 115521"/>
                <a:gd name="connsiteX6" fmla="*/ 440929 w 554587"/>
                <a:gd name="connsiteY6" fmla="*/ 88623 h 115521"/>
                <a:gd name="connsiteX0" fmla="*/ 440929 w 554587"/>
                <a:gd name="connsiteY0" fmla="*/ 88623 h 117137"/>
                <a:gd name="connsiteX1" fmla="*/ 8738 w 554587"/>
                <a:gd name="connsiteY1" fmla="*/ 111241 h 117137"/>
                <a:gd name="connsiteX2" fmla="*/ 224033 w 554587"/>
                <a:gd name="connsiteY2" fmla="*/ 4325 h 117137"/>
                <a:gd name="connsiteX3" fmla="*/ 522184 w 554587"/>
                <a:gd name="connsiteY3" fmla="*/ 23915 h 117137"/>
                <a:gd name="connsiteX4" fmla="*/ 542093 w 554587"/>
                <a:gd name="connsiteY4" fmla="*/ 55703 h 117137"/>
                <a:gd name="connsiteX5" fmla="*/ 493109 w 554587"/>
                <a:gd name="connsiteY5" fmla="*/ 98120 h 117137"/>
                <a:gd name="connsiteX6" fmla="*/ 440929 w 554587"/>
                <a:gd name="connsiteY6" fmla="*/ 88623 h 117137"/>
                <a:gd name="connsiteX0" fmla="*/ 440929 w 554587"/>
                <a:gd name="connsiteY0" fmla="*/ 88623 h 121672"/>
                <a:gd name="connsiteX1" fmla="*/ 169930 w 554587"/>
                <a:gd name="connsiteY1" fmla="*/ 115045 h 121672"/>
                <a:gd name="connsiteX2" fmla="*/ 8738 w 554587"/>
                <a:gd name="connsiteY2" fmla="*/ 111241 h 121672"/>
                <a:gd name="connsiteX3" fmla="*/ 224033 w 554587"/>
                <a:gd name="connsiteY3" fmla="*/ 4325 h 121672"/>
                <a:gd name="connsiteX4" fmla="*/ 522184 w 554587"/>
                <a:gd name="connsiteY4" fmla="*/ 23915 h 121672"/>
                <a:gd name="connsiteX5" fmla="*/ 542093 w 554587"/>
                <a:gd name="connsiteY5" fmla="*/ 55703 h 121672"/>
                <a:gd name="connsiteX6" fmla="*/ 493109 w 554587"/>
                <a:gd name="connsiteY6" fmla="*/ 98120 h 121672"/>
                <a:gd name="connsiteX7" fmla="*/ 440929 w 554587"/>
                <a:gd name="connsiteY7" fmla="*/ 88623 h 121672"/>
                <a:gd name="connsiteX0" fmla="*/ 440929 w 554587"/>
                <a:gd name="connsiteY0" fmla="*/ 88623 h 135483"/>
                <a:gd name="connsiteX1" fmla="*/ 158610 w 554587"/>
                <a:gd name="connsiteY1" fmla="*/ 134619 h 135483"/>
                <a:gd name="connsiteX2" fmla="*/ 8738 w 554587"/>
                <a:gd name="connsiteY2" fmla="*/ 111241 h 135483"/>
                <a:gd name="connsiteX3" fmla="*/ 224033 w 554587"/>
                <a:gd name="connsiteY3" fmla="*/ 4325 h 135483"/>
                <a:gd name="connsiteX4" fmla="*/ 522184 w 554587"/>
                <a:gd name="connsiteY4" fmla="*/ 23915 h 135483"/>
                <a:gd name="connsiteX5" fmla="*/ 542093 w 554587"/>
                <a:gd name="connsiteY5" fmla="*/ 55703 h 135483"/>
                <a:gd name="connsiteX6" fmla="*/ 493109 w 554587"/>
                <a:gd name="connsiteY6" fmla="*/ 98120 h 135483"/>
                <a:gd name="connsiteX7" fmla="*/ 440929 w 554587"/>
                <a:gd name="connsiteY7" fmla="*/ 88623 h 135483"/>
                <a:gd name="connsiteX0" fmla="*/ 440929 w 554587"/>
                <a:gd name="connsiteY0" fmla="*/ 88623 h 152182"/>
                <a:gd name="connsiteX1" fmla="*/ 158610 w 554587"/>
                <a:gd name="connsiteY1" fmla="*/ 134619 h 152182"/>
                <a:gd name="connsiteX2" fmla="*/ 8738 w 554587"/>
                <a:gd name="connsiteY2" fmla="*/ 111241 h 152182"/>
                <a:gd name="connsiteX3" fmla="*/ 224033 w 554587"/>
                <a:gd name="connsiteY3" fmla="*/ 4325 h 152182"/>
                <a:gd name="connsiteX4" fmla="*/ 522184 w 554587"/>
                <a:gd name="connsiteY4" fmla="*/ 23915 h 152182"/>
                <a:gd name="connsiteX5" fmla="*/ 542093 w 554587"/>
                <a:gd name="connsiteY5" fmla="*/ 55703 h 152182"/>
                <a:gd name="connsiteX6" fmla="*/ 493109 w 554587"/>
                <a:gd name="connsiteY6" fmla="*/ 98120 h 152182"/>
                <a:gd name="connsiteX7" fmla="*/ 440929 w 554587"/>
                <a:gd name="connsiteY7" fmla="*/ 88623 h 152182"/>
                <a:gd name="connsiteX0" fmla="*/ 440929 w 554587"/>
                <a:gd name="connsiteY0" fmla="*/ 88623 h 165518"/>
                <a:gd name="connsiteX1" fmla="*/ 149343 w 554587"/>
                <a:gd name="connsiteY1" fmla="*/ 150806 h 165518"/>
                <a:gd name="connsiteX2" fmla="*/ 8738 w 554587"/>
                <a:gd name="connsiteY2" fmla="*/ 111241 h 165518"/>
                <a:gd name="connsiteX3" fmla="*/ 224033 w 554587"/>
                <a:gd name="connsiteY3" fmla="*/ 4325 h 165518"/>
                <a:gd name="connsiteX4" fmla="*/ 522184 w 554587"/>
                <a:gd name="connsiteY4" fmla="*/ 23915 h 165518"/>
                <a:gd name="connsiteX5" fmla="*/ 542093 w 554587"/>
                <a:gd name="connsiteY5" fmla="*/ 55703 h 165518"/>
                <a:gd name="connsiteX6" fmla="*/ 493109 w 554587"/>
                <a:gd name="connsiteY6" fmla="*/ 98120 h 165518"/>
                <a:gd name="connsiteX7" fmla="*/ 440929 w 554587"/>
                <a:gd name="connsiteY7" fmla="*/ 88623 h 165518"/>
                <a:gd name="connsiteX0" fmla="*/ 440929 w 554587"/>
                <a:gd name="connsiteY0" fmla="*/ 88623 h 172469"/>
                <a:gd name="connsiteX1" fmla="*/ 149343 w 554587"/>
                <a:gd name="connsiteY1" fmla="*/ 150806 h 172469"/>
                <a:gd name="connsiteX2" fmla="*/ 8738 w 554587"/>
                <a:gd name="connsiteY2" fmla="*/ 111241 h 172469"/>
                <a:gd name="connsiteX3" fmla="*/ 224033 w 554587"/>
                <a:gd name="connsiteY3" fmla="*/ 4325 h 172469"/>
                <a:gd name="connsiteX4" fmla="*/ 522184 w 554587"/>
                <a:gd name="connsiteY4" fmla="*/ 23915 h 172469"/>
                <a:gd name="connsiteX5" fmla="*/ 542093 w 554587"/>
                <a:gd name="connsiteY5" fmla="*/ 55703 h 172469"/>
                <a:gd name="connsiteX6" fmla="*/ 493109 w 554587"/>
                <a:gd name="connsiteY6" fmla="*/ 98120 h 172469"/>
                <a:gd name="connsiteX7" fmla="*/ 440929 w 554587"/>
                <a:gd name="connsiteY7" fmla="*/ 88623 h 172469"/>
                <a:gd name="connsiteX0" fmla="*/ 440929 w 554587"/>
                <a:gd name="connsiteY0" fmla="*/ 88623 h 172469"/>
                <a:gd name="connsiteX1" fmla="*/ 149343 w 554587"/>
                <a:gd name="connsiteY1" fmla="*/ 150806 h 172469"/>
                <a:gd name="connsiteX2" fmla="*/ 8738 w 554587"/>
                <a:gd name="connsiteY2" fmla="*/ 111241 h 172469"/>
                <a:gd name="connsiteX3" fmla="*/ 224033 w 554587"/>
                <a:gd name="connsiteY3" fmla="*/ 4325 h 172469"/>
                <a:gd name="connsiteX4" fmla="*/ 522184 w 554587"/>
                <a:gd name="connsiteY4" fmla="*/ 23915 h 172469"/>
                <a:gd name="connsiteX5" fmla="*/ 542093 w 554587"/>
                <a:gd name="connsiteY5" fmla="*/ 55703 h 172469"/>
                <a:gd name="connsiteX6" fmla="*/ 493109 w 554587"/>
                <a:gd name="connsiteY6" fmla="*/ 98120 h 172469"/>
                <a:gd name="connsiteX7" fmla="*/ 440929 w 554587"/>
                <a:gd name="connsiteY7" fmla="*/ 88623 h 172469"/>
                <a:gd name="connsiteX0" fmla="*/ 436945 w 554587"/>
                <a:gd name="connsiteY0" fmla="*/ 91623 h 172469"/>
                <a:gd name="connsiteX1" fmla="*/ 149343 w 554587"/>
                <a:gd name="connsiteY1" fmla="*/ 150806 h 172469"/>
                <a:gd name="connsiteX2" fmla="*/ 8738 w 554587"/>
                <a:gd name="connsiteY2" fmla="*/ 111241 h 172469"/>
                <a:gd name="connsiteX3" fmla="*/ 224033 w 554587"/>
                <a:gd name="connsiteY3" fmla="*/ 4325 h 172469"/>
                <a:gd name="connsiteX4" fmla="*/ 522184 w 554587"/>
                <a:gd name="connsiteY4" fmla="*/ 23915 h 172469"/>
                <a:gd name="connsiteX5" fmla="*/ 542093 w 554587"/>
                <a:gd name="connsiteY5" fmla="*/ 55703 h 172469"/>
                <a:gd name="connsiteX6" fmla="*/ 493109 w 554587"/>
                <a:gd name="connsiteY6" fmla="*/ 98120 h 172469"/>
                <a:gd name="connsiteX7" fmla="*/ 436945 w 554587"/>
                <a:gd name="connsiteY7" fmla="*/ 91623 h 172469"/>
                <a:gd name="connsiteX0" fmla="*/ 436945 w 554587"/>
                <a:gd name="connsiteY0" fmla="*/ 91623 h 172469"/>
                <a:gd name="connsiteX1" fmla="*/ 149343 w 554587"/>
                <a:gd name="connsiteY1" fmla="*/ 150806 h 172469"/>
                <a:gd name="connsiteX2" fmla="*/ 8738 w 554587"/>
                <a:gd name="connsiteY2" fmla="*/ 111241 h 172469"/>
                <a:gd name="connsiteX3" fmla="*/ 224033 w 554587"/>
                <a:gd name="connsiteY3" fmla="*/ 4325 h 172469"/>
                <a:gd name="connsiteX4" fmla="*/ 522184 w 554587"/>
                <a:gd name="connsiteY4" fmla="*/ 23915 h 172469"/>
                <a:gd name="connsiteX5" fmla="*/ 542093 w 554587"/>
                <a:gd name="connsiteY5" fmla="*/ 55703 h 172469"/>
                <a:gd name="connsiteX6" fmla="*/ 493109 w 554587"/>
                <a:gd name="connsiteY6" fmla="*/ 98120 h 172469"/>
                <a:gd name="connsiteX7" fmla="*/ 436945 w 554587"/>
                <a:gd name="connsiteY7" fmla="*/ 91623 h 172469"/>
                <a:gd name="connsiteX0" fmla="*/ 436945 w 554587"/>
                <a:gd name="connsiteY0" fmla="*/ 91623 h 172469"/>
                <a:gd name="connsiteX1" fmla="*/ 149343 w 554587"/>
                <a:gd name="connsiteY1" fmla="*/ 150806 h 172469"/>
                <a:gd name="connsiteX2" fmla="*/ 8738 w 554587"/>
                <a:gd name="connsiteY2" fmla="*/ 111241 h 172469"/>
                <a:gd name="connsiteX3" fmla="*/ 224033 w 554587"/>
                <a:gd name="connsiteY3" fmla="*/ 4325 h 172469"/>
                <a:gd name="connsiteX4" fmla="*/ 522184 w 554587"/>
                <a:gd name="connsiteY4" fmla="*/ 23915 h 172469"/>
                <a:gd name="connsiteX5" fmla="*/ 542093 w 554587"/>
                <a:gd name="connsiteY5" fmla="*/ 55703 h 172469"/>
                <a:gd name="connsiteX6" fmla="*/ 493109 w 554587"/>
                <a:gd name="connsiteY6" fmla="*/ 98120 h 172469"/>
                <a:gd name="connsiteX7" fmla="*/ 436945 w 554587"/>
                <a:gd name="connsiteY7" fmla="*/ 91623 h 172469"/>
                <a:gd name="connsiteX0" fmla="*/ 356919 w 554587"/>
                <a:gd name="connsiteY0" fmla="*/ 102181 h 172469"/>
                <a:gd name="connsiteX1" fmla="*/ 149343 w 554587"/>
                <a:gd name="connsiteY1" fmla="*/ 150806 h 172469"/>
                <a:gd name="connsiteX2" fmla="*/ 8738 w 554587"/>
                <a:gd name="connsiteY2" fmla="*/ 111241 h 172469"/>
                <a:gd name="connsiteX3" fmla="*/ 224033 w 554587"/>
                <a:gd name="connsiteY3" fmla="*/ 4325 h 172469"/>
                <a:gd name="connsiteX4" fmla="*/ 522184 w 554587"/>
                <a:gd name="connsiteY4" fmla="*/ 23915 h 172469"/>
                <a:gd name="connsiteX5" fmla="*/ 542093 w 554587"/>
                <a:gd name="connsiteY5" fmla="*/ 55703 h 172469"/>
                <a:gd name="connsiteX6" fmla="*/ 493109 w 554587"/>
                <a:gd name="connsiteY6" fmla="*/ 98120 h 172469"/>
                <a:gd name="connsiteX7" fmla="*/ 356919 w 554587"/>
                <a:gd name="connsiteY7" fmla="*/ 102181 h 172469"/>
                <a:gd name="connsiteX0" fmla="*/ 326713 w 554587"/>
                <a:gd name="connsiteY0" fmla="*/ 104677 h 172469"/>
                <a:gd name="connsiteX1" fmla="*/ 149343 w 554587"/>
                <a:gd name="connsiteY1" fmla="*/ 150806 h 172469"/>
                <a:gd name="connsiteX2" fmla="*/ 8738 w 554587"/>
                <a:gd name="connsiteY2" fmla="*/ 111241 h 172469"/>
                <a:gd name="connsiteX3" fmla="*/ 224033 w 554587"/>
                <a:gd name="connsiteY3" fmla="*/ 4325 h 172469"/>
                <a:gd name="connsiteX4" fmla="*/ 522184 w 554587"/>
                <a:gd name="connsiteY4" fmla="*/ 23915 h 172469"/>
                <a:gd name="connsiteX5" fmla="*/ 542093 w 554587"/>
                <a:gd name="connsiteY5" fmla="*/ 55703 h 172469"/>
                <a:gd name="connsiteX6" fmla="*/ 493109 w 554587"/>
                <a:gd name="connsiteY6" fmla="*/ 98120 h 172469"/>
                <a:gd name="connsiteX7" fmla="*/ 326713 w 554587"/>
                <a:gd name="connsiteY7" fmla="*/ 104677 h 172469"/>
                <a:gd name="connsiteX0" fmla="*/ 326713 w 554587"/>
                <a:gd name="connsiteY0" fmla="*/ 104677 h 172469"/>
                <a:gd name="connsiteX1" fmla="*/ 149343 w 554587"/>
                <a:gd name="connsiteY1" fmla="*/ 150806 h 172469"/>
                <a:gd name="connsiteX2" fmla="*/ 8738 w 554587"/>
                <a:gd name="connsiteY2" fmla="*/ 111241 h 172469"/>
                <a:gd name="connsiteX3" fmla="*/ 224033 w 554587"/>
                <a:gd name="connsiteY3" fmla="*/ 4325 h 172469"/>
                <a:gd name="connsiteX4" fmla="*/ 522184 w 554587"/>
                <a:gd name="connsiteY4" fmla="*/ 23915 h 172469"/>
                <a:gd name="connsiteX5" fmla="*/ 542093 w 554587"/>
                <a:gd name="connsiteY5" fmla="*/ 55703 h 172469"/>
                <a:gd name="connsiteX6" fmla="*/ 493109 w 554587"/>
                <a:gd name="connsiteY6" fmla="*/ 98120 h 172469"/>
                <a:gd name="connsiteX7" fmla="*/ 326713 w 554587"/>
                <a:gd name="connsiteY7" fmla="*/ 104677 h 172469"/>
                <a:gd name="connsiteX0" fmla="*/ 326713 w 554587"/>
                <a:gd name="connsiteY0" fmla="*/ 104677 h 172469"/>
                <a:gd name="connsiteX1" fmla="*/ 149343 w 554587"/>
                <a:gd name="connsiteY1" fmla="*/ 150806 h 172469"/>
                <a:gd name="connsiteX2" fmla="*/ 8738 w 554587"/>
                <a:gd name="connsiteY2" fmla="*/ 111241 h 172469"/>
                <a:gd name="connsiteX3" fmla="*/ 224033 w 554587"/>
                <a:gd name="connsiteY3" fmla="*/ 4325 h 172469"/>
                <a:gd name="connsiteX4" fmla="*/ 522184 w 554587"/>
                <a:gd name="connsiteY4" fmla="*/ 23915 h 172469"/>
                <a:gd name="connsiteX5" fmla="*/ 542093 w 554587"/>
                <a:gd name="connsiteY5" fmla="*/ 55703 h 172469"/>
                <a:gd name="connsiteX6" fmla="*/ 493109 w 554587"/>
                <a:gd name="connsiteY6" fmla="*/ 98120 h 172469"/>
                <a:gd name="connsiteX7" fmla="*/ 326713 w 554587"/>
                <a:gd name="connsiteY7" fmla="*/ 104677 h 172469"/>
                <a:gd name="connsiteX0" fmla="*/ 322912 w 554587"/>
                <a:gd name="connsiteY0" fmla="*/ 102016 h 172469"/>
                <a:gd name="connsiteX1" fmla="*/ 149343 w 554587"/>
                <a:gd name="connsiteY1" fmla="*/ 150806 h 172469"/>
                <a:gd name="connsiteX2" fmla="*/ 8738 w 554587"/>
                <a:gd name="connsiteY2" fmla="*/ 111241 h 172469"/>
                <a:gd name="connsiteX3" fmla="*/ 224033 w 554587"/>
                <a:gd name="connsiteY3" fmla="*/ 4325 h 172469"/>
                <a:gd name="connsiteX4" fmla="*/ 522184 w 554587"/>
                <a:gd name="connsiteY4" fmla="*/ 23915 h 172469"/>
                <a:gd name="connsiteX5" fmla="*/ 542093 w 554587"/>
                <a:gd name="connsiteY5" fmla="*/ 55703 h 172469"/>
                <a:gd name="connsiteX6" fmla="*/ 493109 w 554587"/>
                <a:gd name="connsiteY6" fmla="*/ 98120 h 172469"/>
                <a:gd name="connsiteX7" fmla="*/ 322912 w 554587"/>
                <a:gd name="connsiteY7" fmla="*/ 102016 h 172469"/>
                <a:gd name="connsiteX0" fmla="*/ 322912 w 554587"/>
                <a:gd name="connsiteY0" fmla="*/ 102016 h 172469"/>
                <a:gd name="connsiteX1" fmla="*/ 149343 w 554587"/>
                <a:gd name="connsiteY1" fmla="*/ 150806 h 172469"/>
                <a:gd name="connsiteX2" fmla="*/ 8738 w 554587"/>
                <a:gd name="connsiteY2" fmla="*/ 111241 h 172469"/>
                <a:gd name="connsiteX3" fmla="*/ 224033 w 554587"/>
                <a:gd name="connsiteY3" fmla="*/ 4325 h 172469"/>
                <a:gd name="connsiteX4" fmla="*/ 522184 w 554587"/>
                <a:gd name="connsiteY4" fmla="*/ 23915 h 172469"/>
                <a:gd name="connsiteX5" fmla="*/ 542093 w 554587"/>
                <a:gd name="connsiteY5" fmla="*/ 55703 h 172469"/>
                <a:gd name="connsiteX6" fmla="*/ 493109 w 554587"/>
                <a:gd name="connsiteY6" fmla="*/ 98120 h 172469"/>
                <a:gd name="connsiteX7" fmla="*/ 322912 w 554587"/>
                <a:gd name="connsiteY7" fmla="*/ 102016 h 172469"/>
                <a:gd name="connsiteX0" fmla="*/ 322912 w 554587"/>
                <a:gd name="connsiteY0" fmla="*/ 102016 h 172469"/>
                <a:gd name="connsiteX1" fmla="*/ 149343 w 554587"/>
                <a:gd name="connsiteY1" fmla="*/ 150806 h 172469"/>
                <a:gd name="connsiteX2" fmla="*/ 8738 w 554587"/>
                <a:gd name="connsiteY2" fmla="*/ 111241 h 172469"/>
                <a:gd name="connsiteX3" fmla="*/ 224033 w 554587"/>
                <a:gd name="connsiteY3" fmla="*/ 4325 h 172469"/>
                <a:gd name="connsiteX4" fmla="*/ 522184 w 554587"/>
                <a:gd name="connsiteY4" fmla="*/ 23915 h 172469"/>
                <a:gd name="connsiteX5" fmla="*/ 542093 w 554587"/>
                <a:gd name="connsiteY5" fmla="*/ 55703 h 172469"/>
                <a:gd name="connsiteX6" fmla="*/ 493109 w 554587"/>
                <a:gd name="connsiteY6" fmla="*/ 98120 h 172469"/>
                <a:gd name="connsiteX7" fmla="*/ 322912 w 554587"/>
                <a:gd name="connsiteY7" fmla="*/ 102016 h 172469"/>
                <a:gd name="connsiteX0" fmla="*/ 322912 w 554587"/>
                <a:gd name="connsiteY0" fmla="*/ 102016 h 172469"/>
                <a:gd name="connsiteX1" fmla="*/ 149343 w 554587"/>
                <a:gd name="connsiteY1" fmla="*/ 150806 h 172469"/>
                <a:gd name="connsiteX2" fmla="*/ 8738 w 554587"/>
                <a:gd name="connsiteY2" fmla="*/ 111241 h 172469"/>
                <a:gd name="connsiteX3" fmla="*/ 224033 w 554587"/>
                <a:gd name="connsiteY3" fmla="*/ 4325 h 172469"/>
                <a:gd name="connsiteX4" fmla="*/ 522184 w 554587"/>
                <a:gd name="connsiteY4" fmla="*/ 23915 h 172469"/>
                <a:gd name="connsiteX5" fmla="*/ 542093 w 554587"/>
                <a:gd name="connsiteY5" fmla="*/ 55703 h 172469"/>
                <a:gd name="connsiteX6" fmla="*/ 493109 w 554587"/>
                <a:gd name="connsiteY6" fmla="*/ 98120 h 172469"/>
                <a:gd name="connsiteX7" fmla="*/ 322912 w 554587"/>
                <a:gd name="connsiteY7" fmla="*/ 102016 h 172469"/>
                <a:gd name="connsiteX0" fmla="*/ 315828 w 547503"/>
                <a:gd name="connsiteY0" fmla="*/ 102016 h 172469"/>
                <a:gd name="connsiteX1" fmla="*/ 142259 w 547503"/>
                <a:gd name="connsiteY1" fmla="*/ 150806 h 172469"/>
                <a:gd name="connsiteX2" fmla="*/ 1654 w 547503"/>
                <a:gd name="connsiteY2" fmla="*/ 111241 h 172469"/>
                <a:gd name="connsiteX3" fmla="*/ 216949 w 547503"/>
                <a:gd name="connsiteY3" fmla="*/ 4325 h 172469"/>
                <a:gd name="connsiteX4" fmla="*/ 515100 w 547503"/>
                <a:gd name="connsiteY4" fmla="*/ 23915 h 172469"/>
                <a:gd name="connsiteX5" fmla="*/ 535009 w 547503"/>
                <a:gd name="connsiteY5" fmla="*/ 55703 h 172469"/>
                <a:gd name="connsiteX6" fmla="*/ 486025 w 547503"/>
                <a:gd name="connsiteY6" fmla="*/ 98120 h 172469"/>
                <a:gd name="connsiteX7" fmla="*/ 315828 w 547503"/>
                <a:gd name="connsiteY7" fmla="*/ 102016 h 172469"/>
                <a:gd name="connsiteX0" fmla="*/ 315828 w 547503"/>
                <a:gd name="connsiteY0" fmla="*/ 103480 h 173933"/>
                <a:gd name="connsiteX1" fmla="*/ 142259 w 547503"/>
                <a:gd name="connsiteY1" fmla="*/ 152270 h 173933"/>
                <a:gd name="connsiteX2" fmla="*/ 1654 w 547503"/>
                <a:gd name="connsiteY2" fmla="*/ 112705 h 173933"/>
                <a:gd name="connsiteX3" fmla="*/ 216949 w 547503"/>
                <a:gd name="connsiteY3" fmla="*/ 5789 h 173933"/>
                <a:gd name="connsiteX4" fmla="*/ 515100 w 547503"/>
                <a:gd name="connsiteY4" fmla="*/ 25379 h 173933"/>
                <a:gd name="connsiteX5" fmla="*/ 535009 w 547503"/>
                <a:gd name="connsiteY5" fmla="*/ 57167 h 173933"/>
                <a:gd name="connsiteX6" fmla="*/ 486025 w 547503"/>
                <a:gd name="connsiteY6" fmla="*/ 99584 h 173933"/>
                <a:gd name="connsiteX7" fmla="*/ 315828 w 547503"/>
                <a:gd name="connsiteY7" fmla="*/ 103480 h 173933"/>
                <a:gd name="connsiteX0" fmla="*/ 315828 w 549300"/>
                <a:gd name="connsiteY0" fmla="*/ 103933 h 174386"/>
                <a:gd name="connsiteX1" fmla="*/ 142259 w 549300"/>
                <a:gd name="connsiteY1" fmla="*/ 152723 h 174386"/>
                <a:gd name="connsiteX2" fmla="*/ 1654 w 549300"/>
                <a:gd name="connsiteY2" fmla="*/ 113158 h 174386"/>
                <a:gd name="connsiteX3" fmla="*/ 216949 w 549300"/>
                <a:gd name="connsiteY3" fmla="*/ 6242 h 174386"/>
                <a:gd name="connsiteX4" fmla="*/ 518088 w 549300"/>
                <a:gd name="connsiteY4" fmla="*/ 23582 h 174386"/>
                <a:gd name="connsiteX5" fmla="*/ 535009 w 549300"/>
                <a:gd name="connsiteY5" fmla="*/ 57620 h 174386"/>
                <a:gd name="connsiteX6" fmla="*/ 486025 w 549300"/>
                <a:gd name="connsiteY6" fmla="*/ 100037 h 174386"/>
                <a:gd name="connsiteX7" fmla="*/ 315828 w 549300"/>
                <a:gd name="connsiteY7" fmla="*/ 103933 h 174386"/>
                <a:gd name="connsiteX0" fmla="*/ 315828 w 549300"/>
                <a:gd name="connsiteY0" fmla="*/ 104007 h 174460"/>
                <a:gd name="connsiteX1" fmla="*/ 142259 w 549300"/>
                <a:gd name="connsiteY1" fmla="*/ 152797 h 174460"/>
                <a:gd name="connsiteX2" fmla="*/ 1654 w 549300"/>
                <a:gd name="connsiteY2" fmla="*/ 113232 h 174460"/>
                <a:gd name="connsiteX3" fmla="*/ 216949 w 549300"/>
                <a:gd name="connsiteY3" fmla="*/ 6316 h 174460"/>
                <a:gd name="connsiteX4" fmla="*/ 518088 w 549300"/>
                <a:gd name="connsiteY4" fmla="*/ 23656 h 174460"/>
                <a:gd name="connsiteX5" fmla="*/ 535009 w 549300"/>
                <a:gd name="connsiteY5" fmla="*/ 57694 h 174460"/>
                <a:gd name="connsiteX6" fmla="*/ 486025 w 549300"/>
                <a:gd name="connsiteY6" fmla="*/ 100111 h 174460"/>
                <a:gd name="connsiteX7" fmla="*/ 315828 w 549300"/>
                <a:gd name="connsiteY7" fmla="*/ 104007 h 174460"/>
                <a:gd name="connsiteX0" fmla="*/ 315877 w 549349"/>
                <a:gd name="connsiteY0" fmla="*/ 104007 h 178841"/>
                <a:gd name="connsiteX1" fmla="*/ 142308 w 549349"/>
                <a:gd name="connsiteY1" fmla="*/ 152797 h 178841"/>
                <a:gd name="connsiteX2" fmla="*/ 1703 w 549349"/>
                <a:gd name="connsiteY2" fmla="*/ 113232 h 178841"/>
                <a:gd name="connsiteX3" fmla="*/ 216998 w 549349"/>
                <a:gd name="connsiteY3" fmla="*/ 6316 h 178841"/>
                <a:gd name="connsiteX4" fmla="*/ 518137 w 549349"/>
                <a:gd name="connsiteY4" fmla="*/ 23656 h 178841"/>
                <a:gd name="connsiteX5" fmla="*/ 535058 w 549349"/>
                <a:gd name="connsiteY5" fmla="*/ 57694 h 178841"/>
                <a:gd name="connsiteX6" fmla="*/ 486074 w 549349"/>
                <a:gd name="connsiteY6" fmla="*/ 100111 h 178841"/>
                <a:gd name="connsiteX7" fmla="*/ 315877 w 549349"/>
                <a:gd name="connsiteY7" fmla="*/ 104007 h 178841"/>
                <a:gd name="connsiteX0" fmla="*/ 315877 w 555645"/>
                <a:gd name="connsiteY0" fmla="*/ 104007 h 178841"/>
                <a:gd name="connsiteX1" fmla="*/ 142308 w 555645"/>
                <a:gd name="connsiteY1" fmla="*/ 152797 h 178841"/>
                <a:gd name="connsiteX2" fmla="*/ 1703 w 555645"/>
                <a:gd name="connsiteY2" fmla="*/ 113232 h 178841"/>
                <a:gd name="connsiteX3" fmla="*/ 216998 w 555645"/>
                <a:gd name="connsiteY3" fmla="*/ 6316 h 178841"/>
                <a:gd name="connsiteX4" fmla="*/ 518137 w 555645"/>
                <a:gd name="connsiteY4" fmla="*/ 23656 h 178841"/>
                <a:gd name="connsiteX5" fmla="*/ 535058 w 555645"/>
                <a:gd name="connsiteY5" fmla="*/ 57694 h 178841"/>
                <a:gd name="connsiteX6" fmla="*/ 486074 w 555645"/>
                <a:gd name="connsiteY6" fmla="*/ 100111 h 178841"/>
                <a:gd name="connsiteX7" fmla="*/ 315877 w 555645"/>
                <a:gd name="connsiteY7" fmla="*/ 104007 h 178841"/>
                <a:gd name="connsiteX0" fmla="*/ 315877 w 555645"/>
                <a:gd name="connsiteY0" fmla="*/ 104007 h 178841"/>
                <a:gd name="connsiteX1" fmla="*/ 142308 w 555645"/>
                <a:gd name="connsiteY1" fmla="*/ 152797 h 178841"/>
                <a:gd name="connsiteX2" fmla="*/ 1703 w 555645"/>
                <a:gd name="connsiteY2" fmla="*/ 113232 h 178841"/>
                <a:gd name="connsiteX3" fmla="*/ 216998 w 555645"/>
                <a:gd name="connsiteY3" fmla="*/ 6316 h 178841"/>
                <a:gd name="connsiteX4" fmla="*/ 518137 w 555645"/>
                <a:gd name="connsiteY4" fmla="*/ 23656 h 178841"/>
                <a:gd name="connsiteX5" fmla="*/ 535058 w 555645"/>
                <a:gd name="connsiteY5" fmla="*/ 57694 h 178841"/>
                <a:gd name="connsiteX6" fmla="*/ 486074 w 555645"/>
                <a:gd name="connsiteY6" fmla="*/ 100111 h 178841"/>
                <a:gd name="connsiteX7" fmla="*/ 315877 w 555645"/>
                <a:gd name="connsiteY7" fmla="*/ 104007 h 178841"/>
                <a:gd name="connsiteX0" fmla="*/ 316101 w 555869"/>
                <a:gd name="connsiteY0" fmla="*/ 104007 h 181935"/>
                <a:gd name="connsiteX1" fmla="*/ 137552 w 555869"/>
                <a:gd name="connsiteY1" fmla="*/ 156548 h 181935"/>
                <a:gd name="connsiteX2" fmla="*/ 1927 w 555869"/>
                <a:gd name="connsiteY2" fmla="*/ 113232 h 181935"/>
                <a:gd name="connsiteX3" fmla="*/ 217222 w 555869"/>
                <a:gd name="connsiteY3" fmla="*/ 6316 h 181935"/>
                <a:gd name="connsiteX4" fmla="*/ 518361 w 555869"/>
                <a:gd name="connsiteY4" fmla="*/ 23656 h 181935"/>
                <a:gd name="connsiteX5" fmla="*/ 535282 w 555869"/>
                <a:gd name="connsiteY5" fmla="*/ 57694 h 181935"/>
                <a:gd name="connsiteX6" fmla="*/ 486298 w 555869"/>
                <a:gd name="connsiteY6" fmla="*/ 100111 h 181935"/>
                <a:gd name="connsiteX7" fmla="*/ 316101 w 555869"/>
                <a:gd name="connsiteY7" fmla="*/ 104007 h 181935"/>
                <a:gd name="connsiteX0" fmla="*/ 492927 w 732695"/>
                <a:gd name="connsiteY0" fmla="*/ 104007 h 287065"/>
                <a:gd name="connsiteX1" fmla="*/ 314378 w 732695"/>
                <a:gd name="connsiteY1" fmla="*/ 156548 h 287065"/>
                <a:gd name="connsiteX2" fmla="*/ 2122 w 732695"/>
                <a:gd name="connsiteY2" fmla="*/ 286775 h 287065"/>
                <a:gd name="connsiteX3" fmla="*/ 178753 w 732695"/>
                <a:gd name="connsiteY3" fmla="*/ 113232 h 287065"/>
                <a:gd name="connsiteX4" fmla="*/ 394048 w 732695"/>
                <a:gd name="connsiteY4" fmla="*/ 6316 h 287065"/>
                <a:gd name="connsiteX5" fmla="*/ 695187 w 732695"/>
                <a:gd name="connsiteY5" fmla="*/ 23656 h 287065"/>
                <a:gd name="connsiteX6" fmla="*/ 712108 w 732695"/>
                <a:gd name="connsiteY6" fmla="*/ 57694 h 287065"/>
                <a:gd name="connsiteX7" fmla="*/ 663124 w 732695"/>
                <a:gd name="connsiteY7" fmla="*/ 100111 h 287065"/>
                <a:gd name="connsiteX8" fmla="*/ 492927 w 732695"/>
                <a:gd name="connsiteY8" fmla="*/ 104007 h 287065"/>
                <a:gd name="connsiteX0" fmla="*/ 493084 w 732852"/>
                <a:gd name="connsiteY0" fmla="*/ 104007 h 322112"/>
                <a:gd name="connsiteX1" fmla="*/ 314535 w 732852"/>
                <a:gd name="connsiteY1" fmla="*/ 156548 h 322112"/>
                <a:gd name="connsiteX2" fmla="*/ 2120 w 732852"/>
                <a:gd name="connsiteY2" fmla="*/ 321882 h 322112"/>
                <a:gd name="connsiteX3" fmla="*/ 178910 w 732852"/>
                <a:gd name="connsiteY3" fmla="*/ 113232 h 322112"/>
                <a:gd name="connsiteX4" fmla="*/ 394205 w 732852"/>
                <a:gd name="connsiteY4" fmla="*/ 6316 h 322112"/>
                <a:gd name="connsiteX5" fmla="*/ 695344 w 732852"/>
                <a:gd name="connsiteY5" fmla="*/ 23656 h 322112"/>
                <a:gd name="connsiteX6" fmla="*/ 712265 w 732852"/>
                <a:gd name="connsiteY6" fmla="*/ 57694 h 322112"/>
                <a:gd name="connsiteX7" fmla="*/ 663281 w 732852"/>
                <a:gd name="connsiteY7" fmla="*/ 100111 h 322112"/>
                <a:gd name="connsiteX8" fmla="*/ 493084 w 732852"/>
                <a:gd name="connsiteY8" fmla="*/ 104007 h 322112"/>
                <a:gd name="connsiteX0" fmla="*/ 508708 w 748476"/>
                <a:gd name="connsiteY0" fmla="*/ 104007 h 324134"/>
                <a:gd name="connsiteX1" fmla="*/ 330159 w 748476"/>
                <a:gd name="connsiteY1" fmla="*/ 156548 h 324134"/>
                <a:gd name="connsiteX2" fmla="*/ 17744 w 748476"/>
                <a:gd name="connsiteY2" fmla="*/ 321882 h 324134"/>
                <a:gd name="connsiteX3" fmla="*/ 51378 w 748476"/>
                <a:gd name="connsiteY3" fmla="*/ 243149 h 324134"/>
                <a:gd name="connsiteX4" fmla="*/ 194534 w 748476"/>
                <a:gd name="connsiteY4" fmla="*/ 113232 h 324134"/>
                <a:gd name="connsiteX5" fmla="*/ 409829 w 748476"/>
                <a:gd name="connsiteY5" fmla="*/ 6316 h 324134"/>
                <a:gd name="connsiteX6" fmla="*/ 710968 w 748476"/>
                <a:gd name="connsiteY6" fmla="*/ 23656 h 324134"/>
                <a:gd name="connsiteX7" fmla="*/ 727889 w 748476"/>
                <a:gd name="connsiteY7" fmla="*/ 57694 h 324134"/>
                <a:gd name="connsiteX8" fmla="*/ 678905 w 748476"/>
                <a:gd name="connsiteY8" fmla="*/ 100111 h 324134"/>
                <a:gd name="connsiteX9" fmla="*/ 508708 w 748476"/>
                <a:gd name="connsiteY9" fmla="*/ 104007 h 324134"/>
                <a:gd name="connsiteX0" fmla="*/ 508708 w 748476"/>
                <a:gd name="connsiteY0" fmla="*/ 104007 h 324134"/>
                <a:gd name="connsiteX1" fmla="*/ 330159 w 748476"/>
                <a:gd name="connsiteY1" fmla="*/ 156548 h 324134"/>
                <a:gd name="connsiteX2" fmla="*/ 158462 w 748476"/>
                <a:gd name="connsiteY2" fmla="*/ 267452 h 324134"/>
                <a:gd name="connsiteX3" fmla="*/ 17744 w 748476"/>
                <a:gd name="connsiteY3" fmla="*/ 321882 h 324134"/>
                <a:gd name="connsiteX4" fmla="*/ 51378 w 748476"/>
                <a:gd name="connsiteY4" fmla="*/ 243149 h 324134"/>
                <a:gd name="connsiteX5" fmla="*/ 194534 w 748476"/>
                <a:gd name="connsiteY5" fmla="*/ 113232 h 324134"/>
                <a:gd name="connsiteX6" fmla="*/ 409829 w 748476"/>
                <a:gd name="connsiteY6" fmla="*/ 6316 h 324134"/>
                <a:gd name="connsiteX7" fmla="*/ 710968 w 748476"/>
                <a:gd name="connsiteY7" fmla="*/ 23656 h 324134"/>
                <a:gd name="connsiteX8" fmla="*/ 727889 w 748476"/>
                <a:gd name="connsiteY8" fmla="*/ 57694 h 324134"/>
                <a:gd name="connsiteX9" fmla="*/ 678905 w 748476"/>
                <a:gd name="connsiteY9" fmla="*/ 100111 h 324134"/>
                <a:gd name="connsiteX10" fmla="*/ 508708 w 748476"/>
                <a:gd name="connsiteY10" fmla="*/ 104007 h 324134"/>
                <a:gd name="connsiteX0" fmla="*/ 508708 w 748476"/>
                <a:gd name="connsiteY0" fmla="*/ 104007 h 324134"/>
                <a:gd name="connsiteX1" fmla="*/ 330159 w 748476"/>
                <a:gd name="connsiteY1" fmla="*/ 156548 h 324134"/>
                <a:gd name="connsiteX2" fmla="*/ 158462 w 748476"/>
                <a:gd name="connsiteY2" fmla="*/ 267452 h 324134"/>
                <a:gd name="connsiteX3" fmla="*/ 17744 w 748476"/>
                <a:gd name="connsiteY3" fmla="*/ 321882 h 324134"/>
                <a:gd name="connsiteX4" fmla="*/ 51378 w 748476"/>
                <a:gd name="connsiteY4" fmla="*/ 243149 h 324134"/>
                <a:gd name="connsiteX5" fmla="*/ 194534 w 748476"/>
                <a:gd name="connsiteY5" fmla="*/ 113232 h 324134"/>
                <a:gd name="connsiteX6" fmla="*/ 409829 w 748476"/>
                <a:gd name="connsiteY6" fmla="*/ 6316 h 324134"/>
                <a:gd name="connsiteX7" fmla="*/ 710968 w 748476"/>
                <a:gd name="connsiteY7" fmla="*/ 23656 h 324134"/>
                <a:gd name="connsiteX8" fmla="*/ 727889 w 748476"/>
                <a:gd name="connsiteY8" fmla="*/ 57694 h 324134"/>
                <a:gd name="connsiteX9" fmla="*/ 678905 w 748476"/>
                <a:gd name="connsiteY9" fmla="*/ 100111 h 324134"/>
                <a:gd name="connsiteX10" fmla="*/ 508708 w 748476"/>
                <a:gd name="connsiteY10" fmla="*/ 104007 h 324134"/>
                <a:gd name="connsiteX0" fmla="*/ 508708 w 748476"/>
                <a:gd name="connsiteY0" fmla="*/ 104007 h 324134"/>
                <a:gd name="connsiteX1" fmla="*/ 330159 w 748476"/>
                <a:gd name="connsiteY1" fmla="*/ 156548 h 324134"/>
                <a:gd name="connsiteX2" fmla="*/ 166065 w 748476"/>
                <a:gd name="connsiteY2" fmla="*/ 272774 h 324134"/>
                <a:gd name="connsiteX3" fmla="*/ 17744 w 748476"/>
                <a:gd name="connsiteY3" fmla="*/ 321882 h 324134"/>
                <a:gd name="connsiteX4" fmla="*/ 51378 w 748476"/>
                <a:gd name="connsiteY4" fmla="*/ 243149 h 324134"/>
                <a:gd name="connsiteX5" fmla="*/ 194534 w 748476"/>
                <a:gd name="connsiteY5" fmla="*/ 113232 h 324134"/>
                <a:gd name="connsiteX6" fmla="*/ 409829 w 748476"/>
                <a:gd name="connsiteY6" fmla="*/ 6316 h 324134"/>
                <a:gd name="connsiteX7" fmla="*/ 710968 w 748476"/>
                <a:gd name="connsiteY7" fmla="*/ 23656 h 324134"/>
                <a:gd name="connsiteX8" fmla="*/ 727889 w 748476"/>
                <a:gd name="connsiteY8" fmla="*/ 57694 h 324134"/>
                <a:gd name="connsiteX9" fmla="*/ 678905 w 748476"/>
                <a:gd name="connsiteY9" fmla="*/ 100111 h 324134"/>
                <a:gd name="connsiteX10" fmla="*/ 508708 w 748476"/>
                <a:gd name="connsiteY10" fmla="*/ 104007 h 324134"/>
                <a:gd name="connsiteX0" fmla="*/ 580717 w 820485"/>
                <a:gd name="connsiteY0" fmla="*/ 104007 h 383852"/>
                <a:gd name="connsiteX1" fmla="*/ 402168 w 820485"/>
                <a:gd name="connsiteY1" fmla="*/ 156548 h 383852"/>
                <a:gd name="connsiteX2" fmla="*/ 238074 w 820485"/>
                <a:gd name="connsiteY2" fmla="*/ 272774 h 383852"/>
                <a:gd name="connsiteX3" fmla="*/ 9079 w 820485"/>
                <a:gd name="connsiteY3" fmla="*/ 382644 h 383852"/>
                <a:gd name="connsiteX4" fmla="*/ 123387 w 820485"/>
                <a:gd name="connsiteY4" fmla="*/ 243149 h 383852"/>
                <a:gd name="connsiteX5" fmla="*/ 266543 w 820485"/>
                <a:gd name="connsiteY5" fmla="*/ 113232 h 383852"/>
                <a:gd name="connsiteX6" fmla="*/ 481838 w 820485"/>
                <a:gd name="connsiteY6" fmla="*/ 6316 h 383852"/>
                <a:gd name="connsiteX7" fmla="*/ 782977 w 820485"/>
                <a:gd name="connsiteY7" fmla="*/ 23656 h 383852"/>
                <a:gd name="connsiteX8" fmla="*/ 799898 w 820485"/>
                <a:gd name="connsiteY8" fmla="*/ 57694 h 383852"/>
                <a:gd name="connsiteX9" fmla="*/ 750914 w 820485"/>
                <a:gd name="connsiteY9" fmla="*/ 100111 h 383852"/>
                <a:gd name="connsiteX10" fmla="*/ 580717 w 820485"/>
                <a:gd name="connsiteY10" fmla="*/ 104007 h 383852"/>
                <a:gd name="connsiteX0" fmla="*/ 580717 w 820485"/>
                <a:gd name="connsiteY0" fmla="*/ 104007 h 383852"/>
                <a:gd name="connsiteX1" fmla="*/ 402168 w 820485"/>
                <a:gd name="connsiteY1" fmla="*/ 156548 h 383852"/>
                <a:gd name="connsiteX2" fmla="*/ 238074 w 820485"/>
                <a:gd name="connsiteY2" fmla="*/ 272774 h 383852"/>
                <a:gd name="connsiteX3" fmla="*/ 9079 w 820485"/>
                <a:gd name="connsiteY3" fmla="*/ 382644 h 383852"/>
                <a:gd name="connsiteX4" fmla="*/ 123387 w 820485"/>
                <a:gd name="connsiteY4" fmla="*/ 243149 h 383852"/>
                <a:gd name="connsiteX5" fmla="*/ 266543 w 820485"/>
                <a:gd name="connsiteY5" fmla="*/ 113232 h 383852"/>
                <a:gd name="connsiteX6" fmla="*/ 481838 w 820485"/>
                <a:gd name="connsiteY6" fmla="*/ 6316 h 383852"/>
                <a:gd name="connsiteX7" fmla="*/ 782977 w 820485"/>
                <a:gd name="connsiteY7" fmla="*/ 23656 h 383852"/>
                <a:gd name="connsiteX8" fmla="*/ 799898 w 820485"/>
                <a:gd name="connsiteY8" fmla="*/ 57694 h 383852"/>
                <a:gd name="connsiteX9" fmla="*/ 750914 w 820485"/>
                <a:gd name="connsiteY9" fmla="*/ 100111 h 383852"/>
                <a:gd name="connsiteX10" fmla="*/ 580717 w 820485"/>
                <a:gd name="connsiteY10" fmla="*/ 104007 h 383852"/>
                <a:gd name="connsiteX0" fmla="*/ 580717 w 820485"/>
                <a:gd name="connsiteY0" fmla="*/ 104007 h 398455"/>
                <a:gd name="connsiteX1" fmla="*/ 402168 w 820485"/>
                <a:gd name="connsiteY1" fmla="*/ 156548 h 398455"/>
                <a:gd name="connsiteX2" fmla="*/ 238074 w 820485"/>
                <a:gd name="connsiteY2" fmla="*/ 272774 h 398455"/>
                <a:gd name="connsiteX3" fmla="*/ 145981 w 820485"/>
                <a:gd name="connsiteY3" fmla="*/ 386329 h 398455"/>
                <a:gd name="connsiteX4" fmla="*/ 9079 w 820485"/>
                <a:gd name="connsiteY4" fmla="*/ 382644 h 398455"/>
                <a:gd name="connsiteX5" fmla="*/ 123387 w 820485"/>
                <a:gd name="connsiteY5" fmla="*/ 243149 h 398455"/>
                <a:gd name="connsiteX6" fmla="*/ 266543 w 820485"/>
                <a:gd name="connsiteY6" fmla="*/ 113232 h 398455"/>
                <a:gd name="connsiteX7" fmla="*/ 481838 w 820485"/>
                <a:gd name="connsiteY7" fmla="*/ 6316 h 398455"/>
                <a:gd name="connsiteX8" fmla="*/ 782977 w 820485"/>
                <a:gd name="connsiteY8" fmla="*/ 23656 h 398455"/>
                <a:gd name="connsiteX9" fmla="*/ 799898 w 820485"/>
                <a:gd name="connsiteY9" fmla="*/ 57694 h 398455"/>
                <a:gd name="connsiteX10" fmla="*/ 750914 w 820485"/>
                <a:gd name="connsiteY10" fmla="*/ 100111 h 398455"/>
                <a:gd name="connsiteX11" fmla="*/ 580717 w 820485"/>
                <a:gd name="connsiteY11" fmla="*/ 104007 h 398455"/>
                <a:gd name="connsiteX0" fmla="*/ 683952 w 923720"/>
                <a:gd name="connsiteY0" fmla="*/ 104007 h 503806"/>
                <a:gd name="connsiteX1" fmla="*/ 505403 w 923720"/>
                <a:gd name="connsiteY1" fmla="*/ 156548 h 503806"/>
                <a:gd name="connsiteX2" fmla="*/ 341309 w 923720"/>
                <a:gd name="connsiteY2" fmla="*/ 272774 h 503806"/>
                <a:gd name="connsiteX3" fmla="*/ 249216 w 923720"/>
                <a:gd name="connsiteY3" fmla="*/ 386329 h 503806"/>
                <a:gd name="connsiteX4" fmla="*/ 5463 w 923720"/>
                <a:gd name="connsiteY4" fmla="*/ 501790 h 503806"/>
                <a:gd name="connsiteX5" fmla="*/ 226622 w 923720"/>
                <a:gd name="connsiteY5" fmla="*/ 243149 h 503806"/>
                <a:gd name="connsiteX6" fmla="*/ 369778 w 923720"/>
                <a:gd name="connsiteY6" fmla="*/ 113232 h 503806"/>
                <a:gd name="connsiteX7" fmla="*/ 585073 w 923720"/>
                <a:gd name="connsiteY7" fmla="*/ 6316 h 503806"/>
                <a:gd name="connsiteX8" fmla="*/ 886212 w 923720"/>
                <a:gd name="connsiteY8" fmla="*/ 23656 h 503806"/>
                <a:gd name="connsiteX9" fmla="*/ 903133 w 923720"/>
                <a:gd name="connsiteY9" fmla="*/ 57694 h 503806"/>
                <a:gd name="connsiteX10" fmla="*/ 854149 w 923720"/>
                <a:gd name="connsiteY10" fmla="*/ 100111 h 503806"/>
                <a:gd name="connsiteX11" fmla="*/ 683952 w 923720"/>
                <a:gd name="connsiteY11" fmla="*/ 104007 h 503806"/>
                <a:gd name="connsiteX0" fmla="*/ 683952 w 923720"/>
                <a:gd name="connsiteY0" fmla="*/ 104007 h 516921"/>
                <a:gd name="connsiteX1" fmla="*/ 505403 w 923720"/>
                <a:gd name="connsiteY1" fmla="*/ 156548 h 516921"/>
                <a:gd name="connsiteX2" fmla="*/ 341309 w 923720"/>
                <a:gd name="connsiteY2" fmla="*/ 272774 h 516921"/>
                <a:gd name="connsiteX3" fmla="*/ 249216 w 923720"/>
                <a:gd name="connsiteY3" fmla="*/ 386329 h 516921"/>
                <a:gd name="connsiteX4" fmla="*/ 145962 w 923720"/>
                <a:gd name="connsiteY4" fmla="*/ 484353 h 516921"/>
                <a:gd name="connsiteX5" fmla="*/ 5463 w 923720"/>
                <a:gd name="connsiteY5" fmla="*/ 501790 h 516921"/>
                <a:gd name="connsiteX6" fmla="*/ 226622 w 923720"/>
                <a:gd name="connsiteY6" fmla="*/ 243149 h 516921"/>
                <a:gd name="connsiteX7" fmla="*/ 369778 w 923720"/>
                <a:gd name="connsiteY7" fmla="*/ 113232 h 516921"/>
                <a:gd name="connsiteX8" fmla="*/ 585073 w 923720"/>
                <a:gd name="connsiteY8" fmla="*/ 6316 h 516921"/>
                <a:gd name="connsiteX9" fmla="*/ 886212 w 923720"/>
                <a:gd name="connsiteY9" fmla="*/ 23656 h 516921"/>
                <a:gd name="connsiteX10" fmla="*/ 903133 w 923720"/>
                <a:gd name="connsiteY10" fmla="*/ 57694 h 516921"/>
                <a:gd name="connsiteX11" fmla="*/ 854149 w 923720"/>
                <a:gd name="connsiteY11" fmla="*/ 100111 h 516921"/>
                <a:gd name="connsiteX12" fmla="*/ 683952 w 923720"/>
                <a:gd name="connsiteY12" fmla="*/ 104007 h 516921"/>
                <a:gd name="connsiteX0" fmla="*/ 952203 w 1191971"/>
                <a:gd name="connsiteY0" fmla="*/ 104007 h 742093"/>
                <a:gd name="connsiteX1" fmla="*/ 773654 w 1191971"/>
                <a:gd name="connsiteY1" fmla="*/ 156548 h 742093"/>
                <a:gd name="connsiteX2" fmla="*/ 609560 w 1191971"/>
                <a:gd name="connsiteY2" fmla="*/ 272774 h 742093"/>
                <a:gd name="connsiteX3" fmla="*/ 517467 w 1191971"/>
                <a:gd name="connsiteY3" fmla="*/ 386329 h 742093"/>
                <a:gd name="connsiteX4" fmla="*/ 414213 w 1191971"/>
                <a:gd name="connsiteY4" fmla="*/ 484353 h 742093"/>
                <a:gd name="connsiteX5" fmla="*/ 2710 w 1191971"/>
                <a:gd name="connsiteY5" fmla="*/ 739048 h 742093"/>
                <a:gd name="connsiteX6" fmla="*/ 494873 w 1191971"/>
                <a:gd name="connsiteY6" fmla="*/ 243149 h 742093"/>
                <a:gd name="connsiteX7" fmla="*/ 638029 w 1191971"/>
                <a:gd name="connsiteY7" fmla="*/ 113232 h 742093"/>
                <a:gd name="connsiteX8" fmla="*/ 853324 w 1191971"/>
                <a:gd name="connsiteY8" fmla="*/ 6316 h 742093"/>
                <a:gd name="connsiteX9" fmla="*/ 1154463 w 1191971"/>
                <a:gd name="connsiteY9" fmla="*/ 23656 h 742093"/>
                <a:gd name="connsiteX10" fmla="*/ 1171384 w 1191971"/>
                <a:gd name="connsiteY10" fmla="*/ 57694 h 742093"/>
                <a:gd name="connsiteX11" fmla="*/ 1122400 w 1191971"/>
                <a:gd name="connsiteY11" fmla="*/ 100111 h 742093"/>
                <a:gd name="connsiteX12" fmla="*/ 952203 w 1191971"/>
                <a:gd name="connsiteY12" fmla="*/ 104007 h 742093"/>
                <a:gd name="connsiteX0" fmla="*/ 955527 w 1195295"/>
                <a:gd name="connsiteY0" fmla="*/ 104007 h 755071"/>
                <a:gd name="connsiteX1" fmla="*/ 776978 w 1195295"/>
                <a:gd name="connsiteY1" fmla="*/ 156548 h 755071"/>
                <a:gd name="connsiteX2" fmla="*/ 612884 w 1195295"/>
                <a:gd name="connsiteY2" fmla="*/ 272774 h 755071"/>
                <a:gd name="connsiteX3" fmla="*/ 520791 w 1195295"/>
                <a:gd name="connsiteY3" fmla="*/ 386329 h 755071"/>
                <a:gd name="connsiteX4" fmla="*/ 417537 w 1195295"/>
                <a:gd name="connsiteY4" fmla="*/ 484353 h 755071"/>
                <a:gd name="connsiteX5" fmla="*/ 239827 w 1195295"/>
                <a:gd name="connsiteY5" fmla="*/ 631089 h 755071"/>
                <a:gd name="connsiteX6" fmla="*/ 6034 w 1195295"/>
                <a:gd name="connsiteY6" fmla="*/ 739048 h 755071"/>
                <a:gd name="connsiteX7" fmla="*/ 498197 w 1195295"/>
                <a:gd name="connsiteY7" fmla="*/ 243149 h 755071"/>
                <a:gd name="connsiteX8" fmla="*/ 641353 w 1195295"/>
                <a:gd name="connsiteY8" fmla="*/ 113232 h 755071"/>
                <a:gd name="connsiteX9" fmla="*/ 856648 w 1195295"/>
                <a:gd name="connsiteY9" fmla="*/ 6316 h 755071"/>
                <a:gd name="connsiteX10" fmla="*/ 1157787 w 1195295"/>
                <a:gd name="connsiteY10" fmla="*/ 23656 h 755071"/>
                <a:gd name="connsiteX11" fmla="*/ 1174708 w 1195295"/>
                <a:gd name="connsiteY11" fmla="*/ 57694 h 755071"/>
                <a:gd name="connsiteX12" fmla="*/ 1125724 w 1195295"/>
                <a:gd name="connsiteY12" fmla="*/ 100111 h 755071"/>
                <a:gd name="connsiteX13" fmla="*/ 955527 w 1195295"/>
                <a:gd name="connsiteY13" fmla="*/ 104007 h 755071"/>
                <a:gd name="connsiteX0" fmla="*/ 1026665 w 1266433"/>
                <a:gd name="connsiteY0" fmla="*/ 104007 h 800626"/>
                <a:gd name="connsiteX1" fmla="*/ 848116 w 1266433"/>
                <a:gd name="connsiteY1" fmla="*/ 156548 h 800626"/>
                <a:gd name="connsiteX2" fmla="*/ 684022 w 1266433"/>
                <a:gd name="connsiteY2" fmla="*/ 272774 h 800626"/>
                <a:gd name="connsiteX3" fmla="*/ 591929 w 1266433"/>
                <a:gd name="connsiteY3" fmla="*/ 386329 h 800626"/>
                <a:gd name="connsiteX4" fmla="*/ 488675 w 1266433"/>
                <a:gd name="connsiteY4" fmla="*/ 484353 h 800626"/>
                <a:gd name="connsiteX5" fmla="*/ 310965 w 1266433"/>
                <a:gd name="connsiteY5" fmla="*/ 631089 h 800626"/>
                <a:gd name="connsiteX6" fmla="*/ 4648 w 1266433"/>
                <a:gd name="connsiteY6" fmla="*/ 788147 h 800626"/>
                <a:gd name="connsiteX7" fmla="*/ 569335 w 1266433"/>
                <a:gd name="connsiteY7" fmla="*/ 243149 h 800626"/>
                <a:gd name="connsiteX8" fmla="*/ 712491 w 1266433"/>
                <a:gd name="connsiteY8" fmla="*/ 113232 h 800626"/>
                <a:gd name="connsiteX9" fmla="*/ 927786 w 1266433"/>
                <a:gd name="connsiteY9" fmla="*/ 6316 h 800626"/>
                <a:gd name="connsiteX10" fmla="*/ 1228925 w 1266433"/>
                <a:gd name="connsiteY10" fmla="*/ 23656 h 800626"/>
                <a:gd name="connsiteX11" fmla="*/ 1245846 w 1266433"/>
                <a:gd name="connsiteY11" fmla="*/ 57694 h 800626"/>
                <a:gd name="connsiteX12" fmla="*/ 1196862 w 1266433"/>
                <a:gd name="connsiteY12" fmla="*/ 100111 h 800626"/>
                <a:gd name="connsiteX13" fmla="*/ 1026665 w 1266433"/>
                <a:gd name="connsiteY13" fmla="*/ 104007 h 800626"/>
                <a:gd name="connsiteX0" fmla="*/ 1099907 w 1339675"/>
                <a:gd name="connsiteY0" fmla="*/ 104007 h 866377"/>
                <a:gd name="connsiteX1" fmla="*/ 921358 w 1339675"/>
                <a:gd name="connsiteY1" fmla="*/ 156548 h 866377"/>
                <a:gd name="connsiteX2" fmla="*/ 757264 w 1339675"/>
                <a:gd name="connsiteY2" fmla="*/ 272774 h 866377"/>
                <a:gd name="connsiteX3" fmla="*/ 665171 w 1339675"/>
                <a:gd name="connsiteY3" fmla="*/ 386329 h 866377"/>
                <a:gd name="connsiteX4" fmla="*/ 561917 w 1339675"/>
                <a:gd name="connsiteY4" fmla="*/ 484353 h 866377"/>
                <a:gd name="connsiteX5" fmla="*/ 384207 w 1339675"/>
                <a:gd name="connsiteY5" fmla="*/ 631089 h 866377"/>
                <a:gd name="connsiteX6" fmla="*/ 3762 w 1339675"/>
                <a:gd name="connsiteY6" fmla="*/ 856868 h 866377"/>
                <a:gd name="connsiteX7" fmla="*/ 642577 w 1339675"/>
                <a:gd name="connsiteY7" fmla="*/ 243149 h 866377"/>
                <a:gd name="connsiteX8" fmla="*/ 785733 w 1339675"/>
                <a:gd name="connsiteY8" fmla="*/ 113232 h 866377"/>
                <a:gd name="connsiteX9" fmla="*/ 1001028 w 1339675"/>
                <a:gd name="connsiteY9" fmla="*/ 6316 h 866377"/>
                <a:gd name="connsiteX10" fmla="*/ 1302167 w 1339675"/>
                <a:gd name="connsiteY10" fmla="*/ 23656 h 866377"/>
                <a:gd name="connsiteX11" fmla="*/ 1319088 w 1339675"/>
                <a:gd name="connsiteY11" fmla="*/ 57694 h 866377"/>
                <a:gd name="connsiteX12" fmla="*/ 1270104 w 1339675"/>
                <a:gd name="connsiteY12" fmla="*/ 100111 h 866377"/>
                <a:gd name="connsiteX13" fmla="*/ 1099907 w 1339675"/>
                <a:gd name="connsiteY13" fmla="*/ 104007 h 866377"/>
                <a:gd name="connsiteX0" fmla="*/ 1117447 w 1357215"/>
                <a:gd name="connsiteY0" fmla="*/ 104007 h 892439"/>
                <a:gd name="connsiteX1" fmla="*/ 938898 w 1357215"/>
                <a:gd name="connsiteY1" fmla="*/ 156548 h 892439"/>
                <a:gd name="connsiteX2" fmla="*/ 774804 w 1357215"/>
                <a:gd name="connsiteY2" fmla="*/ 272774 h 892439"/>
                <a:gd name="connsiteX3" fmla="*/ 682711 w 1357215"/>
                <a:gd name="connsiteY3" fmla="*/ 386329 h 892439"/>
                <a:gd name="connsiteX4" fmla="*/ 579457 w 1357215"/>
                <a:gd name="connsiteY4" fmla="*/ 484353 h 892439"/>
                <a:gd name="connsiteX5" fmla="*/ 401747 w 1357215"/>
                <a:gd name="connsiteY5" fmla="*/ 631089 h 892439"/>
                <a:gd name="connsiteX6" fmla="*/ 176537 w 1357215"/>
                <a:gd name="connsiteY6" fmla="*/ 804395 h 892439"/>
                <a:gd name="connsiteX7" fmla="*/ 21302 w 1357215"/>
                <a:gd name="connsiteY7" fmla="*/ 856868 h 892439"/>
                <a:gd name="connsiteX8" fmla="*/ 660117 w 1357215"/>
                <a:gd name="connsiteY8" fmla="*/ 243149 h 892439"/>
                <a:gd name="connsiteX9" fmla="*/ 803273 w 1357215"/>
                <a:gd name="connsiteY9" fmla="*/ 113232 h 892439"/>
                <a:gd name="connsiteX10" fmla="*/ 1018568 w 1357215"/>
                <a:gd name="connsiteY10" fmla="*/ 6316 h 892439"/>
                <a:gd name="connsiteX11" fmla="*/ 1319707 w 1357215"/>
                <a:gd name="connsiteY11" fmla="*/ 23656 h 892439"/>
                <a:gd name="connsiteX12" fmla="*/ 1336628 w 1357215"/>
                <a:gd name="connsiteY12" fmla="*/ 57694 h 892439"/>
                <a:gd name="connsiteX13" fmla="*/ 1287644 w 1357215"/>
                <a:gd name="connsiteY13" fmla="*/ 100111 h 892439"/>
                <a:gd name="connsiteX14" fmla="*/ 1117447 w 1357215"/>
                <a:gd name="connsiteY14" fmla="*/ 104007 h 892439"/>
                <a:gd name="connsiteX0" fmla="*/ 1137914 w 1377682"/>
                <a:gd name="connsiteY0" fmla="*/ 104007 h 913921"/>
                <a:gd name="connsiteX1" fmla="*/ 959365 w 1377682"/>
                <a:gd name="connsiteY1" fmla="*/ 156548 h 913921"/>
                <a:gd name="connsiteX2" fmla="*/ 795271 w 1377682"/>
                <a:gd name="connsiteY2" fmla="*/ 272774 h 913921"/>
                <a:gd name="connsiteX3" fmla="*/ 703178 w 1377682"/>
                <a:gd name="connsiteY3" fmla="*/ 386329 h 913921"/>
                <a:gd name="connsiteX4" fmla="*/ 599924 w 1377682"/>
                <a:gd name="connsiteY4" fmla="*/ 484353 h 913921"/>
                <a:gd name="connsiteX5" fmla="*/ 422214 w 1377682"/>
                <a:gd name="connsiteY5" fmla="*/ 631089 h 913921"/>
                <a:gd name="connsiteX6" fmla="*/ 197004 w 1377682"/>
                <a:gd name="connsiteY6" fmla="*/ 804395 h 913921"/>
                <a:gd name="connsiteX7" fmla="*/ 82771 w 1377682"/>
                <a:gd name="connsiteY7" fmla="*/ 881226 h 913921"/>
                <a:gd name="connsiteX8" fmla="*/ 41769 w 1377682"/>
                <a:gd name="connsiteY8" fmla="*/ 856868 h 913921"/>
                <a:gd name="connsiteX9" fmla="*/ 680584 w 1377682"/>
                <a:gd name="connsiteY9" fmla="*/ 243149 h 913921"/>
                <a:gd name="connsiteX10" fmla="*/ 823740 w 1377682"/>
                <a:gd name="connsiteY10" fmla="*/ 113232 h 913921"/>
                <a:gd name="connsiteX11" fmla="*/ 1039035 w 1377682"/>
                <a:gd name="connsiteY11" fmla="*/ 6316 h 913921"/>
                <a:gd name="connsiteX12" fmla="*/ 1340174 w 1377682"/>
                <a:gd name="connsiteY12" fmla="*/ 23656 h 913921"/>
                <a:gd name="connsiteX13" fmla="*/ 1357095 w 1377682"/>
                <a:gd name="connsiteY13" fmla="*/ 57694 h 913921"/>
                <a:gd name="connsiteX14" fmla="*/ 1308111 w 1377682"/>
                <a:gd name="connsiteY14" fmla="*/ 100111 h 913921"/>
                <a:gd name="connsiteX15" fmla="*/ 1137914 w 1377682"/>
                <a:gd name="connsiteY15" fmla="*/ 104007 h 913921"/>
                <a:gd name="connsiteX0" fmla="*/ 1152040 w 1391808"/>
                <a:gd name="connsiteY0" fmla="*/ 104007 h 913500"/>
                <a:gd name="connsiteX1" fmla="*/ 973491 w 1391808"/>
                <a:gd name="connsiteY1" fmla="*/ 156548 h 913500"/>
                <a:gd name="connsiteX2" fmla="*/ 809397 w 1391808"/>
                <a:gd name="connsiteY2" fmla="*/ 272774 h 913500"/>
                <a:gd name="connsiteX3" fmla="*/ 717304 w 1391808"/>
                <a:gd name="connsiteY3" fmla="*/ 386329 h 913500"/>
                <a:gd name="connsiteX4" fmla="*/ 614050 w 1391808"/>
                <a:gd name="connsiteY4" fmla="*/ 484353 h 913500"/>
                <a:gd name="connsiteX5" fmla="*/ 436340 w 1391808"/>
                <a:gd name="connsiteY5" fmla="*/ 631089 h 913500"/>
                <a:gd name="connsiteX6" fmla="*/ 211130 w 1391808"/>
                <a:gd name="connsiteY6" fmla="*/ 804395 h 913500"/>
                <a:gd name="connsiteX7" fmla="*/ 96897 w 1391808"/>
                <a:gd name="connsiteY7" fmla="*/ 881226 h 913500"/>
                <a:gd name="connsiteX8" fmla="*/ 43335 w 1391808"/>
                <a:gd name="connsiteY8" fmla="*/ 884740 h 913500"/>
                <a:gd name="connsiteX9" fmla="*/ 55895 w 1391808"/>
                <a:gd name="connsiteY9" fmla="*/ 856868 h 913500"/>
                <a:gd name="connsiteX10" fmla="*/ 694710 w 1391808"/>
                <a:gd name="connsiteY10" fmla="*/ 243149 h 913500"/>
                <a:gd name="connsiteX11" fmla="*/ 837866 w 1391808"/>
                <a:gd name="connsiteY11" fmla="*/ 113232 h 913500"/>
                <a:gd name="connsiteX12" fmla="*/ 1053161 w 1391808"/>
                <a:gd name="connsiteY12" fmla="*/ 6316 h 913500"/>
                <a:gd name="connsiteX13" fmla="*/ 1354300 w 1391808"/>
                <a:gd name="connsiteY13" fmla="*/ 23656 h 913500"/>
                <a:gd name="connsiteX14" fmla="*/ 1371221 w 1391808"/>
                <a:gd name="connsiteY14" fmla="*/ 57694 h 913500"/>
                <a:gd name="connsiteX15" fmla="*/ 1322237 w 1391808"/>
                <a:gd name="connsiteY15" fmla="*/ 100111 h 913500"/>
                <a:gd name="connsiteX16" fmla="*/ 1152040 w 1391808"/>
                <a:gd name="connsiteY16" fmla="*/ 104007 h 913500"/>
                <a:gd name="connsiteX0" fmla="*/ 1136136 w 1375904"/>
                <a:gd name="connsiteY0" fmla="*/ 104007 h 913929"/>
                <a:gd name="connsiteX1" fmla="*/ 957587 w 1375904"/>
                <a:gd name="connsiteY1" fmla="*/ 156548 h 913929"/>
                <a:gd name="connsiteX2" fmla="*/ 793493 w 1375904"/>
                <a:gd name="connsiteY2" fmla="*/ 272774 h 913929"/>
                <a:gd name="connsiteX3" fmla="*/ 701400 w 1375904"/>
                <a:gd name="connsiteY3" fmla="*/ 386329 h 913929"/>
                <a:gd name="connsiteX4" fmla="*/ 598146 w 1375904"/>
                <a:gd name="connsiteY4" fmla="*/ 484353 h 913929"/>
                <a:gd name="connsiteX5" fmla="*/ 420436 w 1375904"/>
                <a:gd name="connsiteY5" fmla="*/ 631089 h 913929"/>
                <a:gd name="connsiteX6" fmla="*/ 195226 w 1375904"/>
                <a:gd name="connsiteY6" fmla="*/ 804395 h 913929"/>
                <a:gd name="connsiteX7" fmla="*/ 80993 w 1375904"/>
                <a:gd name="connsiteY7" fmla="*/ 881226 h 913929"/>
                <a:gd name="connsiteX8" fmla="*/ 39991 w 1375904"/>
                <a:gd name="connsiteY8" fmla="*/ 856868 h 913929"/>
                <a:gd name="connsiteX9" fmla="*/ 678806 w 1375904"/>
                <a:gd name="connsiteY9" fmla="*/ 243149 h 913929"/>
                <a:gd name="connsiteX10" fmla="*/ 821962 w 1375904"/>
                <a:gd name="connsiteY10" fmla="*/ 113232 h 913929"/>
                <a:gd name="connsiteX11" fmla="*/ 1037257 w 1375904"/>
                <a:gd name="connsiteY11" fmla="*/ 6316 h 913929"/>
                <a:gd name="connsiteX12" fmla="*/ 1338396 w 1375904"/>
                <a:gd name="connsiteY12" fmla="*/ 23656 h 913929"/>
                <a:gd name="connsiteX13" fmla="*/ 1355317 w 1375904"/>
                <a:gd name="connsiteY13" fmla="*/ 57694 h 913929"/>
                <a:gd name="connsiteX14" fmla="*/ 1306333 w 1375904"/>
                <a:gd name="connsiteY14" fmla="*/ 100111 h 913929"/>
                <a:gd name="connsiteX15" fmla="*/ 1136136 w 1375904"/>
                <a:gd name="connsiteY15" fmla="*/ 104007 h 913929"/>
                <a:gd name="connsiteX0" fmla="*/ 1143944 w 1383712"/>
                <a:gd name="connsiteY0" fmla="*/ 104007 h 923292"/>
                <a:gd name="connsiteX1" fmla="*/ 965395 w 1383712"/>
                <a:gd name="connsiteY1" fmla="*/ 156548 h 923292"/>
                <a:gd name="connsiteX2" fmla="*/ 801301 w 1383712"/>
                <a:gd name="connsiteY2" fmla="*/ 272774 h 923292"/>
                <a:gd name="connsiteX3" fmla="*/ 709208 w 1383712"/>
                <a:gd name="connsiteY3" fmla="*/ 386329 h 923292"/>
                <a:gd name="connsiteX4" fmla="*/ 605954 w 1383712"/>
                <a:gd name="connsiteY4" fmla="*/ 484353 h 923292"/>
                <a:gd name="connsiteX5" fmla="*/ 428244 w 1383712"/>
                <a:gd name="connsiteY5" fmla="*/ 631089 h 923292"/>
                <a:gd name="connsiteX6" fmla="*/ 88801 w 1383712"/>
                <a:gd name="connsiteY6" fmla="*/ 881226 h 923292"/>
                <a:gd name="connsiteX7" fmla="*/ 47799 w 1383712"/>
                <a:gd name="connsiteY7" fmla="*/ 856868 h 923292"/>
                <a:gd name="connsiteX8" fmla="*/ 686614 w 1383712"/>
                <a:gd name="connsiteY8" fmla="*/ 243149 h 923292"/>
                <a:gd name="connsiteX9" fmla="*/ 829770 w 1383712"/>
                <a:gd name="connsiteY9" fmla="*/ 113232 h 923292"/>
                <a:gd name="connsiteX10" fmla="*/ 1045065 w 1383712"/>
                <a:gd name="connsiteY10" fmla="*/ 6316 h 923292"/>
                <a:gd name="connsiteX11" fmla="*/ 1346204 w 1383712"/>
                <a:gd name="connsiteY11" fmla="*/ 23656 h 923292"/>
                <a:gd name="connsiteX12" fmla="*/ 1363125 w 1383712"/>
                <a:gd name="connsiteY12" fmla="*/ 57694 h 923292"/>
                <a:gd name="connsiteX13" fmla="*/ 1314141 w 1383712"/>
                <a:gd name="connsiteY13" fmla="*/ 100111 h 923292"/>
                <a:gd name="connsiteX14" fmla="*/ 1143944 w 1383712"/>
                <a:gd name="connsiteY14" fmla="*/ 104007 h 923292"/>
                <a:gd name="connsiteX0" fmla="*/ 1059394 w 1299162"/>
                <a:gd name="connsiteY0" fmla="*/ 104007 h 891858"/>
                <a:gd name="connsiteX1" fmla="*/ 880845 w 1299162"/>
                <a:gd name="connsiteY1" fmla="*/ 156548 h 891858"/>
                <a:gd name="connsiteX2" fmla="*/ 716751 w 1299162"/>
                <a:gd name="connsiteY2" fmla="*/ 272774 h 891858"/>
                <a:gd name="connsiteX3" fmla="*/ 624658 w 1299162"/>
                <a:gd name="connsiteY3" fmla="*/ 386329 h 891858"/>
                <a:gd name="connsiteX4" fmla="*/ 521404 w 1299162"/>
                <a:gd name="connsiteY4" fmla="*/ 484353 h 891858"/>
                <a:gd name="connsiteX5" fmla="*/ 343694 w 1299162"/>
                <a:gd name="connsiteY5" fmla="*/ 631089 h 891858"/>
                <a:gd name="connsiteX6" fmla="*/ 4251 w 1299162"/>
                <a:gd name="connsiteY6" fmla="*/ 881226 h 891858"/>
                <a:gd name="connsiteX7" fmla="*/ 602064 w 1299162"/>
                <a:gd name="connsiteY7" fmla="*/ 243149 h 891858"/>
                <a:gd name="connsiteX8" fmla="*/ 745220 w 1299162"/>
                <a:gd name="connsiteY8" fmla="*/ 113232 h 891858"/>
                <a:gd name="connsiteX9" fmla="*/ 960515 w 1299162"/>
                <a:gd name="connsiteY9" fmla="*/ 6316 h 891858"/>
                <a:gd name="connsiteX10" fmla="*/ 1261654 w 1299162"/>
                <a:gd name="connsiteY10" fmla="*/ 23656 h 891858"/>
                <a:gd name="connsiteX11" fmla="*/ 1278575 w 1299162"/>
                <a:gd name="connsiteY11" fmla="*/ 57694 h 891858"/>
                <a:gd name="connsiteX12" fmla="*/ 1229591 w 1299162"/>
                <a:gd name="connsiteY12" fmla="*/ 100111 h 891858"/>
                <a:gd name="connsiteX13" fmla="*/ 1059394 w 1299162"/>
                <a:gd name="connsiteY13" fmla="*/ 104007 h 891858"/>
                <a:gd name="connsiteX0" fmla="*/ 715700 w 955468"/>
                <a:gd name="connsiteY0" fmla="*/ 104007 h 631089"/>
                <a:gd name="connsiteX1" fmla="*/ 537151 w 955468"/>
                <a:gd name="connsiteY1" fmla="*/ 156548 h 631089"/>
                <a:gd name="connsiteX2" fmla="*/ 373057 w 955468"/>
                <a:gd name="connsiteY2" fmla="*/ 272774 h 631089"/>
                <a:gd name="connsiteX3" fmla="*/ 280964 w 955468"/>
                <a:gd name="connsiteY3" fmla="*/ 386329 h 631089"/>
                <a:gd name="connsiteX4" fmla="*/ 177710 w 955468"/>
                <a:gd name="connsiteY4" fmla="*/ 484353 h 631089"/>
                <a:gd name="connsiteX5" fmla="*/ 0 w 955468"/>
                <a:gd name="connsiteY5" fmla="*/ 631089 h 631089"/>
                <a:gd name="connsiteX6" fmla="*/ 258370 w 955468"/>
                <a:gd name="connsiteY6" fmla="*/ 243149 h 631089"/>
                <a:gd name="connsiteX7" fmla="*/ 401526 w 955468"/>
                <a:gd name="connsiteY7" fmla="*/ 113232 h 631089"/>
                <a:gd name="connsiteX8" fmla="*/ 616821 w 955468"/>
                <a:gd name="connsiteY8" fmla="*/ 6316 h 631089"/>
                <a:gd name="connsiteX9" fmla="*/ 917960 w 955468"/>
                <a:gd name="connsiteY9" fmla="*/ 23656 h 631089"/>
                <a:gd name="connsiteX10" fmla="*/ 934881 w 955468"/>
                <a:gd name="connsiteY10" fmla="*/ 57694 h 631089"/>
                <a:gd name="connsiteX11" fmla="*/ 885897 w 955468"/>
                <a:gd name="connsiteY11" fmla="*/ 100111 h 631089"/>
                <a:gd name="connsiteX12" fmla="*/ 715700 w 955468"/>
                <a:gd name="connsiteY12" fmla="*/ 104007 h 631089"/>
                <a:gd name="connsiteX0" fmla="*/ 538203 w 777971"/>
                <a:gd name="connsiteY0" fmla="*/ 104007 h 484353"/>
                <a:gd name="connsiteX1" fmla="*/ 359654 w 777971"/>
                <a:gd name="connsiteY1" fmla="*/ 156548 h 484353"/>
                <a:gd name="connsiteX2" fmla="*/ 195560 w 777971"/>
                <a:gd name="connsiteY2" fmla="*/ 272774 h 484353"/>
                <a:gd name="connsiteX3" fmla="*/ 103467 w 777971"/>
                <a:gd name="connsiteY3" fmla="*/ 386329 h 484353"/>
                <a:gd name="connsiteX4" fmla="*/ 213 w 777971"/>
                <a:gd name="connsiteY4" fmla="*/ 484353 h 484353"/>
                <a:gd name="connsiteX5" fmla="*/ 80873 w 777971"/>
                <a:gd name="connsiteY5" fmla="*/ 243149 h 484353"/>
                <a:gd name="connsiteX6" fmla="*/ 224029 w 777971"/>
                <a:gd name="connsiteY6" fmla="*/ 113232 h 484353"/>
                <a:gd name="connsiteX7" fmla="*/ 439324 w 777971"/>
                <a:gd name="connsiteY7" fmla="*/ 6316 h 484353"/>
                <a:gd name="connsiteX8" fmla="*/ 740463 w 777971"/>
                <a:gd name="connsiteY8" fmla="*/ 23656 h 484353"/>
                <a:gd name="connsiteX9" fmla="*/ 757384 w 777971"/>
                <a:gd name="connsiteY9" fmla="*/ 57694 h 484353"/>
                <a:gd name="connsiteX10" fmla="*/ 708400 w 777971"/>
                <a:gd name="connsiteY10" fmla="*/ 100111 h 484353"/>
                <a:gd name="connsiteX11" fmla="*/ 538203 w 777971"/>
                <a:gd name="connsiteY11" fmla="*/ 104007 h 484353"/>
                <a:gd name="connsiteX0" fmla="*/ 465004 w 704772"/>
                <a:gd name="connsiteY0" fmla="*/ 104007 h 386329"/>
                <a:gd name="connsiteX1" fmla="*/ 286455 w 704772"/>
                <a:gd name="connsiteY1" fmla="*/ 156548 h 386329"/>
                <a:gd name="connsiteX2" fmla="*/ 122361 w 704772"/>
                <a:gd name="connsiteY2" fmla="*/ 272774 h 386329"/>
                <a:gd name="connsiteX3" fmla="*/ 30268 w 704772"/>
                <a:gd name="connsiteY3" fmla="*/ 386329 h 386329"/>
                <a:gd name="connsiteX4" fmla="*/ 7674 w 704772"/>
                <a:gd name="connsiteY4" fmla="*/ 243149 h 386329"/>
                <a:gd name="connsiteX5" fmla="*/ 150830 w 704772"/>
                <a:gd name="connsiteY5" fmla="*/ 113232 h 386329"/>
                <a:gd name="connsiteX6" fmla="*/ 366125 w 704772"/>
                <a:gd name="connsiteY6" fmla="*/ 6316 h 386329"/>
                <a:gd name="connsiteX7" fmla="*/ 667264 w 704772"/>
                <a:gd name="connsiteY7" fmla="*/ 23656 h 386329"/>
                <a:gd name="connsiteX8" fmla="*/ 684185 w 704772"/>
                <a:gd name="connsiteY8" fmla="*/ 57694 h 386329"/>
                <a:gd name="connsiteX9" fmla="*/ 635201 w 704772"/>
                <a:gd name="connsiteY9" fmla="*/ 100111 h 386329"/>
                <a:gd name="connsiteX10" fmla="*/ 465004 w 704772"/>
                <a:gd name="connsiteY10" fmla="*/ 104007 h 386329"/>
                <a:gd name="connsiteX0" fmla="*/ 457551 w 697319"/>
                <a:gd name="connsiteY0" fmla="*/ 104007 h 277973"/>
                <a:gd name="connsiteX1" fmla="*/ 279002 w 697319"/>
                <a:gd name="connsiteY1" fmla="*/ 156548 h 277973"/>
                <a:gd name="connsiteX2" fmla="*/ 114908 w 697319"/>
                <a:gd name="connsiteY2" fmla="*/ 272774 h 277973"/>
                <a:gd name="connsiteX3" fmla="*/ 221 w 697319"/>
                <a:gd name="connsiteY3" fmla="*/ 243149 h 277973"/>
                <a:gd name="connsiteX4" fmla="*/ 143377 w 697319"/>
                <a:gd name="connsiteY4" fmla="*/ 113232 h 277973"/>
                <a:gd name="connsiteX5" fmla="*/ 358672 w 697319"/>
                <a:gd name="connsiteY5" fmla="*/ 6316 h 277973"/>
                <a:gd name="connsiteX6" fmla="*/ 659811 w 697319"/>
                <a:gd name="connsiteY6" fmla="*/ 23656 h 277973"/>
                <a:gd name="connsiteX7" fmla="*/ 676732 w 697319"/>
                <a:gd name="connsiteY7" fmla="*/ 57694 h 277973"/>
                <a:gd name="connsiteX8" fmla="*/ 627748 w 697319"/>
                <a:gd name="connsiteY8" fmla="*/ 100111 h 277973"/>
                <a:gd name="connsiteX9" fmla="*/ 457551 w 697319"/>
                <a:gd name="connsiteY9" fmla="*/ 104007 h 277973"/>
                <a:gd name="connsiteX0" fmla="*/ 457330 w 697098"/>
                <a:gd name="connsiteY0" fmla="*/ 104007 h 243664"/>
                <a:gd name="connsiteX1" fmla="*/ 278781 w 697098"/>
                <a:gd name="connsiteY1" fmla="*/ 156548 h 243664"/>
                <a:gd name="connsiteX2" fmla="*/ 0 w 697098"/>
                <a:gd name="connsiteY2" fmla="*/ 243149 h 243664"/>
                <a:gd name="connsiteX3" fmla="*/ 143156 w 697098"/>
                <a:gd name="connsiteY3" fmla="*/ 113232 h 243664"/>
                <a:gd name="connsiteX4" fmla="*/ 358451 w 697098"/>
                <a:gd name="connsiteY4" fmla="*/ 6316 h 243664"/>
                <a:gd name="connsiteX5" fmla="*/ 659590 w 697098"/>
                <a:gd name="connsiteY5" fmla="*/ 23656 h 243664"/>
                <a:gd name="connsiteX6" fmla="*/ 676511 w 697098"/>
                <a:gd name="connsiteY6" fmla="*/ 57694 h 243664"/>
                <a:gd name="connsiteX7" fmla="*/ 627527 w 697098"/>
                <a:gd name="connsiteY7" fmla="*/ 100111 h 243664"/>
                <a:gd name="connsiteX8" fmla="*/ 457330 w 697098"/>
                <a:gd name="connsiteY8" fmla="*/ 104007 h 243664"/>
                <a:gd name="connsiteX0" fmla="*/ 315415 w 555183"/>
                <a:gd name="connsiteY0" fmla="*/ 104007 h 156631"/>
                <a:gd name="connsiteX1" fmla="*/ 136866 w 555183"/>
                <a:gd name="connsiteY1" fmla="*/ 156548 h 156631"/>
                <a:gd name="connsiteX2" fmla="*/ 1241 w 555183"/>
                <a:gd name="connsiteY2" fmla="*/ 113232 h 156631"/>
                <a:gd name="connsiteX3" fmla="*/ 216536 w 555183"/>
                <a:gd name="connsiteY3" fmla="*/ 6316 h 156631"/>
                <a:gd name="connsiteX4" fmla="*/ 517675 w 555183"/>
                <a:gd name="connsiteY4" fmla="*/ 23656 h 156631"/>
                <a:gd name="connsiteX5" fmla="*/ 534596 w 555183"/>
                <a:gd name="connsiteY5" fmla="*/ 57694 h 156631"/>
                <a:gd name="connsiteX6" fmla="*/ 485612 w 555183"/>
                <a:gd name="connsiteY6" fmla="*/ 100111 h 156631"/>
                <a:gd name="connsiteX7" fmla="*/ 315415 w 555183"/>
                <a:gd name="connsiteY7" fmla="*/ 104007 h 156631"/>
                <a:gd name="connsiteX0" fmla="*/ 316205 w 555973"/>
                <a:gd name="connsiteY0" fmla="*/ 104007 h 144452"/>
                <a:gd name="connsiteX1" fmla="*/ 95293 w 555973"/>
                <a:gd name="connsiteY1" fmla="*/ 144262 h 144452"/>
                <a:gd name="connsiteX2" fmla="*/ 2031 w 555973"/>
                <a:gd name="connsiteY2" fmla="*/ 113232 h 144452"/>
                <a:gd name="connsiteX3" fmla="*/ 217326 w 555973"/>
                <a:gd name="connsiteY3" fmla="*/ 6316 h 144452"/>
                <a:gd name="connsiteX4" fmla="*/ 518465 w 555973"/>
                <a:gd name="connsiteY4" fmla="*/ 23656 h 144452"/>
                <a:gd name="connsiteX5" fmla="*/ 535386 w 555973"/>
                <a:gd name="connsiteY5" fmla="*/ 57694 h 144452"/>
                <a:gd name="connsiteX6" fmla="*/ 486402 w 555973"/>
                <a:gd name="connsiteY6" fmla="*/ 100111 h 144452"/>
                <a:gd name="connsiteX7" fmla="*/ 316205 w 555973"/>
                <a:gd name="connsiteY7" fmla="*/ 104007 h 144452"/>
                <a:gd name="connsiteX0" fmla="*/ 316205 w 555973"/>
                <a:gd name="connsiteY0" fmla="*/ 86696 h 127141"/>
                <a:gd name="connsiteX1" fmla="*/ 95293 w 555973"/>
                <a:gd name="connsiteY1" fmla="*/ 126951 h 127141"/>
                <a:gd name="connsiteX2" fmla="*/ 2031 w 555973"/>
                <a:gd name="connsiteY2" fmla="*/ 95921 h 127141"/>
                <a:gd name="connsiteX3" fmla="*/ 171269 w 555973"/>
                <a:gd name="connsiteY3" fmla="*/ 31061 h 127141"/>
                <a:gd name="connsiteX4" fmla="*/ 518465 w 555973"/>
                <a:gd name="connsiteY4" fmla="*/ 6345 h 127141"/>
                <a:gd name="connsiteX5" fmla="*/ 535386 w 555973"/>
                <a:gd name="connsiteY5" fmla="*/ 40383 h 127141"/>
                <a:gd name="connsiteX6" fmla="*/ 486402 w 555973"/>
                <a:gd name="connsiteY6" fmla="*/ 82800 h 127141"/>
                <a:gd name="connsiteX7" fmla="*/ 316205 w 555973"/>
                <a:gd name="connsiteY7" fmla="*/ 86696 h 127141"/>
                <a:gd name="connsiteX0" fmla="*/ 316205 w 548369"/>
                <a:gd name="connsiteY0" fmla="*/ 75744 h 116189"/>
                <a:gd name="connsiteX1" fmla="*/ 95293 w 548369"/>
                <a:gd name="connsiteY1" fmla="*/ 115999 h 116189"/>
                <a:gd name="connsiteX2" fmla="*/ 2031 w 548369"/>
                <a:gd name="connsiteY2" fmla="*/ 84969 h 116189"/>
                <a:gd name="connsiteX3" fmla="*/ 171269 w 548369"/>
                <a:gd name="connsiteY3" fmla="*/ 20109 h 116189"/>
                <a:gd name="connsiteX4" fmla="*/ 500538 w 548369"/>
                <a:gd name="connsiteY4" fmla="*/ 8895 h 116189"/>
                <a:gd name="connsiteX5" fmla="*/ 535386 w 548369"/>
                <a:gd name="connsiteY5" fmla="*/ 29431 h 116189"/>
                <a:gd name="connsiteX6" fmla="*/ 486402 w 548369"/>
                <a:gd name="connsiteY6" fmla="*/ 71848 h 116189"/>
                <a:gd name="connsiteX7" fmla="*/ 316205 w 548369"/>
                <a:gd name="connsiteY7" fmla="*/ 75744 h 11618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548369" h="116189">
                  <a:moveTo>
                    <a:pt x="316205" y="75744"/>
                  </a:moveTo>
                  <a:cubicBezTo>
                    <a:pt x="246590" y="84906"/>
                    <a:pt x="148379" y="97037"/>
                    <a:pt x="95293" y="115999"/>
                  </a:cubicBezTo>
                  <a:cubicBezTo>
                    <a:pt x="42931" y="117536"/>
                    <a:pt x="-11247" y="110007"/>
                    <a:pt x="2031" y="84969"/>
                  </a:cubicBezTo>
                  <a:cubicBezTo>
                    <a:pt x="15309" y="59931"/>
                    <a:pt x="85695" y="34663"/>
                    <a:pt x="171269" y="20109"/>
                  </a:cubicBezTo>
                  <a:cubicBezTo>
                    <a:pt x="256843" y="5555"/>
                    <a:pt x="443825" y="-10381"/>
                    <a:pt x="500538" y="8895"/>
                  </a:cubicBezTo>
                  <a:cubicBezTo>
                    <a:pt x="557617" y="16848"/>
                    <a:pt x="555741" y="18271"/>
                    <a:pt x="535386" y="29431"/>
                  </a:cubicBezTo>
                  <a:cubicBezTo>
                    <a:pt x="520824" y="41751"/>
                    <a:pt x="507114" y="52413"/>
                    <a:pt x="486402" y="71848"/>
                  </a:cubicBezTo>
                  <a:cubicBezTo>
                    <a:pt x="472966" y="76596"/>
                    <a:pt x="396301" y="62985"/>
                    <a:pt x="316205" y="75744"/>
                  </a:cubicBezTo>
                  <a:close/>
                </a:path>
              </a:pathLst>
            </a:custGeom>
            <a:grp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1625640"/>
              <a:endParaRPr lang="en-US" sz="3202" dirty="0">
                <a:solidFill>
                  <a:prstClr val="white"/>
                </a:solidFill>
                <a:latin typeface="Calibri" panose="020F0502020204030204"/>
              </a:endParaRPr>
            </a:p>
          </p:txBody>
        </p:sp>
        <p:sp>
          <p:nvSpPr>
            <p:cNvPr id="11" name="Rectangle 7">
              <a:extLst>
                <a:ext uri="{FF2B5EF4-FFF2-40B4-BE49-F238E27FC236}">
                  <a16:creationId xmlns:a16="http://schemas.microsoft.com/office/drawing/2014/main" id="{A16280B2-0CC6-4AC1-97F5-E2BB96806782}"/>
                </a:ext>
              </a:extLst>
            </p:cNvPr>
            <p:cNvSpPr/>
            <p:nvPr/>
          </p:nvSpPr>
          <p:spPr>
            <a:xfrm rot="16200000">
              <a:off x="7184194" y="4538464"/>
              <a:ext cx="1587603" cy="303183"/>
            </a:xfrm>
            <a:custGeom>
              <a:avLst/>
              <a:gdLst>
                <a:gd name="connsiteX0" fmla="*/ 0 w 1371600"/>
                <a:gd name="connsiteY0" fmla="*/ 0 h 176004"/>
                <a:gd name="connsiteX1" fmla="*/ 1371600 w 1371600"/>
                <a:gd name="connsiteY1" fmla="*/ 0 h 176004"/>
                <a:gd name="connsiteX2" fmla="*/ 1371600 w 1371600"/>
                <a:gd name="connsiteY2" fmla="*/ 176004 h 176004"/>
                <a:gd name="connsiteX3" fmla="*/ 0 w 1371600"/>
                <a:gd name="connsiteY3" fmla="*/ 176004 h 176004"/>
                <a:gd name="connsiteX4" fmla="*/ 0 w 1371600"/>
                <a:gd name="connsiteY4" fmla="*/ 0 h 176004"/>
                <a:gd name="connsiteX0" fmla="*/ 0 w 1371600"/>
                <a:gd name="connsiteY0" fmla="*/ 0 h 176004"/>
                <a:gd name="connsiteX1" fmla="*/ 1371600 w 1371600"/>
                <a:gd name="connsiteY1" fmla="*/ 0 h 176004"/>
                <a:gd name="connsiteX2" fmla="*/ 1371600 w 1371600"/>
                <a:gd name="connsiteY2" fmla="*/ 176004 h 176004"/>
                <a:gd name="connsiteX3" fmla="*/ 0 w 1371600"/>
                <a:gd name="connsiteY3" fmla="*/ 176004 h 176004"/>
                <a:gd name="connsiteX4" fmla="*/ 0 w 1371600"/>
                <a:gd name="connsiteY4" fmla="*/ 0 h 176004"/>
                <a:gd name="connsiteX0" fmla="*/ 0 w 1371600"/>
                <a:gd name="connsiteY0" fmla="*/ 0 h 176004"/>
                <a:gd name="connsiteX1" fmla="*/ 1371600 w 1371600"/>
                <a:gd name="connsiteY1" fmla="*/ 0 h 176004"/>
                <a:gd name="connsiteX2" fmla="*/ 1371600 w 1371600"/>
                <a:gd name="connsiteY2" fmla="*/ 176004 h 176004"/>
                <a:gd name="connsiteX3" fmla="*/ 0 w 1371600"/>
                <a:gd name="connsiteY3" fmla="*/ 176004 h 176004"/>
                <a:gd name="connsiteX4" fmla="*/ 0 w 1371600"/>
                <a:gd name="connsiteY4" fmla="*/ 0 h 176004"/>
                <a:gd name="connsiteX0" fmla="*/ 0 w 1371600"/>
                <a:gd name="connsiteY0" fmla="*/ 0 h 176004"/>
                <a:gd name="connsiteX1" fmla="*/ 1323975 w 1371600"/>
                <a:gd name="connsiteY1" fmla="*/ 0 h 176004"/>
                <a:gd name="connsiteX2" fmla="*/ 1371600 w 1371600"/>
                <a:gd name="connsiteY2" fmla="*/ 176004 h 176004"/>
                <a:gd name="connsiteX3" fmla="*/ 0 w 1371600"/>
                <a:gd name="connsiteY3" fmla="*/ 176004 h 176004"/>
                <a:gd name="connsiteX4" fmla="*/ 0 w 1371600"/>
                <a:gd name="connsiteY4" fmla="*/ 0 h 176004"/>
                <a:gd name="connsiteX0" fmla="*/ 0 w 1371600"/>
                <a:gd name="connsiteY0" fmla="*/ 0 h 176004"/>
                <a:gd name="connsiteX1" fmla="*/ 1323975 w 1371600"/>
                <a:gd name="connsiteY1" fmla="*/ 0 h 176004"/>
                <a:gd name="connsiteX2" fmla="*/ 1371600 w 1371600"/>
                <a:gd name="connsiteY2" fmla="*/ 176004 h 176004"/>
                <a:gd name="connsiteX3" fmla="*/ 0 w 1371600"/>
                <a:gd name="connsiteY3" fmla="*/ 176004 h 176004"/>
                <a:gd name="connsiteX4" fmla="*/ 0 w 1371600"/>
                <a:gd name="connsiteY4" fmla="*/ 0 h 176004"/>
                <a:gd name="connsiteX0" fmla="*/ 0 w 1371600"/>
                <a:gd name="connsiteY0" fmla="*/ 0 h 176004"/>
                <a:gd name="connsiteX1" fmla="*/ 1300163 w 1371600"/>
                <a:gd name="connsiteY1" fmla="*/ 0 h 176004"/>
                <a:gd name="connsiteX2" fmla="*/ 1371600 w 1371600"/>
                <a:gd name="connsiteY2" fmla="*/ 176004 h 176004"/>
                <a:gd name="connsiteX3" fmla="*/ 0 w 1371600"/>
                <a:gd name="connsiteY3" fmla="*/ 176004 h 176004"/>
                <a:gd name="connsiteX4" fmla="*/ 0 w 1371600"/>
                <a:gd name="connsiteY4" fmla="*/ 0 h 176004"/>
                <a:gd name="connsiteX0" fmla="*/ 0 w 1371600"/>
                <a:gd name="connsiteY0" fmla="*/ 0 h 176004"/>
                <a:gd name="connsiteX1" fmla="*/ 1300163 w 1371600"/>
                <a:gd name="connsiteY1" fmla="*/ 0 h 176004"/>
                <a:gd name="connsiteX2" fmla="*/ 1371600 w 1371600"/>
                <a:gd name="connsiteY2" fmla="*/ 176004 h 176004"/>
                <a:gd name="connsiteX3" fmla="*/ 0 w 1371600"/>
                <a:gd name="connsiteY3" fmla="*/ 176004 h 176004"/>
                <a:gd name="connsiteX4" fmla="*/ 0 w 1371600"/>
                <a:gd name="connsiteY4" fmla="*/ 0 h 176004"/>
                <a:gd name="connsiteX0" fmla="*/ 71437 w 1371600"/>
                <a:gd name="connsiteY0" fmla="*/ 0 h 190292"/>
                <a:gd name="connsiteX1" fmla="*/ 1300163 w 1371600"/>
                <a:gd name="connsiteY1" fmla="*/ 14288 h 190292"/>
                <a:gd name="connsiteX2" fmla="*/ 1371600 w 1371600"/>
                <a:gd name="connsiteY2" fmla="*/ 190292 h 190292"/>
                <a:gd name="connsiteX3" fmla="*/ 0 w 1371600"/>
                <a:gd name="connsiteY3" fmla="*/ 190292 h 190292"/>
                <a:gd name="connsiteX4" fmla="*/ 71437 w 1371600"/>
                <a:gd name="connsiteY4" fmla="*/ 0 h 190292"/>
                <a:gd name="connsiteX0" fmla="*/ 76200 w 1376363"/>
                <a:gd name="connsiteY0" fmla="*/ 0 h 190292"/>
                <a:gd name="connsiteX1" fmla="*/ 1304926 w 1376363"/>
                <a:gd name="connsiteY1" fmla="*/ 14288 h 190292"/>
                <a:gd name="connsiteX2" fmla="*/ 1376363 w 1376363"/>
                <a:gd name="connsiteY2" fmla="*/ 190292 h 190292"/>
                <a:gd name="connsiteX3" fmla="*/ 0 w 1376363"/>
                <a:gd name="connsiteY3" fmla="*/ 118854 h 190292"/>
                <a:gd name="connsiteX4" fmla="*/ 76200 w 1376363"/>
                <a:gd name="connsiteY4" fmla="*/ 0 h 190292"/>
                <a:gd name="connsiteX0" fmla="*/ 76200 w 1376363"/>
                <a:gd name="connsiteY0" fmla="*/ 0 h 190292"/>
                <a:gd name="connsiteX1" fmla="*/ 1304926 w 1376363"/>
                <a:gd name="connsiteY1" fmla="*/ 14288 h 190292"/>
                <a:gd name="connsiteX2" fmla="*/ 1376363 w 1376363"/>
                <a:gd name="connsiteY2" fmla="*/ 190292 h 190292"/>
                <a:gd name="connsiteX3" fmla="*/ 0 w 1376363"/>
                <a:gd name="connsiteY3" fmla="*/ 118854 h 190292"/>
                <a:gd name="connsiteX4" fmla="*/ 76200 w 1376363"/>
                <a:gd name="connsiteY4" fmla="*/ 0 h 190292"/>
                <a:gd name="connsiteX0" fmla="*/ 76203 w 1376366"/>
                <a:gd name="connsiteY0" fmla="*/ 0 h 190292"/>
                <a:gd name="connsiteX1" fmla="*/ 1304929 w 1376366"/>
                <a:gd name="connsiteY1" fmla="*/ 14288 h 190292"/>
                <a:gd name="connsiteX2" fmla="*/ 1376366 w 1376366"/>
                <a:gd name="connsiteY2" fmla="*/ 190292 h 190292"/>
                <a:gd name="connsiteX3" fmla="*/ 0 w 1376366"/>
                <a:gd name="connsiteY3" fmla="*/ 133144 h 190292"/>
                <a:gd name="connsiteX4" fmla="*/ 76203 w 1376366"/>
                <a:gd name="connsiteY4" fmla="*/ 0 h 190292"/>
                <a:gd name="connsiteX0" fmla="*/ 76203 w 1376366"/>
                <a:gd name="connsiteY0" fmla="*/ 0 h 190292"/>
                <a:gd name="connsiteX1" fmla="*/ 1304929 w 1376366"/>
                <a:gd name="connsiteY1" fmla="*/ 14288 h 190292"/>
                <a:gd name="connsiteX2" fmla="*/ 1376366 w 1376366"/>
                <a:gd name="connsiteY2" fmla="*/ 190292 h 190292"/>
                <a:gd name="connsiteX3" fmla="*/ 0 w 1376366"/>
                <a:gd name="connsiteY3" fmla="*/ 133144 h 190292"/>
                <a:gd name="connsiteX4" fmla="*/ 76203 w 1376366"/>
                <a:gd name="connsiteY4" fmla="*/ 0 h 190292"/>
                <a:gd name="connsiteX0" fmla="*/ 76203 w 1376366"/>
                <a:gd name="connsiteY0" fmla="*/ 0 h 190292"/>
                <a:gd name="connsiteX1" fmla="*/ 1304929 w 1376366"/>
                <a:gd name="connsiteY1" fmla="*/ 14288 h 190292"/>
                <a:gd name="connsiteX2" fmla="*/ 1376366 w 1376366"/>
                <a:gd name="connsiteY2" fmla="*/ 190292 h 190292"/>
                <a:gd name="connsiteX3" fmla="*/ 0 w 1376366"/>
                <a:gd name="connsiteY3" fmla="*/ 133144 h 190292"/>
                <a:gd name="connsiteX4" fmla="*/ 76203 w 1376366"/>
                <a:gd name="connsiteY4" fmla="*/ 0 h 190292"/>
                <a:gd name="connsiteX0" fmla="*/ 76203 w 1408178"/>
                <a:gd name="connsiteY0" fmla="*/ 0 h 199837"/>
                <a:gd name="connsiteX1" fmla="*/ 1304929 w 1408178"/>
                <a:gd name="connsiteY1" fmla="*/ 14288 h 199837"/>
                <a:gd name="connsiteX2" fmla="*/ 1376366 w 1408178"/>
                <a:gd name="connsiteY2" fmla="*/ 190292 h 199837"/>
                <a:gd name="connsiteX3" fmla="*/ 1271592 w 1408178"/>
                <a:gd name="connsiteY3" fmla="*/ 165928 h 199837"/>
                <a:gd name="connsiteX4" fmla="*/ 0 w 1408178"/>
                <a:gd name="connsiteY4" fmla="*/ 133144 h 199837"/>
                <a:gd name="connsiteX5" fmla="*/ 76203 w 1408178"/>
                <a:gd name="connsiteY5" fmla="*/ 0 h 199837"/>
                <a:gd name="connsiteX0" fmla="*/ 76203 w 1445057"/>
                <a:gd name="connsiteY0" fmla="*/ 0 h 165928"/>
                <a:gd name="connsiteX1" fmla="*/ 1304929 w 1445057"/>
                <a:gd name="connsiteY1" fmla="*/ 14288 h 165928"/>
                <a:gd name="connsiteX2" fmla="*/ 1271592 w 1445057"/>
                <a:gd name="connsiteY2" fmla="*/ 165928 h 165928"/>
                <a:gd name="connsiteX3" fmla="*/ 0 w 1445057"/>
                <a:gd name="connsiteY3" fmla="*/ 133144 h 165928"/>
                <a:gd name="connsiteX4" fmla="*/ 76203 w 1445057"/>
                <a:gd name="connsiteY4" fmla="*/ 0 h 165928"/>
                <a:gd name="connsiteX0" fmla="*/ 76203 w 1389964"/>
                <a:gd name="connsiteY0" fmla="*/ 0 h 170366"/>
                <a:gd name="connsiteX1" fmla="*/ 1304929 w 1389964"/>
                <a:gd name="connsiteY1" fmla="*/ 14288 h 170366"/>
                <a:gd name="connsiteX2" fmla="*/ 1271592 w 1389964"/>
                <a:gd name="connsiteY2" fmla="*/ 165928 h 170366"/>
                <a:gd name="connsiteX3" fmla="*/ 0 w 1389964"/>
                <a:gd name="connsiteY3" fmla="*/ 133144 h 170366"/>
                <a:gd name="connsiteX4" fmla="*/ 76203 w 1389964"/>
                <a:gd name="connsiteY4" fmla="*/ 0 h 170366"/>
                <a:gd name="connsiteX0" fmla="*/ 76203 w 1414958"/>
                <a:gd name="connsiteY0" fmla="*/ 0 h 165727"/>
                <a:gd name="connsiteX1" fmla="*/ 1304929 w 1414958"/>
                <a:gd name="connsiteY1" fmla="*/ 14288 h 165727"/>
                <a:gd name="connsiteX2" fmla="*/ 1354158 w 1414958"/>
                <a:gd name="connsiteY2" fmla="*/ 161169 h 165727"/>
                <a:gd name="connsiteX3" fmla="*/ 0 w 1414958"/>
                <a:gd name="connsiteY3" fmla="*/ 133144 h 165727"/>
                <a:gd name="connsiteX4" fmla="*/ 76203 w 1414958"/>
                <a:gd name="connsiteY4" fmla="*/ 0 h 165727"/>
                <a:gd name="connsiteX0" fmla="*/ 76203 w 1389953"/>
                <a:gd name="connsiteY0" fmla="*/ 0 h 165849"/>
                <a:gd name="connsiteX1" fmla="*/ 1304929 w 1389953"/>
                <a:gd name="connsiteY1" fmla="*/ 14288 h 165849"/>
                <a:gd name="connsiteX2" fmla="*/ 1354158 w 1389953"/>
                <a:gd name="connsiteY2" fmla="*/ 161169 h 165849"/>
                <a:gd name="connsiteX3" fmla="*/ 0 w 1389953"/>
                <a:gd name="connsiteY3" fmla="*/ 133144 h 165849"/>
                <a:gd name="connsiteX4" fmla="*/ 76203 w 1389953"/>
                <a:gd name="connsiteY4" fmla="*/ 0 h 165849"/>
                <a:gd name="connsiteX0" fmla="*/ 76203 w 1390963"/>
                <a:gd name="connsiteY0" fmla="*/ 0 h 157765"/>
                <a:gd name="connsiteX1" fmla="*/ 1304929 w 1390963"/>
                <a:gd name="connsiteY1" fmla="*/ 14288 h 157765"/>
                <a:gd name="connsiteX2" fmla="*/ 1356331 w 1390963"/>
                <a:gd name="connsiteY2" fmla="*/ 152846 h 157765"/>
                <a:gd name="connsiteX3" fmla="*/ 0 w 1390963"/>
                <a:gd name="connsiteY3" fmla="*/ 133144 h 157765"/>
                <a:gd name="connsiteX4" fmla="*/ 76203 w 1390963"/>
                <a:gd name="connsiteY4" fmla="*/ 0 h 157765"/>
                <a:gd name="connsiteX0" fmla="*/ 76203 w 1397388"/>
                <a:gd name="connsiteY0" fmla="*/ 0 h 152858"/>
                <a:gd name="connsiteX1" fmla="*/ 1304929 w 1397388"/>
                <a:gd name="connsiteY1" fmla="*/ 14288 h 152858"/>
                <a:gd name="connsiteX2" fmla="*/ 1356331 w 1397388"/>
                <a:gd name="connsiteY2" fmla="*/ 152846 h 152858"/>
                <a:gd name="connsiteX3" fmla="*/ 0 w 1397388"/>
                <a:gd name="connsiteY3" fmla="*/ 133144 h 152858"/>
                <a:gd name="connsiteX4" fmla="*/ 76203 w 1397388"/>
                <a:gd name="connsiteY4" fmla="*/ 0 h 152858"/>
                <a:gd name="connsiteX0" fmla="*/ 76203 w 1397388"/>
                <a:gd name="connsiteY0" fmla="*/ 0 h 152858"/>
                <a:gd name="connsiteX1" fmla="*/ 787189 w 1397388"/>
                <a:gd name="connsiteY1" fmla="*/ 55843 h 152858"/>
                <a:gd name="connsiteX2" fmla="*/ 1304929 w 1397388"/>
                <a:gd name="connsiteY2" fmla="*/ 14288 h 152858"/>
                <a:gd name="connsiteX3" fmla="*/ 1356331 w 1397388"/>
                <a:gd name="connsiteY3" fmla="*/ 152846 h 152858"/>
                <a:gd name="connsiteX4" fmla="*/ 0 w 1397388"/>
                <a:gd name="connsiteY4" fmla="*/ 133144 h 152858"/>
                <a:gd name="connsiteX5" fmla="*/ 76203 w 1397388"/>
                <a:gd name="connsiteY5" fmla="*/ 0 h 152858"/>
                <a:gd name="connsiteX0" fmla="*/ 76203 w 1397388"/>
                <a:gd name="connsiteY0" fmla="*/ 4378 h 157236"/>
                <a:gd name="connsiteX1" fmla="*/ 533257 w 1397388"/>
                <a:gd name="connsiteY1" fmla="*/ 28269 h 157236"/>
                <a:gd name="connsiteX2" fmla="*/ 787189 w 1397388"/>
                <a:gd name="connsiteY2" fmla="*/ 60221 h 157236"/>
                <a:gd name="connsiteX3" fmla="*/ 1304929 w 1397388"/>
                <a:gd name="connsiteY3" fmla="*/ 18666 h 157236"/>
                <a:gd name="connsiteX4" fmla="*/ 1356331 w 1397388"/>
                <a:gd name="connsiteY4" fmla="*/ 157224 h 157236"/>
                <a:gd name="connsiteX5" fmla="*/ 0 w 1397388"/>
                <a:gd name="connsiteY5" fmla="*/ 137522 h 157236"/>
                <a:gd name="connsiteX6" fmla="*/ 76203 w 1397388"/>
                <a:gd name="connsiteY6" fmla="*/ 4378 h 157236"/>
                <a:gd name="connsiteX0" fmla="*/ 86952 w 1397388"/>
                <a:gd name="connsiteY0" fmla="*/ 3201 h 171551"/>
                <a:gd name="connsiteX1" fmla="*/ 533257 w 1397388"/>
                <a:gd name="connsiteY1" fmla="*/ 42584 h 171551"/>
                <a:gd name="connsiteX2" fmla="*/ 787189 w 1397388"/>
                <a:gd name="connsiteY2" fmla="*/ 74536 h 171551"/>
                <a:gd name="connsiteX3" fmla="*/ 1304929 w 1397388"/>
                <a:gd name="connsiteY3" fmla="*/ 32981 h 171551"/>
                <a:gd name="connsiteX4" fmla="*/ 1356331 w 1397388"/>
                <a:gd name="connsiteY4" fmla="*/ 171539 h 171551"/>
                <a:gd name="connsiteX5" fmla="*/ 0 w 1397388"/>
                <a:gd name="connsiteY5" fmla="*/ 151837 h 171551"/>
                <a:gd name="connsiteX6" fmla="*/ 86952 w 1397388"/>
                <a:gd name="connsiteY6" fmla="*/ 3201 h 171551"/>
                <a:gd name="connsiteX0" fmla="*/ 33210 w 1343646"/>
                <a:gd name="connsiteY0" fmla="*/ 3201 h 171551"/>
                <a:gd name="connsiteX1" fmla="*/ 479515 w 1343646"/>
                <a:gd name="connsiteY1" fmla="*/ 42584 h 171551"/>
                <a:gd name="connsiteX2" fmla="*/ 733447 w 1343646"/>
                <a:gd name="connsiteY2" fmla="*/ 74536 h 171551"/>
                <a:gd name="connsiteX3" fmla="*/ 1251187 w 1343646"/>
                <a:gd name="connsiteY3" fmla="*/ 32981 h 171551"/>
                <a:gd name="connsiteX4" fmla="*/ 1302589 w 1343646"/>
                <a:gd name="connsiteY4" fmla="*/ 171539 h 171551"/>
                <a:gd name="connsiteX5" fmla="*/ 0 w 1343646"/>
                <a:gd name="connsiteY5" fmla="*/ 89873 h 171551"/>
                <a:gd name="connsiteX6" fmla="*/ 33210 w 1343646"/>
                <a:gd name="connsiteY6" fmla="*/ 3201 h 171551"/>
                <a:gd name="connsiteX0" fmla="*/ 33210 w 1343646"/>
                <a:gd name="connsiteY0" fmla="*/ 3201 h 171551"/>
                <a:gd name="connsiteX1" fmla="*/ 479515 w 1343646"/>
                <a:gd name="connsiteY1" fmla="*/ 42584 h 171551"/>
                <a:gd name="connsiteX2" fmla="*/ 733447 w 1343646"/>
                <a:gd name="connsiteY2" fmla="*/ 74536 h 171551"/>
                <a:gd name="connsiteX3" fmla="*/ 1251187 w 1343646"/>
                <a:gd name="connsiteY3" fmla="*/ 32981 h 171551"/>
                <a:gd name="connsiteX4" fmla="*/ 1302589 w 1343646"/>
                <a:gd name="connsiteY4" fmla="*/ 171539 h 171551"/>
                <a:gd name="connsiteX5" fmla="*/ 0 w 1343646"/>
                <a:gd name="connsiteY5" fmla="*/ 89873 h 171551"/>
                <a:gd name="connsiteX6" fmla="*/ 33210 w 1343646"/>
                <a:gd name="connsiteY6" fmla="*/ 3201 h 171551"/>
                <a:gd name="connsiteX0" fmla="*/ 33210 w 1343646"/>
                <a:gd name="connsiteY0" fmla="*/ 3201 h 179928"/>
                <a:gd name="connsiteX1" fmla="*/ 479515 w 1343646"/>
                <a:gd name="connsiteY1" fmla="*/ 42584 h 179928"/>
                <a:gd name="connsiteX2" fmla="*/ 733447 w 1343646"/>
                <a:gd name="connsiteY2" fmla="*/ 74536 h 179928"/>
                <a:gd name="connsiteX3" fmla="*/ 1251187 w 1343646"/>
                <a:gd name="connsiteY3" fmla="*/ 32981 h 179928"/>
                <a:gd name="connsiteX4" fmla="*/ 1302589 w 1343646"/>
                <a:gd name="connsiteY4" fmla="*/ 171539 h 179928"/>
                <a:gd name="connsiteX5" fmla="*/ 736806 w 1343646"/>
                <a:gd name="connsiteY5" fmla="*/ 160709 h 179928"/>
                <a:gd name="connsiteX6" fmla="*/ 0 w 1343646"/>
                <a:gd name="connsiteY6" fmla="*/ 89873 h 179928"/>
                <a:gd name="connsiteX7" fmla="*/ 33210 w 1343646"/>
                <a:gd name="connsiteY7" fmla="*/ 3201 h 1799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343646" h="179928">
                  <a:moveTo>
                    <a:pt x="33210" y="3201"/>
                  </a:moveTo>
                  <a:cubicBezTo>
                    <a:pt x="122758" y="-12345"/>
                    <a:pt x="361017" y="33277"/>
                    <a:pt x="479515" y="42584"/>
                  </a:cubicBezTo>
                  <a:cubicBezTo>
                    <a:pt x="598013" y="51891"/>
                    <a:pt x="605507" y="78799"/>
                    <a:pt x="733447" y="74536"/>
                  </a:cubicBezTo>
                  <a:lnTo>
                    <a:pt x="1251187" y="32981"/>
                  </a:lnTo>
                  <a:cubicBezTo>
                    <a:pt x="1389581" y="65399"/>
                    <a:pt x="1342195" y="172901"/>
                    <a:pt x="1302589" y="171539"/>
                  </a:cubicBezTo>
                  <a:cubicBezTo>
                    <a:pt x="1217307" y="189922"/>
                    <a:pt x="953904" y="174320"/>
                    <a:pt x="736806" y="160709"/>
                  </a:cubicBezTo>
                  <a:cubicBezTo>
                    <a:pt x="519708" y="147098"/>
                    <a:pt x="117714" y="113219"/>
                    <a:pt x="0" y="89873"/>
                  </a:cubicBezTo>
                  <a:lnTo>
                    <a:pt x="33210" y="3201"/>
                  </a:lnTo>
                  <a:close/>
                </a:path>
              </a:pathLst>
            </a:custGeom>
            <a:grp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1625640"/>
              <a:endParaRPr lang="en-US" sz="3202" dirty="0">
                <a:solidFill>
                  <a:prstClr val="white"/>
                </a:solidFill>
                <a:latin typeface="Calibri" panose="020F0502020204030204"/>
              </a:endParaRPr>
            </a:p>
          </p:txBody>
        </p:sp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ECB1CC2A-945F-443E-A86C-3B1255C87878}"/>
                </a:ext>
              </a:extLst>
            </p:cNvPr>
            <p:cNvSpPr/>
            <p:nvPr/>
          </p:nvSpPr>
          <p:spPr>
            <a:xfrm>
              <a:off x="6986588" y="5442062"/>
              <a:ext cx="1001092" cy="180069"/>
            </a:xfrm>
            <a:prstGeom prst="rect">
              <a:avLst/>
            </a:prstGeom>
            <a:grp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1625640"/>
              <a:endParaRPr lang="en-US" sz="3202">
                <a:solidFill>
                  <a:prstClr val="white"/>
                </a:solidFill>
                <a:latin typeface="Calibri" panose="020F0502020204030204"/>
              </a:endParaRPr>
            </a:p>
          </p:txBody>
        </p:sp>
        <p:sp>
          <p:nvSpPr>
            <p:cNvPr id="13" name="Rectangle: Rounded Corners 3">
              <a:extLst>
                <a:ext uri="{FF2B5EF4-FFF2-40B4-BE49-F238E27FC236}">
                  <a16:creationId xmlns:a16="http://schemas.microsoft.com/office/drawing/2014/main" id="{0D6C612C-B947-41E9-8DF8-61A3843466E0}"/>
                </a:ext>
              </a:extLst>
            </p:cNvPr>
            <p:cNvSpPr/>
            <p:nvPr/>
          </p:nvSpPr>
          <p:spPr>
            <a:xfrm>
              <a:off x="6851028" y="4931667"/>
              <a:ext cx="1001092" cy="518115"/>
            </a:xfrm>
            <a:custGeom>
              <a:avLst/>
              <a:gdLst>
                <a:gd name="connsiteX0" fmla="*/ 0 w 954157"/>
                <a:gd name="connsiteY0" fmla="*/ 0 h 516836"/>
                <a:gd name="connsiteX1" fmla="*/ 0 w 954157"/>
                <a:gd name="connsiteY1" fmla="*/ 0 h 516836"/>
                <a:gd name="connsiteX2" fmla="*/ 954157 w 954157"/>
                <a:gd name="connsiteY2" fmla="*/ 0 h 516836"/>
                <a:gd name="connsiteX3" fmla="*/ 954157 w 954157"/>
                <a:gd name="connsiteY3" fmla="*/ 0 h 516836"/>
                <a:gd name="connsiteX4" fmla="*/ 954157 w 954157"/>
                <a:gd name="connsiteY4" fmla="*/ 516836 h 516836"/>
                <a:gd name="connsiteX5" fmla="*/ 954157 w 954157"/>
                <a:gd name="connsiteY5" fmla="*/ 516836 h 516836"/>
                <a:gd name="connsiteX6" fmla="*/ 0 w 954157"/>
                <a:gd name="connsiteY6" fmla="*/ 516836 h 516836"/>
                <a:gd name="connsiteX7" fmla="*/ 0 w 954157"/>
                <a:gd name="connsiteY7" fmla="*/ 516836 h 516836"/>
                <a:gd name="connsiteX8" fmla="*/ 0 w 954157"/>
                <a:gd name="connsiteY8" fmla="*/ 0 h 516836"/>
                <a:gd name="connsiteX0" fmla="*/ 0 w 954157"/>
                <a:gd name="connsiteY0" fmla="*/ 0 h 545411"/>
                <a:gd name="connsiteX1" fmla="*/ 0 w 954157"/>
                <a:gd name="connsiteY1" fmla="*/ 0 h 545411"/>
                <a:gd name="connsiteX2" fmla="*/ 954157 w 954157"/>
                <a:gd name="connsiteY2" fmla="*/ 0 h 545411"/>
                <a:gd name="connsiteX3" fmla="*/ 954157 w 954157"/>
                <a:gd name="connsiteY3" fmla="*/ 0 h 545411"/>
                <a:gd name="connsiteX4" fmla="*/ 954157 w 954157"/>
                <a:gd name="connsiteY4" fmla="*/ 516836 h 545411"/>
                <a:gd name="connsiteX5" fmla="*/ 954157 w 954157"/>
                <a:gd name="connsiteY5" fmla="*/ 516836 h 545411"/>
                <a:gd name="connsiteX6" fmla="*/ 0 w 954157"/>
                <a:gd name="connsiteY6" fmla="*/ 516836 h 545411"/>
                <a:gd name="connsiteX7" fmla="*/ 0 w 954157"/>
                <a:gd name="connsiteY7" fmla="*/ 516836 h 545411"/>
                <a:gd name="connsiteX8" fmla="*/ 0 w 954157"/>
                <a:gd name="connsiteY8" fmla="*/ 0 h 545411"/>
                <a:gd name="connsiteX0" fmla="*/ 0 w 954157"/>
                <a:gd name="connsiteY0" fmla="*/ 0 h 545411"/>
                <a:gd name="connsiteX1" fmla="*/ 0 w 954157"/>
                <a:gd name="connsiteY1" fmla="*/ 0 h 545411"/>
                <a:gd name="connsiteX2" fmla="*/ 954157 w 954157"/>
                <a:gd name="connsiteY2" fmla="*/ 0 h 545411"/>
                <a:gd name="connsiteX3" fmla="*/ 954157 w 954157"/>
                <a:gd name="connsiteY3" fmla="*/ 0 h 545411"/>
                <a:gd name="connsiteX4" fmla="*/ 954157 w 954157"/>
                <a:gd name="connsiteY4" fmla="*/ 516836 h 545411"/>
                <a:gd name="connsiteX5" fmla="*/ 954157 w 954157"/>
                <a:gd name="connsiteY5" fmla="*/ 516836 h 545411"/>
                <a:gd name="connsiteX6" fmla="*/ 0 w 954157"/>
                <a:gd name="connsiteY6" fmla="*/ 516836 h 545411"/>
                <a:gd name="connsiteX7" fmla="*/ 42863 w 954157"/>
                <a:gd name="connsiteY7" fmla="*/ 514455 h 545411"/>
                <a:gd name="connsiteX8" fmla="*/ 0 w 954157"/>
                <a:gd name="connsiteY8" fmla="*/ 0 h 545411"/>
                <a:gd name="connsiteX0" fmla="*/ 0 w 954157"/>
                <a:gd name="connsiteY0" fmla="*/ 0 h 553275"/>
                <a:gd name="connsiteX1" fmla="*/ 0 w 954157"/>
                <a:gd name="connsiteY1" fmla="*/ 0 h 553275"/>
                <a:gd name="connsiteX2" fmla="*/ 954157 w 954157"/>
                <a:gd name="connsiteY2" fmla="*/ 0 h 553275"/>
                <a:gd name="connsiteX3" fmla="*/ 954157 w 954157"/>
                <a:gd name="connsiteY3" fmla="*/ 0 h 553275"/>
                <a:gd name="connsiteX4" fmla="*/ 954157 w 954157"/>
                <a:gd name="connsiteY4" fmla="*/ 516836 h 553275"/>
                <a:gd name="connsiteX5" fmla="*/ 954157 w 954157"/>
                <a:gd name="connsiteY5" fmla="*/ 516836 h 553275"/>
                <a:gd name="connsiteX6" fmla="*/ 42863 w 954157"/>
                <a:gd name="connsiteY6" fmla="*/ 514455 h 553275"/>
                <a:gd name="connsiteX7" fmla="*/ 0 w 954157"/>
                <a:gd name="connsiteY7" fmla="*/ 0 h 553275"/>
                <a:gd name="connsiteX0" fmla="*/ 0 w 954157"/>
                <a:gd name="connsiteY0" fmla="*/ 0 h 553275"/>
                <a:gd name="connsiteX1" fmla="*/ 0 w 954157"/>
                <a:gd name="connsiteY1" fmla="*/ 0 h 553275"/>
                <a:gd name="connsiteX2" fmla="*/ 954157 w 954157"/>
                <a:gd name="connsiteY2" fmla="*/ 0 h 553275"/>
                <a:gd name="connsiteX3" fmla="*/ 954157 w 954157"/>
                <a:gd name="connsiteY3" fmla="*/ 0 h 553275"/>
                <a:gd name="connsiteX4" fmla="*/ 954157 w 954157"/>
                <a:gd name="connsiteY4" fmla="*/ 516836 h 553275"/>
                <a:gd name="connsiteX5" fmla="*/ 954157 w 954157"/>
                <a:gd name="connsiteY5" fmla="*/ 516836 h 553275"/>
                <a:gd name="connsiteX6" fmla="*/ 61913 w 954157"/>
                <a:gd name="connsiteY6" fmla="*/ 514455 h 553275"/>
                <a:gd name="connsiteX7" fmla="*/ 0 w 954157"/>
                <a:gd name="connsiteY7" fmla="*/ 0 h 553275"/>
                <a:gd name="connsiteX0" fmla="*/ 4911 w 959068"/>
                <a:gd name="connsiteY0" fmla="*/ 0 h 553275"/>
                <a:gd name="connsiteX1" fmla="*/ 4911 w 959068"/>
                <a:gd name="connsiteY1" fmla="*/ 0 h 553275"/>
                <a:gd name="connsiteX2" fmla="*/ 959068 w 959068"/>
                <a:gd name="connsiteY2" fmla="*/ 0 h 553275"/>
                <a:gd name="connsiteX3" fmla="*/ 959068 w 959068"/>
                <a:gd name="connsiteY3" fmla="*/ 0 h 553275"/>
                <a:gd name="connsiteX4" fmla="*/ 959068 w 959068"/>
                <a:gd name="connsiteY4" fmla="*/ 516836 h 553275"/>
                <a:gd name="connsiteX5" fmla="*/ 959068 w 959068"/>
                <a:gd name="connsiteY5" fmla="*/ 516836 h 553275"/>
                <a:gd name="connsiteX6" fmla="*/ 66824 w 959068"/>
                <a:gd name="connsiteY6" fmla="*/ 514455 h 553275"/>
                <a:gd name="connsiteX7" fmla="*/ 4911 w 959068"/>
                <a:gd name="connsiteY7" fmla="*/ 0 h 553275"/>
                <a:gd name="connsiteX0" fmla="*/ 0 w 1027976"/>
                <a:gd name="connsiteY0" fmla="*/ 16669 h 553275"/>
                <a:gd name="connsiteX1" fmla="*/ 73819 w 1027976"/>
                <a:gd name="connsiteY1" fmla="*/ 0 h 553275"/>
                <a:gd name="connsiteX2" fmla="*/ 1027976 w 1027976"/>
                <a:gd name="connsiteY2" fmla="*/ 0 h 553275"/>
                <a:gd name="connsiteX3" fmla="*/ 1027976 w 1027976"/>
                <a:gd name="connsiteY3" fmla="*/ 0 h 553275"/>
                <a:gd name="connsiteX4" fmla="*/ 1027976 w 1027976"/>
                <a:gd name="connsiteY4" fmla="*/ 516836 h 553275"/>
                <a:gd name="connsiteX5" fmla="*/ 1027976 w 1027976"/>
                <a:gd name="connsiteY5" fmla="*/ 516836 h 553275"/>
                <a:gd name="connsiteX6" fmla="*/ 135732 w 1027976"/>
                <a:gd name="connsiteY6" fmla="*/ 514455 h 553275"/>
                <a:gd name="connsiteX7" fmla="*/ 0 w 1027976"/>
                <a:gd name="connsiteY7" fmla="*/ 16669 h 553275"/>
                <a:gd name="connsiteX0" fmla="*/ 0 w 1027976"/>
                <a:gd name="connsiteY0" fmla="*/ 16669 h 553275"/>
                <a:gd name="connsiteX1" fmla="*/ 73819 w 1027976"/>
                <a:gd name="connsiteY1" fmla="*/ 0 h 553275"/>
                <a:gd name="connsiteX2" fmla="*/ 1027976 w 1027976"/>
                <a:gd name="connsiteY2" fmla="*/ 0 h 553275"/>
                <a:gd name="connsiteX3" fmla="*/ 725557 w 1027976"/>
                <a:gd name="connsiteY3" fmla="*/ 78581 h 553275"/>
                <a:gd name="connsiteX4" fmla="*/ 1027976 w 1027976"/>
                <a:gd name="connsiteY4" fmla="*/ 516836 h 553275"/>
                <a:gd name="connsiteX5" fmla="*/ 1027976 w 1027976"/>
                <a:gd name="connsiteY5" fmla="*/ 516836 h 553275"/>
                <a:gd name="connsiteX6" fmla="*/ 135732 w 1027976"/>
                <a:gd name="connsiteY6" fmla="*/ 514455 h 553275"/>
                <a:gd name="connsiteX7" fmla="*/ 0 w 1027976"/>
                <a:gd name="connsiteY7" fmla="*/ 16669 h 553275"/>
                <a:gd name="connsiteX0" fmla="*/ 0 w 1027976"/>
                <a:gd name="connsiteY0" fmla="*/ 16669 h 550337"/>
                <a:gd name="connsiteX1" fmla="*/ 73819 w 1027976"/>
                <a:gd name="connsiteY1" fmla="*/ 0 h 550337"/>
                <a:gd name="connsiteX2" fmla="*/ 1027976 w 1027976"/>
                <a:gd name="connsiteY2" fmla="*/ 0 h 550337"/>
                <a:gd name="connsiteX3" fmla="*/ 725557 w 1027976"/>
                <a:gd name="connsiteY3" fmla="*/ 78581 h 550337"/>
                <a:gd name="connsiteX4" fmla="*/ 1027976 w 1027976"/>
                <a:gd name="connsiteY4" fmla="*/ 516836 h 550337"/>
                <a:gd name="connsiteX5" fmla="*/ 997020 w 1027976"/>
                <a:gd name="connsiteY5" fmla="*/ 504929 h 550337"/>
                <a:gd name="connsiteX6" fmla="*/ 135732 w 1027976"/>
                <a:gd name="connsiteY6" fmla="*/ 514455 h 550337"/>
                <a:gd name="connsiteX7" fmla="*/ 0 w 1027976"/>
                <a:gd name="connsiteY7" fmla="*/ 16669 h 550337"/>
                <a:gd name="connsiteX0" fmla="*/ 0 w 1027976"/>
                <a:gd name="connsiteY0" fmla="*/ 16669 h 550337"/>
                <a:gd name="connsiteX1" fmla="*/ 73819 w 1027976"/>
                <a:gd name="connsiteY1" fmla="*/ 0 h 550337"/>
                <a:gd name="connsiteX2" fmla="*/ 1027976 w 1027976"/>
                <a:gd name="connsiteY2" fmla="*/ 0 h 550337"/>
                <a:gd name="connsiteX3" fmla="*/ 725557 w 1027976"/>
                <a:gd name="connsiteY3" fmla="*/ 78581 h 550337"/>
                <a:gd name="connsiteX4" fmla="*/ 997020 w 1027976"/>
                <a:gd name="connsiteY4" fmla="*/ 504929 h 550337"/>
                <a:gd name="connsiteX5" fmla="*/ 135732 w 1027976"/>
                <a:gd name="connsiteY5" fmla="*/ 514455 h 550337"/>
                <a:gd name="connsiteX6" fmla="*/ 0 w 1027976"/>
                <a:gd name="connsiteY6" fmla="*/ 16669 h 550337"/>
                <a:gd name="connsiteX0" fmla="*/ 0 w 1027976"/>
                <a:gd name="connsiteY0" fmla="*/ 16669 h 549801"/>
                <a:gd name="connsiteX1" fmla="*/ 73819 w 1027976"/>
                <a:gd name="connsiteY1" fmla="*/ 0 h 549801"/>
                <a:gd name="connsiteX2" fmla="*/ 1027976 w 1027976"/>
                <a:gd name="connsiteY2" fmla="*/ 0 h 549801"/>
                <a:gd name="connsiteX3" fmla="*/ 725557 w 1027976"/>
                <a:gd name="connsiteY3" fmla="*/ 78581 h 549801"/>
                <a:gd name="connsiteX4" fmla="*/ 1023213 w 1027976"/>
                <a:gd name="connsiteY4" fmla="*/ 502548 h 549801"/>
                <a:gd name="connsiteX5" fmla="*/ 135732 w 1027976"/>
                <a:gd name="connsiteY5" fmla="*/ 514455 h 549801"/>
                <a:gd name="connsiteX6" fmla="*/ 0 w 1027976"/>
                <a:gd name="connsiteY6" fmla="*/ 16669 h 549801"/>
                <a:gd name="connsiteX0" fmla="*/ 0 w 1027976"/>
                <a:gd name="connsiteY0" fmla="*/ 16669 h 549801"/>
                <a:gd name="connsiteX1" fmla="*/ 73819 w 1027976"/>
                <a:gd name="connsiteY1" fmla="*/ 0 h 549801"/>
                <a:gd name="connsiteX2" fmla="*/ 1027976 w 1027976"/>
                <a:gd name="connsiteY2" fmla="*/ 0 h 549801"/>
                <a:gd name="connsiteX3" fmla="*/ 725557 w 1027976"/>
                <a:gd name="connsiteY3" fmla="*/ 78581 h 549801"/>
                <a:gd name="connsiteX4" fmla="*/ 1023213 w 1027976"/>
                <a:gd name="connsiteY4" fmla="*/ 502548 h 549801"/>
                <a:gd name="connsiteX5" fmla="*/ 135732 w 1027976"/>
                <a:gd name="connsiteY5" fmla="*/ 514455 h 549801"/>
                <a:gd name="connsiteX6" fmla="*/ 0 w 1027976"/>
                <a:gd name="connsiteY6" fmla="*/ 16669 h 549801"/>
                <a:gd name="connsiteX0" fmla="*/ 0 w 1027976"/>
                <a:gd name="connsiteY0" fmla="*/ 16669 h 549801"/>
                <a:gd name="connsiteX1" fmla="*/ 73819 w 1027976"/>
                <a:gd name="connsiteY1" fmla="*/ 0 h 549801"/>
                <a:gd name="connsiteX2" fmla="*/ 1027976 w 1027976"/>
                <a:gd name="connsiteY2" fmla="*/ 0 h 549801"/>
                <a:gd name="connsiteX3" fmla="*/ 725557 w 1027976"/>
                <a:gd name="connsiteY3" fmla="*/ 78581 h 549801"/>
                <a:gd name="connsiteX4" fmla="*/ 1023213 w 1027976"/>
                <a:gd name="connsiteY4" fmla="*/ 502548 h 549801"/>
                <a:gd name="connsiteX5" fmla="*/ 135732 w 1027976"/>
                <a:gd name="connsiteY5" fmla="*/ 514455 h 549801"/>
                <a:gd name="connsiteX6" fmla="*/ 0 w 1027976"/>
                <a:gd name="connsiteY6" fmla="*/ 16669 h 549801"/>
                <a:gd name="connsiteX0" fmla="*/ 0 w 1023213"/>
                <a:gd name="connsiteY0" fmla="*/ 16669 h 549801"/>
                <a:gd name="connsiteX1" fmla="*/ 73819 w 1023213"/>
                <a:gd name="connsiteY1" fmla="*/ 0 h 549801"/>
                <a:gd name="connsiteX2" fmla="*/ 725557 w 1023213"/>
                <a:gd name="connsiteY2" fmla="*/ 78581 h 549801"/>
                <a:gd name="connsiteX3" fmla="*/ 1023213 w 1023213"/>
                <a:gd name="connsiteY3" fmla="*/ 502548 h 549801"/>
                <a:gd name="connsiteX4" fmla="*/ 135732 w 1023213"/>
                <a:gd name="connsiteY4" fmla="*/ 514455 h 549801"/>
                <a:gd name="connsiteX5" fmla="*/ 0 w 1023213"/>
                <a:gd name="connsiteY5" fmla="*/ 16669 h 549801"/>
                <a:gd name="connsiteX0" fmla="*/ 0 w 1023213"/>
                <a:gd name="connsiteY0" fmla="*/ 16669 h 549801"/>
                <a:gd name="connsiteX1" fmla="*/ 73819 w 1023213"/>
                <a:gd name="connsiteY1" fmla="*/ 0 h 549801"/>
                <a:gd name="connsiteX2" fmla="*/ 713651 w 1023213"/>
                <a:gd name="connsiteY2" fmla="*/ 66675 h 549801"/>
                <a:gd name="connsiteX3" fmla="*/ 1023213 w 1023213"/>
                <a:gd name="connsiteY3" fmla="*/ 502548 h 549801"/>
                <a:gd name="connsiteX4" fmla="*/ 135732 w 1023213"/>
                <a:gd name="connsiteY4" fmla="*/ 514455 h 549801"/>
                <a:gd name="connsiteX5" fmla="*/ 0 w 1023213"/>
                <a:gd name="connsiteY5" fmla="*/ 16669 h 549801"/>
                <a:gd name="connsiteX0" fmla="*/ 0 w 1023213"/>
                <a:gd name="connsiteY0" fmla="*/ 16669 h 549801"/>
                <a:gd name="connsiteX1" fmla="*/ 73819 w 1023213"/>
                <a:gd name="connsiteY1" fmla="*/ 0 h 549801"/>
                <a:gd name="connsiteX2" fmla="*/ 713651 w 1023213"/>
                <a:gd name="connsiteY2" fmla="*/ 66675 h 549801"/>
                <a:gd name="connsiteX3" fmla="*/ 1023213 w 1023213"/>
                <a:gd name="connsiteY3" fmla="*/ 502548 h 549801"/>
                <a:gd name="connsiteX4" fmla="*/ 135732 w 1023213"/>
                <a:gd name="connsiteY4" fmla="*/ 514455 h 549801"/>
                <a:gd name="connsiteX5" fmla="*/ 0 w 1023213"/>
                <a:gd name="connsiteY5" fmla="*/ 16669 h 549801"/>
                <a:gd name="connsiteX0" fmla="*/ 0 w 1023213"/>
                <a:gd name="connsiteY0" fmla="*/ 16669 h 549801"/>
                <a:gd name="connsiteX1" fmla="*/ 73819 w 1023213"/>
                <a:gd name="connsiteY1" fmla="*/ 0 h 549801"/>
                <a:gd name="connsiteX2" fmla="*/ 713651 w 1023213"/>
                <a:gd name="connsiteY2" fmla="*/ 66675 h 549801"/>
                <a:gd name="connsiteX3" fmla="*/ 1023213 w 1023213"/>
                <a:gd name="connsiteY3" fmla="*/ 502548 h 549801"/>
                <a:gd name="connsiteX4" fmla="*/ 135732 w 1023213"/>
                <a:gd name="connsiteY4" fmla="*/ 514455 h 549801"/>
                <a:gd name="connsiteX5" fmla="*/ 0 w 1023213"/>
                <a:gd name="connsiteY5" fmla="*/ 16669 h 549801"/>
                <a:gd name="connsiteX0" fmla="*/ 0 w 1023213"/>
                <a:gd name="connsiteY0" fmla="*/ 38101 h 571233"/>
                <a:gd name="connsiteX1" fmla="*/ 73819 w 1023213"/>
                <a:gd name="connsiteY1" fmla="*/ 0 h 571233"/>
                <a:gd name="connsiteX2" fmla="*/ 713651 w 1023213"/>
                <a:gd name="connsiteY2" fmla="*/ 88107 h 571233"/>
                <a:gd name="connsiteX3" fmla="*/ 1023213 w 1023213"/>
                <a:gd name="connsiteY3" fmla="*/ 523980 h 571233"/>
                <a:gd name="connsiteX4" fmla="*/ 135732 w 1023213"/>
                <a:gd name="connsiteY4" fmla="*/ 535887 h 571233"/>
                <a:gd name="connsiteX5" fmla="*/ 0 w 1023213"/>
                <a:gd name="connsiteY5" fmla="*/ 38101 h 571233"/>
                <a:gd name="connsiteX0" fmla="*/ 127840 w 1015321"/>
                <a:gd name="connsiteY0" fmla="*/ 535887 h 571233"/>
                <a:gd name="connsiteX1" fmla="*/ 65927 w 1015321"/>
                <a:gd name="connsiteY1" fmla="*/ 0 h 571233"/>
                <a:gd name="connsiteX2" fmla="*/ 705759 w 1015321"/>
                <a:gd name="connsiteY2" fmla="*/ 88107 h 571233"/>
                <a:gd name="connsiteX3" fmla="*/ 1015321 w 1015321"/>
                <a:gd name="connsiteY3" fmla="*/ 523980 h 571233"/>
                <a:gd name="connsiteX4" fmla="*/ 127840 w 1015321"/>
                <a:gd name="connsiteY4" fmla="*/ 535887 h 571233"/>
                <a:gd name="connsiteX0" fmla="*/ 133612 w 1021093"/>
                <a:gd name="connsiteY0" fmla="*/ 538268 h 573614"/>
                <a:gd name="connsiteX1" fmla="*/ 62174 w 1021093"/>
                <a:gd name="connsiteY1" fmla="*/ 0 h 573614"/>
                <a:gd name="connsiteX2" fmla="*/ 711531 w 1021093"/>
                <a:gd name="connsiteY2" fmla="*/ 90488 h 573614"/>
                <a:gd name="connsiteX3" fmla="*/ 1021093 w 1021093"/>
                <a:gd name="connsiteY3" fmla="*/ 526361 h 573614"/>
                <a:gd name="connsiteX4" fmla="*/ 133612 w 1021093"/>
                <a:gd name="connsiteY4" fmla="*/ 538268 h 573614"/>
                <a:gd name="connsiteX0" fmla="*/ 109078 w 996559"/>
                <a:gd name="connsiteY0" fmla="*/ 538268 h 573614"/>
                <a:gd name="connsiteX1" fmla="*/ 37640 w 996559"/>
                <a:gd name="connsiteY1" fmla="*/ 0 h 573614"/>
                <a:gd name="connsiteX2" fmla="*/ 686997 w 996559"/>
                <a:gd name="connsiteY2" fmla="*/ 90488 h 573614"/>
                <a:gd name="connsiteX3" fmla="*/ 996559 w 996559"/>
                <a:gd name="connsiteY3" fmla="*/ 526361 h 573614"/>
                <a:gd name="connsiteX4" fmla="*/ 109078 w 996559"/>
                <a:gd name="connsiteY4" fmla="*/ 538268 h 573614"/>
                <a:gd name="connsiteX0" fmla="*/ 137952 w 1025433"/>
                <a:gd name="connsiteY0" fmla="*/ 528743 h 564089"/>
                <a:gd name="connsiteX1" fmla="*/ 21270 w 1025433"/>
                <a:gd name="connsiteY1" fmla="*/ 0 h 564089"/>
                <a:gd name="connsiteX2" fmla="*/ 715871 w 1025433"/>
                <a:gd name="connsiteY2" fmla="*/ 80963 h 564089"/>
                <a:gd name="connsiteX3" fmla="*/ 1025433 w 1025433"/>
                <a:gd name="connsiteY3" fmla="*/ 516836 h 564089"/>
                <a:gd name="connsiteX4" fmla="*/ 137952 w 1025433"/>
                <a:gd name="connsiteY4" fmla="*/ 528743 h 564089"/>
                <a:gd name="connsiteX0" fmla="*/ 137952 w 1025433"/>
                <a:gd name="connsiteY0" fmla="*/ 528743 h 564089"/>
                <a:gd name="connsiteX1" fmla="*/ 21270 w 1025433"/>
                <a:gd name="connsiteY1" fmla="*/ 0 h 564089"/>
                <a:gd name="connsiteX2" fmla="*/ 715871 w 1025433"/>
                <a:gd name="connsiteY2" fmla="*/ 80963 h 564089"/>
                <a:gd name="connsiteX3" fmla="*/ 1025433 w 1025433"/>
                <a:gd name="connsiteY3" fmla="*/ 516836 h 564089"/>
                <a:gd name="connsiteX4" fmla="*/ 137952 w 1025433"/>
                <a:gd name="connsiteY4" fmla="*/ 528743 h 564089"/>
                <a:gd name="connsiteX0" fmla="*/ 127697 w 1015178"/>
                <a:gd name="connsiteY0" fmla="*/ 528743 h 564089"/>
                <a:gd name="connsiteX1" fmla="*/ 11015 w 1015178"/>
                <a:gd name="connsiteY1" fmla="*/ 0 h 564089"/>
                <a:gd name="connsiteX2" fmla="*/ 705616 w 1015178"/>
                <a:gd name="connsiteY2" fmla="*/ 80963 h 564089"/>
                <a:gd name="connsiteX3" fmla="*/ 1015178 w 1015178"/>
                <a:gd name="connsiteY3" fmla="*/ 516836 h 564089"/>
                <a:gd name="connsiteX4" fmla="*/ 127697 w 1015178"/>
                <a:gd name="connsiteY4" fmla="*/ 528743 h 564089"/>
                <a:gd name="connsiteX0" fmla="*/ 123552 w 1011033"/>
                <a:gd name="connsiteY0" fmla="*/ 528743 h 564089"/>
                <a:gd name="connsiteX1" fmla="*/ 6870 w 1011033"/>
                <a:gd name="connsiteY1" fmla="*/ 0 h 564089"/>
                <a:gd name="connsiteX2" fmla="*/ 701471 w 1011033"/>
                <a:gd name="connsiteY2" fmla="*/ 80963 h 564089"/>
                <a:gd name="connsiteX3" fmla="*/ 1011033 w 1011033"/>
                <a:gd name="connsiteY3" fmla="*/ 516836 h 564089"/>
                <a:gd name="connsiteX4" fmla="*/ 123552 w 1011033"/>
                <a:gd name="connsiteY4" fmla="*/ 528743 h 564089"/>
                <a:gd name="connsiteX0" fmla="*/ 125517 w 1012998"/>
                <a:gd name="connsiteY0" fmla="*/ 528743 h 564089"/>
                <a:gd name="connsiteX1" fmla="*/ 8835 w 1012998"/>
                <a:gd name="connsiteY1" fmla="*/ 0 h 564089"/>
                <a:gd name="connsiteX2" fmla="*/ 703436 w 1012998"/>
                <a:gd name="connsiteY2" fmla="*/ 80963 h 564089"/>
                <a:gd name="connsiteX3" fmla="*/ 1012998 w 1012998"/>
                <a:gd name="connsiteY3" fmla="*/ 516836 h 564089"/>
                <a:gd name="connsiteX4" fmla="*/ 125517 w 1012998"/>
                <a:gd name="connsiteY4" fmla="*/ 528743 h 564089"/>
                <a:gd name="connsiteX0" fmla="*/ 125517 w 1012998"/>
                <a:gd name="connsiteY0" fmla="*/ 528743 h 546281"/>
                <a:gd name="connsiteX1" fmla="*/ 8835 w 1012998"/>
                <a:gd name="connsiteY1" fmla="*/ 0 h 546281"/>
                <a:gd name="connsiteX2" fmla="*/ 703436 w 1012998"/>
                <a:gd name="connsiteY2" fmla="*/ 80963 h 546281"/>
                <a:gd name="connsiteX3" fmla="*/ 1012998 w 1012998"/>
                <a:gd name="connsiteY3" fmla="*/ 516836 h 546281"/>
                <a:gd name="connsiteX4" fmla="*/ 125517 w 1012998"/>
                <a:gd name="connsiteY4" fmla="*/ 528743 h 546281"/>
                <a:gd name="connsiteX0" fmla="*/ 125517 w 1012998"/>
                <a:gd name="connsiteY0" fmla="*/ 528743 h 540088"/>
                <a:gd name="connsiteX1" fmla="*/ 8835 w 1012998"/>
                <a:gd name="connsiteY1" fmla="*/ 0 h 540088"/>
                <a:gd name="connsiteX2" fmla="*/ 703436 w 1012998"/>
                <a:gd name="connsiteY2" fmla="*/ 80963 h 540088"/>
                <a:gd name="connsiteX3" fmla="*/ 1012998 w 1012998"/>
                <a:gd name="connsiteY3" fmla="*/ 516836 h 540088"/>
                <a:gd name="connsiteX4" fmla="*/ 125517 w 1012998"/>
                <a:gd name="connsiteY4" fmla="*/ 528743 h 540088"/>
                <a:gd name="connsiteX0" fmla="*/ 125517 w 1012998"/>
                <a:gd name="connsiteY0" fmla="*/ 528743 h 535059"/>
                <a:gd name="connsiteX1" fmla="*/ 8835 w 1012998"/>
                <a:gd name="connsiteY1" fmla="*/ 0 h 535059"/>
                <a:gd name="connsiteX2" fmla="*/ 703436 w 1012998"/>
                <a:gd name="connsiteY2" fmla="*/ 80963 h 535059"/>
                <a:gd name="connsiteX3" fmla="*/ 1012998 w 1012998"/>
                <a:gd name="connsiteY3" fmla="*/ 516836 h 535059"/>
                <a:gd name="connsiteX4" fmla="*/ 125517 w 1012998"/>
                <a:gd name="connsiteY4" fmla="*/ 528743 h 535059"/>
                <a:gd name="connsiteX0" fmla="*/ 125517 w 1012998"/>
                <a:gd name="connsiteY0" fmla="*/ 493024 h 499340"/>
                <a:gd name="connsiteX1" fmla="*/ 8835 w 1012998"/>
                <a:gd name="connsiteY1" fmla="*/ 0 h 499340"/>
                <a:gd name="connsiteX2" fmla="*/ 703436 w 1012998"/>
                <a:gd name="connsiteY2" fmla="*/ 45244 h 499340"/>
                <a:gd name="connsiteX3" fmla="*/ 1012998 w 1012998"/>
                <a:gd name="connsiteY3" fmla="*/ 481117 h 499340"/>
                <a:gd name="connsiteX4" fmla="*/ 125517 w 1012998"/>
                <a:gd name="connsiteY4" fmla="*/ 493024 h 499340"/>
                <a:gd name="connsiteX0" fmla="*/ 125517 w 1012998"/>
                <a:gd name="connsiteY0" fmla="*/ 502866 h 509182"/>
                <a:gd name="connsiteX1" fmla="*/ 8835 w 1012998"/>
                <a:gd name="connsiteY1" fmla="*/ 9842 h 509182"/>
                <a:gd name="connsiteX2" fmla="*/ 703436 w 1012998"/>
                <a:gd name="connsiteY2" fmla="*/ 55086 h 509182"/>
                <a:gd name="connsiteX3" fmla="*/ 1012998 w 1012998"/>
                <a:gd name="connsiteY3" fmla="*/ 490959 h 509182"/>
                <a:gd name="connsiteX4" fmla="*/ 125517 w 1012998"/>
                <a:gd name="connsiteY4" fmla="*/ 502866 h 509182"/>
                <a:gd name="connsiteX0" fmla="*/ 125517 w 1012998"/>
                <a:gd name="connsiteY0" fmla="*/ 508144 h 514460"/>
                <a:gd name="connsiteX1" fmla="*/ 8835 w 1012998"/>
                <a:gd name="connsiteY1" fmla="*/ 15120 h 514460"/>
                <a:gd name="connsiteX2" fmla="*/ 703436 w 1012998"/>
                <a:gd name="connsiteY2" fmla="*/ 60364 h 514460"/>
                <a:gd name="connsiteX3" fmla="*/ 1012998 w 1012998"/>
                <a:gd name="connsiteY3" fmla="*/ 496237 h 514460"/>
                <a:gd name="connsiteX4" fmla="*/ 125517 w 1012998"/>
                <a:gd name="connsiteY4" fmla="*/ 508144 h 514460"/>
                <a:gd name="connsiteX0" fmla="*/ 125517 w 1001092"/>
                <a:gd name="connsiteY0" fmla="*/ 508144 h 518115"/>
                <a:gd name="connsiteX1" fmla="*/ 8835 w 1001092"/>
                <a:gd name="connsiteY1" fmla="*/ 15120 h 518115"/>
                <a:gd name="connsiteX2" fmla="*/ 703436 w 1001092"/>
                <a:gd name="connsiteY2" fmla="*/ 60364 h 518115"/>
                <a:gd name="connsiteX3" fmla="*/ 1001092 w 1001092"/>
                <a:gd name="connsiteY3" fmla="*/ 512906 h 518115"/>
                <a:gd name="connsiteX4" fmla="*/ 125517 w 1001092"/>
                <a:gd name="connsiteY4" fmla="*/ 508144 h 5181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001092" h="518115">
                  <a:moveTo>
                    <a:pt x="125517" y="508144"/>
                  </a:moveTo>
                  <a:cubicBezTo>
                    <a:pt x="57772" y="382715"/>
                    <a:pt x="-27954" y="99275"/>
                    <a:pt x="8835" y="15120"/>
                  </a:cubicBezTo>
                  <a:cubicBezTo>
                    <a:pt x="231637" y="-17424"/>
                    <a:pt x="485396" y="4802"/>
                    <a:pt x="703436" y="60364"/>
                  </a:cubicBezTo>
                  <a:cubicBezTo>
                    <a:pt x="812180" y="196923"/>
                    <a:pt x="951879" y="340628"/>
                    <a:pt x="1001092" y="512906"/>
                  </a:cubicBezTo>
                  <a:cubicBezTo>
                    <a:pt x="849210" y="512509"/>
                    <a:pt x="353600" y="527607"/>
                    <a:pt x="125517" y="508144"/>
                  </a:cubicBezTo>
                  <a:close/>
                </a:path>
              </a:pathLst>
            </a:custGeom>
            <a:grp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1625640"/>
              <a:endParaRPr lang="en-US" sz="3202">
                <a:solidFill>
                  <a:prstClr val="white"/>
                </a:solidFill>
                <a:latin typeface="Calibri" panose="020F0502020204030204"/>
              </a:endParaRPr>
            </a:p>
          </p:txBody>
        </p:sp>
      </p:grpSp>
      <p:grpSp>
        <p:nvGrpSpPr>
          <p:cNvPr id="14" name="Group 13">
            <a:extLst>
              <a:ext uri="{FF2B5EF4-FFF2-40B4-BE49-F238E27FC236}">
                <a16:creationId xmlns:a16="http://schemas.microsoft.com/office/drawing/2014/main" id="{F8D28696-DDFB-4E1B-BB21-4F378536C629}"/>
              </a:ext>
            </a:extLst>
          </p:cNvPr>
          <p:cNvGrpSpPr/>
          <p:nvPr/>
        </p:nvGrpSpPr>
        <p:grpSpPr>
          <a:xfrm>
            <a:off x="9816303" y="6202090"/>
            <a:ext cx="4497038" cy="4719575"/>
            <a:chOff x="9588936" y="3521514"/>
            <a:chExt cx="2214239" cy="2323810"/>
          </a:xfrm>
          <a:solidFill>
            <a:schemeClr val="bg1"/>
          </a:solidFill>
        </p:grpSpPr>
        <p:sp>
          <p:nvSpPr>
            <p:cNvPr id="15" name="Rectangle: Rounded Corners 14">
              <a:extLst>
                <a:ext uri="{FF2B5EF4-FFF2-40B4-BE49-F238E27FC236}">
                  <a16:creationId xmlns:a16="http://schemas.microsoft.com/office/drawing/2014/main" id="{7D133D4E-0750-4E91-ACE1-BD32C7F7BBE1}"/>
                </a:ext>
              </a:extLst>
            </p:cNvPr>
            <p:cNvSpPr/>
            <p:nvPr/>
          </p:nvSpPr>
          <p:spPr>
            <a:xfrm rot="3228324" flipH="1">
              <a:off x="10406541" y="5084276"/>
              <a:ext cx="95372" cy="387483"/>
            </a:xfrm>
            <a:prstGeom prst="roundRect">
              <a:avLst/>
            </a:prstGeom>
            <a:grp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1625640"/>
              <a:endParaRPr lang="en-US" sz="3202">
                <a:solidFill>
                  <a:prstClr val="white"/>
                </a:solidFill>
                <a:latin typeface="Calibri" panose="020F0502020204030204"/>
              </a:endParaRPr>
            </a:p>
          </p:txBody>
        </p:sp>
        <p:sp>
          <p:nvSpPr>
            <p:cNvPr id="16" name="Rectangle: Rounded Corners 15">
              <a:extLst>
                <a:ext uri="{FF2B5EF4-FFF2-40B4-BE49-F238E27FC236}">
                  <a16:creationId xmlns:a16="http://schemas.microsoft.com/office/drawing/2014/main" id="{678CC676-FB66-46F7-BE89-985928B0A440}"/>
                </a:ext>
              </a:extLst>
            </p:cNvPr>
            <p:cNvSpPr/>
            <p:nvPr/>
          </p:nvSpPr>
          <p:spPr>
            <a:xfrm rot="2436034" flipH="1">
              <a:off x="10379871" y="5175472"/>
              <a:ext cx="95372" cy="669852"/>
            </a:xfrm>
            <a:prstGeom prst="roundRect">
              <a:avLst/>
            </a:prstGeom>
            <a:grp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1625640"/>
              <a:endParaRPr lang="en-US" sz="3202">
                <a:solidFill>
                  <a:prstClr val="white"/>
                </a:solidFill>
                <a:latin typeface="Calibri" panose="020F0502020204030204"/>
              </a:endParaRPr>
            </a:p>
          </p:txBody>
        </p:sp>
        <p:sp>
          <p:nvSpPr>
            <p:cNvPr id="17" name="Rectangle: Rounded Corners 16">
              <a:extLst>
                <a:ext uri="{FF2B5EF4-FFF2-40B4-BE49-F238E27FC236}">
                  <a16:creationId xmlns:a16="http://schemas.microsoft.com/office/drawing/2014/main" id="{5F580BCB-2A93-4A64-AEE7-F967E7582564}"/>
                </a:ext>
              </a:extLst>
            </p:cNvPr>
            <p:cNvSpPr/>
            <p:nvPr/>
          </p:nvSpPr>
          <p:spPr>
            <a:xfrm rot="19163966">
              <a:off x="11035809" y="5172812"/>
              <a:ext cx="95372" cy="669852"/>
            </a:xfrm>
            <a:prstGeom prst="roundRect">
              <a:avLst/>
            </a:prstGeom>
            <a:grp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1625640"/>
              <a:endParaRPr lang="en-US" sz="3202">
                <a:solidFill>
                  <a:prstClr val="white"/>
                </a:solidFill>
                <a:latin typeface="Calibri" panose="020F0502020204030204"/>
              </a:endParaRPr>
            </a:p>
          </p:txBody>
        </p:sp>
        <p:sp>
          <p:nvSpPr>
            <p:cNvPr id="18" name="Rectangle: Rounded Corners 17">
              <a:extLst>
                <a:ext uri="{FF2B5EF4-FFF2-40B4-BE49-F238E27FC236}">
                  <a16:creationId xmlns:a16="http://schemas.microsoft.com/office/drawing/2014/main" id="{BEF9A840-4CEF-4B9F-AABC-D5D5CF08F458}"/>
                </a:ext>
              </a:extLst>
            </p:cNvPr>
            <p:cNvSpPr/>
            <p:nvPr/>
          </p:nvSpPr>
          <p:spPr>
            <a:xfrm rot="18062745">
              <a:off x="11015296" y="5072648"/>
              <a:ext cx="95372" cy="387483"/>
            </a:xfrm>
            <a:prstGeom prst="roundRect">
              <a:avLst/>
            </a:prstGeom>
            <a:grp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1625640"/>
              <a:endParaRPr lang="en-US" sz="3202">
                <a:solidFill>
                  <a:prstClr val="white"/>
                </a:solidFill>
                <a:latin typeface="Calibri" panose="020F0502020204030204"/>
              </a:endParaRPr>
            </a:p>
          </p:txBody>
        </p:sp>
        <p:sp>
          <p:nvSpPr>
            <p:cNvPr id="19" name="Rectangle 34">
              <a:extLst>
                <a:ext uri="{FF2B5EF4-FFF2-40B4-BE49-F238E27FC236}">
                  <a16:creationId xmlns:a16="http://schemas.microsoft.com/office/drawing/2014/main" id="{B53BA0FC-6891-43BB-ACFA-4BFA156C296A}"/>
                </a:ext>
              </a:extLst>
            </p:cNvPr>
            <p:cNvSpPr/>
            <p:nvPr/>
          </p:nvSpPr>
          <p:spPr>
            <a:xfrm>
              <a:off x="9588936" y="3521514"/>
              <a:ext cx="2206625" cy="506971"/>
            </a:xfrm>
            <a:custGeom>
              <a:avLst/>
              <a:gdLst>
                <a:gd name="connsiteX0" fmla="*/ 0 w 1714500"/>
                <a:gd name="connsiteY0" fmla="*/ 0 h 367271"/>
                <a:gd name="connsiteX1" fmla="*/ 1714500 w 1714500"/>
                <a:gd name="connsiteY1" fmla="*/ 0 h 367271"/>
                <a:gd name="connsiteX2" fmla="*/ 1714500 w 1714500"/>
                <a:gd name="connsiteY2" fmla="*/ 367271 h 367271"/>
                <a:gd name="connsiteX3" fmla="*/ 0 w 1714500"/>
                <a:gd name="connsiteY3" fmla="*/ 367271 h 367271"/>
                <a:gd name="connsiteX4" fmla="*/ 0 w 1714500"/>
                <a:gd name="connsiteY4" fmla="*/ 0 h 367271"/>
                <a:gd name="connsiteX0" fmla="*/ 263525 w 1978025"/>
                <a:gd name="connsiteY0" fmla="*/ 0 h 506971"/>
                <a:gd name="connsiteX1" fmla="*/ 1978025 w 1978025"/>
                <a:gd name="connsiteY1" fmla="*/ 0 h 506971"/>
                <a:gd name="connsiteX2" fmla="*/ 1978025 w 1978025"/>
                <a:gd name="connsiteY2" fmla="*/ 367271 h 506971"/>
                <a:gd name="connsiteX3" fmla="*/ 0 w 1978025"/>
                <a:gd name="connsiteY3" fmla="*/ 506971 h 506971"/>
                <a:gd name="connsiteX4" fmla="*/ 263525 w 1978025"/>
                <a:gd name="connsiteY4" fmla="*/ 0 h 506971"/>
                <a:gd name="connsiteX0" fmla="*/ 263525 w 2193925"/>
                <a:gd name="connsiteY0" fmla="*/ 0 h 506971"/>
                <a:gd name="connsiteX1" fmla="*/ 1978025 w 2193925"/>
                <a:gd name="connsiteY1" fmla="*/ 0 h 506971"/>
                <a:gd name="connsiteX2" fmla="*/ 2193925 w 2193925"/>
                <a:gd name="connsiteY2" fmla="*/ 491096 h 506971"/>
                <a:gd name="connsiteX3" fmla="*/ 0 w 2193925"/>
                <a:gd name="connsiteY3" fmla="*/ 506971 h 506971"/>
                <a:gd name="connsiteX4" fmla="*/ 263525 w 2193925"/>
                <a:gd name="connsiteY4" fmla="*/ 0 h 506971"/>
                <a:gd name="connsiteX0" fmla="*/ 263525 w 2206625"/>
                <a:gd name="connsiteY0" fmla="*/ 0 h 506971"/>
                <a:gd name="connsiteX1" fmla="*/ 1978025 w 2206625"/>
                <a:gd name="connsiteY1" fmla="*/ 0 h 506971"/>
                <a:gd name="connsiteX2" fmla="*/ 2206625 w 2206625"/>
                <a:gd name="connsiteY2" fmla="*/ 491096 h 506971"/>
                <a:gd name="connsiteX3" fmla="*/ 0 w 2206625"/>
                <a:gd name="connsiteY3" fmla="*/ 506971 h 506971"/>
                <a:gd name="connsiteX4" fmla="*/ 263525 w 2206625"/>
                <a:gd name="connsiteY4" fmla="*/ 0 h 5069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206625" h="506971">
                  <a:moveTo>
                    <a:pt x="263525" y="0"/>
                  </a:moveTo>
                  <a:lnTo>
                    <a:pt x="1978025" y="0"/>
                  </a:lnTo>
                  <a:lnTo>
                    <a:pt x="2206625" y="491096"/>
                  </a:lnTo>
                  <a:lnTo>
                    <a:pt x="0" y="506971"/>
                  </a:lnTo>
                  <a:lnTo>
                    <a:pt x="263525" y="0"/>
                  </a:lnTo>
                  <a:close/>
                </a:path>
              </a:pathLst>
            </a:custGeom>
            <a:grp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1625640"/>
              <a:endParaRPr lang="en-US" sz="3202">
                <a:solidFill>
                  <a:prstClr val="white"/>
                </a:solidFill>
                <a:latin typeface="Calibri" panose="020F0502020204030204"/>
              </a:endParaRPr>
            </a:p>
          </p:txBody>
        </p:sp>
        <p:sp>
          <p:nvSpPr>
            <p:cNvPr id="20" name="Rectangle 19">
              <a:extLst>
                <a:ext uri="{FF2B5EF4-FFF2-40B4-BE49-F238E27FC236}">
                  <a16:creationId xmlns:a16="http://schemas.microsoft.com/office/drawing/2014/main" id="{2D85D449-A598-4387-92B6-DA0C551E343F}"/>
                </a:ext>
              </a:extLst>
            </p:cNvPr>
            <p:cNvSpPr/>
            <p:nvPr/>
          </p:nvSpPr>
          <p:spPr>
            <a:xfrm>
              <a:off x="10618387" y="4194614"/>
              <a:ext cx="278527" cy="820106"/>
            </a:xfrm>
            <a:prstGeom prst="rect">
              <a:avLst/>
            </a:prstGeom>
            <a:grp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1625640"/>
              <a:endParaRPr lang="en-US" sz="3202">
                <a:solidFill>
                  <a:prstClr val="white"/>
                </a:solidFill>
                <a:latin typeface="Calibri" panose="020F0502020204030204"/>
              </a:endParaRPr>
            </a:p>
          </p:txBody>
        </p:sp>
        <p:sp>
          <p:nvSpPr>
            <p:cNvPr id="21" name="Oval 20">
              <a:extLst>
                <a:ext uri="{FF2B5EF4-FFF2-40B4-BE49-F238E27FC236}">
                  <a16:creationId xmlns:a16="http://schemas.microsoft.com/office/drawing/2014/main" id="{19D01337-1AAA-45B8-AB8F-20F08B84051C}"/>
                </a:ext>
              </a:extLst>
            </p:cNvPr>
            <p:cNvSpPr/>
            <p:nvPr/>
          </p:nvSpPr>
          <p:spPr>
            <a:xfrm>
              <a:off x="10579402" y="4939865"/>
              <a:ext cx="356497" cy="370519"/>
            </a:xfrm>
            <a:prstGeom prst="ellipse">
              <a:avLst/>
            </a:prstGeom>
            <a:grp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1625640"/>
              <a:endParaRPr lang="en-US" sz="3202">
                <a:solidFill>
                  <a:prstClr val="white"/>
                </a:solidFill>
                <a:latin typeface="Calibri" panose="020F0502020204030204"/>
              </a:endParaRPr>
            </a:p>
          </p:txBody>
        </p:sp>
        <p:sp>
          <p:nvSpPr>
            <p:cNvPr id="22" name="Rectangle: Rounded Corners 21">
              <a:extLst>
                <a:ext uri="{FF2B5EF4-FFF2-40B4-BE49-F238E27FC236}">
                  <a16:creationId xmlns:a16="http://schemas.microsoft.com/office/drawing/2014/main" id="{9CBFF92C-3F7F-4991-B985-6F7D6EE5219B}"/>
                </a:ext>
              </a:extLst>
            </p:cNvPr>
            <p:cNvSpPr/>
            <p:nvPr/>
          </p:nvSpPr>
          <p:spPr>
            <a:xfrm>
              <a:off x="9588936" y="3993073"/>
              <a:ext cx="2214239" cy="198917"/>
            </a:xfrm>
            <a:prstGeom prst="roundRect">
              <a:avLst/>
            </a:prstGeom>
            <a:grp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1625640"/>
              <a:endParaRPr lang="en-US" sz="3202" dirty="0">
                <a:solidFill>
                  <a:prstClr val="white"/>
                </a:solidFill>
                <a:latin typeface="Calibri" panose="020F0502020204030204"/>
              </a:endParaRPr>
            </a:p>
          </p:txBody>
        </p:sp>
      </p:grpSp>
      <p:grpSp>
        <p:nvGrpSpPr>
          <p:cNvPr id="71" name="Group 70">
            <a:extLst>
              <a:ext uri="{FF2B5EF4-FFF2-40B4-BE49-F238E27FC236}">
                <a16:creationId xmlns:a16="http://schemas.microsoft.com/office/drawing/2014/main" id="{17D94A0E-03F6-4B40-99BA-99CFAB32F8AF}"/>
              </a:ext>
            </a:extLst>
          </p:cNvPr>
          <p:cNvGrpSpPr/>
          <p:nvPr/>
        </p:nvGrpSpPr>
        <p:grpSpPr>
          <a:xfrm>
            <a:off x="10018120" y="2111992"/>
            <a:ext cx="4395156" cy="5973245"/>
            <a:chOff x="1481769" y="3123982"/>
            <a:chExt cx="4395156" cy="5973245"/>
          </a:xfrm>
          <a:solidFill>
            <a:schemeClr val="bg1"/>
          </a:solidFill>
        </p:grpSpPr>
        <p:sp>
          <p:nvSpPr>
            <p:cNvPr id="69" name="Rectangle 68">
              <a:extLst>
                <a:ext uri="{FF2B5EF4-FFF2-40B4-BE49-F238E27FC236}">
                  <a16:creationId xmlns:a16="http://schemas.microsoft.com/office/drawing/2014/main" id="{0DF351DE-E378-4E86-AE09-AE7DD09BD95E}"/>
                </a:ext>
              </a:extLst>
            </p:cNvPr>
            <p:cNvSpPr/>
            <p:nvPr/>
          </p:nvSpPr>
          <p:spPr>
            <a:xfrm rot="5400000">
              <a:off x="2977945" y="1781138"/>
              <a:ext cx="366389" cy="3053946"/>
            </a:xfrm>
            <a:prstGeom prst="rect">
              <a:avLst/>
            </a:prstGeom>
            <a:grp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68" name="Rectangle 67">
              <a:extLst>
                <a:ext uri="{FF2B5EF4-FFF2-40B4-BE49-F238E27FC236}">
                  <a16:creationId xmlns:a16="http://schemas.microsoft.com/office/drawing/2014/main" id="{CD757FDB-EDA1-479D-BEDF-DACFBC9DF774}"/>
                </a:ext>
              </a:extLst>
            </p:cNvPr>
            <p:cNvSpPr/>
            <p:nvPr/>
          </p:nvSpPr>
          <p:spPr>
            <a:xfrm rot="5400000">
              <a:off x="3021919" y="3301439"/>
              <a:ext cx="366389" cy="3166373"/>
            </a:xfrm>
            <a:prstGeom prst="rect">
              <a:avLst/>
            </a:prstGeom>
            <a:grp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60" name="Rectangle 59">
              <a:extLst>
                <a:ext uri="{FF2B5EF4-FFF2-40B4-BE49-F238E27FC236}">
                  <a16:creationId xmlns:a16="http://schemas.microsoft.com/office/drawing/2014/main" id="{254F881F-E5C4-48CD-8ED9-9C0928D74C48}"/>
                </a:ext>
              </a:extLst>
            </p:cNvPr>
            <p:cNvSpPr/>
            <p:nvPr/>
          </p:nvSpPr>
          <p:spPr>
            <a:xfrm>
              <a:off x="1481769" y="3124200"/>
              <a:ext cx="310888" cy="5772150"/>
            </a:xfrm>
            <a:prstGeom prst="rect">
              <a:avLst/>
            </a:prstGeom>
            <a:grp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1" name="Rectangle 60">
              <a:extLst>
                <a:ext uri="{FF2B5EF4-FFF2-40B4-BE49-F238E27FC236}">
                  <a16:creationId xmlns:a16="http://schemas.microsoft.com/office/drawing/2014/main" id="{FDF042EA-A5EE-43CC-8507-D13D657AC40A}"/>
                </a:ext>
              </a:extLst>
            </p:cNvPr>
            <p:cNvSpPr/>
            <p:nvPr/>
          </p:nvSpPr>
          <p:spPr>
            <a:xfrm>
              <a:off x="4489651" y="3123982"/>
              <a:ext cx="310888" cy="5772150"/>
            </a:xfrm>
            <a:prstGeom prst="rect">
              <a:avLst/>
            </a:prstGeom>
            <a:grp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4" name="Rectangle 63">
              <a:extLst>
                <a:ext uri="{FF2B5EF4-FFF2-40B4-BE49-F238E27FC236}">
                  <a16:creationId xmlns:a16="http://schemas.microsoft.com/office/drawing/2014/main" id="{8C22D280-99BD-49C7-835B-2803B086449F}"/>
                </a:ext>
              </a:extLst>
            </p:cNvPr>
            <p:cNvSpPr/>
            <p:nvPr/>
          </p:nvSpPr>
          <p:spPr>
            <a:xfrm>
              <a:off x="2073647" y="7030636"/>
              <a:ext cx="366389" cy="2066591"/>
            </a:xfrm>
            <a:prstGeom prst="rect">
              <a:avLst/>
            </a:prstGeom>
            <a:grp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65" name="Rectangle 64">
              <a:extLst>
                <a:ext uri="{FF2B5EF4-FFF2-40B4-BE49-F238E27FC236}">
                  <a16:creationId xmlns:a16="http://schemas.microsoft.com/office/drawing/2014/main" id="{F571103D-9F30-4616-A149-DCB53E650D18}"/>
                </a:ext>
              </a:extLst>
            </p:cNvPr>
            <p:cNvSpPr/>
            <p:nvPr/>
          </p:nvSpPr>
          <p:spPr>
            <a:xfrm>
              <a:off x="5331441" y="7016119"/>
              <a:ext cx="366389" cy="2066591"/>
            </a:xfrm>
            <a:prstGeom prst="rect">
              <a:avLst/>
            </a:prstGeom>
            <a:grp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70" name="Rectangle 69">
              <a:extLst>
                <a:ext uri="{FF2B5EF4-FFF2-40B4-BE49-F238E27FC236}">
                  <a16:creationId xmlns:a16="http://schemas.microsoft.com/office/drawing/2014/main" id="{69613139-E8A5-4B9B-A31C-9B0A797BBD36}"/>
                </a:ext>
              </a:extLst>
            </p:cNvPr>
            <p:cNvSpPr/>
            <p:nvPr/>
          </p:nvSpPr>
          <p:spPr>
            <a:xfrm>
              <a:off x="1488276" y="6277683"/>
              <a:ext cx="592732" cy="949226"/>
            </a:xfrm>
            <a:custGeom>
              <a:avLst/>
              <a:gdLst>
                <a:gd name="connsiteX0" fmla="*/ 0 w 699888"/>
                <a:gd name="connsiteY0" fmla="*/ 0 h 234057"/>
                <a:gd name="connsiteX1" fmla="*/ 699888 w 699888"/>
                <a:gd name="connsiteY1" fmla="*/ 0 h 234057"/>
                <a:gd name="connsiteX2" fmla="*/ 699888 w 699888"/>
                <a:gd name="connsiteY2" fmla="*/ 234057 h 234057"/>
                <a:gd name="connsiteX3" fmla="*/ 0 w 699888"/>
                <a:gd name="connsiteY3" fmla="*/ 234057 h 234057"/>
                <a:gd name="connsiteX4" fmla="*/ 0 w 699888"/>
                <a:gd name="connsiteY4" fmla="*/ 0 h 234057"/>
                <a:gd name="connsiteX0" fmla="*/ 0 w 699888"/>
                <a:gd name="connsiteY0" fmla="*/ 0 h 970657"/>
                <a:gd name="connsiteX1" fmla="*/ 699888 w 699888"/>
                <a:gd name="connsiteY1" fmla="*/ 0 h 970657"/>
                <a:gd name="connsiteX2" fmla="*/ 604638 w 699888"/>
                <a:gd name="connsiteY2" fmla="*/ 970657 h 970657"/>
                <a:gd name="connsiteX3" fmla="*/ 0 w 699888"/>
                <a:gd name="connsiteY3" fmla="*/ 234057 h 970657"/>
                <a:gd name="connsiteX4" fmla="*/ 0 w 699888"/>
                <a:gd name="connsiteY4" fmla="*/ 0 h 970657"/>
                <a:gd name="connsiteX0" fmla="*/ 0 w 630038"/>
                <a:gd name="connsiteY0" fmla="*/ 0 h 970657"/>
                <a:gd name="connsiteX1" fmla="*/ 630038 w 630038"/>
                <a:gd name="connsiteY1" fmla="*/ 723900 h 970657"/>
                <a:gd name="connsiteX2" fmla="*/ 604638 w 630038"/>
                <a:gd name="connsiteY2" fmla="*/ 970657 h 970657"/>
                <a:gd name="connsiteX3" fmla="*/ 0 w 630038"/>
                <a:gd name="connsiteY3" fmla="*/ 234057 h 970657"/>
                <a:gd name="connsiteX4" fmla="*/ 0 w 630038"/>
                <a:gd name="connsiteY4" fmla="*/ 0 h 970657"/>
                <a:gd name="connsiteX0" fmla="*/ 0 w 604638"/>
                <a:gd name="connsiteY0" fmla="*/ 0 h 970657"/>
                <a:gd name="connsiteX1" fmla="*/ 587175 w 604638"/>
                <a:gd name="connsiteY1" fmla="*/ 726282 h 970657"/>
                <a:gd name="connsiteX2" fmla="*/ 604638 w 604638"/>
                <a:gd name="connsiteY2" fmla="*/ 970657 h 970657"/>
                <a:gd name="connsiteX3" fmla="*/ 0 w 604638"/>
                <a:gd name="connsiteY3" fmla="*/ 234057 h 970657"/>
                <a:gd name="connsiteX4" fmla="*/ 0 w 604638"/>
                <a:gd name="connsiteY4" fmla="*/ 0 h 970657"/>
                <a:gd name="connsiteX0" fmla="*/ 0 w 592732"/>
                <a:gd name="connsiteY0" fmla="*/ 0 h 961132"/>
                <a:gd name="connsiteX1" fmla="*/ 587175 w 592732"/>
                <a:gd name="connsiteY1" fmla="*/ 726282 h 961132"/>
                <a:gd name="connsiteX2" fmla="*/ 592732 w 592732"/>
                <a:gd name="connsiteY2" fmla="*/ 961132 h 961132"/>
                <a:gd name="connsiteX3" fmla="*/ 0 w 592732"/>
                <a:gd name="connsiteY3" fmla="*/ 234057 h 961132"/>
                <a:gd name="connsiteX4" fmla="*/ 0 w 592732"/>
                <a:gd name="connsiteY4" fmla="*/ 0 h 961132"/>
                <a:gd name="connsiteX0" fmla="*/ 0 w 592732"/>
                <a:gd name="connsiteY0" fmla="*/ 0 h 949226"/>
                <a:gd name="connsiteX1" fmla="*/ 587175 w 592732"/>
                <a:gd name="connsiteY1" fmla="*/ 726282 h 949226"/>
                <a:gd name="connsiteX2" fmla="*/ 592732 w 592732"/>
                <a:gd name="connsiteY2" fmla="*/ 949226 h 949226"/>
                <a:gd name="connsiteX3" fmla="*/ 0 w 592732"/>
                <a:gd name="connsiteY3" fmla="*/ 234057 h 949226"/>
                <a:gd name="connsiteX4" fmla="*/ 0 w 592732"/>
                <a:gd name="connsiteY4" fmla="*/ 0 h 9492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92732" h="949226">
                  <a:moveTo>
                    <a:pt x="0" y="0"/>
                  </a:moveTo>
                  <a:lnTo>
                    <a:pt x="587175" y="726282"/>
                  </a:lnTo>
                  <a:lnTo>
                    <a:pt x="592732" y="949226"/>
                  </a:lnTo>
                  <a:lnTo>
                    <a:pt x="0" y="234057"/>
                  </a:lnTo>
                  <a:lnTo>
                    <a:pt x="0" y="0"/>
                  </a:lnTo>
                  <a:close/>
                </a:path>
              </a:pathLst>
            </a:custGeom>
            <a:grp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2" name="Flowchart: Manual Operation 61">
              <a:extLst>
                <a:ext uri="{FF2B5EF4-FFF2-40B4-BE49-F238E27FC236}">
                  <a16:creationId xmlns:a16="http://schemas.microsoft.com/office/drawing/2014/main" id="{05F097E1-EA16-40BF-8207-D61C858609F2}"/>
                </a:ext>
              </a:extLst>
            </p:cNvPr>
            <p:cNvSpPr/>
            <p:nvPr/>
          </p:nvSpPr>
          <p:spPr>
            <a:xfrm flipV="1">
              <a:off x="1486224" y="6281085"/>
              <a:ext cx="4390701" cy="731632"/>
            </a:xfrm>
            <a:custGeom>
              <a:avLst/>
              <a:gdLst>
                <a:gd name="connsiteX0" fmla="*/ 0 w 10000"/>
                <a:gd name="connsiteY0" fmla="*/ 0 h 10000"/>
                <a:gd name="connsiteX1" fmla="*/ 10000 w 10000"/>
                <a:gd name="connsiteY1" fmla="*/ 0 h 10000"/>
                <a:gd name="connsiteX2" fmla="*/ 8000 w 10000"/>
                <a:gd name="connsiteY2" fmla="*/ 10000 h 10000"/>
                <a:gd name="connsiteX3" fmla="*/ 2000 w 10000"/>
                <a:gd name="connsiteY3" fmla="*/ 10000 h 10000"/>
                <a:gd name="connsiteX4" fmla="*/ 0 w 10000"/>
                <a:gd name="connsiteY4" fmla="*/ 0 h 10000"/>
                <a:gd name="connsiteX0" fmla="*/ 213 w 8000"/>
                <a:gd name="connsiteY0" fmla="*/ 0 h 10406"/>
                <a:gd name="connsiteX1" fmla="*/ 8000 w 8000"/>
                <a:gd name="connsiteY1" fmla="*/ 406 h 10406"/>
                <a:gd name="connsiteX2" fmla="*/ 6000 w 8000"/>
                <a:gd name="connsiteY2" fmla="*/ 10406 h 10406"/>
                <a:gd name="connsiteX3" fmla="*/ 0 w 8000"/>
                <a:gd name="connsiteY3" fmla="*/ 10406 h 10406"/>
                <a:gd name="connsiteX4" fmla="*/ 213 w 8000"/>
                <a:gd name="connsiteY4" fmla="*/ 0 h 10406"/>
                <a:gd name="connsiteX0" fmla="*/ 309 w 10000"/>
                <a:gd name="connsiteY0" fmla="*/ 0 h 9829"/>
                <a:gd name="connsiteX1" fmla="*/ 10000 w 10000"/>
                <a:gd name="connsiteY1" fmla="*/ 219 h 9829"/>
                <a:gd name="connsiteX2" fmla="*/ 7500 w 10000"/>
                <a:gd name="connsiteY2" fmla="*/ 9829 h 9829"/>
                <a:gd name="connsiteX3" fmla="*/ 0 w 10000"/>
                <a:gd name="connsiteY3" fmla="*/ 9829 h 9829"/>
                <a:gd name="connsiteX4" fmla="*/ 309 w 10000"/>
                <a:gd name="connsiteY4" fmla="*/ 0 h 9829"/>
                <a:gd name="connsiteX0" fmla="*/ 1379 w 10000"/>
                <a:gd name="connsiteY0" fmla="*/ 0 h 10000"/>
                <a:gd name="connsiteX1" fmla="*/ 10000 w 10000"/>
                <a:gd name="connsiteY1" fmla="*/ 223 h 10000"/>
                <a:gd name="connsiteX2" fmla="*/ 7500 w 10000"/>
                <a:gd name="connsiteY2" fmla="*/ 10000 h 10000"/>
                <a:gd name="connsiteX3" fmla="*/ 0 w 10000"/>
                <a:gd name="connsiteY3" fmla="*/ 10000 h 10000"/>
                <a:gd name="connsiteX4" fmla="*/ 1379 w 10000"/>
                <a:gd name="connsiteY4" fmla="*/ 0 h 10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0000" h="10000">
                  <a:moveTo>
                    <a:pt x="1379" y="0"/>
                  </a:moveTo>
                  <a:lnTo>
                    <a:pt x="10000" y="223"/>
                  </a:lnTo>
                  <a:lnTo>
                    <a:pt x="7500" y="10000"/>
                  </a:lnTo>
                  <a:lnTo>
                    <a:pt x="0" y="10000"/>
                  </a:lnTo>
                  <a:lnTo>
                    <a:pt x="1379" y="0"/>
                  </a:lnTo>
                  <a:close/>
                </a:path>
              </a:pathLst>
            </a:custGeom>
            <a:grp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3" name="Rectangle 62">
              <a:extLst>
                <a:ext uri="{FF2B5EF4-FFF2-40B4-BE49-F238E27FC236}">
                  <a16:creationId xmlns:a16="http://schemas.microsoft.com/office/drawing/2014/main" id="{5530B794-AA82-4655-8EB4-500DCE79F3A6}"/>
                </a:ext>
              </a:extLst>
            </p:cNvPr>
            <p:cNvSpPr/>
            <p:nvPr/>
          </p:nvSpPr>
          <p:spPr>
            <a:xfrm>
              <a:off x="2073647" y="6997673"/>
              <a:ext cx="3803278" cy="234057"/>
            </a:xfrm>
            <a:prstGeom prst="rect">
              <a:avLst/>
            </a:prstGeom>
            <a:grp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72" name="Group 71">
            <a:extLst>
              <a:ext uri="{FF2B5EF4-FFF2-40B4-BE49-F238E27FC236}">
                <a16:creationId xmlns:a16="http://schemas.microsoft.com/office/drawing/2014/main" id="{EC67B1F0-C383-4492-8215-09DAF4087176}"/>
              </a:ext>
            </a:extLst>
          </p:cNvPr>
          <p:cNvGrpSpPr/>
          <p:nvPr/>
        </p:nvGrpSpPr>
        <p:grpSpPr>
          <a:xfrm>
            <a:off x="541088" y="2841978"/>
            <a:ext cx="4395156" cy="5973245"/>
            <a:chOff x="1481769" y="3123982"/>
            <a:chExt cx="4395156" cy="5973245"/>
          </a:xfrm>
          <a:solidFill>
            <a:schemeClr val="bg1"/>
          </a:solidFill>
        </p:grpSpPr>
        <p:sp>
          <p:nvSpPr>
            <p:cNvPr id="73" name="Rectangle 72">
              <a:extLst>
                <a:ext uri="{FF2B5EF4-FFF2-40B4-BE49-F238E27FC236}">
                  <a16:creationId xmlns:a16="http://schemas.microsoft.com/office/drawing/2014/main" id="{F78AAEE3-C0B6-439F-9A0B-4EB9361C0906}"/>
                </a:ext>
              </a:extLst>
            </p:cNvPr>
            <p:cNvSpPr/>
            <p:nvPr/>
          </p:nvSpPr>
          <p:spPr>
            <a:xfrm rot="5400000">
              <a:off x="2977945" y="1781138"/>
              <a:ext cx="366389" cy="3053946"/>
            </a:xfrm>
            <a:prstGeom prst="rect">
              <a:avLst/>
            </a:prstGeom>
            <a:solidFill>
              <a:schemeClr val="tx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74" name="Rectangle 73">
              <a:extLst>
                <a:ext uri="{FF2B5EF4-FFF2-40B4-BE49-F238E27FC236}">
                  <a16:creationId xmlns:a16="http://schemas.microsoft.com/office/drawing/2014/main" id="{3627EC73-FFA6-4321-B142-0DBF3D4FD889}"/>
                </a:ext>
              </a:extLst>
            </p:cNvPr>
            <p:cNvSpPr/>
            <p:nvPr/>
          </p:nvSpPr>
          <p:spPr>
            <a:xfrm rot="5400000">
              <a:off x="3021919" y="3301439"/>
              <a:ext cx="366389" cy="3166373"/>
            </a:xfrm>
            <a:prstGeom prst="rect">
              <a:avLst/>
            </a:prstGeom>
            <a:solidFill>
              <a:schemeClr val="tx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75" name="Rectangle 74">
              <a:extLst>
                <a:ext uri="{FF2B5EF4-FFF2-40B4-BE49-F238E27FC236}">
                  <a16:creationId xmlns:a16="http://schemas.microsoft.com/office/drawing/2014/main" id="{CD57AAE5-ED36-4C76-AE60-0949743D3DB8}"/>
                </a:ext>
              </a:extLst>
            </p:cNvPr>
            <p:cNvSpPr/>
            <p:nvPr/>
          </p:nvSpPr>
          <p:spPr>
            <a:xfrm>
              <a:off x="1481769" y="3124200"/>
              <a:ext cx="310888" cy="5772150"/>
            </a:xfrm>
            <a:prstGeom prst="rect">
              <a:avLst/>
            </a:prstGeom>
            <a:solidFill>
              <a:schemeClr val="tx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6" name="Rectangle 75">
              <a:extLst>
                <a:ext uri="{FF2B5EF4-FFF2-40B4-BE49-F238E27FC236}">
                  <a16:creationId xmlns:a16="http://schemas.microsoft.com/office/drawing/2014/main" id="{51FA4BB7-CE79-49FB-A4D3-9D82D4D2D56F}"/>
                </a:ext>
              </a:extLst>
            </p:cNvPr>
            <p:cNvSpPr/>
            <p:nvPr/>
          </p:nvSpPr>
          <p:spPr>
            <a:xfrm>
              <a:off x="4489651" y="3123982"/>
              <a:ext cx="310888" cy="5772150"/>
            </a:xfrm>
            <a:prstGeom prst="rect">
              <a:avLst/>
            </a:prstGeom>
            <a:solidFill>
              <a:schemeClr val="tx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7" name="Rectangle 76">
              <a:extLst>
                <a:ext uri="{FF2B5EF4-FFF2-40B4-BE49-F238E27FC236}">
                  <a16:creationId xmlns:a16="http://schemas.microsoft.com/office/drawing/2014/main" id="{7ED891D5-9A9A-474C-973C-DC51F5AD36AC}"/>
                </a:ext>
              </a:extLst>
            </p:cNvPr>
            <p:cNvSpPr/>
            <p:nvPr/>
          </p:nvSpPr>
          <p:spPr>
            <a:xfrm>
              <a:off x="2073647" y="7030636"/>
              <a:ext cx="366389" cy="2066591"/>
            </a:xfrm>
            <a:prstGeom prst="rect">
              <a:avLst/>
            </a:prstGeom>
            <a:solidFill>
              <a:schemeClr val="tx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78" name="Rectangle 77">
              <a:extLst>
                <a:ext uri="{FF2B5EF4-FFF2-40B4-BE49-F238E27FC236}">
                  <a16:creationId xmlns:a16="http://schemas.microsoft.com/office/drawing/2014/main" id="{A05EAA5B-FCCD-4527-940B-1391FA11E61D}"/>
                </a:ext>
              </a:extLst>
            </p:cNvPr>
            <p:cNvSpPr/>
            <p:nvPr/>
          </p:nvSpPr>
          <p:spPr>
            <a:xfrm>
              <a:off x="5331441" y="7016119"/>
              <a:ext cx="366389" cy="2066591"/>
            </a:xfrm>
            <a:prstGeom prst="rect">
              <a:avLst/>
            </a:prstGeom>
            <a:solidFill>
              <a:schemeClr val="tx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79" name="Rectangle 69">
              <a:extLst>
                <a:ext uri="{FF2B5EF4-FFF2-40B4-BE49-F238E27FC236}">
                  <a16:creationId xmlns:a16="http://schemas.microsoft.com/office/drawing/2014/main" id="{49662BCA-0EBB-4505-9A03-AF91F6029EEA}"/>
                </a:ext>
              </a:extLst>
            </p:cNvPr>
            <p:cNvSpPr/>
            <p:nvPr/>
          </p:nvSpPr>
          <p:spPr>
            <a:xfrm>
              <a:off x="1488276" y="6277683"/>
              <a:ext cx="592732" cy="949226"/>
            </a:xfrm>
            <a:custGeom>
              <a:avLst/>
              <a:gdLst>
                <a:gd name="connsiteX0" fmla="*/ 0 w 699888"/>
                <a:gd name="connsiteY0" fmla="*/ 0 h 234057"/>
                <a:gd name="connsiteX1" fmla="*/ 699888 w 699888"/>
                <a:gd name="connsiteY1" fmla="*/ 0 h 234057"/>
                <a:gd name="connsiteX2" fmla="*/ 699888 w 699888"/>
                <a:gd name="connsiteY2" fmla="*/ 234057 h 234057"/>
                <a:gd name="connsiteX3" fmla="*/ 0 w 699888"/>
                <a:gd name="connsiteY3" fmla="*/ 234057 h 234057"/>
                <a:gd name="connsiteX4" fmla="*/ 0 w 699888"/>
                <a:gd name="connsiteY4" fmla="*/ 0 h 234057"/>
                <a:gd name="connsiteX0" fmla="*/ 0 w 699888"/>
                <a:gd name="connsiteY0" fmla="*/ 0 h 970657"/>
                <a:gd name="connsiteX1" fmla="*/ 699888 w 699888"/>
                <a:gd name="connsiteY1" fmla="*/ 0 h 970657"/>
                <a:gd name="connsiteX2" fmla="*/ 604638 w 699888"/>
                <a:gd name="connsiteY2" fmla="*/ 970657 h 970657"/>
                <a:gd name="connsiteX3" fmla="*/ 0 w 699888"/>
                <a:gd name="connsiteY3" fmla="*/ 234057 h 970657"/>
                <a:gd name="connsiteX4" fmla="*/ 0 w 699888"/>
                <a:gd name="connsiteY4" fmla="*/ 0 h 970657"/>
                <a:gd name="connsiteX0" fmla="*/ 0 w 630038"/>
                <a:gd name="connsiteY0" fmla="*/ 0 h 970657"/>
                <a:gd name="connsiteX1" fmla="*/ 630038 w 630038"/>
                <a:gd name="connsiteY1" fmla="*/ 723900 h 970657"/>
                <a:gd name="connsiteX2" fmla="*/ 604638 w 630038"/>
                <a:gd name="connsiteY2" fmla="*/ 970657 h 970657"/>
                <a:gd name="connsiteX3" fmla="*/ 0 w 630038"/>
                <a:gd name="connsiteY3" fmla="*/ 234057 h 970657"/>
                <a:gd name="connsiteX4" fmla="*/ 0 w 630038"/>
                <a:gd name="connsiteY4" fmla="*/ 0 h 970657"/>
                <a:gd name="connsiteX0" fmla="*/ 0 w 604638"/>
                <a:gd name="connsiteY0" fmla="*/ 0 h 970657"/>
                <a:gd name="connsiteX1" fmla="*/ 587175 w 604638"/>
                <a:gd name="connsiteY1" fmla="*/ 726282 h 970657"/>
                <a:gd name="connsiteX2" fmla="*/ 604638 w 604638"/>
                <a:gd name="connsiteY2" fmla="*/ 970657 h 970657"/>
                <a:gd name="connsiteX3" fmla="*/ 0 w 604638"/>
                <a:gd name="connsiteY3" fmla="*/ 234057 h 970657"/>
                <a:gd name="connsiteX4" fmla="*/ 0 w 604638"/>
                <a:gd name="connsiteY4" fmla="*/ 0 h 970657"/>
                <a:gd name="connsiteX0" fmla="*/ 0 w 592732"/>
                <a:gd name="connsiteY0" fmla="*/ 0 h 961132"/>
                <a:gd name="connsiteX1" fmla="*/ 587175 w 592732"/>
                <a:gd name="connsiteY1" fmla="*/ 726282 h 961132"/>
                <a:gd name="connsiteX2" fmla="*/ 592732 w 592732"/>
                <a:gd name="connsiteY2" fmla="*/ 961132 h 961132"/>
                <a:gd name="connsiteX3" fmla="*/ 0 w 592732"/>
                <a:gd name="connsiteY3" fmla="*/ 234057 h 961132"/>
                <a:gd name="connsiteX4" fmla="*/ 0 w 592732"/>
                <a:gd name="connsiteY4" fmla="*/ 0 h 961132"/>
                <a:gd name="connsiteX0" fmla="*/ 0 w 592732"/>
                <a:gd name="connsiteY0" fmla="*/ 0 h 949226"/>
                <a:gd name="connsiteX1" fmla="*/ 587175 w 592732"/>
                <a:gd name="connsiteY1" fmla="*/ 726282 h 949226"/>
                <a:gd name="connsiteX2" fmla="*/ 592732 w 592732"/>
                <a:gd name="connsiteY2" fmla="*/ 949226 h 949226"/>
                <a:gd name="connsiteX3" fmla="*/ 0 w 592732"/>
                <a:gd name="connsiteY3" fmla="*/ 234057 h 949226"/>
                <a:gd name="connsiteX4" fmla="*/ 0 w 592732"/>
                <a:gd name="connsiteY4" fmla="*/ 0 h 9492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92732" h="949226">
                  <a:moveTo>
                    <a:pt x="0" y="0"/>
                  </a:moveTo>
                  <a:lnTo>
                    <a:pt x="587175" y="726282"/>
                  </a:lnTo>
                  <a:lnTo>
                    <a:pt x="592732" y="949226"/>
                  </a:lnTo>
                  <a:lnTo>
                    <a:pt x="0" y="23405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0" name="Flowchart: Manual Operation 61">
              <a:extLst>
                <a:ext uri="{FF2B5EF4-FFF2-40B4-BE49-F238E27FC236}">
                  <a16:creationId xmlns:a16="http://schemas.microsoft.com/office/drawing/2014/main" id="{D874E2D6-FEE3-4F7F-AEB3-5CB14C5802A2}"/>
                </a:ext>
              </a:extLst>
            </p:cNvPr>
            <p:cNvSpPr/>
            <p:nvPr/>
          </p:nvSpPr>
          <p:spPr>
            <a:xfrm flipV="1">
              <a:off x="1486224" y="6281085"/>
              <a:ext cx="4390701" cy="731632"/>
            </a:xfrm>
            <a:custGeom>
              <a:avLst/>
              <a:gdLst>
                <a:gd name="connsiteX0" fmla="*/ 0 w 10000"/>
                <a:gd name="connsiteY0" fmla="*/ 0 h 10000"/>
                <a:gd name="connsiteX1" fmla="*/ 10000 w 10000"/>
                <a:gd name="connsiteY1" fmla="*/ 0 h 10000"/>
                <a:gd name="connsiteX2" fmla="*/ 8000 w 10000"/>
                <a:gd name="connsiteY2" fmla="*/ 10000 h 10000"/>
                <a:gd name="connsiteX3" fmla="*/ 2000 w 10000"/>
                <a:gd name="connsiteY3" fmla="*/ 10000 h 10000"/>
                <a:gd name="connsiteX4" fmla="*/ 0 w 10000"/>
                <a:gd name="connsiteY4" fmla="*/ 0 h 10000"/>
                <a:gd name="connsiteX0" fmla="*/ 213 w 8000"/>
                <a:gd name="connsiteY0" fmla="*/ 0 h 10406"/>
                <a:gd name="connsiteX1" fmla="*/ 8000 w 8000"/>
                <a:gd name="connsiteY1" fmla="*/ 406 h 10406"/>
                <a:gd name="connsiteX2" fmla="*/ 6000 w 8000"/>
                <a:gd name="connsiteY2" fmla="*/ 10406 h 10406"/>
                <a:gd name="connsiteX3" fmla="*/ 0 w 8000"/>
                <a:gd name="connsiteY3" fmla="*/ 10406 h 10406"/>
                <a:gd name="connsiteX4" fmla="*/ 213 w 8000"/>
                <a:gd name="connsiteY4" fmla="*/ 0 h 10406"/>
                <a:gd name="connsiteX0" fmla="*/ 309 w 10000"/>
                <a:gd name="connsiteY0" fmla="*/ 0 h 9829"/>
                <a:gd name="connsiteX1" fmla="*/ 10000 w 10000"/>
                <a:gd name="connsiteY1" fmla="*/ 219 h 9829"/>
                <a:gd name="connsiteX2" fmla="*/ 7500 w 10000"/>
                <a:gd name="connsiteY2" fmla="*/ 9829 h 9829"/>
                <a:gd name="connsiteX3" fmla="*/ 0 w 10000"/>
                <a:gd name="connsiteY3" fmla="*/ 9829 h 9829"/>
                <a:gd name="connsiteX4" fmla="*/ 309 w 10000"/>
                <a:gd name="connsiteY4" fmla="*/ 0 h 9829"/>
                <a:gd name="connsiteX0" fmla="*/ 1379 w 10000"/>
                <a:gd name="connsiteY0" fmla="*/ 0 h 10000"/>
                <a:gd name="connsiteX1" fmla="*/ 10000 w 10000"/>
                <a:gd name="connsiteY1" fmla="*/ 223 h 10000"/>
                <a:gd name="connsiteX2" fmla="*/ 7500 w 10000"/>
                <a:gd name="connsiteY2" fmla="*/ 10000 h 10000"/>
                <a:gd name="connsiteX3" fmla="*/ 0 w 10000"/>
                <a:gd name="connsiteY3" fmla="*/ 10000 h 10000"/>
                <a:gd name="connsiteX4" fmla="*/ 1379 w 10000"/>
                <a:gd name="connsiteY4" fmla="*/ 0 h 10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0000" h="10000">
                  <a:moveTo>
                    <a:pt x="1379" y="0"/>
                  </a:moveTo>
                  <a:lnTo>
                    <a:pt x="10000" y="223"/>
                  </a:lnTo>
                  <a:lnTo>
                    <a:pt x="7500" y="10000"/>
                  </a:lnTo>
                  <a:lnTo>
                    <a:pt x="0" y="10000"/>
                  </a:lnTo>
                  <a:lnTo>
                    <a:pt x="1379" y="0"/>
                  </a:lnTo>
                  <a:close/>
                </a:path>
              </a:pathLst>
            </a:custGeom>
            <a:grp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1" name="Rectangle 80">
              <a:extLst>
                <a:ext uri="{FF2B5EF4-FFF2-40B4-BE49-F238E27FC236}">
                  <a16:creationId xmlns:a16="http://schemas.microsoft.com/office/drawing/2014/main" id="{3D37019F-C88A-4819-AE52-3F06041B64E7}"/>
                </a:ext>
              </a:extLst>
            </p:cNvPr>
            <p:cNvSpPr/>
            <p:nvPr/>
          </p:nvSpPr>
          <p:spPr>
            <a:xfrm>
              <a:off x="2073647" y="6997673"/>
              <a:ext cx="3803278" cy="234057"/>
            </a:xfrm>
            <a:prstGeom prst="rect">
              <a:avLst/>
            </a:prstGeom>
            <a:grp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24" name="Group 23">
            <a:extLst>
              <a:ext uri="{FF2B5EF4-FFF2-40B4-BE49-F238E27FC236}">
                <a16:creationId xmlns:a16="http://schemas.microsoft.com/office/drawing/2014/main" id="{0FE84293-707A-4B63-AB26-8781EC7AE7E9}"/>
              </a:ext>
            </a:extLst>
          </p:cNvPr>
          <p:cNvGrpSpPr/>
          <p:nvPr/>
        </p:nvGrpSpPr>
        <p:grpSpPr>
          <a:xfrm flipH="1">
            <a:off x="491113" y="2773261"/>
            <a:ext cx="3373357" cy="5397520"/>
            <a:chOff x="1051466" y="3615931"/>
            <a:chExt cx="1418628" cy="2269867"/>
          </a:xfrm>
        </p:grpSpPr>
        <p:grpSp>
          <p:nvGrpSpPr>
            <p:cNvPr id="26" name="Group 25">
              <a:extLst>
                <a:ext uri="{FF2B5EF4-FFF2-40B4-BE49-F238E27FC236}">
                  <a16:creationId xmlns:a16="http://schemas.microsoft.com/office/drawing/2014/main" id="{9E2FBA48-9E31-47B3-BDF6-A8E0854A9550}"/>
                </a:ext>
              </a:extLst>
            </p:cNvPr>
            <p:cNvGrpSpPr/>
            <p:nvPr/>
          </p:nvGrpSpPr>
          <p:grpSpPr>
            <a:xfrm>
              <a:off x="1051466" y="3615931"/>
              <a:ext cx="1418628" cy="2269867"/>
              <a:chOff x="1058014" y="2720193"/>
              <a:chExt cx="2211508" cy="3538508"/>
            </a:xfrm>
          </p:grpSpPr>
          <p:grpSp>
            <p:nvGrpSpPr>
              <p:cNvPr id="29" name="Group 28">
                <a:extLst>
                  <a:ext uri="{FF2B5EF4-FFF2-40B4-BE49-F238E27FC236}">
                    <a16:creationId xmlns:a16="http://schemas.microsoft.com/office/drawing/2014/main" id="{B41DA91C-64D0-4D18-9CDA-13A854F839B4}"/>
                  </a:ext>
                </a:extLst>
              </p:cNvPr>
              <p:cNvGrpSpPr/>
              <p:nvPr/>
            </p:nvGrpSpPr>
            <p:grpSpPr>
              <a:xfrm>
                <a:off x="1058014" y="2838044"/>
                <a:ext cx="2211508" cy="3420657"/>
                <a:chOff x="3656916" y="4982410"/>
                <a:chExt cx="2536874" cy="3923921"/>
              </a:xfrm>
            </p:grpSpPr>
            <p:cxnSp>
              <p:nvCxnSpPr>
                <p:cNvPr id="34" name="Straight Connector 33">
                  <a:extLst>
                    <a:ext uri="{FF2B5EF4-FFF2-40B4-BE49-F238E27FC236}">
                      <a16:creationId xmlns:a16="http://schemas.microsoft.com/office/drawing/2014/main" id="{465E5A56-33F5-476C-A62C-91777BA259F3}"/>
                    </a:ext>
                  </a:extLst>
                </p:cNvPr>
                <p:cNvCxnSpPr>
                  <a:cxnSpLocks/>
                  <a:endCxn id="39" idx="3"/>
                </p:cNvCxnSpPr>
                <p:nvPr/>
              </p:nvCxnSpPr>
              <p:spPr>
                <a:xfrm flipH="1">
                  <a:off x="4200900" y="7412038"/>
                  <a:ext cx="106872" cy="1293984"/>
                </a:xfrm>
                <a:prstGeom prst="line">
                  <a:avLst/>
                </a:prstGeom>
                <a:noFill/>
                <a:ln w="57150" cap="flat" cmpd="sng" algn="ctr">
                  <a:solidFill>
                    <a:sysClr val="windowText" lastClr="000000"/>
                  </a:solidFill>
                  <a:prstDash val="solid"/>
                  <a:miter lim="800000"/>
                </a:ln>
                <a:effectLst/>
              </p:spPr>
            </p:cxnSp>
            <p:cxnSp>
              <p:nvCxnSpPr>
                <p:cNvPr id="35" name="Straight Connector 34">
                  <a:extLst>
                    <a:ext uri="{FF2B5EF4-FFF2-40B4-BE49-F238E27FC236}">
                      <a16:creationId xmlns:a16="http://schemas.microsoft.com/office/drawing/2014/main" id="{BA1BCC6B-EAD7-430D-B2A7-935D56F6FCC3}"/>
                    </a:ext>
                  </a:extLst>
                </p:cNvPr>
                <p:cNvCxnSpPr>
                  <a:cxnSpLocks/>
                  <a:endCxn id="38" idx="3"/>
                </p:cNvCxnSpPr>
                <p:nvPr/>
              </p:nvCxnSpPr>
              <p:spPr>
                <a:xfrm flipH="1">
                  <a:off x="5022894" y="7437943"/>
                  <a:ext cx="76438" cy="1258584"/>
                </a:xfrm>
                <a:prstGeom prst="line">
                  <a:avLst/>
                </a:prstGeom>
                <a:noFill/>
                <a:ln w="57150" cap="flat" cmpd="sng" algn="ctr">
                  <a:solidFill>
                    <a:sysClr val="windowText" lastClr="000000"/>
                  </a:solidFill>
                  <a:prstDash val="solid"/>
                  <a:miter lim="800000"/>
                </a:ln>
                <a:effectLst/>
              </p:spPr>
            </p:cxnSp>
            <p:sp>
              <p:nvSpPr>
                <p:cNvPr id="36" name="Oval 35">
                  <a:extLst>
                    <a:ext uri="{FF2B5EF4-FFF2-40B4-BE49-F238E27FC236}">
                      <a16:creationId xmlns:a16="http://schemas.microsoft.com/office/drawing/2014/main" id="{ADB6CD93-F9A3-42F7-AF3D-FF084171C8A9}"/>
                    </a:ext>
                  </a:extLst>
                </p:cNvPr>
                <p:cNvSpPr/>
                <p:nvPr/>
              </p:nvSpPr>
              <p:spPr>
                <a:xfrm>
                  <a:off x="3656916" y="4982410"/>
                  <a:ext cx="2536874" cy="2447778"/>
                </a:xfrm>
                <a:prstGeom prst="ellipse">
                  <a:avLst/>
                </a:prstGeom>
                <a:solidFill>
                  <a:schemeClr val="bg1"/>
                </a:solidFill>
                <a:ln w="12700" cap="flat" cmpd="sng" algn="ctr">
                  <a:solidFill>
                    <a:schemeClr val="tx1"/>
                  </a:solidFill>
                  <a:prstDash val="solid"/>
                  <a:miter lim="800000"/>
                </a:ln>
                <a:effectLst>
                  <a:outerShdw blurRad="63500" sx="102000" sy="102000" algn="ctr" rotWithShape="0">
                    <a:prstClr val="black">
                      <a:alpha val="40000"/>
                    </a:prstClr>
                  </a:outerShdw>
                </a:effectLst>
              </p:spPr>
              <p:txBody>
                <a:bodyPr rtlCol="0" anchor="ctr"/>
                <a:lstStyle/>
                <a:p>
                  <a:pPr marL="0" marR="0" lvl="0" indent="0" algn="ctr" defTabSz="457211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1" b="0" i="0" u="none" strike="noStrike" kern="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</a:endParaRPr>
                </a:p>
              </p:txBody>
            </p:sp>
            <p:sp>
              <p:nvSpPr>
                <p:cNvPr id="37" name="Oval 36">
                  <a:extLst>
                    <a:ext uri="{FF2B5EF4-FFF2-40B4-BE49-F238E27FC236}">
                      <a16:creationId xmlns:a16="http://schemas.microsoft.com/office/drawing/2014/main" id="{5DE624EC-BCE3-46DE-9C3B-9B7FFCD688D1}"/>
                    </a:ext>
                  </a:extLst>
                </p:cNvPr>
                <p:cNvSpPr/>
                <p:nvPr/>
              </p:nvSpPr>
              <p:spPr>
                <a:xfrm>
                  <a:off x="4222805" y="5869869"/>
                  <a:ext cx="261279" cy="259520"/>
                </a:xfrm>
                <a:prstGeom prst="ellipse">
                  <a:avLst/>
                </a:prstGeom>
                <a:solidFill>
                  <a:sysClr val="windowText" lastClr="000000"/>
                </a:solidFill>
                <a:ln w="12700" cap="flat" cmpd="sng" algn="ctr">
                  <a:noFill/>
                  <a:prstDash val="solid"/>
                  <a:miter lim="800000"/>
                </a:ln>
                <a:effectLst/>
              </p:spPr>
              <p:txBody>
                <a:bodyPr rtlCol="0" anchor="ctr"/>
                <a:lstStyle/>
                <a:p>
                  <a:pPr marL="0" marR="0" lvl="0" indent="0" algn="ctr" defTabSz="457211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1" b="0" i="0" u="none" strike="noStrike" kern="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</a:endParaRPr>
                </a:p>
              </p:txBody>
            </p:sp>
            <p:sp>
              <p:nvSpPr>
                <p:cNvPr id="38" name="Rectangle: Top Corners Rounded 37">
                  <a:extLst>
                    <a:ext uri="{FF2B5EF4-FFF2-40B4-BE49-F238E27FC236}">
                      <a16:creationId xmlns:a16="http://schemas.microsoft.com/office/drawing/2014/main" id="{1AF1F7CF-1ACC-4A14-9B44-700F7921392D}"/>
                    </a:ext>
                  </a:extLst>
                </p:cNvPr>
                <p:cNvSpPr/>
                <p:nvPr/>
              </p:nvSpPr>
              <p:spPr>
                <a:xfrm>
                  <a:off x="4688147" y="8696528"/>
                  <a:ext cx="669495" cy="200310"/>
                </a:xfrm>
                <a:prstGeom prst="round2SameRect">
                  <a:avLst>
                    <a:gd name="adj1" fmla="val 50000"/>
                    <a:gd name="adj2" fmla="val 0"/>
                  </a:avLst>
                </a:prstGeom>
                <a:solidFill>
                  <a:sysClr val="windowText" lastClr="000000"/>
                </a:solidFill>
                <a:ln w="12700" cap="flat" cmpd="sng" algn="ctr">
                  <a:noFill/>
                  <a:prstDash val="solid"/>
                  <a:miter lim="800000"/>
                </a:ln>
                <a:effectLst>
                  <a:innerShdw blurRad="114300">
                    <a:prstClr val="black"/>
                  </a:innerShdw>
                </a:effectLst>
              </p:spPr>
              <p:txBody>
                <a:bodyPr rtlCol="0" anchor="ctr"/>
                <a:lstStyle/>
                <a:p>
                  <a:pPr marL="0" marR="0" lvl="0" indent="0" algn="ctr" defTabSz="457211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1" b="0" i="0" u="none" strike="noStrike" kern="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</a:endParaRPr>
                </a:p>
              </p:txBody>
            </p:sp>
            <p:sp>
              <p:nvSpPr>
                <p:cNvPr id="39" name="Rectangle: Top Corners Rounded 38">
                  <a:extLst>
                    <a:ext uri="{FF2B5EF4-FFF2-40B4-BE49-F238E27FC236}">
                      <a16:creationId xmlns:a16="http://schemas.microsoft.com/office/drawing/2014/main" id="{C3774AA1-FB40-4F3B-B35E-9234B5770515}"/>
                    </a:ext>
                  </a:extLst>
                </p:cNvPr>
                <p:cNvSpPr/>
                <p:nvPr/>
              </p:nvSpPr>
              <p:spPr>
                <a:xfrm>
                  <a:off x="3866153" y="8706021"/>
                  <a:ext cx="669495" cy="200310"/>
                </a:xfrm>
                <a:prstGeom prst="round2SameRect">
                  <a:avLst>
                    <a:gd name="adj1" fmla="val 50000"/>
                    <a:gd name="adj2" fmla="val 0"/>
                  </a:avLst>
                </a:prstGeom>
                <a:solidFill>
                  <a:sysClr val="windowText" lastClr="000000"/>
                </a:solidFill>
                <a:ln w="12700" cap="flat" cmpd="sng" algn="ctr">
                  <a:noFill/>
                  <a:prstDash val="solid"/>
                  <a:miter lim="800000"/>
                </a:ln>
                <a:effectLst>
                  <a:innerShdw blurRad="114300">
                    <a:prstClr val="black"/>
                  </a:innerShdw>
                </a:effectLst>
              </p:spPr>
              <p:txBody>
                <a:bodyPr rtlCol="0" anchor="ctr"/>
                <a:lstStyle/>
                <a:p>
                  <a:pPr marL="0" marR="0" lvl="0" indent="0" algn="ctr" defTabSz="457211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1" b="0" i="0" u="none" strike="noStrike" kern="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</a:endParaRPr>
                </a:p>
              </p:txBody>
            </p:sp>
            <p:sp>
              <p:nvSpPr>
                <p:cNvPr id="40" name="Freeform: Shape 39">
                  <a:extLst>
                    <a:ext uri="{FF2B5EF4-FFF2-40B4-BE49-F238E27FC236}">
                      <a16:creationId xmlns:a16="http://schemas.microsoft.com/office/drawing/2014/main" id="{90B98492-D553-4D04-B40D-21EFBB26617C}"/>
                    </a:ext>
                  </a:extLst>
                </p:cNvPr>
                <p:cNvSpPr/>
                <p:nvPr/>
              </p:nvSpPr>
              <p:spPr>
                <a:xfrm flipH="1">
                  <a:off x="5436388" y="6807049"/>
                  <a:ext cx="620241" cy="485827"/>
                </a:xfrm>
                <a:custGeom>
                  <a:avLst/>
                  <a:gdLst>
                    <a:gd name="connsiteX0" fmla="*/ 115393 w 649909"/>
                    <a:gd name="connsiteY0" fmla="*/ 0 h 923977"/>
                    <a:gd name="connsiteX1" fmla="*/ 29668 w 649909"/>
                    <a:gd name="connsiteY1" fmla="*/ 438150 h 923977"/>
                    <a:gd name="connsiteX2" fmla="*/ 563068 w 649909"/>
                    <a:gd name="connsiteY2" fmla="*/ 847725 h 923977"/>
                    <a:gd name="connsiteX3" fmla="*/ 648793 w 649909"/>
                    <a:gd name="connsiteY3" fmla="*/ 923925 h 923977"/>
                    <a:gd name="connsiteX4" fmla="*/ 648793 w 649909"/>
                    <a:gd name="connsiteY4" fmla="*/ 923925 h 923977"/>
                    <a:gd name="connsiteX0" fmla="*/ 0 w 620241"/>
                    <a:gd name="connsiteY0" fmla="*/ 0 h 485827"/>
                    <a:gd name="connsiteX1" fmla="*/ 533400 w 620241"/>
                    <a:gd name="connsiteY1" fmla="*/ 409575 h 485827"/>
                    <a:gd name="connsiteX2" fmla="*/ 619125 w 620241"/>
                    <a:gd name="connsiteY2" fmla="*/ 485775 h 485827"/>
                    <a:gd name="connsiteX3" fmla="*/ 619125 w 620241"/>
                    <a:gd name="connsiteY3" fmla="*/ 485775 h 485827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620241" h="485827">
                      <a:moveTo>
                        <a:pt x="0" y="0"/>
                      </a:moveTo>
                      <a:cubicBezTo>
                        <a:pt x="74612" y="141288"/>
                        <a:pt x="430213" y="328613"/>
                        <a:pt x="533400" y="409575"/>
                      </a:cubicBezTo>
                      <a:cubicBezTo>
                        <a:pt x="636587" y="490537"/>
                        <a:pt x="619125" y="485775"/>
                        <a:pt x="619125" y="485775"/>
                      </a:cubicBezTo>
                      <a:lnTo>
                        <a:pt x="619125" y="485775"/>
                      </a:lnTo>
                    </a:path>
                  </a:pathLst>
                </a:custGeom>
                <a:noFill/>
                <a:ln w="38100" cap="flat" cmpd="sng" algn="ctr">
                  <a:solidFill>
                    <a:sysClr val="windowText" lastClr="000000"/>
                  </a:solidFill>
                  <a:prstDash val="solid"/>
                  <a:miter lim="800000"/>
                </a:ln>
                <a:effectLst/>
              </p:spPr>
              <p:txBody>
                <a:bodyPr rtlCol="0" anchor="ctr"/>
                <a:lstStyle/>
                <a:p>
                  <a:pPr marL="0" marR="0" lvl="0" indent="0" algn="ctr" defTabSz="457211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1" b="0" i="0" u="none" strike="noStrike" kern="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</a:endParaRPr>
                </a:p>
              </p:txBody>
            </p:sp>
            <p:sp>
              <p:nvSpPr>
                <p:cNvPr id="41" name="Freeform: Shape 40">
                  <a:extLst>
                    <a:ext uri="{FF2B5EF4-FFF2-40B4-BE49-F238E27FC236}">
                      <a16:creationId xmlns:a16="http://schemas.microsoft.com/office/drawing/2014/main" id="{10C351CD-0192-49D2-B60D-5E344CF7CFCD}"/>
                    </a:ext>
                  </a:extLst>
                </p:cNvPr>
                <p:cNvSpPr/>
                <p:nvPr/>
              </p:nvSpPr>
              <p:spPr>
                <a:xfrm flipH="1">
                  <a:off x="4770430" y="6186990"/>
                  <a:ext cx="92468" cy="235601"/>
                </a:xfrm>
                <a:custGeom>
                  <a:avLst/>
                  <a:gdLst>
                    <a:gd name="connsiteX0" fmla="*/ 33338 w 209668"/>
                    <a:gd name="connsiteY0" fmla="*/ 0 h 195262"/>
                    <a:gd name="connsiteX1" fmla="*/ 57150 w 209668"/>
                    <a:gd name="connsiteY1" fmla="*/ 14287 h 195262"/>
                    <a:gd name="connsiteX2" fmla="*/ 71438 w 209668"/>
                    <a:gd name="connsiteY2" fmla="*/ 23812 h 195262"/>
                    <a:gd name="connsiteX3" fmla="*/ 114300 w 209668"/>
                    <a:gd name="connsiteY3" fmla="*/ 33337 h 195262"/>
                    <a:gd name="connsiteX4" fmla="*/ 128588 w 209668"/>
                    <a:gd name="connsiteY4" fmla="*/ 42862 h 195262"/>
                    <a:gd name="connsiteX5" fmla="*/ 166688 w 209668"/>
                    <a:gd name="connsiteY5" fmla="*/ 52387 h 195262"/>
                    <a:gd name="connsiteX6" fmla="*/ 200025 w 209668"/>
                    <a:gd name="connsiteY6" fmla="*/ 61912 h 195262"/>
                    <a:gd name="connsiteX7" fmla="*/ 209550 w 209668"/>
                    <a:gd name="connsiteY7" fmla="*/ 76200 h 195262"/>
                    <a:gd name="connsiteX8" fmla="*/ 185738 w 209668"/>
                    <a:gd name="connsiteY8" fmla="*/ 157162 h 195262"/>
                    <a:gd name="connsiteX9" fmla="*/ 166688 w 209668"/>
                    <a:gd name="connsiteY9" fmla="*/ 166687 h 195262"/>
                    <a:gd name="connsiteX10" fmla="*/ 123825 w 209668"/>
                    <a:gd name="connsiteY10" fmla="*/ 185737 h 195262"/>
                    <a:gd name="connsiteX11" fmla="*/ 109538 w 209668"/>
                    <a:gd name="connsiteY11" fmla="*/ 190500 h 195262"/>
                    <a:gd name="connsiteX12" fmla="*/ 95250 w 209668"/>
                    <a:gd name="connsiteY12" fmla="*/ 195262 h 195262"/>
                    <a:gd name="connsiteX13" fmla="*/ 23813 w 209668"/>
                    <a:gd name="connsiteY13" fmla="*/ 190500 h 195262"/>
                    <a:gd name="connsiteX14" fmla="*/ 9525 w 209668"/>
                    <a:gd name="connsiteY14" fmla="*/ 185737 h 195262"/>
                    <a:gd name="connsiteX15" fmla="*/ 0 w 209668"/>
                    <a:gd name="connsiteY15" fmla="*/ 176212 h 195262"/>
                    <a:gd name="connsiteX0" fmla="*/ 33338 w 209668"/>
                    <a:gd name="connsiteY0" fmla="*/ 0 h 195262"/>
                    <a:gd name="connsiteX1" fmla="*/ 57150 w 209668"/>
                    <a:gd name="connsiteY1" fmla="*/ 14287 h 195262"/>
                    <a:gd name="connsiteX2" fmla="*/ 71438 w 209668"/>
                    <a:gd name="connsiteY2" fmla="*/ 23812 h 195262"/>
                    <a:gd name="connsiteX3" fmla="*/ 114300 w 209668"/>
                    <a:gd name="connsiteY3" fmla="*/ 33337 h 195262"/>
                    <a:gd name="connsiteX4" fmla="*/ 128588 w 209668"/>
                    <a:gd name="connsiteY4" fmla="*/ 42862 h 195262"/>
                    <a:gd name="connsiteX5" fmla="*/ 200025 w 209668"/>
                    <a:gd name="connsiteY5" fmla="*/ 61912 h 195262"/>
                    <a:gd name="connsiteX6" fmla="*/ 209550 w 209668"/>
                    <a:gd name="connsiteY6" fmla="*/ 76200 h 195262"/>
                    <a:gd name="connsiteX7" fmla="*/ 185738 w 209668"/>
                    <a:gd name="connsiteY7" fmla="*/ 157162 h 195262"/>
                    <a:gd name="connsiteX8" fmla="*/ 166688 w 209668"/>
                    <a:gd name="connsiteY8" fmla="*/ 166687 h 195262"/>
                    <a:gd name="connsiteX9" fmla="*/ 123825 w 209668"/>
                    <a:gd name="connsiteY9" fmla="*/ 185737 h 195262"/>
                    <a:gd name="connsiteX10" fmla="*/ 109538 w 209668"/>
                    <a:gd name="connsiteY10" fmla="*/ 190500 h 195262"/>
                    <a:gd name="connsiteX11" fmla="*/ 95250 w 209668"/>
                    <a:gd name="connsiteY11" fmla="*/ 195262 h 195262"/>
                    <a:gd name="connsiteX12" fmla="*/ 23813 w 209668"/>
                    <a:gd name="connsiteY12" fmla="*/ 190500 h 195262"/>
                    <a:gd name="connsiteX13" fmla="*/ 9525 w 209668"/>
                    <a:gd name="connsiteY13" fmla="*/ 185737 h 195262"/>
                    <a:gd name="connsiteX14" fmla="*/ 0 w 209668"/>
                    <a:gd name="connsiteY14" fmla="*/ 176212 h 195262"/>
                    <a:gd name="connsiteX0" fmla="*/ 33338 w 202730"/>
                    <a:gd name="connsiteY0" fmla="*/ 0 h 195262"/>
                    <a:gd name="connsiteX1" fmla="*/ 57150 w 202730"/>
                    <a:gd name="connsiteY1" fmla="*/ 14287 h 195262"/>
                    <a:gd name="connsiteX2" fmla="*/ 71438 w 202730"/>
                    <a:gd name="connsiteY2" fmla="*/ 23812 h 195262"/>
                    <a:gd name="connsiteX3" fmla="*/ 114300 w 202730"/>
                    <a:gd name="connsiteY3" fmla="*/ 33337 h 195262"/>
                    <a:gd name="connsiteX4" fmla="*/ 128588 w 202730"/>
                    <a:gd name="connsiteY4" fmla="*/ 42862 h 195262"/>
                    <a:gd name="connsiteX5" fmla="*/ 200025 w 202730"/>
                    <a:gd name="connsiteY5" fmla="*/ 61912 h 195262"/>
                    <a:gd name="connsiteX6" fmla="*/ 185738 w 202730"/>
                    <a:gd name="connsiteY6" fmla="*/ 157162 h 195262"/>
                    <a:gd name="connsiteX7" fmla="*/ 166688 w 202730"/>
                    <a:gd name="connsiteY7" fmla="*/ 166687 h 195262"/>
                    <a:gd name="connsiteX8" fmla="*/ 123825 w 202730"/>
                    <a:gd name="connsiteY8" fmla="*/ 185737 h 195262"/>
                    <a:gd name="connsiteX9" fmla="*/ 109538 w 202730"/>
                    <a:gd name="connsiteY9" fmla="*/ 190500 h 195262"/>
                    <a:gd name="connsiteX10" fmla="*/ 95250 w 202730"/>
                    <a:gd name="connsiteY10" fmla="*/ 195262 h 195262"/>
                    <a:gd name="connsiteX11" fmla="*/ 23813 w 202730"/>
                    <a:gd name="connsiteY11" fmla="*/ 190500 h 195262"/>
                    <a:gd name="connsiteX12" fmla="*/ 9525 w 202730"/>
                    <a:gd name="connsiteY12" fmla="*/ 185737 h 195262"/>
                    <a:gd name="connsiteX13" fmla="*/ 0 w 202730"/>
                    <a:gd name="connsiteY13" fmla="*/ 176212 h 195262"/>
                    <a:gd name="connsiteX0" fmla="*/ 33338 w 207126"/>
                    <a:gd name="connsiteY0" fmla="*/ 0 h 195262"/>
                    <a:gd name="connsiteX1" fmla="*/ 57150 w 207126"/>
                    <a:gd name="connsiteY1" fmla="*/ 14287 h 195262"/>
                    <a:gd name="connsiteX2" fmla="*/ 71438 w 207126"/>
                    <a:gd name="connsiteY2" fmla="*/ 23812 h 195262"/>
                    <a:gd name="connsiteX3" fmla="*/ 114300 w 207126"/>
                    <a:gd name="connsiteY3" fmla="*/ 33337 h 195262"/>
                    <a:gd name="connsiteX4" fmla="*/ 128588 w 207126"/>
                    <a:gd name="connsiteY4" fmla="*/ 42862 h 195262"/>
                    <a:gd name="connsiteX5" fmla="*/ 204787 w 207126"/>
                    <a:gd name="connsiteY5" fmla="*/ 76199 h 195262"/>
                    <a:gd name="connsiteX6" fmla="*/ 185738 w 207126"/>
                    <a:gd name="connsiteY6" fmla="*/ 157162 h 195262"/>
                    <a:gd name="connsiteX7" fmla="*/ 166688 w 207126"/>
                    <a:gd name="connsiteY7" fmla="*/ 166687 h 195262"/>
                    <a:gd name="connsiteX8" fmla="*/ 123825 w 207126"/>
                    <a:gd name="connsiteY8" fmla="*/ 185737 h 195262"/>
                    <a:gd name="connsiteX9" fmla="*/ 109538 w 207126"/>
                    <a:gd name="connsiteY9" fmla="*/ 190500 h 195262"/>
                    <a:gd name="connsiteX10" fmla="*/ 95250 w 207126"/>
                    <a:gd name="connsiteY10" fmla="*/ 195262 h 195262"/>
                    <a:gd name="connsiteX11" fmla="*/ 23813 w 207126"/>
                    <a:gd name="connsiteY11" fmla="*/ 190500 h 195262"/>
                    <a:gd name="connsiteX12" fmla="*/ 9525 w 207126"/>
                    <a:gd name="connsiteY12" fmla="*/ 185737 h 195262"/>
                    <a:gd name="connsiteX13" fmla="*/ 0 w 207126"/>
                    <a:gd name="connsiteY13" fmla="*/ 176212 h 195262"/>
                    <a:gd name="connsiteX0" fmla="*/ 33338 w 207126"/>
                    <a:gd name="connsiteY0" fmla="*/ 0 h 190500"/>
                    <a:gd name="connsiteX1" fmla="*/ 57150 w 207126"/>
                    <a:gd name="connsiteY1" fmla="*/ 14287 h 190500"/>
                    <a:gd name="connsiteX2" fmla="*/ 71438 w 207126"/>
                    <a:gd name="connsiteY2" fmla="*/ 23812 h 190500"/>
                    <a:gd name="connsiteX3" fmla="*/ 114300 w 207126"/>
                    <a:gd name="connsiteY3" fmla="*/ 33337 h 190500"/>
                    <a:gd name="connsiteX4" fmla="*/ 128588 w 207126"/>
                    <a:gd name="connsiteY4" fmla="*/ 42862 h 190500"/>
                    <a:gd name="connsiteX5" fmla="*/ 204787 w 207126"/>
                    <a:gd name="connsiteY5" fmla="*/ 76199 h 190500"/>
                    <a:gd name="connsiteX6" fmla="*/ 185738 w 207126"/>
                    <a:gd name="connsiteY6" fmla="*/ 157162 h 190500"/>
                    <a:gd name="connsiteX7" fmla="*/ 166688 w 207126"/>
                    <a:gd name="connsiteY7" fmla="*/ 166687 h 190500"/>
                    <a:gd name="connsiteX8" fmla="*/ 123825 w 207126"/>
                    <a:gd name="connsiteY8" fmla="*/ 185737 h 190500"/>
                    <a:gd name="connsiteX9" fmla="*/ 109538 w 207126"/>
                    <a:gd name="connsiteY9" fmla="*/ 190500 h 190500"/>
                    <a:gd name="connsiteX10" fmla="*/ 23813 w 207126"/>
                    <a:gd name="connsiteY10" fmla="*/ 190500 h 190500"/>
                    <a:gd name="connsiteX11" fmla="*/ 9525 w 207126"/>
                    <a:gd name="connsiteY11" fmla="*/ 185737 h 190500"/>
                    <a:gd name="connsiteX12" fmla="*/ 0 w 207126"/>
                    <a:gd name="connsiteY12" fmla="*/ 176212 h 190500"/>
                    <a:gd name="connsiteX0" fmla="*/ 33338 w 207126"/>
                    <a:gd name="connsiteY0" fmla="*/ 0 h 190500"/>
                    <a:gd name="connsiteX1" fmla="*/ 57150 w 207126"/>
                    <a:gd name="connsiteY1" fmla="*/ 14287 h 190500"/>
                    <a:gd name="connsiteX2" fmla="*/ 71438 w 207126"/>
                    <a:gd name="connsiteY2" fmla="*/ 23812 h 190500"/>
                    <a:gd name="connsiteX3" fmla="*/ 114300 w 207126"/>
                    <a:gd name="connsiteY3" fmla="*/ 33337 h 190500"/>
                    <a:gd name="connsiteX4" fmla="*/ 128588 w 207126"/>
                    <a:gd name="connsiteY4" fmla="*/ 42862 h 190500"/>
                    <a:gd name="connsiteX5" fmla="*/ 204787 w 207126"/>
                    <a:gd name="connsiteY5" fmla="*/ 76199 h 190500"/>
                    <a:gd name="connsiteX6" fmla="*/ 185738 w 207126"/>
                    <a:gd name="connsiteY6" fmla="*/ 157162 h 190500"/>
                    <a:gd name="connsiteX7" fmla="*/ 166688 w 207126"/>
                    <a:gd name="connsiteY7" fmla="*/ 166687 h 190500"/>
                    <a:gd name="connsiteX8" fmla="*/ 123825 w 207126"/>
                    <a:gd name="connsiteY8" fmla="*/ 185737 h 190500"/>
                    <a:gd name="connsiteX9" fmla="*/ 23813 w 207126"/>
                    <a:gd name="connsiteY9" fmla="*/ 190500 h 190500"/>
                    <a:gd name="connsiteX10" fmla="*/ 9525 w 207126"/>
                    <a:gd name="connsiteY10" fmla="*/ 185737 h 190500"/>
                    <a:gd name="connsiteX11" fmla="*/ 0 w 207126"/>
                    <a:gd name="connsiteY11" fmla="*/ 176212 h 190500"/>
                    <a:gd name="connsiteX0" fmla="*/ 33338 w 207779"/>
                    <a:gd name="connsiteY0" fmla="*/ 0 h 190500"/>
                    <a:gd name="connsiteX1" fmla="*/ 57150 w 207779"/>
                    <a:gd name="connsiteY1" fmla="*/ 14287 h 190500"/>
                    <a:gd name="connsiteX2" fmla="*/ 71438 w 207779"/>
                    <a:gd name="connsiteY2" fmla="*/ 23812 h 190500"/>
                    <a:gd name="connsiteX3" fmla="*/ 114300 w 207779"/>
                    <a:gd name="connsiteY3" fmla="*/ 33337 h 190500"/>
                    <a:gd name="connsiteX4" fmla="*/ 128588 w 207779"/>
                    <a:gd name="connsiteY4" fmla="*/ 42862 h 190500"/>
                    <a:gd name="connsiteX5" fmla="*/ 204787 w 207779"/>
                    <a:gd name="connsiteY5" fmla="*/ 76199 h 190500"/>
                    <a:gd name="connsiteX6" fmla="*/ 185738 w 207779"/>
                    <a:gd name="connsiteY6" fmla="*/ 157162 h 190500"/>
                    <a:gd name="connsiteX7" fmla="*/ 123825 w 207779"/>
                    <a:gd name="connsiteY7" fmla="*/ 185737 h 190500"/>
                    <a:gd name="connsiteX8" fmla="*/ 23813 w 207779"/>
                    <a:gd name="connsiteY8" fmla="*/ 190500 h 190500"/>
                    <a:gd name="connsiteX9" fmla="*/ 9525 w 207779"/>
                    <a:gd name="connsiteY9" fmla="*/ 185737 h 190500"/>
                    <a:gd name="connsiteX10" fmla="*/ 0 w 207779"/>
                    <a:gd name="connsiteY10" fmla="*/ 176212 h 190500"/>
                    <a:gd name="connsiteX0" fmla="*/ 33338 w 207779"/>
                    <a:gd name="connsiteY0" fmla="*/ 0 h 190500"/>
                    <a:gd name="connsiteX1" fmla="*/ 57150 w 207779"/>
                    <a:gd name="connsiteY1" fmla="*/ 14287 h 190500"/>
                    <a:gd name="connsiteX2" fmla="*/ 114300 w 207779"/>
                    <a:gd name="connsiteY2" fmla="*/ 33337 h 190500"/>
                    <a:gd name="connsiteX3" fmla="*/ 128588 w 207779"/>
                    <a:gd name="connsiteY3" fmla="*/ 42862 h 190500"/>
                    <a:gd name="connsiteX4" fmla="*/ 204787 w 207779"/>
                    <a:gd name="connsiteY4" fmla="*/ 76199 h 190500"/>
                    <a:gd name="connsiteX5" fmla="*/ 185738 w 207779"/>
                    <a:gd name="connsiteY5" fmla="*/ 157162 h 190500"/>
                    <a:gd name="connsiteX6" fmla="*/ 123825 w 207779"/>
                    <a:gd name="connsiteY6" fmla="*/ 185737 h 190500"/>
                    <a:gd name="connsiteX7" fmla="*/ 23813 w 207779"/>
                    <a:gd name="connsiteY7" fmla="*/ 190500 h 190500"/>
                    <a:gd name="connsiteX8" fmla="*/ 9525 w 207779"/>
                    <a:gd name="connsiteY8" fmla="*/ 185737 h 190500"/>
                    <a:gd name="connsiteX9" fmla="*/ 0 w 207779"/>
                    <a:gd name="connsiteY9" fmla="*/ 176212 h 190500"/>
                    <a:gd name="connsiteX0" fmla="*/ 33338 w 208748"/>
                    <a:gd name="connsiteY0" fmla="*/ 0 h 190500"/>
                    <a:gd name="connsiteX1" fmla="*/ 57150 w 208748"/>
                    <a:gd name="connsiteY1" fmla="*/ 14287 h 190500"/>
                    <a:gd name="connsiteX2" fmla="*/ 114300 w 208748"/>
                    <a:gd name="connsiteY2" fmla="*/ 33337 h 190500"/>
                    <a:gd name="connsiteX3" fmla="*/ 204787 w 208748"/>
                    <a:gd name="connsiteY3" fmla="*/ 76199 h 190500"/>
                    <a:gd name="connsiteX4" fmla="*/ 185738 w 208748"/>
                    <a:gd name="connsiteY4" fmla="*/ 157162 h 190500"/>
                    <a:gd name="connsiteX5" fmla="*/ 123825 w 208748"/>
                    <a:gd name="connsiteY5" fmla="*/ 185737 h 190500"/>
                    <a:gd name="connsiteX6" fmla="*/ 23813 w 208748"/>
                    <a:gd name="connsiteY6" fmla="*/ 190500 h 190500"/>
                    <a:gd name="connsiteX7" fmla="*/ 9525 w 208748"/>
                    <a:gd name="connsiteY7" fmla="*/ 185737 h 190500"/>
                    <a:gd name="connsiteX8" fmla="*/ 0 w 208748"/>
                    <a:gd name="connsiteY8" fmla="*/ 176212 h 190500"/>
                    <a:gd name="connsiteX0" fmla="*/ 23813 w 199223"/>
                    <a:gd name="connsiteY0" fmla="*/ 0 h 190500"/>
                    <a:gd name="connsiteX1" fmla="*/ 47625 w 199223"/>
                    <a:gd name="connsiteY1" fmla="*/ 14287 h 190500"/>
                    <a:gd name="connsiteX2" fmla="*/ 104775 w 199223"/>
                    <a:gd name="connsiteY2" fmla="*/ 33337 h 190500"/>
                    <a:gd name="connsiteX3" fmla="*/ 195262 w 199223"/>
                    <a:gd name="connsiteY3" fmla="*/ 76199 h 190500"/>
                    <a:gd name="connsiteX4" fmla="*/ 176213 w 199223"/>
                    <a:gd name="connsiteY4" fmla="*/ 157162 h 190500"/>
                    <a:gd name="connsiteX5" fmla="*/ 114300 w 199223"/>
                    <a:gd name="connsiteY5" fmla="*/ 185737 h 190500"/>
                    <a:gd name="connsiteX6" fmla="*/ 14288 w 199223"/>
                    <a:gd name="connsiteY6" fmla="*/ 190500 h 190500"/>
                    <a:gd name="connsiteX7" fmla="*/ 0 w 199223"/>
                    <a:gd name="connsiteY7" fmla="*/ 185737 h 190500"/>
                    <a:gd name="connsiteX0" fmla="*/ 9525 w 184935"/>
                    <a:gd name="connsiteY0" fmla="*/ 0 h 190500"/>
                    <a:gd name="connsiteX1" fmla="*/ 33337 w 184935"/>
                    <a:gd name="connsiteY1" fmla="*/ 14287 h 190500"/>
                    <a:gd name="connsiteX2" fmla="*/ 90487 w 184935"/>
                    <a:gd name="connsiteY2" fmla="*/ 33337 h 190500"/>
                    <a:gd name="connsiteX3" fmla="*/ 180974 w 184935"/>
                    <a:gd name="connsiteY3" fmla="*/ 76199 h 190500"/>
                    <a:gd name="connsiteX4" fmla="*/ 161925 w 184935"/>
                    <a:gd name="connsiteY4" fmla="*/ 157162 h 190500"/>
                    <a:gd name="connsiteX5" fmla="*/ 100012 w 184935"/>
                    <a:gd name="connsiteY5" fmla="*/ 185737 h 190500"/>
                    <a:gd name="connsiteX6" fmla="*/ 0 w 184935"/>
                    <a:gd name="connsiteY6" fmla="*/ 190500 h 19050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</a:cxnLst>
                  <a:rect l="l" t="t" r="r" b="b"/>
                  <a:pathLst>
                    <a:path w="184935" h="190500">
                      <a:moveTo>
                        <a:pt x="9525" y="0"/>
                      </a:moveTo>
                      <a:cubicBezTo>
                        <a:pt x="17462" y="4762"/>
                        <a:pt x="19843" y="8731"/>
                        <a:pt x="33337" y="14287"/>
                      </a:cubicBezTo>
                      <a:cubicBezTo>
                        <a:pt x="46831" y="19843"/>
                        <a:pt x="65881" y="23018"/>
                        <a:pt x="90487" y="33337"/>
                      </a:cubicBezTo>
                      <a:cubicBezTo>
                        <a:pt x="115093" y="43656"/>
                        <a:pt x="169068" y="55562"/>
                        <a:pt x="180974" y="76199"/>
                      </a:cubicBezTo>
                      <a:cubicBezTo>
                        <a:pt x="192880" y="96836"/>
                        <a:pt x="175419" y="138906"/>
                        <a:pt x="161925" y="157162"/>
                      </a:cubicBezTo>
                      <a:cubicBezTo>
                        <a:pt x="148431" y="175418"/>
                        <a:pt x="126999" y="180181"/>
                        <a:pt x="100012" y="185737"/>
                      </a:cubicBezTo>
                      <a:cubicBezTo>
                        <a:pt x="73025" y="191293"/>
                        <a:pt x="33337" y="188912"/>
                        <a:pt x="0" y="190500"/>
                      </a:cubicBezTo>
                    </a:path>
                  </a:pathLst>
                </a:custGeom>
                <a:noFill/>
                <a:ln w="12700" cap="flat" cmpd="sng" algn="ctr">
                  <a:solidFill>
                    <a:sysClr val="windowText" lastClr="000000"/>
                  </a:solidFill>
                  <a:prstDash val="solid"/>
                  <a:miter lim="800000"/>
                </a:ln>
                <a:effectLst/>
              </p:spPr>
              <p:txBody>
                <a:bodyPr rtlCol="0" anchor="ctr"/>
                <a:lstStyle/>
                <a:p>
                  <a:pPr marL="0" marR="0" lvl="0" indent="0" algn="ctr" defTabSz="457211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1" b="0" i="0" u="none" strike="noStrike" kern="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</a:endParaRPr>
                </a:p>
              </p:txBody>
            </p:sp>
            <p:sp>
              <p:nvSpPr>
                <p:cNvPr id="42" name="Oval 41">
                  <a:extLst>
                    <a:ext uri="{FF2B5EF4-FFF2-40B4-BE49-F238E27FC236}">
                      <a16:creationId xmlns:a16="http://schemas.microsoft.com/office/drawing/2014/main" id="{0C3D996A-8AEC-4505-8AD6-E84C949DF1EA}"/>
                    </a:ext>
                  </a:extLst>
                </p:cNvPr>
                <p:cNvSpPr/>
                <p:nvPr/>
              </p:nvSpPr>
              <p:spPr>
                <a:xfrm>
                  <a:off x="5105398" y="5869866"/>
                  <a:ext cx="261279" cy="259520"/>
                </a:xfrm>
                <a:prstGeom prst="ellipse">
                  <a:avLst/>
                </a:prstGeom>
                <a:solidFill>
                  <a:sysClr val="windowText" lastClr="000000"/>
                </a:solidFill>
                <a:ln w="12700" cap="flat" cmpd="sng" algn="ctr">
                  <a:noFill/>
                  <a:prstDash val="solid"/>
                  <a:miter lim="800000"/>
                </a:ln>
                <a:effectLst/>
              </p:spPr>
              <p:txBody>
                <a:bodyPr rtlCol="0" anchor="ctr"/>
                <a:lstStyle/>
                <a:p>
                  <a:pPr marL="0" marR="0" lvl="0" indent="0" algn="ctr" defTabSz="457211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1" b="0" i="0" u="none" strike="noStrike" kern="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</a:endParaRPr>
                </a:p>
              </p:txBody>
            </p:sp>
            <p:sp>
              <p:nvSpPr>
                <p:cNvPr id="43" name="Oval 42">
                  <a:extLst>
                    <a:ext uri="{FF2B5EF4-FFF2-40B4-BE49-F238E27FC236}">
                      <a16:creationId xmlns:a16="http://schemas.microsoft.com/office/drawing/2014/main" id="{8FD8507A-E43C-4CAE-9C68-E54BCD4F0ED4}"/>
                    </a:ext>
                  </a:extLst>
                </p:cNvPr>
                <p:cNvSpPr/>
                <p:nvPr/>
              </p:nvSpPr>
              <p:spPr>
                <a:xfrm>
                  <a:off x="4260904" y="5998921"/>
                  <a:ext cx="100007" cy="130464"/>
                </a:xfrm>
                <a:prstGeom prst="ellipse">
                  <a:avLst/>
                </a:prstGeom>
                <a:solidFill>
                  <a:schemeClr val="bg1"/>
                </a:solidFill>
                <a:ln w="12700" cap="flat" cmpd="sng" algn="ctr">
                  <a:noFill/>
                  <a:prstDash val="solid"/>
                  <a:miter lim="800000"/>
                </a:ln>
                <a:effectLst/>
              </p:spPr>
              <p:txBody>
                <a:bodyPr rtlCol="0" anchor="ctr"/>
                <a:lstStyle/>
                <a:p>
                  <a:pPr marL="0" marR="0" lvl="0" indent="0" algn="ctr" defTabSz="457211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1" b="0" i="0" u="none" strike="noStrike" kern="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</a:endParaRPr>
                </a:p>
              </p:txBody>
            </p:sp>
            <p:sp>
              <p:nvSpPr>
                <p:cNvPr id="44" name="Oval 43">
                  <a:extLst>
                    <a:ext uri="{FF2B5EF4-FFF2-40B4-BE49-F238E27FC236}">
                      <a16:creationId xmlns:a16="http://schemas.microsoft.com/office/drawing/2014/main" id="{CF326054-EFAC-4C4E-9355-86BE36226CD6}"/>
                    </a:ext>
                  </a:extLst>
                </p:cNvPr>
                <p:cNvSpPr/>
                <p:nvPr/>
              </p:nvSpPr>
              <p:spPr>
                <a:xfrm>
                  <a:off x="5118682" y="5970348"/>
                  <a:ext cx="100007" cy="130464"/>
                </a:xfrm>
                <a:prstGeom prst="ellipse">
                  <a:avLst/>
                </a:prstGeom>
                <a:solidFill>
                  <a:schemeClr val="bg1"/>
                </a:solidFill>
                <a:ln w="12700" cap="flat" cmpd="sng" algn="ctr">
                  <a:noFill/>
                  <a:prstDash val="solid"/>
                  <a:miter lim="800000"/>
                </a:ln>
                <a:effectLst/>
              </p:spPr>
              <p:txBody>
                <a:bodyPr rtlCol="0" anchor="ctr"/>
                <a:lstStyle/>
                <a:p>
                  <a:pPr marL="0" marR="0" lvl="0" indent="0" algn="ctr" defTabSz="457211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1" b="0" i="0" u="none" strike="noStrike" kern="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</a:endParaRPr>
                </a:p>
              </p:txBody>
            </p:sp>
            <p:sp>
              <p:nvSpPr>
                <p:cNvPr id="108" name="Freeform: Shape 107">
                  <a:extLst>
                    <a:ext uri="{FF2B5EF4-FFF2-40B4-BE49-F238E27FC236}">
                      <a16:creationId xmlns:a16="http://schemas.microsoft.com/office/drawing/2014/main" id="{401881F6-F60B-4CE4-8A6C-7562920BFE7E}"/>
                    </a:ext>
                  </a:extLst>
                </p:cNvPr>
                <p:cNvSpPr/>
                <p:nvPr/>
              </p:nvSpPr>
              <p:spPr>
                <a:xfrm rot="1307853">
                  <a:off x="3680178" y="6830642"/>
                  <a:ext cx="643620" cy="485827"/>
                </a:xfrm>
                <a:custGeom>
                  <a:avLst/>
                  <a:gdLst>
                    <a:gd name="connsiteX0" fmla="*/ 115393 w 649909"/>
                    <a:gd name="connsiteY0" fmla="*/ 0 h 923977"/>
                    <a:gd name="connsiteX1" fmla="*/ 29668 w 649909"/>
                    <a:gd name="connsiteY1" fmla="*/ 438150 h 923977"/>
                    <a:gd name="connsiteX2" fmla="*/ 563068 w 649909"/>
                    <a:gd name="connsiteY2" fmla="*/ 847725 h 923977"/>
                    <a:gd name="connsiteX3" fmla="*/ 648793 w 649909"/>
                    <a:gd name="connsiteY3" fmla="*/ 923925 h 923977"/>
                    <a:gd name="connsiteX4" fmla="*/ 648793 w 649909"/>
                    <a:gd name="connsiteY4" fmla="*/ 923925 h 923977"/>
                    <a:gd name="connsiteX0" fmla="*/ 0 w 620241"/>
                    <a:gd name="connsiteY0" fmla="*/ 0 h 485827"/>
                    <a:gd name="connsiteX1" fmla="*/ 533400 w 620241"/>
                    <a:gd name="connsiteY1" fmla="*/ 409575 h 485827"/>
                    <a:gd name="connsiteX2" fmla="*/ 619125 w 620241"/>
                    <a:gd name="connsiteY2" fmla="*/ 485775 h 485827"/>
                    <a:gd name="connsiteX3" fmla="*/ 619125 w 620241"/>
                    <a:gd name="connsiteY3" fmla="*/ 485775 h 485827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620241" h="485827">
                      <a:moveTo>
                        <a:pt x="0" y="0"/>
                      </a:moveTo>
                      <a:cubicBezTo>
                        <a:pt x="74612" y="141288"/>
                        <a:pt x="430213" y="328613"/>
                        <a:pt x="533400" y="409575"/>
                      </a:cubicBezTo>
                      <a:cubicBezTo>
                        <a:pt x="636587" y="490537"/>
                        <a:pt x="619125" y="485775"/>
                        <a:pt x="619125" y="485775"/>
                      </a:cubicBezTo>
                      <a:lnTo>
                        <a:pt x="619125" y="485775"/>
                      </a:lnTo>
                    </a:path>
                  </a:pathLst>
                </a:custGeom>
                <a:noFill/>
                <a:ln w="38100" cap="flat" cmpd="sng" algn="ctr">
                  <a:solidFill>
                    <a:sysClr val="windowText" lastClr="000000"/>
                  </a:solidFill>
                  <a:prstDash val="solid"/>
                  <a:miter lim="800000"/>
                </a:ln>
                <a:effectLst/>
              </p:spPr>
              <p:txBody>
                <a:bodyPr rtlCol="0" anchor="ctr"/>
                <a:lstStyle/>
                <a:p>
                  <a:pPr marL="0" marR="0" lvl="0" indent="0" algn="ctr" defTabSz="457211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1" b="0" i="0" u="none" strike="noStrike" kern="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</a:endParaRPr>
                </a:p>
              </p:txBody>
            </p:sp>
          </p:grpSp>
          <p:grpSp>
            <p:nvGrpSpPr>
              <p:cNvPr id="30" name="Group 29">
                <a:extLst>
                  <a:ext uri="{FF2B5EF4-FFF2-40B4-BE49-F238E27FC236}">
                    <a16:creationId xmlns:a16="http://schemas.microsoft.com/office/drawing/2014/main" id="{74B10CAF-86C2-42FC-A396-2CA760B98404}"/>
                  </a:ext>
                </a:extLst>
              </p:cNvPr>
              <p:cNvGrpSpPr/>
              <p:nvPr/>
            </p:nvGrpSpPr>
            <p:grpSpPr>
              <a:xfrm flipH="1">
                <a:off x="1177585" y="2720193"/>
                <a:ext cx="1972366" cy="622592"/>
                <a:chOff x="892393" y="1962692"/>
                <a:chExt cx="1972366" cy="622592"/>
              </a:xfrm>
            </p:grpSpPr>
            <p:sp>
              <p:nvSpPr>
                <p:cNvPr id="31" name="Freeform: Shape 30">
                  <a:extLst>
                    <a:ext uri="{FF2B5EF4-FFF2-40B4-BE49-F238E27FC236}">
                      <a16:creationId xmlns:a16="http://schemas.microsoft.com/office/drawing/2014/main" id="{A74C8D27-5B72-4A42-BC26-979B0FB13ABD}"/>
                    </a:ext>
                  </a:extLst>
                </p:cNvPr>
                <p:cNvSpPr/>
                <p:nvPr/>
              </p:nvSpPr>
              <p:spPr>
                <a:xfrm flipH="1">
                  <a:off x="892393" y="2452728"/>
                  <a:ext cx="1972366" cy="132556"/>
                </a:xfrm>
                <a:custGeom>
                  <a:avLst/>
                  <a:gdLst>
                    <a:gd name="connsiteX0" fmla="*/ 986183 w 1972366"/>
                    <a:gd name="connsiteY0" fmla="*/ 0 h 132556"/>
                    <a:gd name="connsiteX1" fmla="*/ 69274 w 1972366"/>
                    <a:gd name="connsiteY1" fmla="*/ 29221 h 132556"/>
                    <a:gd name="connsiteX2" fmla="*/ 36471 w 1972366"/>
                    <a:gd name="connsiteY2" fmla="*/ 32458 h 132556"/>
                    <a:gd name="connsiteX3" fmla="*/ 13888 w 1972366"/>
                    <a:gd name="connsiteY3" fmla="*/ 68325 h 132556"/>
                    <a:gd name="connsiteX4" fmla="*/ 0 w 1972366"/>
                    <a:gd name="connsiteY4" fmla="*/ 96142 h 132556"/>
                    <a:gd name="connsiteX5" fmla="*/ 13888 w 1972366"/>
                    <a:gd name="connsiteY5" fmla="*/ 97870 h 132556"/>
                    <a:gd name="connsiteX6" fmla="*/ 986183 w 1972366"/>
                    <a:gd name="connsiteY6" fmla="*/ 132556 h 132556"/>
                    <a:gd name="connsiteX7" fmla="*/ 1958478 w 1972366"/>
                    <a:gd name="connsiteY7" fmla="*/ 97870 h 132556"/>
                    <a:gd name="connsiteX8" fmla="*/ 1972366 w 1972366"/>
                    <a:gd name="connsiteY8" fmla="*/ 96142 h 132556"/>
                    <a:gd name="connsiteX9" fmla="*/ 1958478 w 1972366"/>
                    <a:gd name="connsiteY9" fmla="*/ 68325 h 132556"/>
                    <a:gd name="connsiteX10" fmla="*/ 1935895 w 1972366"/>
                    <a:gd name="connsiteY10" fmla="*/ 32458 h 132556"/>
                    <a:gd name="connsiteX11" fmla="*/ 1903092 w 1972366"/>
                    <a:gd name="connsiteY11" fmla="*/ 29221 h 132556"/>
                    <a:gd name="connsiteX12" fmla="*/ 986183 w 1972366"/>
                    <a:gd name="connsiteY12" fmla="*/ 0 h 132556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</a:cxnLst>
                  <a:rect l="l" t="t" r="r" b="b"/>
                  <a:pathLst>
                    <a:path w="1972366" h="132556">
                      <a:moveTo>
                        <a:pt x="986183" y="0"/>
                      </a:moveTo>
                      <a:cubicBezTo>
                        <a:pt x="604501" y="0"/>
                        <a:pt x="267987" y="11592"/>
                        <a:pt x="69274" y="29221"/>
                      </a:cubicBezTo>
                      <a:lnTo>
                        <a:pt x="36471" y="32458"/>
                      </a:lnTo>
                      <a:lnTo>
                        <a:pt x="13888" y="68325"/>
                      </a:lnTo>
                      <a:lnTo>
                        <a:pt x="0" y="96142"/>
                      </a:lnTo>
                      <a:lnTo>
                        <a:pt x="13888" y="97870"/>
                      </a:lnTo>
                      <a:cubicBezTo>
                        <a:pt x="201135" y="118531"/>
                        <a:pt x="566333" y="132556"/>
                        <a:pt x="986183" y="132556"/>
                      </a:cubicBezTo>
                      <a:cubicBezTo>
                        <a:pt x="1406033" y="132556"/>
                        <a:pt x="1771231" y="118531"/>
                        <a:pt x="1958478" y="97870"/>
                      </a:cubicBezTo>
                      <a:lnTo>
                        <a:pt x="1972366" y="96142"/>
                      </a:lnTo>
                      <a:lnTo>
                        <a:pt x="1958478" y="68325"/>
                      </a:lnTo>
                      <a:lnTo>
                        <a:pt x="1935895" y="32458"/>
                      </a:lnTo>
                      <a:lnTo>
                        <a:pt x="1903092" y="29221"/>
                      </a:lnTo>
                      <a:cubicBezTo>
                        <a:pt x="1704380" y="11592"/>
                        <a:pt x="1367865" y="0"/>
                        <a:pt x="986183" y="0"/>
                      </a:cubicBezTo>
                      <a:close/>
                    </a:path>
                  </a:pathLst>
                </a:custGeom>
                <a:solidFill>
                  <a:sysClr val="windowText" lastClr="000000"/>
                </a:solidFill>
                <a:ln w="57150" cap="flat" cmpd="sng" algn="ctr">
                  <a:solidFill>
                    <a:sysClr val="windowText" lastClr="000000"/>
                  </a:solidFill>
                  <a:prstDash val="solid"/>
                  <a:miter lim="800000"/>
                </a:ln>
                <a:effectLst>
                  <a:outerShdw blurRad="50800" dist="38100" dir="5400000" algn="t" rotWithShape="0">
                    <a:prstClr val="black">
                      <a:alpha val="40000"/>
                    </a:prstClr>
                  </a:outerShdw>
                </a:effectLst>
              </p:spPr>
              <p:txBody>
                <a:bodyPr wrap="square" rtlCol="0" anchor="ctr">
                  <a:noAutofit/>
                </a:bodyPr>
                <a:lstStyle/>
                <a:p>
                  <a:pPr marL="0" marR="0" lvl="0" indent="0" algn="ctr" defTabSz="457211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1" b="0" i="0" u="none" strike="noStrike" kern="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</a:endParaRPr>
                </a:p>
              </p:txBody>
            </p:sp>
            <p:sp>
              <p:nvSpPr>
                <p:cNvPr id="32" name="Freeform: Shape 31">
                  <a:extLst>
                    <a:ext uri="{FF2B5EF4-FFF2-40B4-BE49-F238E27FC236}">
                      <a16:creationId xmlns:a16="http://schemas.microsoft.com/office/drawing/2014/main" id="{4D95968C-553C-47A3-A2FB-91143E90D307}"/>
                    </a:ext>
                  </a:extLst>
                </p:cNvPr>
                <p:cNvSpPr/>
                <p:nvPr/>
              </p:nvSpPr>
              <p:spPr>
                <a:xfrm flipH="1">
                  <a:off x="928862" y="1962692"/>
                  <a:ext cx="1899425" cy="522495"/>
                </a:xfrm>
                <a:custGeom>
                  <a:avLst/>
                  <a:gdLst>
                    <a:gd name="connsiteX0" fmla="*/ 949712 w 1899424"/>
                    <a:gd name="connsiteY0" fmla="*/ 0 h 522495"/>
                    <a:gd name="connsiteX1" fmla="*/ 32803 w 1899424"/>
                    <a:gd name="connsiteY1" fmla="*/ 470394 h 522495"/>
                    <a:gd name="connsiteX2" fmla="*/ 0 w 1899424"/>
                    <a:gd name="connsiteY2" fmla="*/ 522495 h 522495"/>
                    <a:gd name="connsiteX3" fmla="*/ 32803 w 1899424"/>
                    <a:gd name="connsiteY3" fmla="*/ 519258 h 522495"/>
                    <a:gd name="connsiteX4" fmla="*/ 949712 w 1899424"/>
                    <a:gd name="connsiteY4" fmla="*/ 490037 h 522495"/>
                    <a:gd name="connsiteX5" fmla="*/ 1866621 w 1899424"/>
                    <a:gd name="connsiteY5" fmla="*/ 519258 h 522495"/>
                    <a:gd name="connsiteX6" fmla="*/ 1899424 w 1899424"/>
                    <a:gd name="connsiteY6" fmla="*/ 522495 h 522495"/>
                    <a:gd name="connsiteX7" fmla="*/ 1866621 w 1899424"/>
                    <a:gd name="connsiteY7" fmla="*/ 470394 h 522495"/>
                    <a:gd name="connsiteX8" fmla="*/ 949712 w 1899424"/>
                    <a:gd name="connsiteY8" fmla="*/ 0 h 52249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</a:cxnLst>
                  <a:rect l="l" t="t" r="r" b="b"/>
                  <a:pathLst>
                    <a:path w="1899424" h="522495">
                      <a:moveTo>
                        <a:pt x="949712" y="0"/>
                      </a:moveTo>
                      <a:cubicBezTo>
                        <a:pt x="568030" y="0"/>
                        <a:pt x="231516" y="186592"/>
                        <a:pt x="32803" y="470394"/>
                      </a:cubicBezTo>
                      <a:lnTo>
                        <a:pt x="0" y="522495"/>
                      </a:lnTo>
                      <a:lnTo>
                        <a:pt x="32803" y="519258"/>
                      </a:lnTo>
                      <a:cubicBezTo>
                        <a:pt x="231516" y="501629"/>
                        <a:pt x="568030" y="490037"/>
                        <a:pt x="949712" y="490037"/>
                      </a:cubicBezTo>
                      <a:cubicBezTo>
                        <a:pt x="1331394" y="490037"/>
                        <a:pt x="1667909" y="501629"/>
                        <a:pt x="1866621" y="519258"/>
                      </a:cubicBezTo>
                      <a:lnTo>
                        <a:pt x="1899424" y="522495"/>
                      </a:lnTo>
                      <a:lnTo>
                        <a:pt x="1866621" y="470394"/>
                      </a:lnTo>
                      <a:cubicBezTo>
                        <a:pt x="1667909" y="186592"/>
                        <a:pt x="1331394" y="0"/>
                        <a:pt x="949712" y="0"/>
                      </a:cubicBezTo>
                      <a:close/>
                    </a:path>
                  </a:pathLst>
                </a:custGeom>
                <a:solidFill>
                  <a:sysClr val="windowText" lastClr="000000"/>
                </a:solidFill>
                <a:ln w="57150" cap="flat" cmpd="sng" algn="ctr">
                  <a:solidFill>
                    <a:sysClr val="windowText" lastClr="000000"/>
                  </a:solidFill>
                  <a:prstDash val="solid"/>
                  <a:miter lim="800000"/>
                </a:ln>
                <a:effectLst>
                  <a:outerShdw blurRad="50800" dist="38100" dir="5400000" algn="t" rotWithShape="0">
                    <a:prstClr val="black">
                      <a:alpha val="40000"/>
                    </a:prstClr>
                  </a:outerShdw>
                </a:effectLst>
              </p:spPr>
              <p:txBody>
                <a:bodyPr wrap="square" rtlCol="0" anchor="ctr">
                  <a:noAutofit/>
                </a:bodyPr>
                <a:lstStyle/>
                <a:p>
                  <a:pPr marL="0" marR="0" lvl="0" indent="0" algn="ctr" defTabSz="457211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1" b="0" i="0" u="none" strike="noStrike" kern="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</a:endParaRPr>
                </a:p>
              </p:txBody>
            </p:sp>
            <p:sp>
              <p:nvSpPr>
                <p:cNvPr id="33" name="Freeform: Shape 32">
                  <a:extLst>
                    <a:ext uri="{FF2B5EF4-FFF2-40B4-BE49-F238E27FC236}">
                      <a16:creationId xmlns:a16="http://schemas.microsoft.com/office/drawing/2014/main" id="{BBCD3AB0-E27D-4C78-B20D-7F97A5632015}"/>
                    </a:ext>
                  </a:extLst>
                </p:cNvPr>
                <p:cNvSpPr/>
                <p:nvPr/>
              </p:nvSpPr>
              <p:spPr>
                <a:xfrm flipH="1">
                  <a:off x="1432708" y="2347203"/>
                  <a:ext cx="156043" cy="63684"/>
                </a:xfrm>
                <a:custGeom>
                  <a:avLst/>
                  <a:gdLst>
                    <a:gd name="connsiteX0" fmla="*/ 156042 w 156042"/>
                    <a:gd name="connsiteY0" fmla="*/ 0 h 63684"/>
                    <a:gd name="connsiteX1" fmla="*/ 133459 w 156042"/>
                    <a:gd name="connsiteY1" fmla="*/ 2228 h 63684"/>
                    <a:gd name="connsiteX2" fmla="*/ 0 w 156042"/>
                    <a:gd name="connsiteY2" fmla="*/ 33820 h 63684"/>
                    <a:gd name="connsiteX3" fmla="*/ 86896 w 156042"/>
                    <a:gd name="connsiteY3" fmla="*/ 59618 h 63684"/>
                    <a:gd name="connsiteX4" fmla="*/ 119571 w 156042"/>
                    <a:gd name="connsiteY4" fmla="*/ 63684 h 63684"/>
                    <a:gd name="connsiteX5" fmla="*/ 133459 w 156042"/>
                    <a:gd name="connsiteY5" fmla="*/ 35867 h 63684"/>
                    <a:gd name="connsiteX6" fmla="*/ 156042 w 156042"/>
                    <a:gd name="connsiteY6" fmla="*/ 0 h 6368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</a:cxnLst>
                  <a:rect l="l" t="t" r="r" b="b"/>
                  <a:pathLst>
                    <a:path w="156042" h="63684">
                      <a:moveTo>
                        <a:pt x="156042" y="0"/>
                      </a:moveTo>
                      <a:lnTo>
                        <a:pt x="133459" y="2228"/>
                      </a:lnTo>
                      <a:cubicBezTo>
                        <a:pt x="48346" y="11619"/>
                        <a:pt x="0" y="22381"/>
                        <a:pt x="0" y="33820"/>
                      </a:cubicBezTo>
                      <a:cubicBezTo>
                        <a:pt x="0" y="42971"/>
                        <a:pt x="30942" y="51689"/>
                        <a:pt x="86896" y="59618"/>
                      </a:cubicBezTo>
                      <a:lnTo>
                        <a:pt x="119571" y="63684"/>
                      </a:lnTo>
                      <a:lnTo>
                        <a:pt x="133459" y="35867"/>
                      </a:lnTo>
                      <a:lnTo>
                        <a:pt x="156042" y="0"/>
                      </a:lnTo>
                      <a:close/>
                    </a:path>
                  </a:pathLst>
                </a:custGeom>
                <a:solidFill>
                  <a:sysClr val="windowText" lastClr="000000"/>
                </a:solidFill>
                <a:ln w="12700" cap="flat" cmpd="sng" algn="ctr">
                  <a:noFill/>
                  <a:prstDash val="solid"/>
                  <a:miter lim="800000"/>
                </a:ln>
                <a:effectLst/>
              </p:spPr>
              <p:txBody>
                <a:bodyPr wrap="square" rtlCol="0" anchor="ctr">
                  <a:noAutofit/>
                </a:bodyPr>
                <a:lstStyle/>
                <a:p>
                  <a:pPr marL="0" marR="0" lvl="0" indent="0" algn="ctr" defTabSz="457211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1" b="0" i="0" u="none" strike="noStrike" kern="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</a:endParaRPr>
                </a:p>
              </p:txBody>
            </p:sp>
          </p:grpSp>
        </p:grpSp>
        <p:sp>
          <p:nvSpPr>
            <p:cNvPr id="27" name="Arc 26">
              <a:extLst>
                <a:ext uri="{FF2B5EF4-FFF2-40B4-BE49-F238E27FC236}">
                  <a16:creationId xmlns:a16="http://schemas.microsoft.com/office/drawing/2014/main" id="{274E8FA6-30DD-486D-B25E-D325BD8409D4}"/>
                </a:ext>
              </a:extLst>
            </p:cNvPr>
            <p:cNvSpPr/>
            <p:nvPr/>
          </p:nvSpPr>
          <p:spPr>
            <a:xfrm rot="20364936">
              <a:off x="1266858" y="4346575"/>
              <a:ext cx="283451" cy="67487"/>
            </a:xfrm>
            <a:prstGeom prst="arc">
              <a:avLst/>
            </a:prstGeom>
            <a:noFill/>
            <a:ln w="6350" cap="flat" cmpd="sng" algn="ctr">
              <a:solidFill>
                <a:sysClr val="windowText" lastClr="000000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28" name="Arc 27">
              <a:extLst>
                <a:ext uri="{FF2B5EF4-FFF2-40B4-BE49-F238E27FC236}">
                  <a16:creationId xmlns:a16="http://schemas.microsoft.com/office/drawing/2014/main" id="{15D94B1A-DB03-4832-B5FC-D98A89AF31A7}"/>
                </a:ext>
              </a:extLst>
            </p:cNvPr>
            <p:cNvSpPr/>
            <p:nvPr/>
          </p:nvSpPr>
          <p:spPr>
            <a:xfrm rot="20364936">
              <a:off x="1760781" y="4344265"/>
              <a:ext cx="283451" cy="67487"/>
            </a:xfrm>
            <a:prstGeom prst="arc">
              <a:avLst/>
            </a:prstGeom>
            <a:noFill/>
            <a:ln w="6350" cap="flat" cmpd="sng" algn="ctr">
              <a:solidFill>
                <a:sysClr val="windowText" lastClr="000000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</p:grpSp>
      <p:grpSp>
        <p:nvGrpSpPr>
          <p:cNvPr id="82" name="Group 81">
            <a:extLst>
              <a:ext uri="{FF2B5EF4-FFF2-40B4-BE49-F238E27FC236}">
                <a16:creationId xmlns:a16="http://schemas.microsoft.com/office/drawing/2014/main" id="{A24AA718-BA0F-40D7-B0A6-AB91F4E3E723}"/>
              </a:ext>
            </a:extLst>
          </p:cNvPr>
          <p:cNvGrpSpPr/>
          <p:nvPr/>
        </p:nvGrpSpPr>
        <p:grpSpPr>
          <a:xfrm>
            <a:off x="-8516725" y="3146891"/>
            <a:ext cx="7940493" cy="5093919"/>
            <a:chOff x="1481769" y="6277683"/>
            <a:chExt cx="4395156" cy="2819544"/>
          </a:xfrm>
          <a:solidFill>
            <a:schemeClr val="bg1"/>
          </a:solidFill>
        </p:grpSpPr>
        <p:sp>
          <p:nvSpPr>
            <p:cNvPr id="85" name="Rectangle 84">
              <a:extLst>
                <a:ext uri="{FF2B5EF4-FFF2-40B4-BE49-F238E27FC236}">
                  <a16:creationId xmlns:a16="http://schemas.microsoft.com/office/drawing/2014/main" id="{B0200CC1-F434-448B-BEE7-B5B32A03EC3F}"/>
                </a:ext>
              </a:extLst>
            </p:cNvPr>
            <p:cNvSpPr/>
            <p:nvPr/>
          </p:nvSpPr>
          <p:spPr>
            <a:xfrm>
              <a:off x="1481769" y="6281084"/>
              <a:ext cx="310888" cy="2615265"/>
            </a:xfrm>
            <a:prstGeom prst="rect">
              <a:avLst/>
            </a:prstGeom>
            <a:solidFill>
              <a:schemeClr val="tx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6" name="Rectangle 85">
              <a:extLst>
                <a:ext uri="{FF2B5EF4-FFF2-40B4-BE49-F238E27FC236}">
                  <a16:creationId xmlns:a16="http://schemas.microsoft.com/office/drawing/2014/main" id="{81F0D609-8E00-4906-9ED7-89F0E1946422}"/>
                </a:ext>
              </a:extLst>
            </p:cNvPr>
            <p:cNvSpPr/>
            <p:nvPr/>
          </p:nvSpPr>
          <p:spPr>
            <a:xfrm>
              <a:off x="4494668" y="6339090"/>
              <a:ext cx="305871" cy="2557041"/>
            </a:xfrm>
            <a:prstGeom prst="rect">
              <a:avLst/>
            </a:prstGeom>
            <a:solidFill>
              <a:schemeClr val="tx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7" name="Rectangle 86">
              <a:extLst>
                <a:ext uri="{FF2B5EF4-FFF2-40B4-BE49-F238E27FC236}">
                  <a16:creationId xmlns:a16="http://schemas.microsoft.com/office/drawing/2014/main" id="{5B60437F-0AF0-4FF4-8E68-30AE16F31999}"/>
                </a:ext>
              </a:extLst>
            </p:cNvPr>
            <p:cNvSpPr/>
            <p:nvPr/>
          </p:nvSpPr>
          <p:spPr>
            <a:xfrm>
              <a:off x="2073647" y="7030636"/>
              <a:ext cx="366389" cy="2066591"/>
            </a:xfrm>
            <a:prstGeom prst="rect">
              <a:avLst/>
            </a:prstGeom>
            <a:solidFill>
              <a:schemeClr val="tx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88" name="Rectangle 87">
              <a:extLst>
                <a:ext uri="{FF2B5EF4-FFF2-40B4-BE49-F238E27FC236}">
                  <a16:creationId xmlns:a16="http://schemas.microsoft.com/office/drawing/2014/main" id="{452D1B14-1FA8-440D-B718-DCAED6CB012E}"/>
                </a:ext>
              </a:extLst>
            </p:cNvPr>
            <p:cNvSpPr/>
            <p:nvPr/>
          </p:nvSpPr>
          <p:spPr>
            <a:xfrm>
              <a:off x="5488805" y="6989547"/>
              <a:ext cx="366389" cy="2066591"/>
            </a:xfrm>
            <a:prstGeom prst="rect">
              <a:avLst/>
            </a:prstGeom>
            <a:solidFill>
              <a:schemeClr val="tx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89" name="Rectangle 69">
              <a:extLst>
                <a:ext uri="{FF2B5EF4-FFF2-40B4-BE49-F238E27FC236}">
                  <a16:creationId xmlns:a16="http://schemas.microsoft.com/office/drawing/2014/main" id="{C3FCBFAD-DCA4-45CD-A798-C462F3A28FC6}"/>
                </a:ext>
              </a:extLst>
            </p:cNvPr>
            <p:cNvSpPr/>
            <p:nvPr/>
          </p:nvSpPr>
          <p:spPr>
            <a:xfrm>
              <a:off x="1488276" y="6277683"/>
              <a:ext cx="592732" cy="949226"/>
            </a:xfrm>
            <a:custGeom>
              <a:avLst/>
              <a:gdLst>
                <a:gd name="connsiteX0" fmla="*/ 0 w 699888"/>
                <a:gd name="connsiteY0" fmla="*/ 0 h 234057"/>
                <a:gd name="connsiteX1" fmla="*/ 699888 w 699888"/>
                <a:gd name="connsiteY1" fmla="*/ 0 h 234057"/>
                <a:gd name="connsiteX2" fmla="*/ 699888 w 699888"/>
                <a:gd name="connsiteY2" fmla="*/ 234057 h 234057"/>
                <a:gd name="connsiteX3" fmla="*/ 0 w 699888"/>
                <a:gd name="connsiteY3" fmla="*/ 234057 h 234057"/>
                <a:gd name="connsiteX4" fmla="*/ 0 w 699888"/>
                <a:gd name="connsiteY4" fmla="*/ 0 h 234057"/>
                <a:gd name="connsiteX0" fmla="*/ 0 w 699888"/>
                <a:gd name="connsiteY0" fmla="*/ 0 h 970657"/>
                <a:gd name="connsiteX1" fmla="*/ 699888 w 699888"/>
                <a:gd name="connsiteY1" fmla="*/ 0 h 970657"/>
                <a:gd name="connsiteX2" fmla="*/ 604638 w 699888"/>
                <a:gd name="connsiteY2" fmla="*/ 970657 h 970657"/>
                <a:gd name="connsiteX3" fmla="*/ 0 w 699888"/>
                <a:gd name="connsiteY3" fmla="*/ 234057 h 970657"/>
                <a:gd name="connsiteX4" fmla="*/ 0 w 699888"/>
                <a:gd name="connsiteY4" fmla="*/ 0 h 970657"/>
                <a:gd name="connsiteX0" fmla="*/ 0 w 630038"/>
                <a:gd name="connsiteY0" fmla="*/ 0 h 970657"/>
                <a:gd name="connsiteX1" fmla="*/ 630038 w 630038"/>
                <a:gd name="connsiteY1" fmla="*/ 723900 h 970657"/>
                <a:gd name="connsiteX2" fmla="*/ 604638 w 630038"/>
                <a:gd name="connsiteY2" fmla="*/ 970657 h 970657"/>
                <a:gd name="connsiteX3" fmla="*/ 0 w 630038"/>
                <a:gd name="connsiteY3" fmla="*/ 234057 h 970657"/>
                <a:gd name="connsiteX4" fmla="*/ 0 w 630038"/>
                <a:gd name="connsiteY4" fmla="*/ 0 h 970657"/>
                <a:gd name="connsiteX0" fmla="*/ 0 w 604638"/>
                <a:gd name="connsiteY0" fmla="*/ 0 h 970657"/>
                <a:gd name="connsiteX1" fmla="*/ 587175 w 604638"/>
                <a:gd name="connsiteY1" fmla="*/ 726282 h 970657"/>
                <a:gd name="connsiteX2" fmla="*/ 604638 w 604638"/>
                <a:gd name="connsiteY2" fmla="*/ 970657 h 970657"/>
                <a:gd name="connsiteX3" fmla="*/ 0 w 604638"/>
                <a:gd name="connsiteY3" fmla="*/ 234057 h 970657"/>
                <a:gd name="connsiteX4" fmla="*/ 0 w 604638"/>
                <a:gd name="connsiteY4" fmla="*/ 0 h 970657"/>
                <a:gd name="connsiteX0" fmla="*/ 0 w 592732"/>
                <a:gd name="connsiteY0" fmla="*/ 0 h 961132"/>
                <a:gd name="connsiteX1" fmla="*/ 587175 w 592732"/>
                <a:gd name="connsiteY1" fmla="*/ 726282 h 961132"/>
                <a:gd name="connsiteX2" fmla="*/ 592732 w 592732"/>
                <a:gd name="connsiteY2" fmla="*/ 961132 h 961132"/>
                <a:gd name="connsiteX3" fmla="*/ 0 w 592732"/>
                <a:gd name="connsiteY3" fmla="*/ 234057 h 961132"/>
                <a:gd name="connsiteX4" fmla="*/ 0 w 592732"/>
                <a:gd name="connsiteY4" fmla="*/ 0 h 961132"/>
                <a:gd name="connsiteX0" fmla="*/ 0 w 592732"/>
                <a:gd name="connsiteY0" fmla="*/ 0 h 949226"/>
                <a:gd name="connsiteX1" fmla="*/ 587175 w 592732"/>
                <a:gd name="connsiteY1" fmla="*/ 726282 h 949226"/>
                <a:gd name="connsiteX2" fmla="*/ 592732 w 592732"/>
                <a:gd name="connsiteY2" fmla="*/ 949226 h 949226"/>
                <a:gd name="connsiteX3" fmla="*/ 0 w 592732"/>
                <a:gd name="connsiteY3" fmla="*/ 234057 h 949226"/>
                <a:gd name="connsiteX4" fmla="*/ 0 w 592732"/>
                <a:gd name="connsiteY4" fmla="*/ 0 h 9492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92732" h="949226">
                  <a:moveTo>
                    <a:pt x="0" y="0"/>
                  </a:moveTo>
                  <a:lnTo>
                    <a:pt x="587175" y="726282"/>
                  </a:lnTo>
                  <a:lnTo>
                    <a:pt x="592732" y="949226"/>
                  </a:lnTo>
                  <a:lnTo>
                    <a:pt x="0" y="23405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0" name="Flowchart: Manual Operation 61">
              <a:extLst>
                <a:ext uri="{FF2B5EF4-FFF2-40B4-BE49-F238E27FC236}">
                  <a16:creationId xmlns:a16="http://schemas.microsoft.com/office/drawing/2014/main" id="{B215A1A0-F595-4C8C-923F-632A7A0601FB}"/>
                </a:ext>
              </a:extLst>
            </p:cNvPr>
            <p:cNvSpPr/>
            <p:nvPr/>
          </p:nvSpPr>
          <p:spPr>
            <a:xfrm flipV="1">
              <a:off x="1486224" y="6281085"/>
              <a:ext cx="4390701" cy="731632"/>
            </a:xfrm>
            <a:custGeom>
              <a:avLst/>
              <a:gdLst>
                <a:gd name="connsiteX0" fmla="*/ 0 w 10000"/>
                <a:gd name="connsiteY0" fmla="*/ 0 h 10000"/>
                <a:gd name="connsiteX1" fmla="*/ 10000 w 10000"/>
                <a:gd name="connsiteY1" fmla="*/ 0 h 10000"/>
                <a:gd name="connsiteX2" fmla="*/ 8000 w 10000"/>
                <a:gd name="connsiteY2" fmla="*/ 10000 h 10000"/>
                <a:gd name="connsiteX3" fmla="*/ 2000 w 10000"/>
                <a:gd name="connsiteY3" fmla="*/ 10000 h 10000"/>
                <a:gd name="connsiteX4" fmla="*/ 0 w 10000"/>
                <a:gd name="connsiteY4" fmla="*/ 0 h 10000"/>
                <a:gd name="connsiteX0" fmla="*/ 213 w 8000"/>
                <a:gd name="connsiteY0" fmla="*/ 0 h 10406"/>
                <a:gd name="connsiteX1" fmla="*/ 8000 w 8000"/>
                <a:gd name="connsiteY1" fmla="*/ 406 h 10406"/>
                <a:gd name="connsiteX2" fmla="*/ 6000 w 8000"/>
                <a:gd name="connsiteY2" fmla="*/ 10406 h 10406"/>
                <a:gd name="connsiteX3" fmla="*/ 0 w 8000"/>
                <a:gd name="connsiteY3" fmla="*/ 10406 h 10406"/>
                <a:gd name="connsiteX4" fmla="*/ 213 w 8000"/>
                <a:gd name="connsiteY4" fmla="*/ 0 h 10406"/>
                <a:gd name="connsiteX0" fmla="*/ 309 w 10000"/>
                <a:gd name="connsiteY0" fmla="*/ 0 h 9829"/>
                <a:gd name="connsiteX1" fmla="*/ 10000 w 10000"/>
                <a:gd name="connsiteY1" fmla="*/ 219 h 9829"/>
                <a:gd name="connsiteX2" fmla="*/ 7500 w 10000"/>
                <a:gd name="connsiteY2" fmla="*/ 9829 h 9829"/>
                <a:gd name="connsiteX3" fmla="*/ 0 w 10000"/>
                <a:gd name="connsiteY3" fmla="*/ 9829 h 9829"/>
                <a:gd name="connsiteX4" fmla="*/ 309 w 10000"/>
                <a:gd name="connsiteY4" fmla="*/ 0 h 9829"/>
                <a:gd name="connsiteX0" fmla="*/ 1379 w 10000"/>
                <a:gd name="connsiteY0" fmla="*/ 0 h 10000"/>
                <a:gd name="connsiteX1" fmla="*/ 10000 w 10000"/>
                <a:gd name="connsiteY1" fmla="*/ 223 h 10000"/>
                <a:gd name="connsiteX2" fmla="*/ 7500 w 10000"/>
                <a:gd name="connsiteY2" fmla="*/ 10000 h 10000"/>
                <a:gd name="connsiteX3" fmla="*/ 0 w 10000"/>
                <a:gd name="connsiteY3" fmla="*/ 10000 h 10000"/>
                <a:gd name="connsiteX4" fmla="*/ 1379 w 10000"/>
                <a:gd name="connsiteY4" fmla="*/ 0 h 10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0000" h="10000">
                  <a:moveTo>
                    <a:pt x="1379" y="0"/>
                  </a:moveTo>
                  <a:lnTo>
                    <a:pt x="10000" y="223"/>
                  </a:lnTo>
                  <a:lnTo>
                    <a:pt x="7500" y="10000"/>
                  </a:lnTo>
                  <a:lnTo>
                    <a:pt x="0" y="10000"/>
                  </a:lnTo>
                  <a:lnTo>
                    <a:pt x="1379" y="0"/>
                  </a:lnTo>
                  <a:close/>
                </a:path>
              </a:pathLst>
            </a:custGeom>
            <a:grp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1" name="Rectangle 90">
              <a:extLst>
                <a:ext uri="{FF2B5EF4-FFF2-40B4-BE49-F238E27FC236}">
                  <a16:creationId xmlns:a16="http://schemas.microsoft.com/office/drawing/2014/main" id="{77AFA56C-B6C8-49FD-BFBF-978AF8443E07}"/>
                </a:ext>
              </a:extLst>
            </p:cNvPr>
            <p:cNvSpPr/>
            <p:nvPr/>
          </p:nvSpPr>
          <p:spPr>
            <a:xfrm>
              <a:off x="2073647" y="6997673"/>
              <a:ext cx="3803278" cy="234057"/>
            </a:xfrm>
            <a:prstGeom prst="rect">
              <a:avLst/>
            </a:prstGeom>
            <a:solidFill>
              <a:schemeClr val="tx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92" name="Group 91">
            <a:extLst>
              <a:ext uri="{FF2B5EF4-FFF2-40B4-BE49-F238E27FC236}">
                <a16:creationId xmlns:a16="http://schemas.microsoft.com/office/drawing/2014/main" id="{5F686C9C-B251-4AAF-8C4B-EC0A6A0E5E95}"/>
              </a:ext>
            </a:extLst>
          </p:cNvPr>
          <p:cNvGrpSpPr/>
          <p:nvPr/>
        </p:nvGrpSpPr>
        <p:grpSpPr>
          <a:xfrm>
            <a:off x="2780995" y="-770886"/>
            <a:ext cx="1787011" cy="2356393"/>
            <a:chOff x="2253647" y="285105"/>
            <a:chExt cx="1787011" cy="2356393"/>
          </a:xfrm>
        </p:grpSpPr>
        <p:sp>
          <p:nvSpPr>
            <p:cNvPr id="93" name="Oval 92">
              <a:extLst>
                <a:ext uri="{FF2B5EF4-FFF2-40B4-BE49-F238E27FC236}">
                  <a16:creationId xmlns:a16="http://schemas.microsoft.com/office/drawing/2014/main" id="{1850F090-D6D2-4089-BF76-7A3972D6DC9D}"/>
                </a:ext>
              </a:extLst>
            </p:cNvPr>
            <p:cNvSpPr/>
            <p:nvPr/>
          </p:nvSpPr>
          <p:spPr>
            <a:xfrm>
              <a:off x="2984178" y="1637775"/>
              <a:ext cx="340713" cy="1003723"/>
            </a:xfrm>
            <a:prstGeom prst="ellipse">
              <a:avLst/>
            </a:prstGeom>
            <a:solidFill>
              <a:schemeClr val="bg1"/>
            </a:solidFill>
            <a:ln w="12700" cap="flat" cmpd="sng" algn="ctr">
              <a:solidFill>
                <a:schemeClr val="tx1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cxnSp>
          <p:nvCxnSpPr>
            <p:cNvPr id="94" name="Straight Connector 93">
              <a:extLst>
                <a:ext uri="{FF2B5EF4-FFF2-40B4-BE49-F238E27FC236}">
                  <a16:creationId xmlns:a16="http://schemas.microsoft.com/office/drawing/2014/main" id="{87BF3A99-0EDD-4545-AC11-C797C41C97BD}"/>
                </a:ext>
              </a:extLst>
            </p:cNvPr>
            <p:cNvCxnSpPr/>
            <p:nvPr/>
          </p:nvCxnSpPr>
          <p:spPr>
            <a:xfrm>
              <a:off x="3143199" y="285105"/>
              <a:ext cx="0" cy="997499"/>
            </a:xfrm>
            <a:prstGeom prst="line">
              <a:avLst/>
            </a:prstGeom>
            <a:noFill/>
            <a:ln w="6350" cap="flat" cmpd="sng" algn="ctr">
              <a:solidFill>
                <a:schemeClr val="tx1"/>
              </a:solidFill>
              <a:prstDash val="solid"/>
              <a:miter lim="800000"/>
            </a:ln>
            <a:effectLst/>
          </p:spPr>
        </p:cxnSp>
        <p:sp>
          <p:nvSpPr>
            <p:cNvPr id="95" name="Oval 82">
              <a:extLst>
                <a:ext uri="{FF2B5EF4-FFF2-40B4-BE49-F238E27FC236}">
                  <a16:creationId xmlns:a16="http://schemas.microsoft.com/office/drawing/2014/main" id="{5C975455-9DE0-4D73-88B8-A804C89B9440}"/>
                </a:ext>
              </a:extLst>
            </p:cNvPr>
            <p:cNvSpPr/>
            <p:nvPr/>
          </p:nvSpPr>
          <p:spPr>
            <a:xfrm>
              <a:off x="2253647" y="1143372"/>
              <a:ext cx="1787011" cy="1130240"/>
            </a:xfrm>
            <a:custGeom>
              <a:avLst/>
              <a:gdLst>
                <a:gd name="connsiteX0" fmla="*/ 0 w 1786990"/>
                <a:gd name="connsiteY0" fmla="*/ 371026 h 742052"/>
                <a:gd name="connsiteX1" fmla="*/ 893495 w 1786990"/>
                <a:gd name="connsiteY1" fmla="*/ 0 h 742052"/>
                <a:gd name="connsiteX2" fmla="*/ 1786990 w 1786990"/>
                <a:gd name="connsiteY2" fmla="*/ 371026 h 742052"/>
                <a:gd name="connsiteX3" fmla="*/ 893495 w 1786990"/>
                <a:gd name="connsiteY3" fmla="*/ 742052 h 742052"/>
                <a:gd name="connsiteX4" fmla="*/ 0 w 1786990"/>
                <a:gd name="connsiteY4" fmla="*/ 371026 h 742052"/>
                <a:gd name="connsiteX0" fmla="*/ 0 w 1786990"/>
                <a:gd name="connsiteY0" fmla="*/ 675826 h 1046852"/>
                <a:gd name="connsiteX1" fmla="*/ 893495 w 1786990"/>
                <a:gd name="connsiteY1" fmla="*/ 0 h 1046852"/>
                <a:gd name="connsiteX2" fmla="*/ 1786990 w 1786990"/>
                <a:gd name="connsiteY2" fmla="*/ 675826 h 1046852"/>
                <a:gd name="connsiteX3" fmla="*/ 893495 w 1786990"/>
                <a:gd name="connsiteY3" fmla="*/ 1046852 h 1046852"/>
                <a:gd name="connsiteX4" fmla="*/ 0 w 1786990"/>
                <a:gd name="connsiteY4" fmla="*/ 675826 h 1046852"/>
                <a:gd name="connsiteX0" fmla="*/ 28 w 1787018"/>
                <a:gd name="connsiteY0" fmla="*/ 1027519 h 1398545"/>
                <a:gd name="connsiteX1" fmla="*/ 916969 w 1787018"/>
                <a:gd name="connsiteY1" fmla="*/ 0 h 1398545"/>
                <a:gd name="connsiteX2" fmla="*/ 1787018 w 1787018"/>
                <a:gd name="connsiteY2" fmla="*/ 1027519 h 1398545"/>
                <a:gd name="connsiteX3" fmla="*/ 893523 w 1787018"/>
                <a:gd name="connsiteY3" fmla="*/ 1398545 h 1398545"/>
                <a:gd name="connsiteX4" fmla="*/ 28 w 1787018"/>
                <a:gd name="connsiteY4" fmla="*/ 1027519 h 1398545"/>
                <a:gd name="connsiteX0" fmla="*/ 29 w 1787019"/>
                <a:gd name="connsiteY0" fmla="*/ 1121304 h 1492330"/>
                <a:gd name="connsiteX1" fmla="*/ 870078 w 1787019"/>
                <a:gd name="connsiteY1" fmla="*/ 0 h 1492330"/>
                <a:gd name="connsiteX2" fmla="*/ 1787019 w 1787019"/>
                <a:gd name="connsiteY2" fmla="*/ 1121304 h 1492330"/>
                <a:gd name="connsiteX3" fmla="*/ 893524 w 1787019"/>
                <a:gd name="connsiteY3" fmla="*/ 1492330 h 1492330"/>
                <a:gd name="connsiteX4" fmla="*/ 29 w 1787019"/>
                <a:gd name="connsiteY4" fmla="*/ 1121304 h 1492330"/>
                <a:gd name="connsiteX0" fmla="*/ 21 w 1787011"/>
                <a:gd name="connsiteY0" fmla="*/ 1121304 h 1492330"/>
                <a:gd name="connsiteX1" fmla="*/ 870070 w 1787011"/>
                <a:gd name="connsiteY1" fmla="*/ 0 h 1492330"/>
                <a:gd name="connsiteX2" fmla="*/ 1787011 w 1787011"/>
                <a:gd name="connsiteY2" fmla="*/ 1121304 h 1492330"/>
                <a:gd name="connsiteX3" fmla="*/ 893516 w 1787011"/>
                <a:gd name="connsiteY3" fmla="*/ 1492330 h 1492330"/>
                <a:gd name="connsiteX4" fmla="*/ 21 w 1787011"/>
                <a:gd name="connsiteY4" fmla="*/ 1121304 h 1492330"/>
                <a:gd name="connsiteX0" fmla="*/ 21 w 1787011"/>
                <a:gd name="connsiteY0" fmla="*/ 1121304 h 1232616"/>
                <a:gd name="connsiteX1" fmla="*/ 870070 w 1787011"/>
                <a:gd name="connsiteY1" fmla="*/ 0 h 1232616"/>
                <a:gd name="connsiteX2" fmla="*/ 1787011 w 1787011"/>
                <a:gd name="connsiteY2" fmla="*/ 1121304 h 1232616"/>
                <a:gd name="connsiteX3" fmla="*/ 893516 w 1787011"/>
                <a:gd name="connsiteY3" fmla="*/ 1185491 h 1232616"/>
                <a:gd name="connsiteX4" fmla="*/ 21 w 1787011"/>
                <a:gd name="connsiteY4" fmla="*/ 1121304 h 123261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787011" h="1232616">
                  <a:moveTo>
                    <a:pt x="21" y="1121304"/>
                  </a:moveTo>
                  <a:cubicBezTo>
                    <a:pt x="-3887" y="923722"/>
                    <a:pt x="564175" y="0"/>
                    <a:pt x="870070" y="0"/>
                  </a:cubicBezTo>
                  <a:cubicBezTo>
                    <a:pt x="1175965" y="0"/>
                    <a:pt x="1787011" y="916392"/>
                    <a:pt x="1787011" y="1121304"/>
                  </a:cubicBezTo>
                  <a:cubicBezTo>
                    <a:pt x="1787011" y="1326216"/>
                    <a:pt x="1386980" y="1185491"/>
                    <a:pt x="893516" y="1185491"/>
                  </a:cubicBezTo>
                  <a:cubicBezTo>
                    <a:pt x="400052" y="1185491"/>
                    <a:pt x="3929" y="1318886"/>
                    <a:pt x="21" y="1121304"/>
                  </a:cubicBezTo>
                  <a:close/>
                </a:path>
              </a:pathLst>
            </a:custGeom>
            <a:solidFill>
              <a:sysClr val="windowText" lastClr="000000"/>
            </a:solidFill>
            <a:ln w="12700" cap="flat" cmpd="sng" algn="ctr">
              <a:solidFill>
                <a:schemeClr val="tx1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</p:grpSp>
      <p:grpSp>
        <p:nvGrpSpPr>
          <p:cNvPr id="96" name="Group 95">
            <a:extLst>
              <a:ext uri="{FF2B5EF4-FFF2-40B4-BE49-F238E27FC236}">
                <a16:creationId xmlns:a16="http://schemas.microsoft.com/office/drawing/2014/main" id="{E4499A65-F280-4A71-8BF2-C1F61369E6DB}"/>
              </a:ext>
            </a:extLst>
          </p:cNvPr>
          <p:cNvGrpSpPr/>
          <p:nvPr/>
        </p:nvGrpSpPr>
        <p:grpSpPr>
          <a:xfrm>
            <a:off x="-542489" y="6114237"/>
            <a:ext cx="8416549" cy="4055802"/>
            <a:chOff x="627187" y="7810182"/>
            <a:chExt cx="4417118" cy="2957426"/>
          </a:xfrm>
          <a:solidFill>
            <a:schemeClr val="bg1"/>
          </a:solidFill>
        </p:grpSpPr>
        <p:sp>
          <p:nvSpPr>
            <p:cNvPr id="97" name="Oval 40">
              <a:extLst>
                <a:ext uri="{FF2B5EF4-FFF2-40B4-BE49-F238E27FC236}">
                  <a16:creationId xmlns:a16="http://schemas.microsoft.com/office/drawing/2014/main" id="{2D4C4643-1F7D-416D-A0A6-3D0C912BC759}"/>
                </a:ext>
              </a:extLst>
            </p:cNvPr>
            <p:cNvSpPr/>
            <p:nvPr/>
          </p:nvSpPr>
          <p:spPr>
            <a:xfrm>
              <a:off x="2069413" y="10309794"/>
              <a:ext cx="1620781" cy="457814"/>
            </a:xfrm>
            <a:custGeom>
              <a:avLst/>
              <a:gdLst>
                <a:gd name="connsiteX0" fmla="*/ 0 w 1424940"/>
                <a:gd name="connsiteY0" fmla="*/ 140290 h 280579"/>
                <a:gd name="connsiteX1" fmla="*/ 712470 w 1424940"/>
                <a:gd name="connsiteY1" fmla="*/ 0 h 280579"/>
                <a:gd name="connsiteX2" fmla="*/ 1424940 w 1424940"/>
                <a:gd name="connsiteY2" fmla="*/ 140290 h 280579"/>
                <a:gd name="connsiteX3" fmla="*/ 712470 w 1424940"/>
                <a:gd name="connsiteY3" fmla="*/ 280580 h 280579"/>
                <a:gd name="connsiteX4" fmla="*/ 0 w 1424940"/>
                <a:gd name="connsiteY4" fmla="*/ 140290 h 280579"/>
                <a:gd name="connsiteX0" fmla="*/ 15 w 1424955"/>
                <a:gd name="connsiteY0" fmla="*/ 262210 h 402500"/>
                <a:gd name="connsiteX1" fmla="*/ 697245 w 1424955"/>
                <a:gd name="connsiteY1" fmla="*/ 0 h 402500"/>
                <a:gd name="connsiteX2" fmla="*/ 1424955 w 1424955"/>
                <a:gd name="connsiteY2" fmla="*/ 262210 h 402500"/>
                <a:gd name="connsiteX3" fmla="*/ 712485 w 1424955"/>
                <a:gd name="connsiteY3" fmla="*/ 402500 h 402500"/>
                <a:gd name="connsiteX4" fmla="*/ 15 w 1424955"/>
                <a:gd name="connsiteY4" fmla="*/ 262210 h 4025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24955" h="402500">
                  <a:moveTo>
                    <a:pt x="15" y="262210"/>
                  </a:moveTo>
                  <a:cubicBezTo>
                    <a:pt x="-2525" y="195127"/>
                    <a:pt x="303759" y="0"/>
                    <a:pt x="697245" y="0"/>
                  </a:cubicBezTo>
                  <a:cubicBezTo>
                    <a:pt x="1090731" y="0"/>
                    <a:pt x="1424955" y="184730"/>
                    <a:pt x="1424955" y="262210"/>
                  </a:cubicBezTo>
                  <a:cubicBezTo>
                    <a:pt x="1424955" y="339690"/>
                    <a:pt x="1105971" y="402500"/>
                    <a:pt x="712485" y="402500"/>
                  </a:cubicBezTo>
                  <a:cubicBezTo>
                    <a:pt x="318999" y="402500"/>
                    <a:pt x="2555" y="329293"/>
                    <a:pt x="15" y="262210"/>
                  </a:cubicBezTo>
                  <a:close/>
                </a:path>
              </a:pathLst>
            </a:custGeom>
            <a:solidFill>
              <a:schemeClr val="tx1"/>
            </a:solidFill>
            <a:ln w="12700" cap="flat" cmpd="sng" algn="ctr">
              <a:solidFill>
                <a:sysClr val="windowText" lastClr="000000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98" name="Cylinder 97">
              <a:extLst>
                <a:ext uri="{FF2B5EF4-FFF2-40B4-BE49-F238E27FC236}">
                  <a16:creationId xmlns:a16="http://schemas.microsoft.com/office/drawing/2014/main" id="{12B22E8B-2E24-4198-9292-A3FE3FDA90A9}"/>
                </a:ext>
              </a:extLst>
            </p:cNvPr>
            <p:cNvSpPr/>
            <p:nvPr/>
          </p:nvSpPr>
          <p:spPr>
            <a:xfrm>
              <a:off x="2681190" y="8290677"/>
              <a:ext cx="397246" cy="2288969"/>
            </a:xfrm>
            <a:prstGeom prst="can">
              <a:avLst/>
            </a:prstGeom>
            <a:grpFill/>
            <a:ln w="12700" cap="flat" cmpd="sng" algn="ctr">
              <a:solidFill>
                <a:sysClr val="windowText" lastClr="000000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99" name="Freeform: Shape 98">
              <a:extLst>
                <a:ext uri="{FF2B5EF4-FFF2-40B4-BE49-F238E27FC236}">
                  <a16:creationId xmlns:a16="http://schemas.microsoft.com/office/drawing/2014/main" id="{A8273A51-2161-47F0-9FB7-9D9271487646}"/>
                </a:ext>
              </a:extLst>
            </p:cNvPr>
            <p:cNvSpPr/>
            <p:nvPr/>
          </p:nvSpPr>
          <p:spPr>
            <a:xfrm>
              <a:off x="627187" y="7810182"/>
              <a:ext cx="4417118" cy="685760"/>
            </a:xfrm>
            <a:custGeom>
              <a:avLst/>
              <a:gdLst>
                <a:gd name="connsiteX0" fmla="*/ 2152529 w 4417118"/>
                <a:gd name="connsiteY0" fmla="*/ 191263 h 685760"/>
                <a:gd name="connsiteX1" fmla="*/ 2200434 w 4417118"/>
                <a:gd name="connsiteY1" fmla="*/ 192025 h 685760"/>
                <a:gd name="connsiteX2" fmla="*/ 2216305 w 4417118"/>
                <a:gd name="connsiteY2" fmla="*/ 191404 h 685760"/>
                <a:gd name="connsiteX3" fmla="*/ 836335 w 4417118"/>
                <a:gd name="connsiteY3" fmla="*/ 1267 h 685760"/>
                <a:gd name="connsiteX4" fmla="*/ 2216684 w 4417118"/>
                <a:gd name="connsiteY4" fmla="*/ 7913 h 685760"/>
                <a:gd name="connsiteX5" fmla="*/ 4404116 w 4417118"/>
                <a:gd name="connsiteY5" fmla="*/ 99659 h 685760"/>
                <a:gd name="connsiteX6" fmla="*/ 4379629 w 4417118"/>
                <a:gd name="connsiteY6" fmla="*/ 106779 h 685760"/>
                <a:gd name="connsiteX7" fmla="*/ 4417118 w 4417118"/>
                <a:gd name="connsiteY7" fmla="*/ 105313 h 685760"/>
                <a:gd name="connsiteX8" fmla="*/ 4417118 w 4417118"/>
                <a:gd name="connsiteY8" fmla="*/ 355289 h 685760"/>
                <a:gd name="connsiteX9" fmla="*/ 4391187 w 4417118"/>
                <a:gd name="connsiteY9" fmla="*/ 451639 h 685760"/>
                <a:gd name="connsiteX10" fmla="*/ 4362176 w 4417118"/>
                <a:gd name="connsiteY10" fmla="*/ 456390 h 685760"/>
                <a:gd name="connsiteX11" fmla="*/ 4395451 w 4417118"/>
                <a:gd name="connsiteY11" fmla="*/ 462571 h 685760"/>
                <a:gd name="connsiteX12" fmla="*/ 3165968 w 4417118"/>
                <a:gd name="connsiteY12" fmla="*/ 631330 h 685760"/>
                <a:gd name="connsiteX13" fmla="*/ 3137727 w 4417118"/>
                <a:gd name="connsiteY13" fmla="*/ 633520 h 685760"/>
                <a:gd name="connsiteX14" fmla="*/ 3035879 w 4417118"/>
                <a:gd name="connsiteY14" fmla="*/ 644767 h 685760"/>
                <a:gd name="connsiteX15" fmla="*/ 2195018 w 4417118"/>
                <a:gd name="connsiteY15" fmla="*/ 684974 h 685760"/>
                <a:gd name="connsiteX16" fmla="*/ 2173182 w 4417118"/>
                <a:gd name="connsiteY16" fmla="*/ 683624 h 685760"/>
                <a:gd name="connsiteX17" fmla="*/ 2130014 w 4417118"/>
                <a:gd name="connsiteY17" fmla="*/ 684325 h 685760"/>
                <a:gd name="connsiteX18" fmla="*/ 1496735 w 4417118"/>
                <a:gd name="connsiteY18" fmla="*/ 645019 h 685760"/>
                <a:gd name="connsiteX19" fmla="*/ 1239388 w 4417118"/>
                <a:gd name="connsiteY19" fmla="*/ 617081 h 685760"/>
                <a:gd name="connsiteX20" fmla="*/ 1062399 w 4417118"/>
                <a:gd name="connsiteY20" fmla="*/ 602164 h 685760"/>
                <a:gd name="connsiteX21" fmla="*/ 274479 w 4417118"/>
                <a:gd name="connsiteY21" fmla="*/ 476512 h 685760"/>
                <a:gd name="connsiteX22" fmla="*/ 265238 w 4417118"/>
                <a:gd name="connsiteY22" fmla="*/ 473954 h 685760"/>
                <a:gd name="connsiteX23" fmla="*/ 262680 w 4417118"/>
                <a:gd name="connsiteY23" fmla="*/ 473500 h 685760"/>
                <a:gd name="connsiteX24" fmla="*/ 37920 w 4417118"/>
                <a:gd name="connsiteY24" fmla="*/ 410568 h 685760"/>
                <a:gd name="connsiteX25" fmla="*/ 40608 w 4417118"/>
                <a:gd name="connsiteY25" fmla="*/ 410075 h 685760"/>
                <a:gd name="connsiteX26" fmla="*/ 29072 w 4417118"/>
                <a:gd name="connsiteY26" fmla="*/ 404056 h 685760"/>
                <a:gd name="connsiteX27" fmla="*/ 0 w 4417118"/>
                <a:gd name="connsiteY27" fmla="*/ 328204 h 685760"/>
                <a:gd name="connsiteX28" fmla="*/ 0 w 4417118"/>
                <a:gd name="connsiteY28" fmla="*/ 99897 h 685760"/>
                <a:gd name="connsiteX29" fmla="*/ 41476 w 4417118"/>
                <a:gd name="connsiteY29" fmla="*/ 99262 h 685760"/>
                <a:gd name="connsiteX30" fmla="*/ 13001 w 4417118"/>
                <a:gd name="connsiteY30" fmla="*/ 83407 h 685760"/>
                <a:gd name="connsiteX31" fmla="*/ 836335 w 4417118"/>
                <a:gd name="connsiteY31" fmla="*/ 1267 h 6857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</a:cxnLst>
              <a:rect l="l" t="t" r="r" b="b"/>
              <a:pathLst>
                <a:path w="4417118" h="685760">
                  <a:moveTo>
                    <a:pt x="2152529" y="191263"/>
                  </a:moveTo>
                  <a:lnTo>
                    <a:pt x="2200434" y="192025"/>
                  </a:lnTo>
                  <a:lnTo>
                    <a:pt x="2216305" y="191404"/>
                  </a:lnTo>
                  <a:close/>
                  <a:moveTo>
                    <a:pt x="836335" y="1267"/>
                  </a:moveTo>
                  <a:cubicBezTo>
                    <a:pt x="1297128" y="-3486"/>
                    <a:pt x="1850757" y="6559"/>
                    <a:pt x="2216684" y="7913"/>
                  </a:cubicBezTo>
                  <a:cubicBezTo>
                    <a:pt x="2948537" y="10621"/>
                    <a:pt x="4404116" y="48989"/>
                    <a:pt x="4404116" y="99659"/>
                  </a:cubicBezTo>
                  <a:lnTo>
                    <a:pt x="4379629" y="106779"/>
                  </a:lnTo>
                  <a:lnTo>
                    <a:pt x="4417118" y="105313"/>
                  </a:lnTo>
                  <a:lnTo>
                    <a:pt x="4417118" y="355289"/>
                  </a:lnTo>
                  <a:cubicBezTo>
                    <a:pt x="4417118" y="381577"/>
                    <a:pt x="4417475" y="451639"/>
                    <a:pt x="4391187" y="451639"/>
                  </a:cubicBezTo>
                  <a:lnTo>
                    <a:pt x="4362176" y="456390"/>
                  </a:lnTo>
                  <a:lnTo>
                    <a:pt x="4395451" y="462571"/>
                  </a:lnTo>
                  <a:cubicBezTo>
                    <a:pt x="4395451" y="494240"/>
                    <a:pt x="3794208" y="576331"/>
                    <a:pt x="3165968" y="631330"/>
                  </a:cubicBezTo>
                  <a:lnTo>
                    <a:pt x="3137727" y="633520"/>
                  </a:lnTo>
                  <a:lnTo>
                    <a:pt x="3035879" y="644767"/>
                  </a:lnTo>
                  <a:cubicBezTo>
                    <a:pt x="2747784" y="673024"/>
                    <a:pt x="2460736" y="689664"/>
                    <a:pt x="2195018" y="684974"/>
                  </a:cubicBezTo>
                  <a:lnTo>
                    <a:pt x="2173182" y="683624"/>
                  </a:lnTo>
                  <a:lnTo>
                    <a:pt x="2130014" y="684325"/>
                  </a:lnTo>
                  <a:cubicBezTo>
                    <a:pt x="1948450" y="682158"/>
                    <a:pt x="1726912" y="667131"/>
                    <a:pt x="1496735" y="645019"/>
                  </a:cubicBezTo>
                  <a:lnTo>
                    <a:pt x="1239388" y="617081"/>
                  </a:lnTo>
                  <a:lnTo>
                    <a:pt x="1062399" y="602164"/>
                  </a:lnTo>
                  <a:cubicBezTo>
                    <a:pt x="781952" y="572658"/>
                    <a:pt x="512552" y="533250"/>
                    <a:pt x="274479" y="476512"/>
                  </a:cubicBezTo>
                  <a:lnTo>
                    <a:pt x="265238" y="473954"/>
                  </a:lnTo>
                  <a:lnTo>
                    <a:pt x="262680" y="473500"/>
                  </a:lnTo>
                  <a:cubicBezTo>
                    <a:pt x="123285" y="446137"/>
                    <a:pt x="37920" y="423235"/>
                    <a:pt x="37920" y="410568"/>
                  </a:cubicBezTo>
                  <a:lnTo>
                    <a:pt x="40608" y="410075"/>
                  </a:lnTo>
                  <a:lnTo>
                    <a:pt x="29072" y="404056"/>
                  </a:lnTo>
                  <a:cubicBezTo>
                    <a:pt x="11987" y="386166"/>
                    <a:pt x="0" y="347921"/>
                    <a:pt x="0" y="328204"/>
                  </a:cubicBezTo>
                  <a:lnTo>
                    <a:pt x="0" y="99897"/>
                  </a:lnTo>
                  <a:lnTo>
                    <a:pt x="41476" y="99262"/>
                  </a:lnTo>
                  <a:lnTo>
                    <a:pt x="13001" y="83407"/>
                  </a:lnTo>
                  <a:cubicBezTo>
                    <a:pt x="7584" y="25570"/>
                    <a:pt x="375542" y="6020"/>
                    <a:pt x="836335" y="1267"/>
                  </a:cubicBezTo>
                  <a:close/>
                </a:path>
              </a:pathLst>
            </a:custGeom>
            <a:grpFill/>
            <a:ln w="12700" cap="flat" cmpd="sng" algn="ctr">
              <a:solidFill>
                <a:sysClr val="windowText" lastClr="000000"/>
              </a:solidFill>
              <a:prstDash val="solid"/>
              <a:miter lim="800000"/>
            </a:ln>
            <a:effectLst/>
          </p:spPr>
          <p:txBody>
            <a:bodyPr wrap="square" rtlCol="0" anchor="ctr"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</p:grpSp>
      <p:grpSp>
        <p:nvGrpSpPr>
          <p:cNvPr id="100" name="Group 99">
            <a:extLst>
              <a:ext uri="{FF2B5EF4-FFF2-40B4-BE49-F238E27FC236}">
                <a16:creationId xmlns:a16="http://schemas.microsoft.com/office/drawing/2014/main" id="{F8000188-BA1D-4DC5-930A-37AA8A9906F7}"/>
              </a:ext>
            </a:extLst>
          </p:cNvPr>
          <p:cNvGrpSpPr/>
          <p:nvPr/>
        </p:nvGrpSpPr>
        <p:grpSpPr>
          <a:xfrm flipH="1">
            <a:off x="1434889" y="5761691"/>
            <a:ext cx="1243050" cy="704888"/>
            <a:chOff x="8792439" y="4037833"/>
            <a:chExt cx="731825" cy="414991"/>
          </a:xfrm>
        </p:grpSpPr>
        <p:sp>
          <p:nvSpPr>
            <p:cNvPr id="101" name="Block Arc 100">
              <a:extLst>
                <a:ext uri="{FF2B5EF4-FFF2-40B4-BE49-F238E27FC236}">
                  <a16:creationId xmlns:a16="http://schemas.microsoft.com/office/drawing/2014/main" id="{8B8C88E7-EBE1-467C-AC0D-DC783648F0B0}"/>
                </a:ext>
              </a:extLst>
            </p:cNvPr>
            <p:cNvSpPr/>
            <p:nvPr/>
          </p:nvSpPr>
          <p:spPr>
            <a:xfrm rot="8542811">
              <a:off x="9313559" y="4091284"/>
              <a:ext cx="210705" cy="174611"/>
            </a:xfrm>
            <a:prstGeom prst="blockArc">
              <a:avLst>
                <a:gd name="adj1" fmla="val 9254143"/>
                <a:gd name="adj2" fmla="val 19683396"/>
                <a:gd name="adj3" fmla="val 15644"/>
              </a:avLst>
            </a:prstGeom>
            <a:solidFill>
              <a:sysClr val="window" lastClr="FFFFFF"/>
            </a:solidFill>
            <a:ln w="12700" cap="flat" cmpd="sng" algn="ctr">
              <a:solidFill>
                <a:sysClr val="windowText" lastClr="000000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02" name="Oval 101">
              <a:extLst>
                <a:ext uri="{FF2B5EF4-FFF2-40B4-BE49-F238E27FC236}">
                  <a16:creationId xmlns:a16="http://schemas.microsoft.com/office/drawing/2014/main" id="{882344C1-2B1A-4B46-9D78-CC08DA4D50BC}"/>
                </a:ext>
              </a:extLst>
            </p:cNvPr>
            <p:cNvSpPr/>
            <p:nvPr/>
          </p:nvSpPr>
          <p:spPr>
            <a:xfrm>
              <a:off x="8792439" y="4333249"/>
              <a:ext cx="728935" cy="119575"/>
            </a:xfrm>
            <a:prstGeom prst="ellipse">
              <a:avLst/>
            </a:prstGeom>
            <a:solidFill>
              <a:sysClr val="window" lastClr="FFFFFF"/>
            </a:solidFill>
            <a:ln w="28575" cap="flat" cmpd="sng" algn="ctr">
              <a:solidFill>
                <a:sysClr val="windowText" lastClr="000000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03" name="Oval 493">
              <a:extLst>
                <a:ext uri="{FF2B5EF4-FFF2-40B4-BE49-F238E27FC236}">
                  <a16:creationId xmlns:a16="http://schemas.microsoft.com/office/drawing/2014/main" id="{77CDF963-4E90-49AE-A073-AB1A3E8A15DB}"/>
                </a:ext>
              </a:extLst>
            </p:cNvPr>
            <p:cNvSpPr/>
            <p:nvPr/>
          </p:nvSpPr>
          <p:spPr>
            <a:xfrm>
              <a:off x="8839592" y="4037833"/>
              <a:ext cx="620420" cy="381590"/>
            </a:xfrm>
            <a:custGeom>
              <a:avLst/>
              <a:gdLst>
                <a:gd name="connsiteX0" fmla="*/ 0 w 620419"/>
                <a:gd name="connsiteY0" fmla="*/ 22860 h 45719"/>
                <a:gd name="connsiteX1" fmla="*/ 310210 w 620419"/>
                <a:gd name="connsiteY1" fmla="*/ 0 h 45719"/>
                <a:gd name="connsiteX2" fmla="*/ 620420 w 620419"/>
                <a:gd name="connsiteY2" fmla="*/ 22860 h 45719"/>
                <a:gd name="connsiteX3" fmla="*/ 310210 w 620419"/>
                <a:gd name="connsiteY3" fmla="*/ 45720 h 45719"/>
                <a:gd name="connsiteX4" fmla="*/ 0 w 620419"/>
                <a:gd name="connsiteY4" fmla="*/ 22860 h 45719"/>
                <a:gd name="connsiteX0" fmla="*/ 0 w 620420"/>
                <a:gd name="connsiteY0" fmla="*/ 34880 h 381590"/>
                <a:gd name="connsiteX1" fmla="*/ 310210 w 620420"/>
                <a:gd name="connsiteY1" fmla="*/ 12020 h 381590"/>
                <a:gd name="connsiteX2" fmla="*/ 620420 w 620420"/>
                <a:gd name="connsiteY2" fmla="*/ 34880 h 381590"/>
                <a:gd name="connsiteX3" fmla="*/ 310210 w 620420"/>
                <a:gd name="connsiteY3" fmla="*/ 381590 h 381590"/>
                <a:gd name="connsiteX4" fmla="*/ 0 w 620420"/>
                <a:gd name="connsiteY4" fmla="*/ 34880 h 381590"/>
                <a:gd name="connsiteX0" fmla="*/ 0 w 620420"/>
                <a:gd name="connsiteY0" fmla="*/ 34880 h 381590"/>
                <a:gd name="connsiteX1" fmla="*/ 310210 w 620420"/>
                <a:gd name="connsiteY1" fmla="*/ 12020 h 381590"/>
                <a:gd name="connsiteX2" fmla="*/ 620420 w 620420"/>
                <a:gd name="connsiteY2" fmla="*/ 34880 h 381590"/>
                <a:gd name="connsiteX3" fmla="*/ 310210 w 620420"/>
                <a:gd name="connsiteY3" fmla="*/ 381590 h 381590"/>
                <a:gd name="connsiteX4" fmla="*/ 0 w 620420"/>
                <a:gd name="connsiteY4" fmla="*/ 34880 h 38159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20420" h="381590">
                  <a:moveTo>
                    <a:pt x="0" y="34880"/>
                  </a:moveTo>
                  <a:cubicBezTo>
                    <a:pt x="0" y="-26715"/>
                    <a:pt x="138886" y="12020"/>
                    <a:pt x="310210" y="12020"/>
                  </a:cubicBezTo>
                  <a:cubicBezTo>
                    <a:pt x="481534" y="12020"/>
                    <a:pt x="620420" y="22255"/>
                    <a:pt x="620420" y="34880"/>
                  </a:cubicBezTo>
                  <a:cubicBezTo>
                    <a:pt x="620420" y="47505"/>
                    <a:pt x="557734" y="381590"/>
                    <a:pt x="310210" y="381590"/>
                  </a:cubicBezTo>
                  <a:cubicBezTo>
                    <a:pt x="62686" y="381590"/>
                    <a:pt x="0" y="96475"/>
                    <a:pt x="0" y="34880"/>
                  </a:cubicBezTo>
                  <a:close/>
                </a:path>
              </a:pathLst>
            </a:custGeom>
            <a:solidFill>
              <a:sysClr val="window" lastClr="FFFFFF"/>
            </a:solidFill>
            <a:ln w="12700" cap="flat" cmpd="sng" algn="ctr">
              <a:solidFill>
                <a:sysClr val="windowText" lastClr="000000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</p:grpSp>
      <p:pic>
        <p:nvPicPr>
          <p:cNvPr id="104" name="mouthwhite">
            <a:hlinkClick r:id="" action="ppaction://media"/>
            <a:extLst>
              <a:ext uri="{FF2B5EF4-FFF2-40B4-BE49-F238E27FC236}">
                <a16:creationId xmlns:a16="http://schemas.microsoft.com/office/drawing/2014/main" id="{D47B7DA2-2483-4282-8D1A-6CC0AC271210}"/>
              </a:ext>
            </a:extLst>
          </p:cNvPr>
          <p:cNvPicPr>
            <a:picLocks noChangeAspect="1"/>
          </p:cNvPicPr>
          <p:nvPr>
            <a:videoFile r:link="rId1"/>
            <p:extLst>
              <p:ext uri="{DAA4B4D4-6D71-4841-9C94-3DE7FCFB9230}">
                <p14:media xmlns:p14="http://schemas.microsoft.com/office/powerpoint/2010/main" r:embed="rId2">
                  <p14:trim st="396" end="2805.3"/>
                </p14:media>
              </p:ext>
            </p:extLst>
          </p:nvPr>
        </p:nvPicPr>
        <p:blipFill rotWithShape="1">
          <a:blip r:embed="rId6"/>
          <a:srcRect l="50000" t="21029" r="43704" b="69424"/>
          <a:stretch>
            <a:fillRect/>
          </a:stretch>
        </p:blipFill>
        <p:spPr>
          <a:xfrm>
            <a:off x="2139754" y="4933949"/>
            <a:ext cx="211528" cy="180421"/>
          </a:xfrm>
          <a:prstGeom prst="rect">
            <a:avLst/>
          </a:prstGeom>
        </p:spPr>
      </p:pic>
      <p:pic>
        <p:nvPicPr>
          <p:cNvPr id="105" name="ttsMP3.com_VoiceText_2025-1-13_0-26-47">
            <a:hlinkClick r:id="" action="ppaction://media"/>
            <a:extLst>
              <a:ext uri="{FF2B5EF4-FFF2-40B4-BE49-F238E27FC236}">
                <a16:creationId xmlns:a16="http://schemas.microsoft.com/office/drawing/2014/main" id="{4F677656-C6BC-4A07-8658-8F13CB71DB08}"/>
              </a:ext>
            </a:extLst>
          </p:cNvPr>
          <p:cNvPicPr>
            <a:picLocks noChangeAspect="1"/>
          </p:cNvPicPr>
          <p:nvPr>
            <a:audioFile r:link="rId4"/>
            <p:extLst>
              <p:ext uri="{DAA4B4D4-6D71-4841-9C94-3DE7FCFB9230}">
                <p14:media xmlns:p14="http://schemas.microsoft.com/office/powerpoint/2010/main" r:embed="rId3"/>
              </p:ext>
            </p:extLst>
          </p:nvPr>
        </p:nvPicPr>
        <p:blipFill>
          <a:blip r:embed="rId7"/>
          <a:stretch>
            <a:fillRect/>
          </a:stretch>
        </p:blipFill>
        <p:spPr>
          <a:xfrm>
            <a:off x="3124200" y="5791200"/>
            <a:ext cx="609600" cy="609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06831953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3000"/>
    </mc:Choice>
    <mc:Fallback>
      <p:transition spd="slow" advTm="300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815" fill="hold"/>
                                        <p:tgtEl>
                                          <p:spTgt spid="10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  <p:par>
                                <p:cTn id="7" presetID="1" presetClass="mediacall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8" dur="6528" fill="hold"/>
                                        <p:tgtEl>
                                          <p:spTgt spid="105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seq concurrent="1" nextAc="seek">
              <p:cTn id="9" restart="whenNotActive" fill="hold" evtFilter="cancelBubble" nodeType="interactiveSeq">
                <p:stCondLst>
                  <p:cond evt="onClick" delay="0">
                    <p:tgtEl>
                      <p:spTgt spid="104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0" fill="hold">
                      <p:stCondLst>
                        <p:cond delay="0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3" dur="1" fill="hold"/>
                                        <p:tgtEl>
                                          <p:spTgt spid="10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04"/>
                  </p:tgtEl>
                </p:cond>
              </p:nextCondLst>
            </p:seq>
            <p:video>
              <p:cMediaNode vol="80000" showWhenStopped="0">
                <p:cTn id="14" repeatCount="indefinite" fill="hold" display="0">
                  <p:stCondLst>
                    <p:cond delay="indefinite"/>
                  </p:stCondLst>
                </p:cTn>
                <p:tgtEl>
                  <p:spTgt spid="104"/>
                </p:tgtEl>
              </p:cMediaNode>
            </p:video>
            <p:audio>
              <p:cMediaNode vol="80000" showWhenStopped="0">
                <p:cTn id="15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105"/>
                </p:tgtEl>
              </p:cMediaNode>
            </p:audio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2" name="Group 71">
            <a:extLst>
              <a:ext uri="{FF2B5EF4-FFF2-40B4-BE49-F238E27FC236}">
                <a16:creationId xmlns:a16="http://schemas.microsoft.com/office/drawing/2014/main" id="{EC67B1F0-C383-4492-8215-09DAF4087176}"/>
              </a:ext>
            </a:extLst>
          </p:cNvPr>
          <p:cNvGrpSpPr/>
          <p:nvPr/>
        </p:nvGrpSpPr>
        <p:grpSpPr>
          <a:xfrm flipH="1">
            <a:off x="2046788" y="2787458"/>
            <a:ext cx="4395156" cy="5973245"/>
            <a:chOff x="1481769" y="3123982"/>
            <a:chExt cx="4395156" cy="5973245"/>
          </a:xfrm>
          <a:solidFill>
            <a:schemeClr val="bg1"/>
          </a:solidFill>
        </p:grpSpPr>
        <p:sp>
          <p:nvSpPr>
            <p:cNvPr id="73" name="Rectangle 72">
              <a:extLst>
                <a:ext uri="{FF2B5EF4-FFF2-40B4-BE49-F238E27FC236}">
                  <a16:creationId xmlns:a16="http://schemas.microsoft.com/office/drawing/2014/main" id="{F78AAEE3-C0B6-439F-9A0B-4EB9361C0906}"/>
                </a:ext>
              </a:extLst>
            </p:cNvPr>
            <p:cNvSpPr/>
            <p:nvPr/>
          </p:nvSpPr>
          <p:spPr>
            <a:xfrm rot="5400000">
              <a:off x="2977945" y="1781138"/>
              <a:ext cx="366389" cy="3053946"/>
            </a:xfrm>
            <a:prstGeom prst="rect">
              <a:avLst/>
            </a:prstGeom>
            <a:solidFill>
              <a:schemeClr val="tx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74" name="Rectangle 73">
              <a:extLst>
                <a:ext uri="{FF2B5EF4-FFF2-40B4-BE49-F238E27FC236}">
                  <a16:creationId xmlns:a16="http://schemas.microsoft.com/office/drawing/2014/main" id="{3627EC73-FFA6-4321-B142-0DBF3D4FD889}"/>
                </a:ext>
              </a:extLst>
            </p:cNvPr>
            <p:cNvSpPr/>
            <p:nvPr/>
          </p:nvSpPr>
          <p:spPr>
            <a:xfrm rot="5400000">
              <a:off x="3021919" y="3301439"/>
              <a:ext cx="366389" cy="3166373"/>
            </a:xfrm>
            <a:prstGeom prst="rect">
              <a:avLst/>
            </a:prstGeom>
            <a:solidFill>
              <a:schemeClr val="tx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75" name="Rectangle 74">
              <a:extLst>
                <a:ext uri="{FF2B5EF4-FFF2-40B4-BE49-F238E27FC236}">
                  <a16:creationId xmlns:a16="http://schemas.microsoft.com/office/drawing/2014/main" id="{CD57AAE5-ED36-4C76-AE60-0949743D3DB8}"/>
                </a:ext>
              </a:extLst>
            </p:cNvPr>
            <p:cNvSpPr/>
            <p:nvPr/>
          </p:nvSpPr>
          <p:spPr>
            <a:xfrm>
              <a:off x="1481769" y="3124200"/>
              <a:ext cx="310888" cy="5772150"/>
            </a:xfrm>
            <a:prstGeom prst="rect">
              <a:avLst/>
            </a:prstGeom>
            <a:solidFill>
              <a:schemeClr val="tx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6" name="Rectangle 75">
              <a:extLst>
                <a:ext uri="{FF2B5EF4-FFF2-40B4-BE49-F238E27FC236}">
                  <a16:creationId xmlns:a16="http://schemas.microsoft.com/office/drawing/2014/main" id="{51FA4BB7-CE79-49FB-A4D3-9D82D4D2D56F}"/>
                </a:ext>
              </a:extLst>
            </p:cNvPr>
            <p:cNvSpPr/>
            <p:nvPr/>
          </p:nvSpPr>
          <p:spPr>
            <a:xfrm>
              <a:off x="4489651" y="3123982"/>
              <a:ext cx="310888" cy="5772150"/>
            </a:xfrm>
            <a:prstGeom prst="rect">
              <a:avLst/>
            </a:prstGeom>
            <a:solidFill>
              <a:schemeClr val="tx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7" name="Rectangle 76">
              <a:extLst>
                <a:ext uri="{FF2B5EF4-FFF2-40B4-BE49-F238E27FC236}">
                  <a16:creationId xmlns:a16="http://schemas.microsoft.com/office/drawing/2014/main" id="{7ED891D5-9A9A-474C-973C-DC51F5AD36AC}"/>
                </a:ext>
              </a:extLst>
            </p:cNvPr>
            <p:cNvSpPr/>
            <p:nvPr/>
          </p:nvSpPr>
          <p:spPr>
            <a:xfrm>
              <a:off x="2073647" y="7030636"/>
              <a:ext cx="366389" cy="2066591"/>
            </a:xfrm>
            <a:prstGeom prst="rect">
              <a:avLst/>
            </a:prstGeom>
            <a:solidFill>
              <a:schemeClr val="tx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78" name="Rectangle 77">
              <a:extLst>
                <a:ext uri="{FF2B5EF4-FFF2-40B4-BE49-F238E27FC236}">
                  <a16:creationId xmlns:a16="http://schemas.microsoft.com/office/drawing/2014/main" id="{A05EAA5B-FCCD-4527-940B-1391FA11E61D}"/>
                </a:ext>
              </a:extLst>
            </p:cNvPr>
            <p:cNvSpPr/>
            <p:nvPr/>
          </p:nvSpPr>
          <p:spPr>
            <a:xfrm>
              <a:off x="5331441" y="7016119"/>
              <a:ext cx="366389" cy="2066591"/>
            </a:xfrm>
            <a:prstGeom prst="rect">
              <a:avLst/>
            </a:prstGeom>
            <a:solidFill>
              <a:schemeClr val="tx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79" name="Rectangle 69">
              <a:extLst>
                <a:ext uri="{FF2B5EF4-FFF2-40B4-BE49-F238E27FC236}">
                  <a16:creationId xmlns:a16="http://schemas.microsoft.com/office/drawing/2014/main" id="{49662BCA-0EBB-4505-9A03-AF91F6029EEA}"/>
                </a:ext>
              </a:extLst>
            </p:cNvPr>
            <p:cNvSpPr/>
            <p:nvPr/>
          </p:nvSpPr>
          <p:spPr>
            <a:xfrm>
              <a:off x="1488276" y="6277683"/>
              <a:ext cx="592732" cy="949226"/>
            </a:xfrm>
            <a:custGeom>
              <a:avLst/>
              <a:gdLst>
                <a:gd name="connsiteX0" fmla="*/ 0 w 699888"/>
                <a:gd name="connsiteY0" fmla="*/ 0 h 234057"/>
                <a:gd name="connsiteX1" fmla="*/ 699888 w 699888"/>
                <a:gd name="connsiteY1" fmla="*/ 0 h 234057"/>
                <a:gd name="connsiteX2" fmla="*/ 699888 w 699888"/>
                <a:gd name="connsiteY2" fmla="*/ 234057 h 234057"/>
                <a:gd name="connsiteX3" fmla="*/ 0 w 699888"/>
                <a:gd name="connsiteY3" fmla="*/ 234057 h 234057"/>
                <a:gd name="connsiteX4" fmla="*/ 0 w 699888"/>
                <a:gd name="connsiteY4" fmla="*/ 0 h 234057"/>
                <a:gd name="connsiteX0" fmla="*/ 0 w 699888"/>
                <a:gd name="connsiteY0" fmla="*/ 0 h 970657"/>
                <a:gd name="connsiteX1" fmla="*/ 699888 w 699888"/>
                <a:gd name="connsiteY1" fmla="*/ 0 h 970657"/>
                <a:gd name="connsiteX2" fmla="*/ 604638 w 699888"/>
                <a:gd name="connsiteY2" fmla="*/ 970657 h 970657"/>
                <a:gd name="connsiteX3" fmla="*/ 0 w 699888"/>
                <a:gd name="connsiteY3" fmla="*/ 234057 h 970657"/>
                <a:gd name="connsiteX4" fmla="*/ 0 w 699888"/>
                <a:gd name="connsiteY4" fmla="*/ 0 h 970657"/>
                <a:gd name="connsiteX0" fmla="*/ 0 w 630038"/>
                <a:gd name="connsiteY0" fmla="*/ 0 h 970657"/>
                <a:gd name="connsiteX1" fmla="*/ 630038 w 630038"/>
                <a:gd name="connsiteY1" fmla="*/ 723900 h 970657"/>
                <a:gd name="connsiteX2" fmla="*/ 604638 w 630038"/>
                <a:gd name="connsiteY2" fmla="*/ 970657 h 970657"/>
                <a:gd name="connsiteX3" fmla="*/ 0 w 630038"/>
                <a:gd name="connsiteY3" fmla="*/ 234057 h 970657"/>
                <a:gd name="connsiteX4" fmla="*/ 0 w 630038"/>
                <a:gd name="connsiteY4" fmla="*/ 0 h 970657"/>
                <a:gd name="connsiteX0" fmla="*/ 0 w 604638"/>
                <a:gd name="connsiteY0" fmla="*/ 0 h 970657"/>
                <a:gd name="connsiteX1" fmla="*/ 587175 w 604638"/>
                <a:gd name="connsiteY1" fmla="*/ 726282 h 970657"/>
                <a:gd name="connsiteX2" fmla="*/ 604638 w 604638"/>
                <a:gd name="connsiteY2" fmla="*/ 970657 h 970657"/>
                <a:gd name="connsiteX3" fmla="*/ 0 w 604638"/>
                <a:gd name="connsiteY3" fmla="*/ 234057 h 970657"/>
                <a:gd name="connsiteX4" fmla="*/ 0 w 604638"/>
                <a:gd name="connsiteY4" fmla="*/ 0 h 970657"/>
                <a:gd name="connsiteX0" fmla="*/ 0 w 592732"/>
                <a:gd name="connsiteY0" fmla="*/ 0 h 961132"/>
                <a:gd name="connsiteX1" fmla="*/ 587175 w 592732"/>
                <a:gd name="connsiteY1" fmla="*/ 726282 h 961132"/>
                <a:gd name="connsiteX2" fmla="*/ 592732 w 592732"/>
                <a:gd name="connsiteY2" fmla="*/ 961132 h 961132"/>
                <a:gd name="connsiteX3" fmla="*/ 0 w 592732"/>
                <a:gd name="connsiteY3" fmla="*/ 234057 h 961132"/>
                <a:gd name="connsiteX4" fmla="*/ 0 w 592732"/>
                <a:gd name="connsiteY4" fmla="*/ 0 h 961132"/>
                <a:gd name="connsiteX0" fmla="*/ 0 w 592732"/>
                <a:gd name="connsiteY0" fmla="*/ 0 h 949226"/>
                <a:gd name="connsiteX1" fmla="*/ 587175 w 592732"/>
                <a:gd name="connsiteY1" fmla="*/ 726282 h 949226"/>
                <a:gd name="connsiteX2" fmla="*/ 592732 w 592732"/>
                <a:gd name="connsiteY2" fmla="*/ 949226 h 949226"/>
                <a:gd name="connsiteX3" fmla="*/ 0 w 592732"/>
                <a:gd name="connsiteY3" fmla="*/ 234057 h 949226"/>
                <a:gd name="connsiteX4" fmla="*/ 0 w 592732"/>
                <a:gd name="connsiteY4" fmla="*/ 0 h 9492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92732" h="949226">
                  <a:moveTo>
                    <a:pt x="0" y="0"/>
                  </a:moveTo>
                  <a:lnTo>
                    <a:pt x="587175" y="726282"/>
                  </a:lnTo>
                  <a:lnTo>
                    <a:pt x="592732" y="949226"/>
                  </a:lnTo>
                  <a:lnTo>
                    <a:pt x="0" y="23405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0" name="Flowchart: Manual Operation 61">
              <a:extLst>
                <a:ext uri="{FF2B5EF4-FFF2-40B4-BE49-F238E27FC236}">
                  <a16:creationId xmlns:a16="http://schemas.microsoft.com/office/drawing/2014/main" id="{D874E2D6-FEE3-4F7F-AEB3-5CB14C5802A2}"/>
                </a:ext>
              </a:extLst>
            </p:cNvPr>
            <p:cNvSpPr/>
            <p:nvPr/>
          </p:nvSpPr>
          <p:spPr>
            <a:xfrm flipV="1">
              <a:off x="1486224" y="6281085"/>
              <a:ext cx="4390701" cy="731632"/>
            </a:xfrm>
            <a:custGeom>
              <a:avLst/>
              <a:gdLst>
                <a:gd name="connsiteX0" fmla="*/ 0 w 10000"/>
                <a:gd name="connsiteY0" fmla="*/ 0 h 10000"/>
                <a:gd name="connsiteX1" fmla="*/ 10000 w 10000"/>
                <a:gd name="connsiteY1" fmla="*/ 0 h 10000"/>
                <a:gd name="connsiteX2" fmla="*/ 8000 w 10000"/>
                <a:gd name="connsiteY2" fmla="*/ 10000 h 10000"/>
                <a:gd name="connsiteX3" fmla="*/ 2000 w 10000"/>
                <a:gd name="connsiteY3" fmla="*/ 10000 h 10000"/>
                <a:gd name="connsiteX4" fmla="*/ 0 w 10000"/>
                <a:gd name="connsiteY4" fmla="*/ 0 h 10000"/>
                <a:gd name="connsiteX0" fmla="*/ 213 w 8000"/>
                <a:gd name="connsiteY0" fmla="*/ 0 h 10406"/>
                <a:gd name="connsiteX1" fmla="*/ 8000 w 8000"/>
                <a:gd name="connsiteY1" fmla="*/ 406 h 10406"/>
                <a:gd name="connsiteX2" fmla="*/ 6000 w 8000"/>
                <a:gd name="connsiteY2" fmla="*/ 10406 h 10406"/>
                <a:gd name="connsiteX3" fmla="*/ 0 w 8000"/>
                <a:gd name="connsiteY3" fmla="*/ 10406 h 10406"/>
                <a:gd name="connsiteX4" fmla="*/ 213 w 8000"/>
                <a:gd name="connsiteY4" fmla="*/ 0 h 10406"/>
                <a:gd name="connsiteX0" fmla="*/ 309 w 10000"/>
                <a:gd name="connsiteY0" fmla="*/ 0 h 9829"/>
                <a:gd name="connsiteX1" fmla="*/ 10000 w 10000"/>
                <a:gd name="connsiteY1" fmla="*/ 219 h 9829"/>
                <a:gd name="connsiteX2" fmla="*/ 7500 w 10000"/>
                <a:gd name="connsiteY2" fmla="*/ 9829 h 9829"/>
                <a:gd name="connsiteX3" fmla="*/ 0 w 10000"/>
                <a:gd name="connsiteY3" fmla="*/ 9829 h 9829"/>
                <a:gd name="connsiteX4" fmla="*/ 309 w 10000"/>
                <a:gd name="connsiteY4" fmla="*/ 0 h 9829"/>
                <a:gd name="connsiteX0" fmla="*/ 1379 w 10000"/>
                <a:gd name="connsiteY0" fmla="*/ 0 h 10000"/>
                <a:gd name="connsiteX1" fmla="*/ 10000 w 10000"/>
                <a:gd name="connsiteY1" fmla="*/ 223 h 10000"/>
                <a:gd name="connsiteX2" fmla="*/ 7500 w 10000"/>
                <a:gd name="connsiteY2" fmla="*/ 10000 h 10000"/>
                <a:gd name="connsiteX3" fmla="*/ 0 w 10000"/>
                <a:gd name="connsiteY3" fmla="*/ 10000 h 10000"/>
                <a:gd name="connsiteX4" fmla="*/ 1379 w 10000"/>
                <a:gd name="connsiteY4" fmla="*/ 0 h 10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0000" h="10000">
                  <a:moveTo>
                    <a:pt x="1379" y="0"/>
                  </a:moveTo>
                  <a:lnTo>
                    <a:pt x="10000" y="223"/>
                  </a:lnTo>
                  <a:lnTo>
                    <a:pt x="7500" y="10000"/>
                  </a:lnTo>
                  <a:lnTo>
                    <a:pt x="0" y="10000"/>
                  </a:lnTo>
                  <a:lnTo>
                    <a:pt x="1379" y="0"/>
                  </a:lnTo>
                  <a:close/>
                </a:path>
              </a:pathLst>
            </a:custGeom>
            <a:grp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1" name="Rectangle 80">
              <a:extLst>
                <a:ext uri="{FF2B5EF4-FFF2-40B4-BE49-F238E27FC236}">
                  <a16:creationId xmlns:a16="http://schemas.microsoft.com/office/drawing/2014/main" id="{3D37019F-C88A-4819-AE52-3F06041B64E7}"/>
                </a:ext>
              </a:extLst>
            </p:cNvPr>
            <p:cNvSpPr/>
            <p:nvPr/>
          </p:nvSpPr>
          <p:spPr>
            <a:xfrm>
              <a:off x="2073647" y="6997673"/>
              <a:ext cx="3803278" cy="234057"/>
            </a:xfrm>
            <a:prstGeom prst="rect">
              <a:avLst/>
            </a:prstGeom>
            <a:grp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92" name="Group 91">
            <a:extLst>
              <a:ext uri="{FF2B5EF4-FFF2-40B4-BE49-F238E27FC236}">
                <a16:creationId xmlns:a16="http://schemas.microsoft.com/office/drawing/2014/main" id="{5F686C9C-B251-4AAF-8C4B-EC0A6A0E5E95}"/>
              </a:ext>
            </a:extLst>
          </p:cNvPr>
          <p:cNvGrpSpPr/>
          <p:nvPr/>
        </p:nvGrpSpPr>
        <p:grpSpPr>
          <a:xfrm>
            <a:off x="2780995" y="-770886"/>
            <a:ext cx="1787011" cy="2356393"/>
            <a:chOff x="2253647" y="285105"/>
            <a:chExt cx="1787011" cy="2356393"/>
          </a:xfrm>
        </p:grpSpPr>
        <p:sp>
          <p:nvSpPr>
            <p:cNvPr id="93" name="Oval 92">
              <a:extLst>
                <a:ext uri="{FF2B5EF4-FFF2-40B4-BE49-F238E27FC236}">
                  <a16:creationId xmlns:a16="http://schemas.microsoft.com/office/drawing/2014/main" id="{1850F090-D6D2-4089-BF76-7A3972D6DC9D}"/>
                </a:ext>
              </a:extLst>
            </p:cNvPr>
            <p:cNvSpPr/>
            <p:nvPr/>
          </p:nvSpPr>
          <p:spPr>
            <a:xfrm>
              <a:off x="2984178" y="1637775"/>
              <a:ext cx="340713" cy="1003723"/>
            </a:xfrm>
            <a:prstGeom prst="ellipse">
              <a:avLst/>
            </a:prstGeom>
            <a:solidFill>
              <a:schemeClr val="bg1"/>
            </a:solidFill>
            <a:ln w="12700" cap="flat" cmpd="sng" algn="ctr">
              <a:solidFill>
                <a:schemeClr val="tx1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cxnSp>
          <p:nvCxnSpPr>
            <p:cNvPr id="94" name="Straight Connector 93">
              <a:extLst>
                <a:ext uri="{FF2B5EF4-FFF2-40B4-BE49-F238E27FC236}">
                  <a16:creationId xmlns:a16="http://schemas.microsoft.com/office/drawing/2014/main" id="{87BF3A99-0EDD-4545-AC11-C797C41C97BD}"/>
                </a:ext>
              </a:extLst>
            </p:cNvPr>
            <p:cNvCxnSpPr/>
            <p:nvPr/>
          </p:nvCxnSpPr>
          <p:spPr>
            <a:xfrm>
              <a:off x="3143199" y="285105"/>
              <a:ext cx="0" cy="997499"/>
            </a:xfrm>
            <a:prstGeom prst="line">
              <a:avLst/>
            </a:prstGeom>
            <a:noFill/>
            <a:ln w="6350" cap="flat" cmpd="sng" algn="ctr">
              <a:solidFill>
                <a:schemeClr val="tx1"/>
              </a:solidFill>
              <a:prstDash val="solid"/>
              <a:miter lim="800000"/>
            </a:ln>
            <a:effectLst/>
          </p:spPr>
        </p:cxnSp>
        <p:sp>
          <p:nvSpPr>
            <p:cNvPr id="95" name="Oval 82">
              <a:extLst>
                <a:ext uri="{FF2B5EF4-FFF2-40B4-BE49-F238E27FC236}">
                  <a16:creationId xmlns:a16="http://schemas.microsoft.com/office/drawing/2014/main" id="{5C975455-9DE0-4D73-88B8-A804C89B9440}"/>
                </a:ext>
              </a:extLst>
            </p:cNvPr>
            <p:cNvSpPr/>
            <p:nvPr/>
          </p:nvSpPr>
          <p:spPr>
            <a:xfrm>
              <a:off x="2253647" y="1143372"/>
              <a:ext cx="1787011" cy="1130240"/>
            </a:xfrm>
            <a:custGeom>
              <a:avLst/>
              <a:gdLst>
                <a:gd name="connsiteX0" fmla="*/ 0 w 1786990"/>
                <a:gd name="connsiteY0" fmla="*/ 371026 h 742052"/>
                <a:gd name="connsiteX1" fmla="*/ 893495 w 1786990"/>
                <a:gd name="connsiteY1" fmla="*/ 0 h 742052"/>
                <a:gd name="connsiteX2" fmla="*/ 1786990 w 1786990"/>
                <a:gd name="connsiteY2" fmla="*/ 371026 h 742052"/>
                <a:gd name="connsiteX3" fmla="*/ 893495 w 1786990"/>
                <a:gd name="connsiteY3" fmla="*/ 742052 h 742052"/>
                <a:gd name="connsiteX4" fmla="*/ 0 w 1786990"/>
                <a:gd name="connsiteY4" fmla="*/ 371026 h 742052"/>
                <a:gd name="connsiteX0" fmla="*/ 0 w 1786990"/>
                <a:gd name="connsiteY0" fmla="*/ 675826 h 1046852"/>
                <a:gd name="connsiteX1" fmla="*/ 893495 w 1786990"/>
                <a:gd name="connsiteY1" fmla="*/ 0 h 1046852"/>
                <a:gd name="connsiteX2" fmla="*/ 1786990 w 1786990"/>
                <a:gd name="connsiteY2" fmla="*/ 675826 h 1046852"/>
                <a:gd name="connsiteX3" fmla="*/ 893495 w 1786990"/>
                <a:gd name="connsiteY3" fmla="*/ 1046852 h 1046852"/>
                <a:gd name="connsiteX4" fmla="*/ 0 w 1786990"/>
                <a:gd name="connsiteY4" fmla="*/ 675826 h 1046852"/>
                <a:gd name="connsiteX0" fmla="*/ 28 w 1787018"/>
                <a:gd name="connsiteY0" fmla="*/ 1027519 h 1398545"/>
                <a:gd name="connsiteX1" fmla="*/ 916969 w 1787018"/>
                <a:gd name="connsiteY1" fmla="*/ 0 h 1398545"/>
                <a:gd name="connsiteX2" fmla="*/ 1787018 w 1787018"/>
                <a:gd name="connsiteY2" fmla="*/ 1027519 h 1398545"/>
                <a:gd name="connsiteX3" fmla="*/ 893523 w 1787018"/>
                <a:gd name="connsiteY3" fmla="*/ 1398545 h 1398545"/>
                <a:gd name="connsiteX4" fmla="*/ 28 w 1787018"/>
                <a:gd name="connsiteY4" fmla="*/ 1027519 h 1398545"/>
                <a:gd name="connsiteX0" fmla="*/ 29 w 1787019"/>
                <a:gd name="connsiteY0" fmla="*/ 1121304 h 1492330"/>
                <a:gd name="connsiteX1" fmla="*/ 870078 w 1787019"/>
                <a:gd name="connsiteY1" fmla="*/ 0 h 1492330"/>
                <a:gd name="connsiteX2" fmla="*/ 1787019 w 1787019"/>
                <a:gd name="connsiteY2" fmla="*/ 1121304 h 1492330"/>
                <a:gd name="connsiteX3" fmla="*/ 893524 w 1787019"/>
                <a:gd name="connsiteY3" fmla="*/ 1492330 h 1492330"/>
                <a:gd name="connsiteX4" fmla="*/ 29 w 1787019"/>
                <a:gd name="connsiteY4" fmla="*/ 1121304 h 1492330"/>
                <a:gd name="connsiteX0" fmla="*/ 21 w 1787011"/>
                <a:gd name="connsiteY0" fmla="*/ 1121304 h 1492330"/>
                <a:gd name="connsiteX1" fmla="*/ 870070 w 1787011"/>
                <a:gd name="connsiteY1" fmla="*/ 0 h 1492330"/>
                <a:gd name="connsiteX2" fmla="*/ 1787011 w 1787011"/>
                <a:gd name="connsiteY2" fmla="*/ 1121304 h 1492330"/>
                <a:gd name="connsiteX3" fmla="*/ 893516 w 1787011"/>
                <a:gd name="connsiteY3" fmla="*/ 1492330 h 1492330"/>
                <a:gd name="connsiteX4" fmla="*/ 21 w 1787011"/>
                <a:gd name="connsiteY4" fmla="*/ 1121304 h 1492330"/>
                <a:gd name="connsiteX0" fmla="*/ 21 w 1787011"/>
                <a:gd name="connsiteY0" fmla="*/ 1121304 h 1232616"/>
                <a:gd name="connsiteX1" fmla="*/ 870070 w 1787011"/>
                <a:gd name="connsiteY1" fmla="*/ 0 h 1232616"/>
                <a:gd name="connsiteX2" fmla="*/ 1787011 w 1787011"/>
                <a:gd name="connsiteY2" fmla="*/ 1121304 h 1232616"/>
                <a:gd name="connsiteX3" fmla="*/ 893516 w 1787011"/>
                <a:gd name="connsiteY3" fmla="*/ 1185491 h 1232616"/>
                <a:gd name="connsiteX4" fmla="*/ 21 w 1787011"/>
                <a:gd name="connsiteY4" fmla="*/ 1121304 h 123261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787011" h="1232616">
                  <a:moveTo>
                    <a:pt x="21" y="1121304"/>
                  </a:moveTo>
                  <a:cubicBezTo>
                    <a:pt x="-3887" y="923722"/>
                    <a:pt x="564175" y="0"/>
                    <a:pt x="870070" y="0"/>
                  </a:cubicBezTo>
                  <a:cubicBezTo>
                    <a:pt x="1175965" y="0"/>
                    <a:pt x="1787011" y="916392"/>
                    <a:pt x="1787011" y="1121304"/>
                  </a:cubicBezTo>
                  <a:cubicBezTo>
                    <a:pt x="1787011" y="1326216"/>
                    <a:pt x="1386980" y="1185491"/>
                    <a:pt x="893516" y="1185491"/>
                  </a:cubicBezTo>
                  <a:cubicBezTo>
                    <a:pt x="400052" y="1185491"/>
                    <a:pt x="3929" y="1318886"/>
                    <a:pt x="21" y="1121304"/>
                  </a:cubicBezTo>
                  <a:close/>
                </a:path>
              </a:pathLst>
            </a:custGeom>
            <a:solidFill>
              <a:sysClr val="windowText" lastClr="000000"/>
            </a:solidFill>
            <a:ln w="12700" cap="flat" cmpd="sng" algn="ctr">
              <a:solidFill>
                <a:schemeClr val="tx1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</p:grpSp>
      <p:grpSp>
        <p:nvGrpSpPr>
          <p:cNvPr id="104" name="Group 103">
            <a:extLst>
              <a:ext uri="{FF2B5EF4-FFF2-40B4-BE49-F238E27FC236}">
                <a16:creationId xmlns:a16="http://schemas.microsoft.com/office/drawing/2014/main" id="{5AD2AE17-1C43-4409-A5F9-C4B209AEF0FF}"/>
              </a:ext>
            </a:extLst>
          </p:cNvPr>
          <p:cNvGrpSpPr/>
          <p:nvPr/>
        </p:nvGrpSpPr>
        <p:grpSpPr>
          <a:xfrm>
            <a:off x="2826632" y="2652126"/>
            <a:ext cx="3530830" cy="5560755"/>
            <a:chOff x="1336803" y="3682307"/>
            <a:chExt cx="1511277" cy="2380132"/>
          </a:xfrm>
        </p:grpSpPr>
        <p:grpSp>
          <p:nvGrpSpPr>
            <p:cNvPr id="105" name="Group 104">
              <a:extLst>
                <a:ext uri="{FF2B5EF4-FFF2-40B4-BE49-F238E27FC236}">
                  <a16:creationId xmlns:a16="http://schemas.microsoft.com/office/drawing/2014/main" id="{C33B388D-FC66-426F-BD71-05E29E16FC01}"/>
                </a:ext>
              </a:extLst>
            </p:cNvPr>
            <p:cNvGrpSpPr/>
            <p:nvPr/>
          </p:nvGrpSpPr>
          <p:grpSpPr>
            <a:xfrm>
              <a:off x="1637260" y="5072908"/>
              <a:ext cx="763525" cy="868582"/>
              <a:chOff x="10127150" y="4575203"/>
              <a:chExt cx="763525" cy="868582"/>
            </a:xfrm>
          </p:grpSpPr>
          <p:cxnSp>
            <p:nvCxnSpPr>
              <p:cNvPr id="125" name="Straight Connector 124">
                <a:extLst>
                  <a:ext uri="{FF2B5EF4-FFF2-40B4-BE49-F238E27FC236}">
                    <a16:creationId xmlns:a16="http://schemas.microsoft.com/office/drawing/2014/main" id="{D019DA4C-2253-43E9-8D25-DF4BBEEDD0DD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0346960" y="4740309"/>
                <a:ext cx="19319" cy="683047"/>
              </a:xfrm>
              <a:prstGeom prst="line">
                <a:avLst/>
              </a:prstGeom>
              <a:noFill/>
              <a:ln w="57150" cap="flat" cmpd="sng" algn="ctr">
                <a:solidFill>
                  <a:sysClr val="windowText" lastClr="000000"/>
                </a:solidFill>
                <a:prstDash val="solid"/>
                <a:miter lim="800000"/>
              </a:ln>
              <a:effectLst/>
            </p:spPr>
          </p:cxnSp>
          <p:sp>
            <p:nvSpPr>
              <p:cNvPr id="126" name="Rectangle: Top Corners Rounded 125">
                <a:extLst>
                  <a:ext uri="{FF2B5EF4-FFF2-40B4-BE49-F238E27FC236}">
                    <a16:creationId xmlns:a16="http://schemas.microsoft.com/office/drawing/2014/main" id="{AF2A15CC-9082-4399-9531-54D04EE21146}"/>
                  </a:ext>
                </a:extLst>
              </p:cNvPr>
              <p:cNvSpPr/>
              <p:nvPr/>
            </p:nvSpPr>
            <p:spPr>
              <a:xfrm flipH="1">
                <a:off x="10127150" y="5338933"/>
                <a:ext cx="350446" cy="104852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ysClr val="windowText" lastClr="000000"/>
              </a:solidFill>
              <a:ln w="12700" cap="flat" cmpd="sng" algn="ctr">
                <a:noFill/>
                <a:prstDash val="solid"/>
                <a:miter lim="800000"/>
              </a:ln>
              <a:effectLst>
                <a:innerShdw blurRad="114300">
                  <a:prstClr val="black"/>
                </a:innerShdw>
              </a:effectLst>
            </p:spPr>
            <p:txBody>
              <a:bodyPr rtlCol="0" anchor="ctr"/>
              <a:lstStyle/>
              <a:p>
                <a:pPr marL="0" marR="0" lvl="0" indent="0" algn="ctr" defTabSz="457211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1" b="0" i="0" u="none" strike="noStrike" kern="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cxnSp>
            <p:nvCxnSpPr>
              <p:cNvPr id="127" name="Straight Connector 126">
                <a:extLst>
                  <a:ext uri="{FF2B5EF4-FFF2-40B4-BE49-F238E27FC236}">
                    <a16:creationId xmlns:a16="http://schemas.microsoft.com/office/drawing/2014/main" id="{1FEFB8DA-6146-4EAD-A784-E09883920DC2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10328057" y="4575203"/>
                <a:ext cx="393346" cy="185500"/>
              </a:xfrm>
              <a:prstGeom prst="line">
                <a:avLst/>
              </a:prstGeom>
              <a:noFill/>
              <a:ln w="57150" cap="flat" cmpd="sng" algn="ctr">
                <a:solidFill>
                  <a:sysClr val="windowText" lastClr="000000"/>
                </a:solidFill>
                <a:prstDash val="solid"/>
                <a:miter lim="800000"/>
              </a:ln>
              <a:effectLst/>
            </p:spPr>
          </p:cxnSp>
          <p:cxnSp>
            <p:nvCxnSpPr>
              <p:cNvPr id="129" name="Straight Connector 128">
                <a:extLst>
                  <a:ext uri="{FF2B5EF4-FFF2-40B4-BE49-F238E27FC236}">
                    <a16:creationId xmlns:a16="http://schemas.microsoft.com/office/drawing/2014/main" id="{359A60A1-1A23-413B-A49D-C2A9B6371A46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10602714" y="4578232"/>
                <a:ext cx="287961" cy="271923"/>
              </a:xfrm>
              <a:prstGeom prst="line">
                <a:avLst/>
              </a:prstGeom>
              <a:noFill/>
              <a:ln w="57150" cap="flat" cmpd="sng" algn="ctr">
                <a:solidFill>
                  <a:sysClr val="windowText" lastClr="000000"/>
                </a:solidFill>
                <a:prstDash val="solid"/>
                <a:miter lim="800000"/>
              </a:ln>
              <a:effectLst/>
            </p:spPr>
          </p:cxnSp>
        </p:grpSp>
        <p:grpSp>
          <p:nvGrpSpPr>
            <p:cNvPr id="106" name="Group 105">
              <a:extLst>
                <a:ext uri="{FF2B5EF4-FFF2-40B4-BE49-F238E27FC236}">
                  <a16:creationId xmlns:a16="http://schemas.microsoft.com/office/drawing/2014/main" id="{1382FA8D-077B-46E2-B85E-3B2ED79794BA}"/>
                </a:ext>
              </a:extLst>
            </p:cNvPr>
            <p:cNvGrpSpPr/>
            <p:nvPr/>
          </p:nvGrpSpPr>
          <p:grpSpPr>
            <a:xfrm>
              <a:off x="1336803" y="3682307"/>
              <a:ext cx="1511277" cy="2380132"/>
              <a:chOff x="8494258" y="151226"/>
              <a:chExt cx="1511277" cy="2380132"/>
            </a:xfrm>
          </p:grpSpPr>
          <p:cxnSp>
            <p:nvCxnSpPr>
              <p:cNvPr id="112" name="Straight Connector 111">
                <a:extLst>
                  <a:ext uri="{FF2B5EF4-FFF2-40B4-BE49-F238E27FC236}">
                    <a16:creationId xmlns:a16="http://schemas.microsoft.com/office/drawing/2014/main" id="{2C198761-6AB7-4D4D-8DC7-CF635056CBF8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9393138" y="1876436"/>
                <a:ext cx="35694" cy="604557"/>
              </a:xfrm>
              <a:prstGeom prst="line">
                <a:avLst/>
              </a:prstGeom>
              <a:noFill/>
              <a:ln w="57150" cap="flat" cmpd="sng" algn="ctr">
                <a:solidFill>
                  <a:sysClr val="windowText" lastClr="000000"/>
                </a:solidFill>
                <a:prstDash val="solid"/>
                <a:miter lim="800000"/>
              </a:ln>
              <a:effectLst/>
            </p:spPr>
          </p:cxnSp>
          <p:sp>
            <p:nvSpPr>
              <p:cNvPr id="113" name="Oval 112">
                <a:extLst>
                  <a:ext uri="{FF2B5EF4-FFF2-40B4-BE49-F238E27FC236}">
                    <a16:creationId xmlns:a16="http://schemas.microsoft.com/office/drawing/2014/main" id="{6F8F0D68-969E-47FD-8AFE-A42E1AA0C40B}"/>
                  </a:ext>
                </a:extLst>
              </p:cNvPr>
              <p:cNvSpPr/>
              <p:nvPr/>
            </p:nvSpPr>
            <p:spPr>
              <a:xfrm flipH="1">
                <a:off x="8494258" y="167914"/>
                <a:ext cx="1511277" cy="1458199"/>
              </a:xfrm>
              <a:prstGeom prst="ellipse">
                <a:avLst/>
              </a:prstGeom>
              <a:solidFill>
                <a:schemeClr val="bg1"/>
              </a:solidFill>
              <a:ln w="12700" cap="flat" cmpd="sng" algn="ctr">
                <a:noFill/>
                <a:prstDash val="solid"/>
                <a:miter lim="800000"/>
              </a:ln>
              <a:effectLst>
                <a:outerShdw blurRad="63500" sx="102000" sy="102000" algn="ctr" rotWithShape="0">
                  <a:prstClr val="black">
                    <a:alpha val="40000"/>
                  </a:prstClr>
                </a:outerShdw>
              </a:effectLst>
            </p:spPr>
            <p:txBody>
              <a:bodyPr rtlCol="0" anchor="ctr"/>
              <a:lstStyle/>
              <a:p>
                <a:pPr marL="0" marR="0" lvl="0" indent="0" algn="ctr" defTabSz="457211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1" b="0" i="0" u="none" strike="noStrike" kern="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</a:endParaRPr>
              </a:p>
            </p:txBody>
          </p:sp>
          <p:sp>
            <p:nvSpPr>
              <p:cNvPr id="114" name="Oval 113">
                <a:extLst>
                  <a:ext uri="{FF2B5EF4-FFF2-40B4-BE49-F238E27FC236}">
                    <a16:creationId xmlns:a16="http://schemas.microsoft.com/office/drawing/2014/main" id="{7ED8FC70-4E31-4790-96F3-DC5EB7B2F462}"/>
                  </a:ext>
                </a:extLst>
              </p:cNvPr>
              <p:cNvSpPr/>
              <p:nvPr/>
            </p:nvSpPr>
            <p:spPr>
              <a:xfrm flipH="1">
                <a:off x="9351201" y="697001"/>
                <a:ext cx="155650" cy="154602"/>
              </a:xfrm>
              <a:prstGeom prst="ellipse">
                <a:avLst/>
              </a:prstGeom>
              <a:solidFill>
                <a:sysClr val="windowText" lastClr="000000"/>
              </a:solidFill>
              <a:ln w="12700" cap="flat" cmpd="sng" algn="ctr">
                <a:noFill/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457211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1" b="0" i="0" u="none" strike="noStrike" kern="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</a:endParaRPr>
              </a:p>
            </p:txBody>
          </p:sp>
          <p:sp>
            <p:nvSpPr>
              <p:cNvPr id="115" name="Rectangle: Top Corners Rounded 114">
                <a:extLst>
                  <a:ext uri="{FF2B5EF4-FFF2-40B4-BE49-F238E27FC236}">
                    <a16:creationId xmlns:a16="http://schemas.microsoft.com/office/drawing/2014/main" id="{196E30BB-9375-44C3-AFFE-BA0FB283994D}"/>
                  </a:ext>
                </a:extLst>
              </p:cNvPr>
              <p:cNvSpPr/>
              <p:nvPr/>
            </p:nvSpPr>
            <p:spPr>
              <a:xfrm flipH="1">
                <a:off x="8790978" y="2307394"/>
                <a:ext cx="398834" cy="119329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ysClr val="windowText" lastClr="000000"/>
              </a:solidFill>
              <a:ln w="12700" cap="flat" cmpd="sng" algn="ctr">
                <a:noFill/>
                <a:prstDash val="solid"/>
                <a:miter lim="800000"/>
              </a:ln>
              <a:effectLst>
                <a:innerShdw blurRad="114300">
                  <a:prstClr val="black"/>
                </a:innerShdw>
              </a:effectLst>
            </p:spPr>
            <p:txBody>
              <a:bodyPr rtlCol="0" anchor="ctr"/>
              <a:lstStyle/>
              <a:p>
                <a:pPr marL="0" marR="0" lvl="0" indent="0" algn="ctr" defTabSz="457211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1" b="0" i="0" u="none" strike="noStrike" kern="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</a:endParaRPr>
              </a:p>
            </p:txBody>
          </p:sp>
          <p:sp>
            <p:nvSpPr>
              <p:cNvPr id="116" name="Rectangle: Top Corners Rounded 115">
                <a:extLst>
                  <a:ext uri="{FF2B5EF4-FFF2-40B4-BE49-F238E27FC236}">
                    <a16:creationId xmlns:a16="http://schemas.microsoft.com/office/drawing/2014/main" id="{435072AB-7EE6-40AE-90EF-FB3A26574560}"/>
                  </a:ext>
                </a:extLst>
              </p:cNvPr>
              <p:cNvSpPr/>
              <p:nvPr/>
            </p:nvSpPr>
            <p:spPr>
              <a:xfrm flipH="1">
                <a:off x="9144835" y="2412029"/>
                <a:ext cx="398834" cy="119329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ysClr val="windowText" lastClr="000000"/>
              </a:solidFill>
              <a:ln w="12700" cap="flat" cmpd="sng" algn="ctr">
                <a:noFill/>
                <a:prstDash val="solid"/>
                <a:miter lim="800000"/>
              </a:ln>
              <a:effectLst>
                <a:innerShdw blurRad="114300">
                  <a:prstClr val="black"/>
                </a:innerShdw>
              </a:effectLst>
            </p:spPr>
            <p:txBody>
              <a:bodyPr rtlCol="0" anchor="ctr"/>
              <a:lstStyle/>
              <a:p>
                <a:pPr marL="0" marR="0" lvl="0" indent="0" algn="ctr" defTabSz="457211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1" b="0" i="0" u="none" strike="noStrike" kern="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</a:endParaRPr>
              </a:p>
            </p:txBody>
          </p:sp>
          <p:sp>
            <p:nvSpPr>
              <p:cNvPr id="117" name="Freeform: Shape 116">
                <a:extLst>
                  <a:ext uri="{FF2B5EF4-FFF2-40B4-BE49-F238E27FC236}">
                    <a16:creationId xmlns:a16="http://schemas.microsoft.com/office/drawing/2014/main" id="{2D67ABF4-9411-442E-A2E5-E3E911F68F17}"/>
                  </a:ext>
                </a:extLst>
              </p:cNvPr>
              <p:cNvSpPr/>
              <p:nvPr/>
            </p:nvSpPr>
            <p:spPr>
              <a:xfrm>
                <a:off x="8648131" y="1349608"/>
                <a:ext cx="369493" cy="289419"/>
              </a:xfrm>
              <a:custGeom>
                <a:avLst/>
                <a:gdLst>
                  <a:gd name="connsiteX0" fmla="*/ 115393 w 649909"/>
                  <a:gd name="connsiteY0" fmla="*/ 0 h 923977"/>
                  <a:gd name="connsiteX1" fmla="*/ 29668 w 649909"/>
                  <a:gd name="connsiteY1" fmla="*/ 438150 h 923977"/>
                  <a:gd name="connsiteX2" fmla="*/ 563068 w 649909"/>
                  <a:gd name="connsiteY2" fmla="*/ 847725 h 923977"/>
                  <a:gd name="connsiteX3" fmla="*/ 648793 w 649909"/>
                  <a:gd name="connsiteY3" fmla="*/ 923925 h 923977"/>
                  <a:gd name="connsiteX4" fmla="*/ 648793 w 649909"/>
                  <a:gd name="connsiteY4" fmla="*/ 923925 h 923977"/>
                  <a:gd name="connsiteX0" fmla="*/ 0 w 620241"/>
                  <a:gd name="connsiteY0" fmla="*/ 0 h 485827"/>
                  <a:gd name="connsiteX1" fmla="*/ 533400 w 620241"/>
                  <a:gd name="connsiteY1" fmla="*/ 409575 h 485827"/>
                  <a:gd name="connsiteX2" fmla="*/ 619125 w 620241"/>
                  <a:gd name="connsiteY2" fmla="*/ 485775 h 485827"/>
                  <a:gd name="connsiteX3" fmla="*/ 619125 w 620241"/>
                  <a:gd name="connsiteY3" fmla="*/ 485775 h 48582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620241" h="485827">
                    <a:moveTo>
                      <a:pt x="0" y="0"/>
                    </a:moveTo>
                    <a:cubicBezTo>
                      <a:pt x="74612" y="141288"/>
                      <a:pt x="430213" y="328613"/>
                      <a:pt x="533400" y="409575"/>
                    </a:cubicBezTo>
                    <a:cubicBezTo>
                      <a:pt x="636587" y="490537"/>
                      <a:pt x="619125" y="485775"/>
                      <a:pt x="619125" y="485775"/>
                    </a:cubicBezTo>
                    <a:lnTo>
                      <a:pt x="619125" y="485775"/>
                    </a:lnTo>
                  </a:path>
                </a:pathLst>
              </a:custGeom>
              <a:noFill/>
              <a:ln w="38100" cap="flat" cmpd="sng" algn="ctr">
                <a:solidFill>
                  <a:sysClr val="windowText" lastClr="000000"/>
                </a:solidFill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457211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1" b="0" i="0" u="none" strike="noStrike" kern="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</a:endParaRPr>
              </a:p>
            </p:txBody>
          </p:sp>
          <p:sp>
            <p:nvSpPr>
              <p:cNvPr id="118" name="Freeform: Shape 117">
                <a:extLst>
                  <a:ext uri="{FF2B5EF4-FFF2-40B4-BE49-F238E27FC236}">
                    <a16:creationId xmlns:a16="http://schemas.microsoft.com/office/drawing/2014/main" id="{817E53DC-40C0-4B60-9A1E-0B4C1554E385}"/>
                  </a:ext>
                </a:extLst>
              </p:cNvPr>
              <p:cNvSpPr/>
              <p:nvPr/>
            </p:nvSpPr>
            <p:spPr>
              <a:xfrm flipH="1">
                <a:off x="9041139" y="961700"/>
                <a:ext cx="110170" cy="113485"/>
              </a:xfrm>
              <a:custGeom>
                <a:avLst/>
                <a:gdLst>
                  <a:gd name="connsiteX0" fmla="*/ 33338 w 209668"/>
                  <a:gd name="connsiteY0" fmla="*/ 0 h 195262"/>
                  <a:gd name="connsiteX1" fmla="*/ 57150 w 209668"/>
                  <a:gd name="connsiteY1" fmla="*/ 14287 h 195262"/>
                  <a:gd name="connsiteX2" fmla="*/ 71438 w 209668"/>
                  <a:gd name="connsiteY2" fmla="*/ 23812 h 195262"/>
                  <a:gd name="connsiteX3" fmla="*/ 114300 w 209668"/>
                  <a:gd name="connsiteY3" fmla="*/ 33337 h 195262"/>
                  <a:gd name="connsiteX4" fmla="*/ 128588 w 209668"/>
                  <a:gd name="connsiteY4" fmla="*/ 42862 h 195262"/>
                  <a:gd name="connsiteX5" fmla="*/ 166688 w 209668"/>
                  <a:gd name="connsiteY5" fmla="*/ 52387 h 195262"/>
                  <a:gd name="connsiteX6" fmla="*/ 200025 w 209668"/>
                  <a:gd name="connsiteY6" fmla="*/ 61912 h 195262"/>
                  <a:gd name="connsiteX7" fmla="*/ 209550 w 209668"/>
                  <a:gd name="connsiteY7" fmla="*/ 76200 h 195262"/>
                  <a:gd name="connsiteX8" fmla="*/ 185738 w 209668"/>
                  <a:gd name="connsiteY8" fmla="*/ 157162 h 195262"/>
                  <a:gd name="connsiteX9" fmla="*/ 166688 w 209668"/>
                  <a:gd name="connsiteY9" fmla="*/ 166687 h 195262"/>
                  <a:gd name="connsiteX10" fmla="*/ 123825 w 209668"/>
                  <a:gd name="connsiteY10" fmla="*/ 185737 h 195262"/>
                  <a:gd name="connsiteX11" fmla="*/ 109538 w 209668"/>
                  <a:gd name="connsiteY11" fmla="*/ 190500 h 195262"/>
                  <a:gd name="connsiteX12" fmla="*/ 95250 w 209668"/>
                  <a:gd name="connsiteY12" fmla="*/ 195262 h 195262"/>
                  <a:gd name="connsiteX13" fmla="*/ 23813 w 209668"/>
                  <a:gd name="connsiteY13" fmla="*/ 190500 h 195262"/>
                  <a:gd name="connsiteX14" fmla="*/ 9525 w 209668"/>
                  <a:gd name="connsiteY14" fmla="*/ 185737 h 195262"/>
                  <a:gd name="connsiteX15" fmla="*/ 0 w 209668"/>
                  <a:gd name="connsiteY15" fmla="*/ 176212 h 195262"/>
                  <a:gd name="connsiteX0" fmla="*/ 33338 w 209668"/>
                  <a:gd name="connsiteY0" fmla="*/ 0 h 195262"/>
                  <a:gd name="connsiteX1" fmla="*/ 57150 w 209668"/>
                  <a:gd name="connsiteY1" fmla="*/ 14287 h 195262"/>
                  <a:gd name="connsiteX2" fmla="*/ 71438 w 209668"/>
                  <a:gd name="connsiteY2" fmla="*/ 23812 h 195262"/>
                  <a:gd name="connsiteX3" fmla="*/ 114300 w 209668"/>
                  <a:gd name="connsiteY3" fmla="*/ 33337 h 195262"/>
                  <a:gd name="connsiteX4" fmla="*/ 128588 w 209668"/>
                  <a:gd name="connsiteY4" fmla="*/ 42862 h 195262"/>
                  <a:gd name="connsiteX5" fmla="*/ 200025 w 209668"/>
                  <a:gd name="connsiteY5" fmla="*/ 61912 h 195262"/>
                  <a:gd name="connsiteX6" fmla="*/ 209550 w 209668"/>
                  <a:gd name="connsiteY6" fmla="*/ 76200 h 195262"/>
                  <a:gd name="connsiteX7" fmla="*/ 185738 w 209668"/>
                  <a:gd name="connsiteY7" fmla="*/ 157162 h 195262"/>
                  <a:gd name="connsiteX8" fmla="*/ 166688 w 209668"/>
                  <a:gd name="connsiteY8" fmla="*/ 166687 h 195262"/>
                  <a:gd name="connsiteX9" fmla="*/ 123825 w 209668"/>
                  <a:gd name="connsiteY9" fmla="*/ 185737 h 195262"/>
                  <a:gd name="connsiteX10" fmla="*/ 109538 w 209668"/>
                  <a:gd name="connsiteY10" fmla="*/ 190500 h 195262"/>
                  <a:gd name="connsiteX11" fmla="*/ 95250 w 209668"/>
                  <a:gd name="connsiteY11" fmla="*/ 195262 h 195262"/>
                  <a:gd name="connsiteX12" fmla="*/ 23813 w 209668"/>
                  <a:gd name="connsiteY12" fmla="*/ 190500 h 195262"/>
                  <a:gd name="connsiteX13" fmla="*/ 9525 w 209668"/>
                  <a:gd name="connsiteY13" fmla="*/ 185737 h 195262"/>
                  <a:gd name="connsiteX14" fmla="*/ 0 w 209668"/>
                  <a:gd name="connsiteY14" fmla="*/ 176212 h 195262"/>
                  <a:gd name="connsiteX0" fmla="*/ 33338 w 202730"/>
                  <a:gd name="connsiteY0" fmla="*/ 0 h 195262"/>
                  <a:gd name="connsiteX1" fmla="*/ 57150 w 202730"/>
                  <a:gd name="connsiteY1" fmla="*/ 14287 h 195262"/>
                  <a:gd name="connsiteX2" fmla="*/ 71438 w 202730"/>
                  <a:gd name="connsiteY2" fmla="*/ 23812 h 195262"/>
                  <a:gd name="connsiteX3" fmla="*/ 114300 w 202730"/>
                  <a:gd name="connsiteY3" fmla="*/ 33337 h 195262"/>
                  <a:gd name="connsiteX4" fmla="*/ 128588 w 202730"/>
                  <a:gd name="connsiteY4" fmla="*/ 42862 h 195262"/>
                  <a:gd name="connsiteX5" fmla="*/ 200025 w 202730"/>
                  <a:gd name="connsiteY5" fmla="*/ 61912 h 195262"/>
                  <a:gd name="connsiteX6" fmla="*/ 185738 w 202730"/>
                  <a:gd name="connsiteY6" fmla="*/ 157162 h 195262"/>
                  <a:gd name="connsiteX7" fmla="*/ 166688 w 202730"/>
                  <a:gd name="connsiteY7" fmla="*/ 166687 h 195262"/>
                  <a:gd name="connsiteX8" fmla="*/ 123825 w 202730"/>
                  <a:gd name="connsiteY8" fmla="*/ 185737 h 195262"/>
                  <a:gd name="connsiteX9" fmla="*/ 109538 w 202730"/>
                  <a:gd name="connsiteY9" fmla="*/ 190500 h 195262"/>
                  <a:gd name="connsiteX10" fmla="*/ 95250 w 202730"/>
                  <a:gd name="connsiteY10" fmla="*/ 195262 h 195262"/>
                  <a:gd name="connsiteX11" fmla="*/ 23813 w 202730"/>
                  <a:gd name="connsiteY11" fmla="*/ 190500 h 195262"/>
                  <a:gd name="connsiteX12" fmla="*/ 9525 w 202730"/>
                  <a:gd name="connsiteY12" fmla="*/ 185737 h 195262"/>
                  <a:gd name="connsiteX13" fmla="*/ 0 w 202730"/>
                  <a:gd name="connsiteY13" fmla="*/ 176212 h 195262"/>
                  <a:gd name="connsiteX0" fmla="*/ 33338 w 207126"/>
                  <a:gd name="connsiteY0" fmla="*/ 0 h 195262"/>
                  <a:gd name="connsiteX1" fmla="*/ 57150 w 207126"/>
                  <a:gd name="connsiteY1" fmla="*/ 14287 h 195262"/>
                  <a:gd name="connsiteX2" fmla="*/ 71438 w 207126"/>
                  <a:gd name="connsiteY2" fmla="*/ 23812 h 195262"/>
                  <a:gd name="connsiteX3" fmla="*/ 114300 w 207126"/>
                  <a:gd name="connsiteY3" fmla="*/ 33337 h 195262"/>
                  <a:gd name="connsiteX4" fmla="*/ 128588 w 207126"/>
                  <a:gd name="connsiteY4" fmla="*/ 42862 h 195262"/>
                  <a:gd name="connsiteX5" fmla="*/ 204787 w 207126"/>
                  <a:gd name="connsiteY5" fmla="*/ 76199 h 195262"/>
                  <a:gd name="connsiteX6" fmla="*/ 185738 w 207126"/>
                  <a:gd name="connsiteY6" fmla="*/ 157162 h 195262"/>
                  <a:gd name="connsiteX7" fmla="*/ 166688 w 207126"/>
                  <a:gd name="connsiteY7" fmla="*/ 166687 h 195262"/>
                  <a:gd name="connsiteX8" fmla="*/ 123825 w 207126"/>
                  <a:gd name="connsiteY8" fmla="*/ 185737 h 195262"/>
                  <a:gd name="connsiteX9" fmla="*/ 109538 w 207126"/>
                  <a:gd name="connsiteY9" fmla="*/ 190500 h 195262"/>
                  <a:gd name="connsiteX10" fmla="*/ 95250 w 207126"/>
                  <a:gd name="connsiteY10" fmla="*/ 195262 h 195262"/>
                  <a:gd name="connsiteX11" fmla="*/ 23813 w 207126"/>
                  <a:gd name="connsiteY11" fmla="*/ 190500 h 195262"/>
                  <a:gd name="connsiteX12" fmla="*/ 9525 w 207126"/>
                  <a:gd name="connsiteY12" fmla="*/ 185737 h 195262"/>
                  <a:gd name="connsiteX13" fmla="*/ 0 w 207126"/>
                  <a:gd name="connsiteY13" fmla="*/ 176212 h 195262"/>
                  <a:gd name="connsiteX0" fmla="*/ 33338 w 207126"/>
                  <a:gd name="connsiteY0" fmla="*/ 0 h 190500"/>
                  <a:gd name="connsiteX1" fmla="*/ 57150 w 207126"/>
                  <a:gd name="connsiteY1" fmla="*/ 14287 h 190500"/>
                  <a:gd name="connsiteX2" fmla="*/ 71438 w 207126"/>
                  <a:gd name="connsiteY2" fmla="*/ 23812 h 190500"/>
                  <a:gd name="connsiteX3" fmla="*/ 114300 w 207126"/>
                  <a:gd name="connsiteY3" fmla="*/ 33337 h 190500"/>
                  <a:gd name="connsiteX4" fmla="*/ 128588 w 207126"/>
                  <a:gd name="connsiteY4" fmla="*/ 42862 h 190500"/>
                  <a:gd name="connsiteX5" fmla="*/ 204787 w 207126"/>
                  <a:gd name="connsiteY5" fmla="*/ 76199 h 190500"/>
                  <a:gd name="connsiteX6" fmla="*/ 185738 w 207126"/>
                  <a:gd name="connsiteY6" fmla="*/ 157162 h 190500"/>
                  <a:gd name="connsiteX7" fmla="*/ 166688 w 207126"/>
                  <a:gd name="connsiteY7" fmla="*/ 166687 h 190500"/>
                  <a:gd name="connsiteX8" fmla="*/ 123825 w 207126"/>
                  <a:gd name="connsiteY8" fmla="*/ 185737 h 190500"/>
                  <a:gd name="connsiteX9" fmla="*/ 109538 w 207126"/>
                  <a:gd name="connsiteY9" fmla="*/ 190500 h 190500"/>
                  <a:gd name="connsiteX10" fmla="*/ 23813 w 207126"/>
                  <a:gd name="connsiteY10" fmla="*/ 190500 h 190500"/>
                  <a:gd name="connsiteX11" fmla="*/ 9525 w 207126"/>
                  <a:gd name="connsiteY11" fmla="*/ 185737 h 190500"/>
                  <a:gd name="connsiteX12" fmla="*/ 0 w 207126"/>
                  <a:gd name="connsiteY12" fmla="*/ 176212 h 190500"/>
                  <a:gd name="connsiteX0" fmla="*/ 33338 w 207126"/>
                  <a:gd name="connsiteY0" fmla="*/ 0 h 190500"/>
                  <a:gd name="connsiteX1" fmla="*/ 57150 w 207126"/>
                  <a:gd name="connsiteY1" fmla="*/ 14287 h 190500"/>
                  <a:gd name="connsiteX2" fmla="*/ 71438 w 207126"/>
                  <a:gd name="connsiteY2" fmla="*/ 23812 h 190500"/>
                  <a:gd name="connsiteX3" fmla="*/ 114300 w 207126"/>
                  <a:gd name="connsiteY3" fmla="*/ 33337 h 190500"/>
                  <a:gd name="connsiteX4" fmla="*/ 128588 w 207126"/>
                  <a:gd name="connsiteY4" fmla="*/ 42862 h 190500"/>
                  <a:gd name="connsiteX5" fmla="*/ 204787 w 207126"/>
                  <a:gd name="connsiteY5" fmla="*/ 76199 h 190500"/>
                  <a:gd name="connsiteX6" fmla="*/ 185738 w 207126"/>
                  <a:gd name="connsiteY6" fmla="*/ 157162 h 190500"/>
                  <a:gd name="connsiteX7" fmla="*/ 166688 w 207126"/>
                  <a:gd name="connsiteY7" fmla="*/ 166687 h 190500"/>
                  <a:gd name="connsiteX8" fmla="*/ 123825 w 207126"/>
                  <a:gd name="connsiteY8" fmla="*/ 185737 h 190500"/>
                  <a:gd name="connsiteX9" fmla="*/ 23813 w 207126"/>
                  <a:gd name="connsiteY9" fmla="*/ 190500 h 190500"/>
                  <a:gd name="connsiteX10" fmla="*/ 9525 w 207126"/>
                  <a:gd name="connsiteY10" fmla="*/ 185737 h 190500"/>
                  <a:gd name="connsiteX11" fmla="*/ 0 w 207126"/>
                  <a:gd name="connsiteY11" fmla="*/ 176212 h 190500"/>
                  <a:gd name="connsiteX0" fmla="*/ 33338 w 207779"/>
                  <a:gd name="connsiteY0" fmla="*/ 0 h 190500"/>
                  <a:gd name="connsiteX1" fmla="*/ 57150 w 207779"/>
                  <a:gd name="connsiteY1" fmla="*/ 14287 h 190500"/>
                  <a:gd name="connsiteX2" fmla="*/ 71438 w 207779"/>
                  <a:gd name="connsiteY2" fmla="*/ 23812 h 190500"/>
                  <a:gd name="connsiteX3" fmla="*/ 114300 w 207779"/>
                  <a:gd name="connsiteY3" fmla="*/ 33337 h 190500"/>
                  <a:gd name="connsiteX4" fmla="*/ 128588 w 207779"/>
                  <a:gd name="connsiteY4" fmla="*/ 42862 h 190500"/>
                  <a:gd name="connsiteX5" fmla="*/ 204787 w 207779"/>
                  <a:gd name="connsiteY5" fmla="*/ 76199 h 190500"/>
                  <a:gd name="connsiteX6" fmla="*/ 185738 w 207779"/>
                  <a:gd name="connsiteY6" fmla="*/ 157162 h 190500"/>
                  <a:gd name="connsiteX7" fmla="*/ 123825 w 207779"/>
                  <a:gd name="connsiteY7" fmla="*/ 185737 h 190500"/>
                  <a:gd name="connsiteX8" fmla="*/ 23813 w 207779"/>
                  <a:gd name="connsiteY8" fmla="*/ 190500 h 190500"/>
                  <a:gd name="connsiteX9" fmla="*/ 9525 w 207779"/>
                  <a:gd name="connsiteY9" fmla="*/ 185737 h 190500"/>
                  <a:gd name="connsiteX10" fmla="*/ 0 w 207779"/>
                  <a:gd name="connsiteY10" fmla="*/ 176212 h 190500"/>
                  <a:gd name="connsiteX0" fmla="*/ 33338 w 207779"/>
                  <a:gd name="connsiteY0" fmla="*/ 0 h 190500"/>
                  <a:gd name="connsiteX1" fmla="*/ 57150 w 207779"/>
                  <a:gd name="connsiteY1" fmla="*/ 14287 h 190500"/>
                  <a:gd name="connsiteX2" fmla="*/ 114300 w 207779"/>
                  <a:gd name="connsiteY2" fmla="*/ 33337 h 190500"/>
                  <a:gd name="connsiteX3" fmla="*/ 128588 w 207779"/>
                  <a:gd name="connsiteY3" fmla="*/ 42862 h 190500"/>
                  <a:gd name="connsiteX4" fmla="*/ 204787 w 207779"/>
                  <a:gd name="connsiteY4" fmla="*/ 76199 h 190500"/>
                  <a:gd name="connsiteX5" fmla="*/ 185738 w 207779"/>
                  <a:gd name="connsiteY5" fmla="*/ 157162 h 190500"/>
                  <a:gd name="connsiteX6" fmla="*/ 123825 w 207779"/>
                  <a:gd name="connsiteY6" fmla="*/ 185737 h 190500"/>
                  <a:gd name="connsiteX7" fmla="*/ 23813 w 207779"/>
                  <a:gd name="connsiteY7" fmla="*/ 190500 h 190500"/>
                  <a:gd name="connsiteX8" fmla="*/ 9525 w 207779"/>
                  <a:gd name="connsiteY8" fmla="*/ 185737 h 190500"/>
                  <a:gd name="connsiteX9" fmla="*/ 0 w 207779"/>
                  <a:gd name="connsiteY9" fmla="*/ 176212 h 190500"/>
                  <a:gd name="connsiteX0" fmla="*/ 33338 w 208748"/>
                  <a:gd name="connsiteY0" fmla="*/ 0 h 190500"/>
                  <a:gd name="connsiteX1" fmla="*/ 57150 w 208748"/>
                  <a:gd name="connsiteY1" fmla="*/ 14287 h 190500"/>
                  <a:gd name="connsiteX2" fmla="*/ 114300 w 208748"/>
                  <a:gd name="connsiteY2" fmla="*/ 33337 h 190500"/>
                  <a:gd name="connsiteX3" fmla="*/ 204787 w 208748"/>
                  <a:gd name="connsiteY3" fmla="*/ 76199 h 190500"/>
                  <a:gd name="connsiteX4" fmla="*/ 185738 w 208748"/>
                  <a:gd name="connsiteY4" fmla="*/ 157162 h 190500"/>
                  <a:gd name="connsiteX5" fmla="*/ 123825 w 208748"/>
                  <a:gd name="connsiteY5" fmla="*/ 185737 h 190500"/>
                  <a:gd name="connsiteX6" fmla="*/ 23813 w 208748"/>
                  <a:gd name="connsiteY6" fmla="*/ 190500 h 190500"/>
                  <a:gd name="connsiteX7" fmla="*/ 9525 w 208748"/>
                  <a:gd name="connsiteY7" fmla="*/ 185737 h 190500"/>
                  <a:gd name="connsiteX8" fmla="*/ 0 w 208748"/>
                  <a:gd name="connsiteY8" fmla="*/ 176212 h 190500"/>
                  <a:gd name="connsiteX0" fmla="*/ 23813 w 199223"/>
                  <a:gd name="connsiteY0" fmla="*/ 0 h 190500"/>
                  <a:gd name="connsiteX1" fmla="*/ 47625 w 199223"/>
                  <a:gd name="connsiteY1" fmla="*/ 14287 h 190500"/>
                  <a:gd name="connsiteX2" fmla="*/ 104775 w 199223"/>
                  <a:gd name="connsiteY2" fmla="*/ 33337 h 190500"/>
                  <a:gd name="connsiteX3" fmla="*/ 195262 w 199223"/>
                  <a:gd name="connsiteY3" fmla="*/ 76199 h 190500"/>
                  <a:gd name="connsiteX4" fmla="*/ 176213 w 199223"/>
                  <a:gd name="connsiteY4" fmla="*/ 157162 h 190500"/>
                  <a:gd name="connsiteX5" fmla="*/ 114300 w 199223"/>
                  <a:gd name="connsiteY5" fmla="*/ 185737 h 190500"/>
                  <a:gd name="connsiteX6" fmla="*/ 14288 w 199223"/>
                  <a:gd name="connsiteY6" fmla="*/ 190500 h 190500"/>
                  <a:gd name="connsiteX7" fmla="*/ 0 w 199223"/>
                  <a:gd name="connsiteY7" fmla="*/ 185737 h 190500"/>
                  <a:gd name="connsiteX0" fmla="*/ 9525 w 184935"/>
                  <a:gd name="connsiteY0" fmla="*/ 0 h 190500"/>
                  <a:gd name="connsiteX1" fmla="*/ 33337 w 184935"/>
                  <a:gd name="connsiteY1" fmla="*/ 14287 h 190500"/>
                  <a:gd name="connsiteX2" fmla="*/ 90487 w 184935"/>
                  <a:gd name="connsiteY2" fmla="*/ 33337 h 190500"/>
                  <a:gd name="connsiteX3" fmla="*/ 180974 w 184935"/>
                  <a:gd name="connsiteY3" fmla="*/ 76199 h 190500"/>
                  <a:gd name="connsiteX4" fmla="*/ 161925 w 184935"/>
                  <a:gd name="connsiteY4" fmla="*/ 157162 h 190500"/>
                  <a:gd name="connsiteX5" fmla="*/ 100012 w 184935"/>
                  <a:gd name="connsiteY5" fmla="*/ 185737 h 190500"/>
                  <a:gd name="connsiteX6" fmla="*/ 0 w 184935"/>
                  <a:gd name="connsiteY6" fmla="*/ 190500 h 1905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184935" h="190500">
                    <a:moveTo>
                      <a:pt x="9525" y="0"/>
                    </a:moveTo>
                    <a:cubicBezTo>
                      <a:pt x="17462" y="4762"/>
                      <a:pt x="19843" y="8731"/>
                      <a:pt x="33337" y="14287"/>
                    </a:cubicBezTo>
                    <a:cubicBezTo>
                      <a:pt x="46831" y="19843"/>
                      <a:pt x="65881" y="23018"/>
                      <a:pt x="90487" y="33337"/>
                    </a:cubicBezTo>
                    <a:cubicBezTo>
                      <a:pt x="115093" y="43656"/>
                      <a:pt x="169068" y="55562"/>
                      <a:pt x="180974" y="76199"/>
                    </a:cubicBezTo>
                    <a:cubicBezTo>
                      <a:pt x="192880" y="96836"/>
                      <a:pt x="175419" y="138906"/>
                      <a:pt x="161925" y="157162"/>
                    </a:cubicBezTo>
                    <a:cubicBezTo>
                      <a:pt x="148431" y="175418"/>
                      <a:pt x="126999" y="180181"/>
                      <a:pt x="100012" y="185737"/>
                    </a:cubicBezTo>
                    <a:cubicBezTo>
                      <a:pt x="73025" y="191293"/>
                      <a:pt x="33337" y="188912"/>
                      <a:pt x="0" y="190500"/>
                    </a:cubicBezTo>
                  </a:path>
                </a:pathLst>
              </a:custGeom>
              <a:noFill/>
              <a:ln w="12700" cap="flat" cmpd="sng" algn="ctr">
                <a:solidFill>
                  <a:sysClr val="windowText" lastClr="000000"/>
                </a:solidFill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457211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1" b="0" i="0" u="none" strike="noStrike" kern="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</a:endParaRPr>
              </a:p>
            </p:txBody>
          </p:sp>
          <p:sp>
            <p:nvSpPr>
              <p:cNvPr id="119" name="Oval 118">
                <a:extLst>
                  <a:ext uri="{FF2B5EF4-FFF2-40B4-BE49-F238E27FC236}">
                    <a16:creationId xmlns:a16="http://schemas.microsoft.com/office/drawing/2014/main" id="{E5A1295A-32B8-44F1-BDE6-89C71A0A6438}"/>
                  </a:ext>
                </a:extLst>
              </p:cNvPr>
              <p:cNvSpPr/>
              <p:nvPr/>
            </p:nvSpPr>
            <p:spPr>
              <a:xfrm flipH="1">
                <a:off x="8825419" y="697001"/>
                <a:ext cx="155650" cy="154602"/>
              </a:xfrm>
              <a:prstGeom prst="ellipse">
                <a:avLst/>
              </a:prstGeom>
              <a:solidFill>
                <a:sysClr val="windowText" lastClr="000000"/>
              </a:solidFill>
              <a:ln w="12700" cap="flat" cmpd="sng" algn="ctr">
                <a:noFill/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457211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1" b="0" i="0" u="none" strike="noStrike" kern="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</a:endParaRPr>
              </a:p>
            </p:txBody>
          </p:sp>
          <p:sp>
            <p:nvSpPr>
              <p:cNvPr id="120" name="Oval 119">
                <a:extLst>
                  <a:ext uri="{FF2B5EF4-FFF2-40B4-BE49-F238E27FC236}">
                    <a16:creationId xmlns:a16="http://schemas.microsoft.com/office/drawing/2014/main" id="{2C968AC2-1D88-48B5-96FD-4F1AC00D1840}"/>
                  </a:ext>
                </a:extLst>
              </p:cNvPr>
              <p:cNvSpPr/>
              <p:nvPr/>
            </p:nvSpPr>
            <p:spPr>
              <a:xfrm flipH="1">
                <a:off x="9363350" y="734412"/>
                <a:ext cx="59577" cy="77721"/>
              </a:xfrm>
              <a:prstGeom prst="ellipse">
                <a:avLst/>
              </a:prstGeom>
              <a:solidFill>
                <a:schemeClr val="bg1"/>
              </a:solidFill>
              <a:ln w="12700" cap="flat" cmpd="sng" algn="ctr">
                <a:noFill/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457211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1" b="0" i="0" u="none" strike="noStrike" kern="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</a:endParaRPr>
              </a:p>
            </p:txBody>
          </p:sp>
          <p:sp>
            <p:nvSpPr>
              <p:cNvPr id="121" name="Oval 120">
                <a:extLst>
                  <a:ext uri="{FF2B5EF4-FFF2-40B4-BE49-F238E27FC236}">
                    <a16:creationId xmlns:a16="http://schemas.microsoft.com/office/drawing/2014/main" id="{8C0DEB5E-B733-4913-9190-B9410954C774}"/>
                  </a:ext>
                </a:extLst>
              </p:cNvPr>
              <p:cNvSpPr/>
              <p:nvPr/>
            </p:nvSpPr>
            <p:spPr>
              <a:xfrm flipH="1">
                <a:off x="8843667" y="731065"/>
                <a:ext cx="59577" cy="77721"/>
              </a:xfrm>
              <a:prstGeom prst="ellipse">
                <a:avLst/>
              </a:prstGeom>
              <a:solidFill>
                <a:schemeClr val="bg1"/>
              </a:solidFill>
              <a:ln w="12700" cap="flat" cmpd="sng" algn="ctr">
                <a:noFill/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457211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1" b="0" i="0" u="none" strike="noStrike" kern="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</a:endParaRPr>
              </a:p>
            </p:txBody>
          </p:sp>
          <p:sp>
            <p:nvSpPr>
              <p:cNvPr id="122" name="Freeform: Shape 121">
                <a:extLst>
                  <a:ext uri="{FF2B5EF4-FFF2-40B4-BE49-F238E27FC236}">
                    <a16:creationId xmlns:a16="http://schemas.microsoft.com/office/drawing/2014/main" id="{9F3AF786-EADD-439B-9589-557D9753457E}"/>
                  </a:ext>
                </a:extLst>
              </p:cNvPr>
              <p:cNvSpPr/>
              <p:nvPr/>
            </p:nvSpPr>
            <p:spPr>
              <a:xfrm rot="21354287">
                <a:off x="9770611" y="461319"/>
                <a:ext cx="202070" cy="256470"/>
              </a:xfrm>
              <a:custGeom>
                <a:avLst/>
                <a:gdLst>
                  <a:gd name="connsiteX0" fmla="*/ 0 w 205192"/>
                  <a:gd name="connsiteY0" fmla="*/ 0 h 305266"/>
                  <a:gd name="connsiteX1" fmla="*/ 95531 w 205192"/>
                  <a:gd name="connsiteY1" fmla="*/ 0 h 305266"/>
                  <a:gd name="connsiteX2" fmla="*/ 149297 w 205192"/>
                  <a:gd name="connsiteY2" fmla="*/ 95577 h 305266"/>
                  <a:gd name="connsiteX3" fmla="*/ 194007 w 205192"/>
                  <a:gd name="connsiteY3" fmla="*/ 234551 h 305266"/>
                  <a:gd name="connsiteX4" fmla="*/ 205192 w 205192"/>
                  <a:gd name="connsiteY4" fmla="*/ 305266 h 305266"/>
                  <a:gd name="connsiteX5" fmla="*/ 0 w 205192"/>
                  <a:gd name="connsiteY5" fmla="*/ 305266 h 305266"/>
                  <a:gd name="connsiteX6" fmla="*/ 0 w 205192"/>
                  <a:gd name="connsiteY6" fmla="*/ 0 h 30526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205192" h="305266">
                    <a:moveTo>
                      <a:pt x="0" y="0"/>
                    </a:moveTo>
                    <a:lnTo>
                      <a:pt x="95531" y="0"/>
                    </a:lnTo>
                    <a:lnTo>
                      <a:pt x="149297" y="95577"/>
                    </a:lnTo>
                    <a:cubicBezTo>
                      <a:pt x="168711" y="139865"/>
                      <a:pt x="183786" y="186355"/>
                      <a:pt x="194007" y="234551"/>
                    </a:cubicBezTo>
                    <a:lnTo>
                      <a:pt x="205192" y="305266"/>
                    </a:lnTo>
                    <a:lnTo>
                      <a:pt x="0" y="305266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ysClr val="windowText" lastClr="000000"/>
              </a:solidFill>
              <a:ln w="12700" cap="flat" cmpd="sng" algn="ctr">
                <a:solidFill>
                  <a:sysClr val="windowText" lastClr="000000"/>
                </a:solidFill>
                <a:prstDash val="solid"/>
                <a:miter lim="800000"/>
              </a:ln>
              <a:effectLst/>
            </p:spPr>
            <p:txBody>
              <a:bodyPr rot="0" spcFirstLastPara="0" vertOverflow="overflow" horzOverflow="overflow" vert="horz" wrap="square" lIns="162560" tIns="81280" rIns="162560" bIns="8128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3200" b="0" i="0" u="none" strike="noStrike" kern="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</a:endParaRPr>
              </a:p>
            </p:txBody>
          </p:sp>
          <p:sp>
            <p:nvSpPr>
              <p:cNvPr id="123" name="Freeform: Shape 122">
                <a:extLst>
                  <a:ext uri="{FF2B5EF4-FFF2-40B4-BE49-F238E27FC236}">
                    <a16:creationId xmlns:a16="http://schemas.microsoft.com/office/drawing/2014/main" id="{59293083-2A40-4154-9BDB-A077BCF436C3}"/>
                  </a:ext>
                </a:extLst>
              </p:cNvPr>
              <p:cNvSpPr/>
              <p:nvPr/>
            </p:nvSpPr>
            <p:spPr>
              <a:xfrm rot="534699" flipH="1">
                <a:off x="8532114" y="439702"/>
                <a:ext cx="136316" cy="290086"/>
              </a:xfrm>
              <a:custGeom>
                <a:avLst/>
                <a:gdLst>
                  <a:gd name="connsiteX0" fmla="*/ 27335 w 122225"/>
                  <a:gd name="connsiteY0" fmla="*/ 0 h 264148"/>
                  <a:gd name="connsiteX1" fmla="*/ 0 w 122225"/>
                  <a:gd name="connsiteY1" fmla="*/ 0 h 264148"/>
                  <a:gd name="connsiteX2" fmla="*/ 43973 w 122225"/>
                  <a:gd name="connsiteY2" fmla="*/ 88634 h 264148"/>
                  <a:gd name="connsiteX3" fmla="*/ 82660 w 122225"/>
                  <a:gd name="connsiteY3" fmla="*/ 224990 h 264148"/>
                  <a:gd name="connsiteX4" fmla="*/ 88122 w 122225"/>
                  <a:gd name="connsiteY4" fmla="*/ 264148 h 264148"/>
                  <a:gd name="connsiteX5" fmla="*/ 122225 w 122225"/>
                  <a:gd name="connsiteY5" fmla="*/ 264148 h 264148"/>
                  <a:gd name="connsiteX6" fmla="*/ 112547 w 122225"/>
                  <a:gd name="connsiteY6" fmla="*/ 202958 h 264148"/>
                  <a:gd name="connsiteX7" fmla="*/ 73859 w 122225"/>
                  <a:gd name="connsiteY7" fmla="*/ 82703 h 264148"/>
                  <a:gd name="connsiteX8" fmla="*/ 27335 w 122225"/>
                  <a:gd name="connsiteY8" fmla="*/ 0 h 26414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122225" h="264148">
                    <a:moveTo>
                      <a:pt x="27335" y="0"/>
                    </a:moveTo>
                    <a:lnTo>
                      <a:pt x="0" y="0"/>
                    </a:lnTo>
                    <a:lnTo>
                      <a:pt x="43973" y="88634"/>
                    </a:lnTo>
                    <a:cubicBezTo>
                      <a:pt x="60772" y="132088"/>
                      <a:pt x="73816" y="177702"/>
                      <a:pt x="82660" y="224990"/>
                    </a:cubicBezTo>
                    <a:lnTo>
                      <a:pt x="88122" y="264148"/>
                    </a:lnTo>
                    <a:lnTo>
                      <a:pt x="122225" y="264148"/>
                    </a:lnTo>
                    <a:lnTo>
                      <a:pt x="112547" y="202958"/>
                    </a:lnTo>
                    <a:cubicBezTo>
                      <a:pt x="103703" y="161254"/>
                      <a:pt x="90658" y="121026"/>
                      <a:pt x="73859" y="82703"/>
                    </a:cubicBezTo>
                    <a:lnTo>
                      <a:pt x="27335" y="0"/>
                    </a:lnTo>
                    <a:close/>
                  </a:path>
                </a:pathLst>
              </a:custGeom>
              <a:solidFill>
                <a:sysClr val="windowText" lastClr="000000"/>
              </a:solidFill>
              <a:ln w="12700" cap="flat" cmpd="sng" algn="ctr">
                <a:solidFill>
                  <a:sysClr val="windowText" lastClr="000000"/>
                </a:solidFill>
                <a:prstDash val="solid"/>
                <a:miter lim="800000"/>
              </a:ln>
              <a:effectLst/>
            </p:spPr>
            <p:txBody>
              <a:bodyPr rot="0" spcFirstLastPara="0" vertOverflow="overflow" horzOverflow="overflow" vert="horz" wrap="square" lIns="162560" tIns="81280" rIns="162560" bIns="8128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3200" b="0" i="0" u="none" strike="noStrike" kern="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</a:endParaRPr>
              </a:p>
            </p:txBody>
          </p:sp>
          <p:sp>
            <p:nvSpPr>
              <p:cNvPr id="124" name="Freeform: Shape 123">
                <a:extLst>
                  <a:ext uri="{FF2B5EF4-FFF2-40B4-BE49-F238E27FC236}">
                    <a16:creationId xmlns:a16="http://schemas.microsoft.com/office/drawing/2014/main" id="{ADE6B87C-1BD1-44DA-96B5-23F3591ADE22}"/>
                  </a:ext>
                </a:extLst>
              </p:cNvPr>
              <p:cNvSpPr/>
              <p:nvPr/>
            </p:nvSpPr>
            <p:spPr>
              <a:xfrm>
                <a:off x="8635605" y="151226"/>
                <a:ext cx="1228582" cy="315649"/>
              </a:xfrm>
              <a:custGeom>
                <a:avLst/>
                <a:gdLst>
                  <a:gd name="connsiteX0" fmla="*/ 647190 w 1294381"/>
                  <a:gd name="connsiteY0" fmla="*/ 0 h 358077"/>
                  <a:gd name="connsiteX1" fmla="*/ 1273778 w 1294381"/>
                  <a:gd name="connsiteY1" fmla="*/ 321453 h 358077"/>
                  <a:gd name="connsiteX2" fmla="*/ 1294381 w 1294381"/>
                  <a:gd name="connsiteY2" fmla="*/ 358077 h 358077"/>
                  <a:gd name="connsiteX3" fmla="*/ 0 w 1294381"/>
                  <a:gd name="connsiteY3" fmla="*/ 358077 h 358077"/>
                  <a:gd name="connsiteX4" fmla="*/ 20602 w 1294381"/>
                  <a:gd name="connsiteY4" fmla="*/ 321453 h 358077"/>
                  <a:gd name="connsiteX5" fmla="*/ 647190 w 1294381"/>
                  <a:gd name="connsiteY5" fmla="*/ 0 h 35807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1294381" h="358077">
                    <a:moveTo>
                      <a:pt x="647190" y="0"/>
                    </a:moveTo>
                    <a:cubicBezTo>
                      <a:pt x="908020" y="0"/>
                      <a:pt x="1137984" y="127511"/>
                      <a:pt x="1273778" y="321453"/>
                    </a:cubicBezTo>
                    <a:lnTo>
                      <a:pt x="1294381" y="358077"/>
                    </a:lnTo>
                    <a:lnTo>
                      <a:pt x="0" y="358077"/>
                    </a:lnTo>
                    <a:lnTo>
                      <a:pt x="20602" y="321453"/>
                    </a:lnTo>
                    <a:cubicBezTo>
                      <a:pt x="156396" y="127511"/>
                      <a:pt x="386360" y="0"/>
                      <a:pt x="647190" y="0"/>
                    </a:cubicBezTo>
                    <a:close/>
                  </a:path>
                </a:pathLst>
              </a:custGeom>
              <a:solidFill>
                <a:sysClr val="windowText" lastClr="000000"/>
              </a:solidFill>
              <a:ln w="57150" cap="flat" cmpd="sng" algn="ctr">
                <a:noFill/>
                <a:prstDash val="solid"/>
                <a:miter lim="800000"/>
              </a:ln>
              <a:effectLst/>
            </p:spPr>
            <p:txBody>
              <a:bodyPr wrap="square" rtlCol="0" anchor="ctr">
                <a:noAutofit/>
              </a:bodyPr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</p:grpSp>
        <p:sp>
          <p:nvSpPr>
            <p:cNvPr id="109" name="Freeform: Shape 108">
              <a:extLst>
                <a:ext uri="{FF2B5EF4-FFF2-40B4-BE49-F238E27FC236}">
                  <a16:creationId xmlns:a16="http://schemas.microsoft.com/office/drawing/2014/main" id="{49418BDB-C4E8-4908-B0ED-E114033C3ABD}"/>
                </a:ext>
              </a:extLst>
            </p:cNvPr>
            <p:cNvSpPr/>
            <p:nvPr/>
          </p:nvSpPr>
          <p:spPr>
            <a:xfrm rot="2904163" flipH="1">
              <a:off x="2359120" y="4685681"/>
              <a:ext cx="307769" cy="454409"/>
            </a:xfrm>
            <a:custGeom>
              <a:avLst/>
              <a:gdLst>
                <a:gd name="connsiteX0" fmla="*/ 115393 w 649909"/>
                <a:gd name="connsiteY0" fmla="*/ 0 h 923977"/>
                <a:gd name="connsiteX1" fmla="*/ 29668 w 649909"/>
                <a:gd name="connsiteY1" fmla="*/ 438150 h 923977"/>
                <a:gd name="connsiteX2" fmla="*/ 563068 w 649909"/>
                <a:gd name="connsiteY2" fmla="*/ 847725 h 923977"/>
                <a:gd name="connsiteX3" fmla="*/ 648793 w 649909"/>
                <a:gd name="connsiteY3" fmla="*/ 923925 h 923977"/>
                <a:gd name="connsiteX4" fmla="*/ 648793 w 649909"/>
                <a:gd name="connsiteY4" fmla="*/ 923925 h 9239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49909" h="923977">
                  <a:moveTo>
                    <a:pt x="115393" y="0"/>
                  </a:moveTo>
                  <a:cubicBezTo>
                    <a:pt x="35224" y="148431"/>
                    <a:pt x="-44945" y="296863"/>
                    <a:pt x="29668" y="438150"/>
                  </a:cubicBezTo>
                  <a:cubicBezTo>
                    <a:pt x="104280" y="579438"/>
                    <a:pt x="459881" y="766763"/>
                    <a:pt x="563068" y="847725"/>
                  </a:cubicBezTo>
                  <a:cubicBezTo>
                    <a:pt x="666255" y="928687"/>
                    <a:pt x="648793" y="923925"/>
                    <a:pt x="648793" y="923925"/>
                  </a:cubicBezTo>
                  <a:lnTo>
                    <a:pt x="648793" y="923925"/>
                  </a:lnTo>
                </a:path>
              </a:pathLst>
            </a:custGeom>
            <a:noFill/>
            <a:ln w="38100" cap="flat" cmpd="sng" algn="ctr">
              <a:solidFill>
                <a:sysClr val="windowText" lastClr="000000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457211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1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</a:endParaRPr>
            </a:p>
          </p:txBody>
        </p:sp>
      </p:grpSp>
      <p:sp>
        <p:nvSpPr>
          <p:cNvPr id="128" name="Arc 127">
            <a:extLst>
              <a:ext uri="{FF2B5EF4-FFF2-40B4-BE49-F238E27FC236}">
                <a16:creationId xmlns:a16="http://schemas.microsoft.com/office/drawing/2014/main" id="{AFAD7657-342C-4FE2-9B4C-4BEDA5AF3A24}"/>
              </a:ext>
            </a:extLst>
          </p:cNvPr>
          <p:cNvSpPr/>
          <p:nvPr/>
        </p:nvSpPr>
        <p:spPr>
          <a:xfrm rot="19474136">
            <a:off x="4702296" y="3595820"/>
            <a:ext cx="618378" cy="618378"/>
          </a:xfrm>
          <a:prstGeom prst="arc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96" name="Group 95">
            <a:extLst>
              <a:ext uri="{FF2B5EF4-FFF2-40B4-BE49-F238E27FC236}">
                <a16:creationId xmlns:a16="http://schemas.microsoft.com/office/drawing/2014/main" id="{E4499A65-F280-4A71-8BF2-C1F61369E6DB}"/>
              </a:ext>
            </a:extLst>
          </p:cNvPr>
          <p:cNvGrpSpPr/>
          <p:nvPr/>
        </p:nvGrpSpPr>
        <p:grpSpPr>
          <a:xfrm>
            <a:off x="-542489" y="6114237"/>
            <a:ext cx="8416549" cy="4055802"/>
            <a:chOff x="627187" y="7810182"/>
            <a:chExt cx="4417118" cy="2957426"/>
          </a:xfrm>
          <a:solidFill>
            <a:schemeClr val="bg1"/>
          </a:solidFill>
        </p:grpSpPr>
        <p:sp>
          <p:nvSpPr>
            <p:cNvPr id="97" name="Oval 40">
              <a:extLst>
                <a:ext uri="{FF2B5EF4-FFF2-40B4-BE49-F238E27FC236}">
                  <a16:creationId xmlns:a16="http://schemas.microsoft.com/office/drawing/2014/main" id="{2D4C4643-1F7D-416D-A0A6-3D0C912BC759}"/>
                </a:ext>
              </a:extLst>
            </p:cNvPr>
            <p:cNvSpPr/>
            <p:nvPr/>
          </p:nvSpPr>
          <p:spPr>
            <a:xfrm>
              <a:off x="2069413" y="10309794"/>
              <a:ext cx="1620781" cy="457814"/>
            </a:xfrm>
            <a:custGeom>
              <a:avLst/>
              <a:gdLst>
                <a:gd name="connsiteX0" fmla="*/ 0 w 1424940"/>
                <a:gd name="connsiteY0" fmla="*/ 140290 h 280579"/>
                <a:gd name="connsiteX1" fmla="*/ 712470 w 1424940"/>
                <a:gd name="connsiteY1" fmla="*/ 0 h 280579"/>
                <a:gd name="connsiteX2" fmla="*/ 1424940 w 1424940"/>
                <a:gd name="connsiteY2" fmla="*/ 140290 h 280579"/>
                <a:gd name="connsiteX3" fmla="*/ 712470 w 1424940"/>
                <a:gd name="connsiteY3" fmla="*/ 280580 h 280579"/>
                <a:gd name="connsiteX4" fmla="*/ 0 w 1424940"/>
                <a:gd name="connsiteY4" fmla="*/ 140290 h 280579"/>
                <a:gd name="connsiteX0" fmla="*/ 15 w 1424955"/>
                <a:gd name="connsiteY0" fmla="*/ 262210 h 402500"/>
                <a:gd name="connsiteX1" fmla="*/ 697245 w 1424955"/>
                <a:gd name="connsiteY1" fmla="*/ 0 h 402500"/>
                <a:gd name="connsiteX2" fmla="*/ 1424955 w 1424955"/>
                <a:gd name="connsiteY2" fmla="*/ 262210 h 402500"/>
                <a:gd name="connsiteX3" fmla="*/ 712485 w 1424955"/>
                <a:gd name="connsiteY3" fmla="*/ 402500 h 402500"/>
                <a:gd name="connsiteX4" fmla="*/ 15 w 1424955"/>
                <a:gd name="connsiteY4" fmla="*/ 262210 h 4025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24955" h="402500">
                  <a:moveTo>
                    <a:pt x="15" y="262210"/>
                  </a:moveTo>
                  <a:cubicBezTo>
                    <a:pt x="-2525" y="195127"/>
                    <a:pt x="303759" y="0"/>
                    <a:pt x="697245" y="0"/>
                  </a:cubicBezTo>
                  <a:cubicBezTo>
                    <a:pt x="1090731" y="0"/>
                    <a:pt x="1424955" y="184730"/>
                    <a:pt x="1424955" y="262210"/>
                  </a:cubicBezTo>
                  <a:cubicBezTo>
                    <a:pt x="1424955" y="339690"/>
                    <a:pt x="1105971" y="402500"/>
                    <a:pt x="712485" y="402500"/>
                  </a:cubicBezTo>
                  <a:cubicBezTo>
                    <a:pt x="318999" y="402500"/>
                    <a:pt x="2555" y="329293"/>
                    <a:pt x="15" y="262210"/>
                  </a:cubicBezTo>
                  <a:close/>
                </a:path>
              </a:pathLst>
            </a:custGeom>
            <a:solidFill>
              <a:schemeClr val="tx1"/>
            </a:solidFill>
            <a:ln w="12700" cap="flat" cmpd="sng" algn="ctr">
              <a:solidFill>
                <a:sysClr val="windowText" lastClr="000000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98" name="Cylinder 97">
              <a:extLst>
                <a:ext uri="{FF2B5EF4-FFF2-40B4-BE49-F238E27FC236}">
                  <a16:creationId xmlns:a16="http://schemas.microsoft.com/office/drawing/2014/main" id="{12B22E8B-2E24-4198-9292-A3FE3FDA90A9}"/>
                </a:ext>
              </a:extLst>
            </p:cNvPr>
            <p:cNvSpPr/>
            <p:nvPr/>
          </p:nvSpPr>
          <p:spPr>
            <a:xfrm>
              <a:off x="2681190" y="8290677"/>
              <a:ext cx="397246" cy="2288969"/>
            </a:xfrm>
            <a:prstGeom prst="can">
              <a:avLst/>
            </a:prstGeom>
            <a:grpFill/>
            <a:ln w="12700" cap="flat" cmpd="sng" algn="ctr">
              <a:solidFill>
                <a:sysClr val="windowText" lastClr="000000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99" name="Freeform: Shape 98">
              <a:extLst>
                <a:ext uri="{FF2B5EF4-FFF2-40B4-BE49-F238E27FC236}">
                  <a16:creationId xmlns:a16="http://schemas.microsoft.com/office/drawing/2014/main" id="{A8273A51-2161-47F0-9FB7-9D9271487646}"/>
                </a:ext>
              </a:extLst>
            </p:cNvPr>
            <p:cNvSpPr/>
            <p:nvPr/>
          </p:nvSpPr>
          <p:spPr>
            <a:xfrm>
              <a:off x="627187" y="7810182"/>
              <a:ext cx="4417118" cy="685760"/>
            </a:xfrm>
            <a:custGeom>
              <a:avLst/>
              <a:gdLst>
                <a:gd name="connsiteX0" fmla="*/ 2152529 w 4417118"/>
                <a:gd name="connsiteY0" fmla="*/ 191263 h 685760"/>
                <a:gd name="connsiteX1" fmla="*/ 2200434 w 4417118"/>
                <a:gd name="connsiteY1" fmla="*/ 192025 h 685760"/>
                <a:gd name="connsiteX2" fmla="*/ 2216305 w 4417118"/>
                <a:gd name="connsiteY2" fmla="*/ 191404 h 685760"/>
                <a:gd name="connsiteX3" fmla="*/ 836335 w 4417118"/>
                <a:gd name="connsiteY3" fmla="*/ 1267 h 685760"/>
                <a:gd name="connsiteX4" fmla="*/ 2216684 w 4417118"/>
                <a:gd name="connsiteY4" fmla="*/ 7913 h 685760"/>
                <a:gd name="connsiteX5" fmla="*/ 4404116 w 4417118"/>
                <a:gd name="connsiteY5" fmla="*/ 99659 h 685760"/>
                <a:gd name="connsiteX6" fmla="*/ 4379629 w 4417118"/>
                <a:gd name="connsiteY6" fmla="*/ 106779 h 685760"/>
                <a:gd name="connsiteX7" fmla="*/ 4417118 w 4417118"/>
                <a:gd name="connsiteY7" fmla="*/ 105313 h 685760"/>
                <a:gd name="connsiteX8" fmla="*/ 4417118 w 4417118"/>
                <a:gd name="connsiteY8" fmla="*/ 355289 h 685760"/>
                <a:gd name="connsiteX9" fmla="*/ 4391187 w 4417118"/>
                <a:gd name="connsiteY9" fmla="*/ 451639 h 685760"/>
                <a:gd name="connsiteX10" fmla="*/ 4362176 w 4417118"/>
                <a:gd name="connsiteY10" fmla="*/ 456390 h 685760"/>
                <a:gd name="connsiteX11" fmla="*/ 4395451 w 4417118"/>
                <a:gd name="connsiteY11" fmla="*/ 462571 h 685760"/>
                <a:gd name="connsiteX12" fmla="*/ 3165968 w 4417118"/>
                <a:gd name="connsiteY12" fmla="*/ 631330 h 685760"/>
                <a:gd name="connsiteX13" fmla="*/ 3137727 w 4417118"/>
                <a:gd name="connsiteY13" fmla="*/ 633520 h 685760"/>
                <a:gd name="connsiteX14" fmla="*/ 3035879 w 4417118"/>
                <a:gd name="connsiteY14" fmla="*/ 644767 h 685760"/>
                <a:gd name="connsiteX15" fmla="*/ 2195018 w 4417118"/>
                <a:gd name="connsiteY15" fmla="*/ 684974 h 685760"/>
                <a:gd name="connsiteX16" fmla="*/ 2173182 w 4417118"/>
                <a:gd name="connsiteY16" fmla="*/ 683624 h 685760"/>
                <a:gd name="connsiteX17" fmla="*/ 2130014 w 4417118"/>
                <a:gd name="connsiteY17" fmla="*/ 684325 h 685760"/>
                <a:gd name="connsiteX18" fmla="*/ 1496735 w 4417118"/>
                <a:gd name="connsiteY18" fmla="*/ 645019 h 685760"/>
                <a:gd name="connsiteX19" fmla="*/ 1239388 w 4417118"/>
                <a:gd name="connsiteY19" fmla="*/ 617081 h 685760"/>
                <a:gd name="connsiteX20" fmla="*/ 1062399 w 4417118"/>
                <a:gd name="connsiteY20" fmla="*/ 602164 h 685760"/>
                <a:gd name="connsiteX21" fmla="*/ 274479 w 4417118"/>
                <a:gd name="connsiteY21" fmla="*/ 476512 h 685760"/>
                <a:gd name="connsiteX22" fmla="*/ 265238 w 4417118"/>
                <a:gd name="connsiteY22" fmla="*/ 473954 h 685760"/>
                <a:gd name="connsiteX23" fmla="*/ 262680 w 4417118"/>
                <a:gd name="connsiteY23" fmla="*/ 473500 h 685760"/>
                <a:gd name="connsiteX24" fmla="*/ 37920 w 4417118"/>
                <a:gd name="connsiteY24" fmla="*/ 410568 h 685760"/>
                <a:gd name="connsiteX25" fmla="*/ 40608 w 4417118"/>
                <a:gd name="connsiteY25" fmla="*/ 410075 h 685760"/>
                <a:gd name="connsiteX26" fmla="*/ 29072 w 4417118"/>
                <a:gd name="connsiteY26" fmla="*/ 404056 h 685760"/>
                <a:gd name="connsiteX27" fmla="*/ 0 w 4417118"/>
                <a:gd name="connsiteY27" fmla="*/ 328204 h 685760"/>
                <a:gd name="connsiteX28" fmla="*/ 0 w 4417118"/>
                <a:gd name="connsiteY28" fmla="*/ 99897 h 685760"/>
                <a:gd name="connsiteX29" fmla="*/ 41476 w 4417118"/>
                <a:gd name="connsiteY29" fmla="*/ 99262 h 685760"/>
                <a:gd name="connsiteX30" fmla="*/ 13001 w 4417118"/>
                <a:gd name="connsiteY30" fmla="*/ 83407 h 685760"/>
                <a:gd name="connsiteX31" fmla="*/ 836335 w 4417118"/>
                <a:gd name="connsiteY31" fmla="*/ 1267 h 6857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</a:cxnLst>
              <a:rect l="l" t="t" r="r" b="b"/>
              <a:pathLst>
                <a:path w="4417118" h="685760">
                  <a:moveTo>
                    <a:pt x="2152529" y="191263"/>
                  </a:moveTo>
                  <a:lnTo>
                    <a:pt x="2200434" y="192025"/>
                  </a:lnTo>
                  <a:lnTo>
                    <a:pt x="2216305" y="191404"/>
                  </a:lnTo>
                  <a:close/>
                  <a:moveTo>
                    <a:pt x="836335" y="1267"/>
                  </a:moveTo>
                  <a:cubicBezTo>
                    <a:pt x="1297128" y="-3486"/>
                    <a:pt x="1850757" y="6559"/>
                    <a:pt x="2216684" y="7913"/>
                  </a:cubicBezTo>
                  <a:cubicBezTo>
                    <a:pt x="2948537" y="10621"/>
                    <a:pt x="4404116" y="48989"/>
                    <a:pt x="4404116" y="99659"/>
                  </a:cubicBezTo>
                  <a:lnTo>
                    <a:pt x="4379629" y="106779"/>
                  </a:lnTo>
                  <a:lnTo>
                    <a:pt x="4417118" y="105313"/>
                  </a:lnTo>
                  <a:lnTo>
                    <a:pt x="4417118" y="355289"/>
                  </a:lnTo>
                  <a:cubicBezTo>
                    <a:pt x="4417118" y="381577"/>
                    <a:pt x="4417475" y="451639"/>
                    <a:pt x="4391187" y="451639"/>
                  </a:cubicBezTo>
                  <a:lnTo>
                    <a:pt x="4362176" y="456390"/>
                  </a:lnTo>
                  <a:lnTo>
                    <a:pt x="4395451" y="462571"/>
                  </a:lnTo>
                  <a:cubicBezTo>
                    <a:pt x="4395451" y="494240"/>
                    <a:pt x="3794208" y="576331"/>
                    <a:pt x="3165968" y="631330"/>
                  </a:cubicBezTo>
                  <a:lnTo>
                    <a:pt x="3137727" y="633520"/>
                  </a:lnTo>
                  <a:lnTo>
                    <a:pt x="3035879" y="644767"/>
                  </a:lnTo>
                  <a:cubicBezTo>
                    <a:pt x="2747784" y="673024"/>
                    <a:pt x="2460736" y="689664"/>
                    <a:pt x="2195018" y="684974"/>
                  </a:cubicBezTo>
                  <a:lnTo>
                    <a:pt x="2173182" y="683624"/>
                  </a:lnTo>
                  <a:lnTo>
                    <a:pt x="2130014" y="684325"/>
                  </a:lnTo>
                  <a:cubicBezTo>
                    <a:pt x="1948450" y="682158"/>
                    <a:pt x="1726912" y="667131"/>
                    <a:pt x="1496735" y="645019"/>
                  </a:cubicBezTo>
                  <a:lnTo>
                    <a:pt x="1239388" y="617081"/>
                  </a:lnTo>
                  <a:lnTo>
                    <a:pt x="1062399" y="602164"/>
                  </a:lnTo>
                  <a:cubicBezTo>
                    <a:pt x="781952" y="572658"/>
                    <a:pt x="512552" y="533250"/>
                    <a:pt x="274479" y="476512"/>
                  </a:cubicBezTo>
                  <a:lnTo>
                    <a:pt x="265238" y="473954"/>
                  </a:lnTo>
                  <a:lnTo>
                    <a:pt x="262680" y="473500"/>
                  </a:lnTo>
                  <a:cubicBezTo>
                    <a:pt x="123285" y="446137"/>
                    <a:pt x="37920" y="423235"/>
                    <a:pt x="37920" y="410568"/>
                  </a:cubicBezTo>
                  <a:lnTo>
                    <a:pt x="40608" y="410075"/>
                  </a:lnTo>
                  <a:lnTo>
                    <a:pt x="29072" y="404056"/>
                  </a:lnTo>
                  <a:cubicBezTo>
                    <a:pt x="11987" y="386166"/>
                    <a:pt x="0" y="347921"/>
                    <a:pt x="0" y="328204"/>
                  </a:cubicBezTo>
                  <a:lnTo>
                    <a:pt x="0" y="99897"/>
                  </a:lnTo>
                  <a:lnTo>
                    <a:pt x="41476" y="99262"/>
                  </a:lnTo>
                  <a:lnTo>
                    <a:pt x="13001" y="83407"/>
                  </a:lnTo>
                  <a:cubicBezTo>
                    <a:pt x="7584" y="25570"/>
                    <a:pt x="375542" y="6020"/>
                    <a:pt x="836335" y="1267"/>
                  </a:cubicBezTo>
                  <a:close/>
                </a:path>
              </a:pathLst>
            </a:custGeom>
            <a:grpFill/>
            <a:ln w="12700" cap="flat" cmpd="sng" algn="ctr">
              <a:solidFill>
                <a:sysClr val="windowText" lastClr="000000"/>
              </a:solidFill>
              <a:prstDash val="solid"/>
              <a:miter lim="800000"/>
            </a:ln>
            <a:effectLst/>
          </p:spPr>
          <p:txBody>
            <a:bodyPr wrap="square" rtlCol="0" anchor="ctr"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</p:grpSp>
      <p:sp>
        <p:nvSpPr>
          <p:cNvPr id="102" name="Oval 101">
            <a:extLst>
              <a:ext uri="{FF2B5EF4-FFF2-40B4-BE49-F238E27FC236}">
                <a16:creationId xmlns:a16="http://schemas.microsoft.com/office/drawing/2014/main" id="{882344C1-2B1A-4B46-9D78-CC08DA4D50BC}"/>
              </a:ext>
            </a:extLst>
          </p:cNvPr>
          <p:cNvSpPr/>
          <p:nvPr/>
        </p:nvSpPr>
        <p:spPr>
          <a:xfrm>
            <a:off x="3975973" y="6162194"/>
            <a:ext cx="1238141" cy="203106"/>
          </a:xfrm>
          <a:prstGeom prst="ellipse">
            <a:avLst/>
          </a:prstGeom>
          <a:solidFill>
            <a:sysClr val="window" lastClr="FFFFFF"/>
          </a:solidFill>
          <a:ln w="28575" cap="flat" cmpd="sng" algn="ctr">
            <a:solidFill>
              <a:sysClr val="windowText" lastClr="000000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grpSp>
        <p:nvGrpSpPr>
          <p:cNvPr id="2" name="Group 1">
            <a:extLst>
              <a:ext uri="{FF2B5EF4-FFF2-40B4-BE49-F238E27FC236}">
                <a16:creationId xmlns:a16="http://schemas.microsoft.com/office/drawing/2014/main" id="{610DB03E-053D-4D4E-B8F8-529BDF6EC9AB}"/>
              </a:ext>
            </a:extLst>
          </p:cNvPr>
          <p:cNvGrpSpPr/>
          <p:nvPr/>
        </p:nvGrpSpPr>
        <p:grpSpPr>
          <a:xfrm>
            <a:off x="3831438" y="5292342"/>
            <a:ext cx="1162961" cy="648154"/>
            <a:chOff x="4056062" y="5660412"/>
            <a:chExt cx="1162961" cy="648154"/>
          </a:xfrm>
        </p:grpSpPr>
        <p:sp>
          <p:nvSpPr>
            <p:cNvPr id="101" name="Block Arc 100">
              <a:extLst>
                <a:ext uri="{FF2B5EF4-FFF2-40B4-BE49-F238E27FC236}">
                  <a16:creationId xmlns:a16="http://schemas.microsoft.com/office/drawing/2014/main" id="{8B8C88E7-EBE1-467C-AC0D-DC783648F0B0}"/>
                </a:ext>
              </a:extLst>
            </p:cNvPr>
            <p:cNvSpPr/>
            <p:nvPr/>
          </p:nvSpPr>
          <p:spPr>
            <a:xfrm rot="8542811">
              <a:off x="4861128" y="5751202"/>
              <a:ext cx="357895" cy="296588"/>
            </a:xfrm>
            <a:prstGeom prst="blockArc">
              <a:avLst>
                <a:gd name="adj1" fmla="val 9254143"/>
                <a:gd name="adj2" fmla="val 19683396"/>
                <a:gd name="adj3" fmla="val 15644"/>
              </a:avLst>
            </a:prstGeom>
            <a:solidFill>
              <a:sysClr val="window" lastClr="FFFFFF"/>
            </a:solidFill>
            <a:ln w="12700" cap="flat" cmpd="sng" algn="ctr">
              <a:solidFill>
                <a:sysClr val="windowText" lastClr="000000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03" name="Oval 493">
              <a:extLst>
                <a:ext uri="{FF2B5EF4-FFF2-40B4-BE49-F238E27FC236}">
                  <a16:creationId xmlns:a16="http://schemas.microsoft.com/office/drawing/2014/main" id="{77CDF963-4E90-49AE-A073-AB1A3E8A15DB}"/>
                </a:ext>
              </a:extLst>
            </p:cNvPr>
            <p:cNvSpPr/>
            <p:nvPr/>
          </p:nvSpPr>
          <p:spPr>
            <a:xfrm>
              <a:off x="4056062" y="5660412"/>
              <a:ext cx="1053822" cy="648154"/>
            </a:xfrm>
            <a:custGeom>
              <a:avLst/>
              <a:gdLst>
                <a:gd name="connsiteX0" fmla="*/ 0 w 620419"/>
                <a:gd name="connsiteY0" fmla="*/ 22860 h 45719"/>
                <a:gd name="connsiteX1" fmla="*/ 310210 w 620419"/>
                <a:gd name="connsiteY1" fmla="*/ 0 h 45719"/>
                <a:gd name="connsiteX2" fmla="*/ 620420 w 620419"/>
                <a:gd name="connsiteY2" fmla="*/ 22860 h 45719"/>
                <a:gd name="connsiteX3" fmla="*/ 310210 w 620419"/>
                <a:gd name="connsiteY3" fmla="*/ 45720 h 45719"/>
                <a:gd name="connsiteX4" fmla="*/ 0 w 620419"/>
                <a:gd name="connsiteY4" fmla="*/ 22860 h 45719"/>
                <a:gd name="connsiteX0" fmla="*/ 0 w 620420"/>
                <a:gd name="connsiteY0" fmla="*/ 34880 h 381590"/>
                <a:gd name="connsiteX1" fmla="*/ 310210 w 620420"/>
                <a:gd name="connsiteY1" fmla="*/ 12020 h 381590"/>
                <a:gd name="connsiteX2" fmla="*/ 620420 w 620420"/>
                <a:gd name="connsiteY2" fmla="*/ 34880 h 381590"/>
                <a:gd name="connsiteX3" fmla="*/ 310210 w 620420"/>
                <a:gd name="connsiteY3" fmla="*/ 381590 h 381590"/>
                <a:gd name="connsiteX4" fmla="*/ 0 w 620420"/>
                <a:gd name="connsiteY4" fmla="*/ 34880 h 381590"/>
                <a:gd name="connsiteX0" fmla="*/ 0 w 620420"/>
                <a:gd name="connsiteY0" fmla="*/ 34880 h 381590"/>
                <a:gd name="connsiteX1" fmla="*/ 310210 w 620420"/>
                <a:gd name="connsiteY1" fmla="*/ 12020 h 381590"/>
                <a:gd name="connsiteX2" fmla="*/ 620420 w 620420"/>
                <a:gd name="connsiteY2" fmla="*/ 34880 h 381590"/>
                <a:gd name="connsiteX3" fmla="*/ 310210 w 620420"/>
                <a:gd name="connsiteY3" fmla="*/ 381590 h 381590"/>
                <a:gd name="connsiteX4" fmla="*/ 0 w 620420"/>
                <a:gd name="connsiteY4" fmla="*/ 34880 h 38159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20420" h="381590">
                  <a:moveTo>
                    <a:pt x="0" y="34880"/>
                  </a:moveTo>
                  <a:cubicBezTo>
                    <a:pt x="0" y="-26715"/>
                    <a:pt x="138886" y="12020"/>
                    <a:pt x="310210" y="12020"/>
                  </a:cubicBezTo>
                  <a:cubicBezTo>
                    <a:pt x="481534" y="12020"/>
                    <a:pt x="620420" y="22255"/>
                    <a:pt x="620420" y="34880"/>
                  </a:cubicBezTo>
                  <a:cubicBezTo>
                    <a:pt x="620420" y="47505"/>
                    <a:pt x="557734" y="381590"/>
                    <a:pt x="310210" y="381590"/>
                  </a:cubicBezTo>
                  <a:cubicBezTo>
                    <a:pt x="62686" y="381590"/>
                    <a:pt x="0" y="96475"/>
                    <a:pt x="0" y="34880"/>
                  </a:cubicBezTo>
                  <a:close/>
                </a:path>
              </a:pathLst>
            </a:custGeom>
            <a:solidFill>
              <a:sysClr val="window" lastClr="FFFFFF"/>
            </a:solidFill>
            <a:ln w="12700" cap="flat" cmpd="sng" algn="ctr">
              <a:solidFill>
                <a:sysClr val="windowText" lastClr="000000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</p:grpSp>
      <p:pic>
        <p:nvPicPr>
          <p:cNvPr id="51" name="mouthwhite">
            <a:hlinkClick r:id="" action="ppaction://media"/>
            <a:extLst>
              <a:ext uri="{FF2B5EF4-FFF2-40B4-BE49-F238E27FC236}">
                <a16:creationId xmlns:a16="http://schemas.microsoft.com/office/drawing/2014/main" id="{8DAAECF2-74D5-4292-B63C-D989FEF62DE6}"/>
              </a:ext>
            </a:extLst>
          </p:cNvPr>
          <p:cNvPicPr>
            <a:picLocks noChangeAspect="1"/>
          </p:cNvPicPr>
          <p:nvPr>
            <a:videoFile r:link="rId1"/>
            <p:extLst>
              <p:ext uri="{DAA4B4D4-6D71-4841-9C94-3DE7FCFB9230}">
                <p14:media xmlns:p14="http://schemas.microsoft.com/office/powerpoint/2010/main" r:embed="rId2">
                  <p14:trim st="396" end="2805.3"/>
                </p14:media>
              </p:ext>
            </p:extLst>
          </p:nvPr>
        </p:nvPicPr>
        <p:blipFill rotWithShape="1">
          <a:blip r:embed="rId6"/>
          <a:srcRect l="50000" t="21029" r="43704" b="69424"/>
          <a:stretch>
            <a:fillRect/>
          </a:stretch>
        </p:blipFill>
        <p:spPr>
          <a:xfrm flipH="1">
            <a:off x="4252682" y="4910996"/>
            <a:ext cx="211528" cy="180421"/>
          </a:xfrm>
          <a:prstGeom prst="rect">
            <a:avLst/>
          </a:prstGeom>
        </p:spPr>
      </p:pic>
      <p:pic>
        <p:nvPicPr>
          <p:cNvPr id="53" name="ttsMP3.com_VoiceText_2025-1-13_0-28-19">
            <a:hlinkClick r:id="" action="ppaction://media"/>
            <a:extLst>
              <a:ext uri="{FF2B5EF4-FFF2-40B4-BE49-F238E27FC236}">
                <a16:creationId xmlns:a16="http://schemas.microsoft.com/office/drawing/2014/main" id="{335E18B8-CC11-4912-BAB3-22DAD1B8E164}"/>
              </a:ext>
            </a:extLst>
          </p:cNvPr>
          <p:cNvPicPr>
            <a:picLocks noChangeAspect="1"/>
          </p:cNvPicPr>
          <p:nvPr>
            <a:audioFile r:link="rId4"/>
            <p:extLst>
              <p:ext uri="{DAA4B4D4-6D71-4841-9C94-3DE7FCFB9230}">
                <p14:media xmlns:p14="http://schemas.microsoft.com/office/powerpoint/2010/main" r:embed="rId3"/>
              </p:ext>
            </p:extLst>
          </p:nvPr>
        </p:nvPicPr>
        <p:blipFill>
          <a:blip r:embed="rId7"/>
          <a:stretch>
            <a:fillRect/>
          </a:stretch>
        </p:blipFill>
        <p:spPr>
          <a:xfrm>
            <a:off x="3124200" y="5791200"/>
            <a:ext cx="609600" cy="609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90475799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3000"/>
    </mc:Choice>
    <mc:Fallback>
      <p:transition spd="slow" advTm="300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815" fill="hold"/>
                                        <p:tgtEl>
                                          <p:spTgt spid="51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  <p:par>
                                <p:cTn id="7" presetID="1" presetClass="mediacall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8" dur="8208" fill="hold"/>
                                        <p:tgtEl>
                                          <p:spTgt spid="53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seq concurrent="1" nextAc="seek">
              <p:cTn id="9" restart="whenNotActive" fill="hold" evtFilter="cancelBubble" nodeType="interactiveSeq">
                <p:stCondLst>
                  <p:cond evt="onClick" delay="0">
                    <p:tgtEl>
                      <p:spTgt spid="51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0" fill="hold">
                      <p:stCondLst>
                        <p:cond delay="0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2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3" dur="1" fill="hold"/>
                                        <p:tgtEl>
                                          <p:spTgt spid="51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51"/>
                  </p:tgtEl>
                </p:cond>
              </p:nextCondLst>
            </p:seq>
            <p:video>
              <p:cMediaNode vol="80000" showWhenStopped="0">
                <p:cTn id="14" repeatCount="indefinite" fill="hold" display="0">
                  <p:stCondLst>
                    <p:cond delay="indefinite"/>
                  </p:stCondLst>
                </p:cTn>
                <p:tgtEl>
                  <p:spTgt spid="51"/>
                </p:tgtEl>
              </p:cMediaNode>
            </p:video>
            <p:audio>
              <p:cMediaNode vol="80000" showWhenStopped="0">
                <p:cTn id="15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53"/>
                </p:tgtEl>
              </p:cMediaNode>
            </p:audio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2" name="Group 71">
            <a:extLst>
              <a:ext uri="{FF2B5EF4-FFF2-40B4-BE49-F238E27FC236}">
                <a16:creationId xmlns:a16="http://schemas.microsoft.com/office/drawing/2014/main" id="{EC67B1F0-C383-4492-8215-09DAF4087176}"/>
              </a:ext>
            </a:extLst>
          </p:cNvPr>
          <p:cNvGrpSpPr/>
          <p:nvPr/>
        </p:nvGrpSpPr>
        <p:grpSpPr>
          <a:xfrm>
            <a:off x="541088" y="2841978"/>
            <a:ext cx="4395156" cy="5973245"/>
            <a:chOff x="1481769" y="3123982"/>
            <a:chExt cx="4395156" cy="5973245"/>
          </a:xfrm>
          <a:solidFill>
            <a:schemeClr val="bg1"/>
          </a:solidFill>
        </p:grpSpPr>
        <p:sp>
          <p:nvSpPr>
            <p:cNvPr id="73" name="Rectangle 72">
              <a:extLst>
                <a:ext uri="{FF2B5EF4-FFF2-40B4-BE49-F238E27FC236}">
                  <a16:creationId xmlns:a16="http://schemas.microsoft.com/office/drawing/2014/main" id="{F78AAEE3-C0B6-439F-9A0B-4EB9361C0906}"/>
                </a:ext>
              </a:extLst>
            </p:cNvPr>
            <p:cNvSpPr/>
            <p:nvPr/>
          </p:nvSpPr>
          <p:spPr>
            <a:xfrm rot="5400000">
              <a:off x="2977945" y="1781138"/>
              <a:ext cx="366389" cy="3053946"/>
            </a:xfrm>
            <a:prstGeom prst="rect">
              <a:avLst/>
            </a:prstGeom>
            <a:solidFill>
              <a:schemeClr val="tx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74" name="Rectangle 73">
              <a:extLst>
                <a:ext uri="{FF2B5EF4-FFF2-40B4-BE49-F238E27FC236}">
                  <a16:creationId xmlns:a16="http://schemas.microsoft.com/office/drawing/2014/main" id="{3627EC73-FFA6-4321-B142-0DBF3D4FD889}"/>
                </a:ext>
              </a:extLst>
            </p:cNvPr>
            <p:cNvSpPr/>
            <p:nvPr/>
          </p:nvSpPr>
          <p:spPr>
            <a:xfrm rot="5400000">
              <a:off x="3021919" y="3301439"/>
              <a:ext cx="366389" cy="3166373"/>
            </a:xfrm>
            <a:prstGeom prst="rect">
              <a:avLst/>
            </a:prstGeom>
            <a:solidFill>
              <a:schemeClr val="tx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75" name="Rectangle 74">
              <a:extLst>
                <a:ext uri="{FF2B5EF4-FFF2-40B4-BE49-F238E27FC236}">
                  <a16:creationId xmlns:a16="http://schemas.microsoft.com/office/drawing/2014/main" id="{CD57AAE5-ED36-4C76-AE60-0949743D3DB8}"/>
                </a:ext>
              </a:extLst>
            </p:cNvPr>
            <p:cNvSpPr/>
            <p:nvPr/>
          </p:nvSpPr>
          <p:spPr>
            <a:xfrm>
              <a:off x="1481769" y="3124200"/>
              <a:ext cx="310888" cy="5772150"/>
            </a:xfrm>
            <a:prstGeom prst="rect">
              <a:avLst/>
            </a:prstGeom>
            <a:solidFill>
              <a:schemeClr val="tx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6" name="Rectangle 75">
              <a:extLst>
                <a:ext uri="{FF2B5EF4-FFF2-40B4-BE49-F238E27FC236}">
                  <a16:creationId xmlns:a16="http://schemas.microsoft.com/office/drawing/2014/main" id="{51FA4BB7-CE79-49FB-A4D3-9D82D4D2D56F}"/>
                </a:ext>
              </a:extLst>
            </p:cNvPr>
            <p:cNvSpPr/>
            <p:nvPr/>
          </p:nvSpPr>
          <p:spPr>
            <a:xfrm>
              <a:off x="4489651" y="3123982"/>
              <a:ext cx="310888" cy="5772150"/>
            </a:xfrm>
            <a:prstGeom prst="rect">
              <a:avLst/>
            </a:prstGeom>
            <a:solidFill>
              <a:schemeClr val="tx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7" name="Rectangle 76">
              <a:extLst>
                <a:ext uri="{FF2B5EF4-FFF2-40B4-BE49-F238E27FC236}">
                  <a16:creationId xmlns:a16="http://schemas.microsoft.com/office/drawing/2014/main" id="{7ED891D5-9A9A-474C-973C-DC51F5AD36AC}"/>
                </a:ext>
              </a:extLst>
            </p:cNvPr>
            <p:cNvSpPr/>
            <p:nvPr/>
          </p:nvSpPr>
          <p:spPr>
            <a:xfrm>
              <a:off x="2073647" y="7030636"/>
              <a:ext cx="366389" cy="2066591"/>
            </a:xfrm>
            <a:prstGeom prst="rect">
              <a:avLst/>
            </a:prstGeom>
            <a:solidFill>
              <a:schemeClr val="tx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78" name="Rectangle 77">
              <a:extLst>
                <a:ext uri="{FF2B5EF4-FFF2-40B4-BE49-F238E27FC236}">
                  <a16:creationId xmlns:a16="http://schemas.microsoft.com/office/drawing/2014/main" id="{A05EAA5B-FCCD-4527-940B-1391FA11E61D}"/>
                </a:ext>
              </a:extLst>
            </p:cNvPr>
            <p:cNvSpPr/>
            <p:nvPr/>
          </p:nvSpPr>
          <p:spPr>
            <a:xfrm>
              <a:off x="5331441" y="7016119"/>
              <a:ext cx="366389" cy="2066591"/>
            </a:xfrm>
            <a:prstGeom prst="rect">
              <a:avLst/>
            </a:prstGeom>
            <a:solidFill>
              <a:schemeClr val="tx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79" name="Rectangle 69">
              <a:extLst>
                <a:ext uri="{FF2B5EF4-FFF2-40B4-BE49-F238E27FC236}">
                  <a16:creationId xmlns:a16="http://schemas.microsoft.com/office/drawing/2014/main" id="{49662BCA-0EBB-4505-9A03-AF91F6029EEA}"/>
                </a:ext>
              </a:extLst>
            </p:cNvPr>
            <p:cNvSpPr/>
            <p:nvPr/>
          </p:nvSpPr>
          <p:spPr>
            <a:xfrm>
              <a:off x="1488276" y="6277683"/>
              <a:ext cx="592732" cy="949226"/>
            </a:xfrm>
            <a:custGeom>
              <a:avLst/>
              <a:gdLst>
                <a:gd name="connsiteX0" fmla="*/ 0 w 699888"/>
                <a:gd name="connsiteY0" fmla="*/ 0 h 234057"/>
                <a:gd name="connsiteX1" fmla="*/ 699888 w 699888"/>
                <a:gd name="connsiteY1" fmla="*/ 0 h 234057"/>
                <a:gd name="connsiteX2" fmla="*/ 699888 w 699888"/>
                <a:gd name="connsiteY2" fmla="*/ 234057 h 234057"/>
                <a:gd name="connsiteX3" fmla="*/ 0 w 699888"/>
                <a:gd name="connsiteY3" fmla="*/ 234057 h 234057"/>
                <a:gd name="connsiteX4" fmla="*/ 0 w 699888"/>
                <a:gd name="connsiteY4" fmla="*/ 0 h 234057"/>
                <a:gd name="connsiteX0" fmla="*/ 0 w 699888"/>
                <a:gd name="connsiteY0" fmla="*/ 0 h 970657"/>
                <a:gd name="connsiteX1" fmla="*/ 699888 w 699888"/>
                <a:gd name="connsiteY1" fmla="*/ 0 h 970657"/>
                <a:gd name="connsiteX2" fmla="*/ 604638 w 699888"/>
                <a:gd name="connsiteY2" fmla="*/ 970657 h 970657"/>
                <a:gd name="connsiteX3" fmla="*/ 0 w 699888"/>
                <a:gd name="connsiteY3" fmla="*/ 234057 h 970657"/>
                <a:gd name="connsiteX4" fmla="*/ 0 w 699888"/>
                <a:gd name="connsiteY4" fmla="*/ 0 h 970657"/>
                <a:gd name="connsiteX0" fmla="*/ 0 w 630038"/>
                <a:gd name="connsiteY0" fmla="*/ 0 h 970657"/>
                <a:gd name="connsiteX1" fmla="*/ 630038 w 630038"/>
                <a:gd name="connsiteY1" fmla="*/ 723900 h 970657"/>
                <a:gd name="connsiteX2" fmla="*/ 604638 w 630038"/>
                <a:gd name="connsiteY2" fmla="*/ 970657 h 970657"/>
                <a:gd name="connsiteX3" fmla="*/ 0 w 630038"/>
                <a:gd name="connsiteY3" fmla="*/ 234057 h 970657"/>
                <a:gd name="connsiteX4" fmla="*/ 0 w 630038"/>
                <a:gd name="connsiteY4" fmla="*/ 0 h 970657"/>
                <a:gd name="connsiteX0" fmla="*/ 0 w 604638"/>
                <a:gd name="connsiteY0" fmla="*/ 0 h 970657"/>
                <a:gd name="connsiteX1" fmla="*/ 587175 w 604638"/>
                <a:gd name="connsiteY1" fmla="*/ 726282 h 970657"/>
                <a:gd name="connsiteX2" fmla="*/ 604638 w 604638"/>
                <a:gd name="connsiteY2" fmla="*/ 970657 h 970657"/>
                <a:gd name="connsiteX3" fmla="*/ 0 w 604638"/>
                <a:gd name="connsiteY3" fmla="*/ 234057 h 970657"/>
                <a:gd name="connsiteX4" fmla="*/ 0 w 604638"/>
                <a:gd name="connsiteY4" fmla="*/ 0 h 970657"/>
                <a:gd name="connsiteX0" fmla="*/ 0 w 592732"/>
                <a:gd name="connsiteY0" fmla="*/ 0 h 961132"/>
                <a:gd name="connsiteX1" fmla="*/ 587175 w 592732"/>
                <a:gd name="connsiteY1" fmla="*/ 726282 h 961132"/>
                <a:gd name="connsiteX2" fmla="*/ 592732 w 592732"/>
                <a:gd name="connsiteY2" fmla="*/ 961132 h 961132"/>
                <a:gd name="connsiteX3" fmla="*/ 0 w 592732"/>
                <a:gd name="connsiteY3" fmla="*/ 234057 h 961132"/>
                <a:gd name="connsiteX4" fmla="*/ 0 w 592732"/>
                <a:gd name="connsiteY4" fmla="*/ 0 h 961132"/>
                <a:gd name="connsiteX0" fmla="*/ 0 w 592732"/>
                <a:gd name="connsiteY0" fmla="*/ 0 h 949226"/>
                <a:gd name="connsiteX1" fmla="*/ 587175 w 592732"/>
                <a:gd name="connsiteY1" fmla="*/ 726282 h 949226"/>
                <a:gd name="connsiteX2" fmla="*/ 592732 w 592732"/>
                <a:gd name="connsiteY2" fmla="*/ 949226 h 949226"/>
                <a:gd name="connsiteX3" fmla="*/ 0 w 592732"/>
                <a:gd name="connsiteY3" fmla="*/ 234057 h 949226"/>
                <a:gd name="connsiteX4" fmla="*/ 0 w 592732"/>
                <a:gd name="connsiteY4" fmla="*/ 0 h 9492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92732" h="949226">
                  <a:moveTo>
                    <a:pt x="0" y="0"/>
                  </a:moveTo>
                  <a:lnTo>
                    <a:pt x="587175" y="726282"/>
                  </a:lnTo>
                  <a:lnTo>
                    <a:pt x="592732" y="949226"/>
                  </a:lnTo>
                  <a:lnTo>
                    <a:pt x="0" y="23405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0" name="Flowchart: Manual Operation 61">
              <a:extLst>
                <a:ext uri="{FF2B5EF4-FFF2-40B4-BE49-F238E27FC236}">
                  <a16:creationId xmlns:a16="http://schemas.microsoft.com/office/drawing/2014/main" id="{D874E2D6-FEE3-4F7F-AEB3-5CB14C5802A2}"/>
                </a:ext>
              </a:extLst>
            </p:cNvPr>
            <p:cNvSpPr/>
            <p:nvPr/>
          </p:nvSpPr>
          <p:spPr>
            <a:xfrm flipV="1">
              <a:off x="1486224" y="6281085"/>
              <a:ext cx="4390701" cy="731632"/>
            </a:xfrm>
            <a:custGeom>
              <a:avLst/>
              <a:gdLst>
                <a:gd name="connsiteX0" fmla="*/ 0 w 10000"/>
                <a:gd name="connsiteY0" fmla="*/ 0 h 10000"/>
                <a:gd name="connsiteX1" fmla="*/ 10000 w 10000"/>
                <a:gd name="connsiteY1" fmla="*/ 0 h 10000"/>
                <a:gd name="connsiteX2" fmla="*/ 8000 w 10000"/>
                <a:gd name="connsiteY2" fmla="*/ 10000 h 10000"/>
                <a:gd name="connsiteX3" fmla="*/ 2000 w 10000"/>
                <a:gd name="connsiteY3" fmla="*/ 10000 h 10000"/>
                <a:gd name="connsiteX4" fmla="*/ 0 w 10000"/>
                <a:gd name="connsiteY4" fmla="*/ 0 h 10000"/>
                <a:gd name="connsiteX0" fmla="*/ 213 w 8000"/>
                <a:gd name="connsiteY0" fmla="*/ 0 h 10406"/>
                <a:gd name="connsiteX1" fmla="*/ 8000 w 8000"/>
                <a:gd name="connsiteY1" fmla="*/ 406 h 10406"/>
                <a:gd name="connsiteX2" fmla="*/ 6000 w 8000"/>
                <a:gd name="connsiteY2" fmla="*/ 10406 h 10406"/>
                <a:gd name="connsiteX3" fmla="*/ 0 w 8000"/>
                <a:gd name="connsiteY3" fmla="*/ 10406 h 10406"/>
                <a:gd name="connsiteX4" fmla="*/ 213 w 8000"/>
                <a:gd name="connsiteY4" fmla="*/ 0 h 10406"/>
                <a:gd name="connsiteX0" fmla="*/ 309 w 10000"/>
                <a:gd name="connsiteY0" fmla="*/ 0 h 9829"/>
                <a:gd name="connsiteX1" fmla="*/ 10000 w 10000"/>
                <a:gd name="connsiteY1" fmla="*/ 219 h 9829"/>
                <a:gd name="connsiteX2" fmla="*/ 7500 w 10000"/>
                <a:gd name="connsiteY2" fmla="*/ 9829 h 9829"/>
                <a:gd name="connsiteX3" fmla="*/ 0 w 10000"/>
                <a:gd name="connsiteY3" fmla="*/ 9829 h 9829"/>
                <a:gd name="connsiteX4" fmla="*/ 309 w 10000"/>
                <a:gd name="connsiteY4" fmla="*/ 0 h 9829"/>
                <a:gd name="connsiteX0" fmla="*/ 1379 w 10000"/>
                <a:gd name="connsiteY0" fmla="*/ 0 h 10000"/>
                <a:gd name="connsiteX1" fmla="*/ 10000 w 10000"/>
                <a:gd name="connsiteY1" fmla="*/ 223 h 10000"/>
                <a:gd name="connsiteX2" fmla="*/ 7500 w 10000"/>
                <a:gd name="connsiteY2" fmla="*/ 10000 h 10000"/>
                <a:gd name="connsiteX3" fmla="*/ 0 w 10000"/>
                <a:gd name="connsiteY3" fmla="*/ 10000 h 10000"/>
                <a:gd name="connsiteX4" fmla="*/ 1379 w 10000"/>
                <a:gd name="connsiteY4" fmla="*/ 0 h 10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0000" h="10000">
                  <a:moveTo>
                    <a:pt x="1379" y="0"/>
                  </a:moveTo>
                  <a:lnTo>
                    <a:pt x="10000" y="223"/>
                  </a:lnTo>
                  <a:lnTo>
                    <a:pt x="7500" y="10000"/>
                  </a:lnTo>
                  <a:lnTo>
                    <a:pt x="0" y="10000"/>
                  </a:lnTo>
                  <a:lnTo>
                    <a:pt x="1379" y="0"/>
                  </a:lnTo>
                  <a:close/>
                </a:path>
              </a:pathLst>
            </a:custGeom>
            <a:grp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1" name="Rectangle 80">
              <a:extLst>
                <a:ext uri="{FF2B5EF4-FFF2-40B4-BE49-F238E27FC236}">
                  <a16:creationId xmlns:a16="http://schemas.microsoft.com/office/drawing/2014/main" id="{3D37019F-C88A-4819-AE52-3F06041B64E7}"/>
                </a:ext>
              </a:extLst>
            </p:cNvPr>
            <p:cNvSpPr/>
            <p:nvPr/>
          </p:nvSpPr>
          <p:spPr>
            <a:xfrm>
              <a:off x="2073647" y="6997673"/>
              <a:ext cx="3803278" cy="234057"/>
            </a:xfrm>
            <a:prstGeom prst="rect">
              <a:avLst/>
            </a:prstGeom>
            <a:grp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24" name="Group 23">
            <a:extLst>
              <a:ext uri="{FF2B5EF4-FFF2-40B4-BE49-F238E27FC236}">
                <a16:creationId xmlns:a16="http://schemas.microsoft.com/office/drawing/2014/main" id="{0FE84293-707A-4B63-AB26-8781EC7AE7E9}"/>
              </a:ext>
            </a:extLst>
          </p:cNvPr>
          <p:cNvGrpSpPr/>
          <p:nvPr/>
        </p:nvGrpSpPr>
        <p:grpSpPr>
          <a:xfrm flipH="1">
            <a:off x="491113" y="2773261"/>
            <a:ext cx="3373357" cy="5397520"/>
            <a:chOff x="1051466" y="3615931"/>
            <a:chExt cx="1418628" cy="2269867"/>
          </a:xfrm>
        </p:grpSpPr>
        <p:grpSp>
          <p:nvGrpSpPr>
            <p:cNvPr id="26" name="Group 25">
              <a:extLst>
                <a:ext uri="{FF2B5EF4-FFF2-40B4-BE49-F238E27FC236}">
                  <a16:creationId xmlns:a16="http://schemas.microsoft.com/office/drawing/2014/main" id="{9E2FBA48-9E31-47B3-BDF6-A8E0854A9550}"/>
                </a:ext>
              </a:extLst>
            </p:cNvPr>
            <p:cNvGrpSpPr/>
            <p:nvPr/>
          </p:nvGrpSpPr>
          <p:grpSpPr>
            <a:xfrm>
              <a:off x="1051466" y="3615931"/>
              <a:ext cx="1418628" cy="2269867"/>
              <a:chOff x="1058014" y="2720193"/>
              <a:chExt cx="2211508" cy="3538508"/>
            </a:xfrm>
          </p:grpSpPr>
          <p:grpSp>
            <p:nvGrpSpPr>
              <p:cNvPr id="29" name="Group 28">
                <a:extLst>
                  <a:ext uri="{FF2B5EF4-FFF2-40B4-BE49-F238E27FC236}">
                    <a16:creationId xmlns:a16="http://schemas.microsoft.com/office/drawing/2014/main" id="{B41DA91C-64D0-4D18-9CDA-13A854F839B4}"/>
                  </a:ext>
                </a:extLst>
              </p:cNvPr>
              <p:cNvGrpSpPr/>
              <p:nvPr/>
            </p:nvGrpSpPr>
            <p:grpSpPr>
              <a:xfrm>
                <a:off x="1058014" y="2838044"/>
                <a:ext cx="2211508" cy="3420657"/>
                <a:chOff x="3656916" y="4982410"/>
                <a:chExt cx="2536874" cy="3923921"/>
              </a:xfrm>
            </p:grpSpPr>
            <p:cxnSp>
              <p:nvCxnSpPr>
                <p:cNvPr id="34" name="Straight Connector 33">
                  <a:extLst>
                    <a:ext uri="{FF2B5EF4-FFF2-40B4-BE49-F238E27FC236}">
                      <a16:creationId xmlns:a16="http://schemas.microsoft.com/office/drawing/2014/main" id="{465E5A56-33F5-476C-A62C-91777BA259F3}"/>
                    </a:ext>
                  </a:extLst>
                </p:cNvPr>
                <p:cNvCxnSpPr>
                  <a:cxnSpLocks/>
                  <a:endCxn id="39" idx="3"/>
                </p:cNvCxnSpPr>
                <p:nvPr/>
              </p:nvCxnSpPr>
              <p:spPr>
                <a:xfrm flipH="1">
                  <a:off x="4200900" y="7412038"/>
                  <a:ext cx="106872" cy="1293984"/>
                </a:xfrm>
                <a:prstGeom prst="line">
                  <a:avLst/>
                </a:prstGeom>
                <a:noFill/>
                <a:ln w="57150" cap="flat" cmpd="sng" algn="ctr">
                  <a:solidFill>
                    <a:sysClr val="windowText" lastClr="000000"/>
                  </a:solidFill>
                  <a:prstDash val="solid"/>
                  <a:miter lim="800000"/>
                </a:ln>
                <a:effectLst/>
              </p:spPr>
            </p:cxnSp>
            <p:cxnSp>
              <p:nvCxnSpPr>
                <p:cNvPr id="35" name="Straight Connector 34">
                  <a:extLst>
                    <a:ext uri="{FF2B5EF4-FFF2-40B4-BE49-F238E27FC236}">
                      <a16:creationId xmlns:a16="http://schemas.microsoft.com/office/drawing/2014/main" id="{BA1BCC6B-EAD7-430D-B2A7-935D56F6FCC3}"/>
                    </a:ext>
                  </a:extLst>
                </p:cNvPr>
                <p:cNvCxnSpPr>
                  <a:cxnSpLocks/>
                  <a:endCxn id="38" idx="3"/>
                </p:cNvCxnSpPr>
                <p:nvPr/>
              </p:nvCxnSpPr>
              <p:spPr>
                <a:xfrm flipH="1">
                  <a:off x="5022894" y="7437943"/>
                  <a:ext cx="76438" cy="1258584"/>
                </a:xfrm>
                <a:prstGeom prst="line">
                  <a:avLst/>
                </a:prstGeom>
                <a:noFill/>
                <a:ln w="57150" cap="flat" cmpd="sng" algn="ctr">
                  <a:solidFill>
                    <a:sysClr val="windowText" lastClr="000000"/>
                  </a:solidFill>
                  <a:prstDash val="solid"/>
                  <a:miter lim="800000"/>
                </a:ln>
                <a:effectLst/>
              </p:spPr>
            </p:cxnSp>
            <p:sp>
              <p:nvSpPr>
                <p:cNvPr id="36" name="Oval 35">
                  <a:extLst>
                    <a:ext uri="{FF2B5EF4-FFF2-40B4-BE49-F238E27FC236}">
                      <a16:creationId xmlns:a16="http://schemas.microsoft.com/office/drawing/2014/main" id="{ADB6CD93-F9A3-42F7-AF3D-FF084171C8A9}"/>
                    </a:ext>
                  </a:extLst>
                </p:cNvPr>
                <p:cNvSpPr/>
                <p:nvPr/>
              </p:nvSpPr>
              <p:spPr>
                <a:xfrm>
                  <a:off x="3656916" y="4982410"/>
                  <a:ext cx="2536874" cy="2447778"/>
                </a:xfrm>
                <a:prstGeom prst="ellipse">
                  <a:avLst/>
                </a:prstGeom>
                <a:solidFill>
                  <a:schemeClr val="bg1"/>
                </a:solidFill>
                <a:ln w="12700" cap="flat" cmpd="sng" algn="ctr">
                  <a:solidFill>
                    <a:schemeClr val="tx1"/>
                  </a:solidFill>
                  <a:prstDash val="solid"/>
                  <a:miter lim="800000"/>
                </a:ln>
                <a:effectLst>
                  <a:outerShdw blurRad="63500" sx="102000" sy="102000" algn="ctr" rotWithShape="0">
                    <a:prstClr val="black">
                      <a:alpha val="40000"/>
                    </a:prstClr>
                  </a:outerShdw>
                </a:effectLst>
              </p:spPr>
              <p:txBody>
                <a:bodyPr rtlCol="0" anchor="ctr"/>
                <a:lstStyle/>
                <a:p>
                  <a:pPr marL="0" marR="0" lvl="0" indent="0" algn="ctr" defTabSz="457211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1" b="0" i="0" u="none" strike="noStrike" kern="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</a:endParaRPr>
                </a:p>
              </p:txBody>
            </p:sp>
            <p:sp>
              <p:nvSpPr>
                <p:cNvPr id="37" name="Oval 36">
                  <a:extLst>
                    <a:ext uri="{FF2B5EF4-FFF2-40B4-BE49-F238E27FC236}">
                      <a16:creationId xmlns:a16="http://schemas.microsoft.com/office/drawing/2014/main" id="{5DE624EC-BCE3-46DE-9C3B-9B7FFCD688D1}"/>
                    </a:ext>
                  </a:extLst>
                </p:cNvPr>
                <p:cNvSpPr/>
                <p:nvPr/>
              </p:nvSpPr>
              <p:spPr>
                <a:xfrm>
                  <a:off x="4222805" y="5869869"/>
                  <a:ext cx="261279" cy="259520"/>
                </a:xfrm>
                <a:prstGeom prst="ellipse">
                  <a:avLst/>
                </a:prstGeom>
                <a:solidFill>
                  <a:sysClr val="windowText" lastClr="000000"/>
                </a:solidFill>
                <a:ln w="12700" cap="flat" cmpd="sng" algn="ctr">
                  <a:noFill/>
                  <a:prstDash val="solid"/>
                  <a:miter lim="800000"/>
                </a:ln>
                <a:effectLst/>
              </p:spPr>
              <p:txBody>
                <a:bodyPr rtlCol="0" anchor="ctr"/>
                <a:lstStyle/>
                <a:p>
                  <a:pPr marL="0" marR="0" lvl="0" indent="0" algn="ctr" defTabSz="457211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1" b="0" i="0" u="none" strike="noStrike" kern="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</a:endParaRPr>
                </a:p>
              </p:txBody>
            </p:sp>
            <p:sp>
              <p:nvSpPr>
                <p:cNvPr id="38" name="Rectangle: Top Corners Rounded 37">
                  <a:extLst>
                    <a:ext uri="{FF2B5EF4-FFF2-40B4-BE49-F238E27FC236}">
                      <a16:creationId xmlns:a16="http://schemas.microsoft.com/office/drawing/2014/main" id="{1AF1F7CF-1ACC-4A14-9B44-700F7921392D}"/>
                    </a:ext>
                  </a:extLst>
                </p:cNvPr>
                <p:cNvSpPr/>
                <p:nvPr/>
              </p:nvSpPr>
              <p:spPr>
                <a:xfrm>
                  <a:off x="4688147" y="8696528"/>
                  <a:ext cx="669495" cy="200310"/>
                </a:xfrm>
                <a:prstGeom prst="round2SameRect">
                  <a:avLst>
                    <a:gd name="adj1" fmla="val 50000"/>
                    <a:gd name="adj2" fmla="val 0"/>
                  </a:avLst>
                </a:prstGeom>
                <a:solidFill>
                  <a:sysClr val="windowText" lastClr="000000"/>
                </a:solidFill>
                <a:ln w="12700" cap="flat" cmpd="sng" algn="ctr">
                  <a:noFill/>
                  <a:prstDash val="solid"/>
                  <a:miter lim="800000"/>
                </a:ln>
                <a:effectLst>
                  <a:innerShdw blurRad="114300">
                    <a:prstClr val="black"/>
                  </a:innerShdw>
                </a:effectLst>
              </p:spPr>
              <p:txBody>
                <a:bodyPr rtlCol="0" anchor="ctr"/>
                <a:lstStyle/>
                <a:p>
                  <a:pPr marL="0" marR="0" lvl="0" indent="0" algn="ctr" defTabSz="457211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1" b="0" i="0" u="none" strike="noStrike" kern="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</a:endParaRPr>
                </a:p>
              </p:txBody>
            </p:sp>
            <p:sp>
              <p:nvSpPr>
                <p:cNvPr id="39" name="Rectangle: Top Corners Rounded 38">
                  <a:extLst>
                    <a:ext uri="{FF2B5EF4-FFF2-40B4-BE49-F238E27FC236}">
                      <a16:creationId xmlns:a16="http://schemas.microsoft.com/office/drawing/2014/main" id="{C3774AA1-FB40-4F3B-B35E-9234B5770515}"/>
                    </a:ext>
                  </a:extLst>
                </p:cNvPr>
                <p:cNvSpPr/>
                <p:nvPr/>
              </p:nvSpPr>
              <p:spPr>
                <a:xfrm>
                  <a:off x="3866153" y="8706021"/>
                  <a:ext cx="669495" cy="200310"/>
                </a:xfrm>
                <a:prstGeom prst="round2SameRect">
                  <a:avLst>
                    <a:gd name="adj1" fmla="val 50000"/>
                    <a:gd name="adj2" fmla="val 0"/>
                  </a:avLst>
                </a:prstGeom>
                <a:solidFill>
                  <a:sysClr val="windowText" lastClr="000000"/>
                </a:solidFill>
                <a:ln w="12700" cap="flat" cmpd="sng" algn="ctr">
                  <a:noFill/>
                  <a:prstDash val="solid"/>
                  <a:miter lim="800000"/>
                </a:ln>
                <a:effectLst>
                  <a:innerShdw blurRad="114300">
                    <a:prstClr val="black"/>
                  </a:innerShdw>
                </a:effectLst>
              </p:spPr>
              <p:txBody>
                <a:bodyPr rtlCol="0" anchor="ctr"/>
                <a:lstStyle/>
                <a:p>
                  <a:pPr marL="0" marR="0" lvl="0" indent="0" algn="ctr" defTabSz="457211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1" b="0" i="0" u="none" strike="noStrike" kern="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</a:endParaRPr>
                </a:p>
              </p:txBody>
            </p:sp>
            <p:sp>
              <p:nvSpPr>
                <p:cNvPr id="40" name="Freeform: Shape 39">
                  <a:extLst>
                    <a:ext uri="{FF2B5EF4-FFF2-40B4-BE49-F238E27FC236}">
                      <a16:creationId xmlns:a16="http://schemas.microsoft.com/office/drawing/2014/main" id="{90B98492-D553-4D04-B40D-21EFBB26617C}"/>
                    </a:ext>
                  </a:extLst>
                </p:cNvPr>
                <p:cNvSpPr/>
                <p:nvPr/>
              </p:nvSpPr>
              <p:spPr>
                <a:xfrm flipH="1">
                  <a:off x="5436388" y="6807049"/>
                  <a:ext cx="620241" cy="485827"/>
                </a:xfrm>
                <a:custGeom>
                  <a:avLst/>
                  <a:gdLst>
                    <a:gd name="connsiteX0" fmla="*/ 115393 w 649909"/>
                    <a:gd name="connsiteY0" fmla="*/ 0 h 923977"/>
                    <a:gd name="connsiteX1" fmla="*/ 29668 w 649909"/>
                    <a:gd name="connsiteY1" fmla="*/ 438150 h 923977"/>
                    <a:gd name="connsiteX2" fmla="*/ 563068 w 649909"/>
                    <a:gd name="connsiteY2" fmla="*/ 847725 h 923977"/>
                    <a:gd name="connsiteX3" fmla="*/ 648793 w 649909"/>
                    <a:gd name="connsiteY3" fmla="*/ 923925 h 923977"/>
                    <a:gd name="connsiteX4" fmla="*/ 648793 w 649909"/>
                    <a:gd name="connsiteY4" fmla="*/ 923925 h 923977"/>
                    <a:gd name="connsiteX0" fmla="*/ 0 w 620241"/>
                    <a:gd name="connsiteY0" fmla="*/ 0 h 485827"/>
                    <a:gd name="connsiteX1" fmla="*/ 533400 w 620241"/>
                    <a:gd name="connsiteY1" fmla="*/ 409575 h 485827"/>
                    <a:gd name="connsiteX2" fmla="*/ 619125 w 620241"/>
                    <a:gd name="connsiteY2" fmla="*/ 485775 h 485827"/>
                    <a:gd name="connsiteX3" fmla="*/ 619125 w 620241"/>
                    <a:gd name="connsiteY3" fmla="*/ 485775 h 485827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620241" h="485827">
                      <a:moveTo>
                        <a:pt x="0" y="0"/>
                      </a:moveTo>
                      <a:cubicBezTo>
                        <a:pt x="74612" y="141288"/>
                        <a:pt x="430213" y="328613"/>
                        <a:pt x="533400" y="409575"/>
                      </a:cubicBezTo>
                      <a:cubicBezTo>
                        <a:pt x="636587" y="490537"/>
                        <a:pt x="619125" y="485775"/>
                        <a:pt x="619125" y="485775"/>
                      </a:cubicBezTo>
                      <a:lnTo>
                        <a:pt x="619125" y="485775"/>
                      </a:lnTo>
                    </a:path>
                  </a:pathLst>
                </a:custGeom>
                <a:noFill/>
                <a:ln w="38100" cap="flat" cmpd="sng" algn="ctr">
                  <a:solidFill>
                    <a:sysClr val="windowText" lastClr="000000"/>
                  </a:solidFill>
                  <a:prstDash val="solid"/>
                  <a:miter lim="800000"/>
                </a:ln>
                <a:effectLst/>
              </p:spPr>
              <p:txBody>
                <a:bodyPr rtlCol="0" anchor="ctr"/>
                <a:lstStyle/>
                <a:p>
                  <a:pPr marL="0" marR="0" lvl="0" indent="0" algn="ctr" defTabSz="457211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1" b="0" i="0" u="none" strike="noStrike" kern="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</a:endParaRPr>
                </a:p>
              </p:txBody>
            </p:sp>
            <p:sp>
              <p:nvSpPr>
                <p:cNvPr id="41" name="Freeform: Shape 40">
                  <a:extLst>
                    <a:ext uri="{FF2B5EF4-FFF2-40B4-BE49-F238E27FC236}">
                      <a16:creationId xmlns:a16="http://schemas.microsoft.com/office/drawing/2014/main" id="{10C351CD-0192-49D2-B60D-5E344CF7CFCD}"/>
                    </a:ext>
                  </a:extLst>
                </p:cNvPr>
                <p:cNvSpPr/>
                <p:nvPr/>
              </p:nvSpPr>
              <p:spPr>
                <a:xfrm flipH="1">
                  <a:off x="4770430" y="6186990"/>
                  <a:ext cx="92468" cy="235601"/>
                </a:xfrm>
                <a:custGeom>
                  <a:avLst/>
                  <a:gdLst>
                    <a:gd name="connsiteX0" fmla="*/ 33338 w 209668"/>
                    <a:gd name="connsiteY0" fmla="*/ 0 h 195262"/>
                    <a:gd name="connsiteX1" fmla="*/ 57150 w 209668"/>
                    <a:gd name="connsiteY1" fmla="*/ 14287 h 195262"/>
                    <a:gd name="connsiteX2" fmla="*/ 71438 w 209668"/>
                    <a:gd name="connsiteY2" fmla="*/ 23812 h 195262"/>
                    <a:gd name="connsiteX3" fmla="*/ 114300 w 209668"/>
                    <a:gd name="connsiteY3" fmla="*/ 33337 h 195262"/>
                    <a:gd name="connsiteX4" fmla="*/ 128588 w 209668"/>
                    <a:gd name="connsiteY4" fmla="*/ 42862 h 195262"/>
                    <a:gd name="connsiteX5" fmla="*/ 166688 w 209668"/>
                    <a:gd name="connsiteY5" fmla="*/ 52387 h 195262"/>
                    <a:gd name="connsiteX6" fmla="*/ 200025 w 209668"/>
                    <a:gd name="connsiteY6" fmla="*/ 61912 h 195262"/>
                    <a:gd name="connsiteX7" fmla="*/ 209550 w 209668"/>
                    <a:gd name="connsiteY7" fmla="*/ 76200 h 195262"/>
                    <a:gd name="connsiteX8" fmla="*/ 185738 w 209668"/>
                    <a:gd name="connsiteY8" fmla="*/ 157162 h 195262"/>
                    <a:gd name="connsiteX9" fmla="*/ 166688 w 209668"/>
                    <a:gd name="connsiteY9" fmla="*/ 166687 h 195262"/>
                    <a:gd name="connsiteX10" fmla="*/ 123825 w 209668"/>
                    <a:gd name="connsiteY10" fmla="*/ 185737 h 195262"/>
                    <a:gd name="connsiteX11" fmla="*/ 109538 w 209668"/>
                    <a:gd name="connsiteY11" fmla="*/ 190500 h 195262"/>
                    <a:gd name="connsiteX12" fmla="*/ 95250 w 209668"/>
                    <a:gd name="connsiteY12" fmla="*/ 195262 h 195262"/>
                    <a:gd name="connsiteX13" fmla="*/ 23813 w 209668"/>
                    <a:gd name="connsiteY13" fmla="*/ 190500 h 195262"/>
                    <a:gd name="connsiteX14" fmla="*/ 9525 w 209668"/>
                    <a:gd name="connsiteY14" fmla="*/ 185737 h 195262"/>
                    <a:gd name="connsiteX15" fmla="*/ 0 w 209668"/>
                    <a:gd name="connsiteY15" fmla="*/ 176212 h 195262"/>
                    <a:gd name="connsiteX0" fmla="*/ 33338 w 209668"/>
                    <a:gd name="connsiteY0" fmla="*/ 0 h 195262"/>
                    <a:gd name="connsiteX1" fmla="*/ 57150 w 209668"/>
                    <a:gd name="connsiteY1" fmla="*/ 14287 h 195262"/>
                    <a:gd name="connsiteX2" fmla="*/ 71438 w 209668"/>
                    <a:gd name="connsiteY2" fmla="*/ 23812 h 195262"/>
                    <a:gd name="connsiteX3" fmla="*/ 114300 w 209668"/>
                    <a:gd name="connsiteY3" fmla="*/ 33337 h 195262"/>
                    <a:gd name="connsiteX4" fmla="*/ 128588 w 209668"/>
                    <a:gd name="connsiteY4" fmla="*/ 42862 h 195262"/>
                    <a:gd name="connsiteX5" fmla="*/ 200025 w 209668"/>
                    <a:gd name="connsiteY5" fmla="*/ 61912 h 195262"/>
                    <a:gd name="connsiteX6" fmla="*/ 209550 w 209668"/>
                    <a:gd name="connsiteY6" fmla="*/ 76200 h 195262"/>
                    <a:gd name="connsiteX7" fmla="*/ 185738 w 209668"/>
                    <a:gd name="connsiteY7" fmla="*/ 157162 h 195262"/>
                    <a:gd name="connsiteX8" fmla="*/ 166688 w 209668"/>
                    <a:gd name="connsiteY8" fmla="*/ 166687 h 195262"/>
                    <a:gd name="connsiteX9" fmla="*/ 123825 w 209668"/>
                    <a:gd name="connsiteY9" fmla="*/ 185737 h 195262"/>
                    <a:gd name="connsiteX10" fmla="*/ 109538 w 209668"/>
                    <a:gd name="connsiteY10" fmla="*/ 190500 h 195262"/>
                    <a:gd name="connsiteX11" fmla="*/ 95250 w 209668"/>
                    <a:gd name="connsiteY11" fmla="*/ 195262 h 195262"/>
                    <a:gd name="connsiteX12" fmla="*/ 23813 w 209668"/>
                    <a:gd name="connsiteY12" fmla="*/ 190500 h 195262"/>
                    <a:gd name="connsiteX13" fmla="*/ 9525 w 209668"/>
                    <a:gd name="connsiteY13" fmla="*/ 185737 h 195262"/>
                    <a:gd name="connsiteX14" fmla="*/ 0 w 209668"/>
                    <a:gd name="connsiteY14" fmla="*/ 176212 h 195262"/>
                    <a:gd name="connsiteX0" fmla="*/ 33338 w 202730"/>
                    <a:gd name="connsiteY0" fmla="*/ 0 h 195262"/>
                    <a:gd name="connsiteX1" fmla="*/ 57150 w 202730"/>
                    <a:gd name="connsiteY1" fmla="*/ 14287 h 195262"/>
                    <a:gd name="connsiteX2" fmla="*/ 71438 w 202730"/>
                    <a:gd name="connsiteY2" fmla="*/ 23812 h 195262"/>
                    <a:gd name="connsiteX3" fmla="*/ 114300 w 202730"/>
                    <a:gd name="connsiteY3" fmla="*/ 33337 h 195262"/>
                    <a:gd name="connsiteX4" fmla="*/ 128588 w 202730"/>
                    <a:gd name="connsiteY4" fmla="*/ 42862 h 195262"/>
                    <a:gd name="connsiteX5" fmla="*/ 200025 w 202730"/>
                    <a:gd name="connsiteY5" fmla="*/ 61912 h 195262"/>
                    <a:gd name="connsiteX6" fmla="*/ 185738 w 202730"/>
                    <a:gd name="connsiteY6" fmla="*/ 157162 h 195262"/>
                    <a:gd name="connsiteX7" fmla="*/ 166688 w 202730"/>
                    <a:gd name="connsiteY7" fmla="*/ 166687 h 195262"/>
                    <a:gd name="connsiteX8" fmla="*/ 123825 w 202730"/>
                    <a:gd name="connsiteY8" fmla="*/ 185737 h 195262"/>
                    <a:gd name="connsiteX9" fmla="*/ 109538 w 202730"/>
                    <a:gd name="connsiteY9" fmla="*/ 190500 h 195262"/>
                    <a:gd name="connsiteX10" fmla="*/ 95250 w 202730"/>
                    <a:gd name="connsiteY10" fmla="*/ 195262 h 195262"/>
                    <a:gd name="connsiteX11" fmla="*/ 23813 w 202730"/>
                    <a:gd name="connsiteY11" fmla="*/ 190500 h 195262"/>
                    <a:gd name="connsiteX12" fmla="*/ 9525 w 202730"/>
                    <a:gd name="connsiteY12" fmla="*/ 185737 h 195262"/>
                    <a:gd name="connsiteX13" fmla="*/ 0 w 202730"/>
                    <a:gd name="connsiteY13" fmla="*/ 176212 h 195262"/>
                    <a:gd name="connsiteX0" fmla="*/ 33338 w 207126"/>
                    <a:gd name="connsiteY0" fmla="*/ 0 h 195262"/>
                    <a:gd name="connsiteX1" fmla="*/ 57150 w 207126"/>
                    <a:gd name="connsiteY1" fmla="*/ 14287 h 195262"/>
                    <a:gd name="connsiteX2" fmla="*/ 71438 w 207126"/>
                    <a:gd name="connsiteY2" fmla="*/ 23812 h 195262"/>
                    <a:gd name="connsiteX3" fmla="*/ 114300 w 207126"/>
                    <a:gd name="connsiteY3" fmla="*/ 33337 h 195262"/>
                    <a:gd name="connsiteX4" fmla="*/ 128588 w 207126"/>
                    <a:gd name="connsiteY4" fmla="*/ 42862 h 195262"/>
                    <a:gd name="connsiteX5" fmla="*/ 204787 w 207126"/>
                    <a:gd name="connsiteY5" fmla="*/ 76199 h 195262"/>
                    <a:gd name="connsiteX6" fmla="*/ 185738 w 207126"/>
                    <a:gd name="connsiteY6" fmla="*/ 157162 h 195262"/>
                    <a:gd name="connsiteX7" fmla="*/ 166688 w 207126"/>
                    <a:gd name="connsiteY7" fmla="*/ 166687 h 195262"/>
                    <a:gd name="connsiteX8" fmla="*/ 123825 w 207126"/>
                    <a:gd name="connsiteY8" fmla="*/ 185737 h 195262"/>
                    <a:gd name="connsiteX9" fmla="*/ 109538 w 207126"/>
                    <a:gd name="connsiteY9" fmla="*/ 190500 h 195262"/>
                    <a:gd name="connsiteX10" fmla="*/ 95250 w 207126"/>
                    <a:gd name="connsiteY10" fmla="*/ 195262 h 195262"/>
                    <a:gd name="connsiteX11" fmla="*/ 23813 w 207126"/>
                    <a:gd name="connsiteY11" fmla="*/ 190500 h 195262"/>
                    <a:gd name="connsiteX12" fmla="*/ 9525 w 207126"/>
                    <a:gd name="connsiteY12" fmla="*/ 185737 h 195262"/>
                    <a:gd name="connsiteX13" fmla="*/ 0 w 207126"/>
                    <a:gd name="connsiteY13" fmla="*/ 176212 h 195262"/>
                    <a:gd name="connsiteX0" fmla="*/ 33338 w 207126"/>
                    <a:gd name="connsiteY0" fmla="*/ 0 h 190500"/>
                    <a:gd name="connsiteX1" fmla="*/ 57150 w 207126"/>
                    <a:gd name="connsiteY1" fmla="*/ 14287 h 190500"/>
                    <a:gd name="connsiteX2" fmla="*/ 71438 w 207126"/>
                    <a:gd name="connsiteY2" fmla="*/ 23812 h 190500"/>
                    <a:gd name="connsiteX3" fmla="*/ 114300 w 207126"/>
                    <a:gd name="connsiteY3" fmla="*/ 33337 h 190500"/>
                    <a:gd name="connsiteX4" fmla="*/ 128588 w 207126"/>
                    <a:gd name="connsiteY4" fmla="*/ 42862 h 190500"/>
                    <a:gd name="connsiteX5" fmla="*/ 204787 w 207126"/>
                    <a:gd name="connsiteY5" fmla="*/ 76199 h 190500"/>
                    <a:gd name="connsiteX6" fmla="*/ 185738 w 207126"/>
                    <a:gd name="connsiteY6" fmla="*/ 157162 h 190500"/>
                    <a:gd name="connsiteX7" fmla="*/ 166688 w 207126"/>
                    <a:gd name="connsiteY7" fmla="*/ 166687 h 190500"/>
                    <a:gd name="connsiteX8" fmla="*/ 123825 w 207126"/>
                    <a:gd name="connsiteY8" fmla="*/ 185737 h 190500"/>
                    <a:gd name="connsiteX9" fmla="*/ 109538 w 207126"/>
                    <a:gd name="connsiteY9" fmla="*/ 190500 h 190500"/>
                    <a:gd name="connsiteX10" fmla="*/ 23813 w 207126"/>
                    <a:gd name="connsiteY10" fmla="*/ 190500 h 190500"/>
                    <a:gd name="connsiteX11" fmla="*/ 9525 w 207126"/>
                    <a:gd name="connsiteY11" fmla="*/ 185737 h 190500"/>
                    <a:gd name="connsiteX12" fmla="*/ 0 w 207126"/>
                    <a:gd name="connsiteY12" fmla="*/ 176212 h 190500"/>
                    <a:gd name="connsiteX0" fmla="*/ 33338 w 207126"/>
                    <a:gd name="connsiteY0" fmla="*/ 0 h 190500"/>
                    <a:gd name="connsiteX1" fmla="*/ 57150 w 207126"/>
                    <a:gd name="connsiteY1" fmla="*/ 14287 h 190500"/>
                    <a:gd name="connsiteX2" fmla="*/ 71438 w 207126"/>
                    <a:gd name="connsiteY2" fmla="*/ 23812 h 190500"/>
                    <a:gd name="connsiteX3" fmla="*/ 114300 w 207126"/>
                    <a:gd name="connsiteY3" fmla="*/ 33337 h 190500"/>
                    <a:gd name="connsiteX4" fmla="*/ 128588 w 207126"/>
                    <a:gd name="connsiteY4" fmla="*/ 42862 h 190500"/>
                    <a:gd name="connsiteX5" fmla="*/ 204787 w 207126"/>
                    <a:gd name="connsiteY5" fmla="*/ 76199 h 190500"/>
                    <a:gd name="connsiteX6" fmla="*/ 185738 w 207126"/>
                    <a:gd name="connsiteY6" fmla="*/ 157162 h 190500"/>
                    <a:gd name="connsiteX7" fmla="*/ 166688 w 207126"/>
                    <a:gd name="connsiteY7" fmla="*/ 166687 h 190500"/>
                    <a:gd name="connsiteX8" fmla="*/ 123825 w 207126"/>
                    <a:gd name="connsiteY8" fmla="*/ 185737 h 190500"/>
                    <a:gd name="connsiteX9" fmla="*/ 23813 w 207126"/>
                    <a:gd name="connsiteY9" fmla="*/ 190500 h 190500"/>
                    <a:gd name="connsiteX10" fmla="*/ 9525 w 207126"/>
                    <a:gd name="connsiteY10" fmla="*/ 185737 h 190500"/>
                    <a:gd name="connsiteX11" fmla="*/ 0 w 207126"/>
                    <a:gd name="connsiteY11" fmla="*/ 176212 h 190500"/>
                    <a:gd name="connsiteX0" fmla="*/ 33338 w 207779"/>
                    <a:gd name="connsiteY0" fmla="*/ 0 h 190500"/>
                    <a:gd name="connsiteX1" fmla="*/ 57150 w 207779"/>
                    <a:gd name="connsiteY1" fmla="*/ 14287 h 190500"/>
                    <a:gd name="connsiteX2" fmla="*/ 71438 w 207779"/>
                    <a:gd name="connsiteY2" fmla="*/ 23812 h 190500"/>
                    <a:gd name="connsiteX3" fmla="*/ 114300 w 207779"/>
                    <a:gd name="connsiteY3" fmla="*/ 33337 h 190500"/>
                    <a:gd name="connsiteX4" fmla="*/ 128588 w 207779"/>
                    <a:gd name="connsiteY4" fmla="*/ 42862 h 190500"/>
                    <a:gd name="connsiteX5" fmla="*/ 204787 w 207779"/>
                    <a:gd name="connsiteY5" fmla="*/ 76199 h 190500"/>
                    <a:gd name="connsiteX6" fmla="*/ 185738 w 207779"/>
                    <a:gd name="connsiteY6" fmla="*/ 157162 h 190500"/>
                    <a:gd name="connsiteX7" fmla="*/ 123825 w 207779"/>
                    <a:gd name="connsiteY7" fmla="*/ 185737 h 190500"/>
                    <a:gd name="connsiteX8" fmla="*/ 23813 w 207779"/>
                    <a:gd name="connsiteY8" fmla="*/ 190500 h 190500"/>
                    <a:gd name="connsiteX9" fmla="*/ 9525 w 207779"/>
                    <a:gd name="connsiteY9" fmla="*/ 185737 h 190500"/>
                    <a:gd name="connsiteX10" fmla="*/ 0 w 207779"/>
                    <a:gd name="connsiteY10" fmla="*/ 176212 h 190500"/>
                    <a:gd name="connsiteX0" fmla="*/ 33338 w 207779"/>
                    <a:gd name="connsiteY0" fmla="*/ 0 h 190500"/>
                    <a:gd name="connsiteX1" fmla="*/ 57150 w 207779"/>
                    <a:gd name="connsiteY1" fmla="*/ 14287 h 190500"/>
                    <a:gd name="connsiteX2" fmla="*/ 114300 w 207779"/>
                    <a:gd name="connsiteY2" fmla="*/ 33337 h 190500"/>
                    <a:gd name="connsiteX3" fmla="*/ 128588 w 207779"/>
                    <a:gd name="connsiteY3" fmla="*/ 42862 h 190500"/>
                    <a:gd name="connsiteX4" fmla="*/ 204787 w 207779"/>
                    <a:gd name="connsiteY4" fmla="*/ 76199 h 190500"/>
                    <a:gd name="connsiteX5" fmla="*/ 185738 w 207779"/>
                    <a:gd name="connsiteY5" fmla="*/ 157162 h 190500"/>
                    <a:gd name="connsiteX6" fmla="*/ 123825 w 207779"/>
                    <a:gd name="connsiteY6" fmla="*/ 185737 h 190500"/>
                    <a:gd name="connsiteX7" fmla="*/ 23813 w 207779"/>
                    <a:gd name="connsiteY7" fmla="*/ 190500 h 190500"/>
                    <a:gd name="connsiteX8" fmla="*/ 9525 w 207779"/>
                    <a:gd name="connsiteY8" fmla="*/ 185737 h 190500"/>
                    <a:gd name="connsiteX9" fmla="*/ 0 w 207779"/>
                    <a:gd name="connsiteY9" fmla="*/ 176212 h 190500"/>
                    <a:gd name="connsiteX0" fmla="*/ 33338 w 208748"/>
                    <a:gd name="connsiteY0" fmla="*/ 0 h 190500"/>
                    <a:gd name="connsiteX1" fmla="*/ 57150 w 208748"/>
                    <a:gd name="connsiteY1" fmla="*/ 14287 h 190500"/>
                    <a:gd name="connsiteX2" fmla="*/ 114300 w 208748"/>
                    <a:gd name="connsiteY2" fmla="*/ 33337 h 190500"/>
                    <a:gd name="connsiteX3" fmla="*/ 204787 w 208748"/>
                    <a:gd name="connsiteY3" fmla="*/ 76199 h 190500"/>
                    <a:gd name="connsiteX4" fmla="*/ 185738 w 208748"/>
                    <a:gd name="connsiteY4" fmla="*/ 157162 h 190500"/>
                    <a:gd name="connsiteX5" fmla="*/ 123825 w 208748"/>
                    <a:gd name="connsiteY5" fmla="*/ 185737 h 190500"/>
                    <a:gd name="connsiteX6" fmla="*/ 23813 w 208748"/>
                    <a:gd name="connsiteY6" fmla="*/ 190500 h 190500"/>
                    <a:gd name="connsiteX7" fmla="*/ 9525 w 208748"/>
                    <a:gd name="connsiteY7" fmla="*/ 185737 h 190500"/>
                    <a:gd name="connsiteX8" fmla="*/ 0 w 208748"/>
                    <a:gd name="connsiteY8" fmla="*/ 176212 h 190500"/>
                    <a:gd name="connsiteX0" fmla="*/ 23813 w 199223"/>
                    <a:gd name="connsiteY0" fmla="*/ 0 h 190500"/>
                    <a:gd name="connsiteX1" fmla="*/ 47625 w 199223"/>
                    <a:gd name="connsiteY1" fmla="*/ 14287 h 190500"/>
                    <a:gd name="connsiteX2" fmla="*/ 104775 w 199223"/>
                    <a:gd name="connsiteY2" fmla="*/ 33337 h 190500"/>
                    <a:gd name="connsiteX3" fmla="*/ 195262 w 199223"/>
                    <a:gd name="connsiteY3" fmla="*/ 76199 h 190500"/>
                    <a:gd name="connsiteX4" fmla="*/ 176213 w 199223"/>
                    <a:gd name="connsiteY4" fmla="*/ 157162 h 190500"/>
                    <a:gd name="connsiteX5" fmla="*/ 114300 w 199223"/>
                    <a:gd name="connsiteY5" fmla="*/ 185737 h 190500"/>
                    <a:gd name="connsiteX6" fmla="*/ 14288 w 199223"/>
                    <a:gd name="connsiteY6" fmla="*/ 190500 h 190500"/>
                    <a:gd name="connsiteX7" fmla="*/ 0 w 199223"/>
                    <a:gd name="connsiteY7" fmla="*/ 185737 h 190500"/>
                    <a:gd name="connsiteX0" fmla="*/ 9525 w 184935"/>
                    <a:gd name="connsiteY0" fmla="*/ 0 h 190500"/>
                    <a:gd name="connsiteX1" fmla="*/ 33337 w 184935"/>
                    <a:gd name="connsiteY1" fmla="*/ 14287 h 190500"/>
                    <a:gd name="connsiteX2" fmla="*/ 90487 w 184935"/>
                    <a:gd name="connsiteY2" fmla="*/ 33337 h 190500"/>
                    <a:gd name="connsiteX3" fmla="*/ 180974 w 184935"/>
                    <a:gd name="connsiteY3" fmla="*/ 76199 h 190500"/>
                    <a:gd name="connsiteX4" fmla="*/ 161925 w 184935"/>
                    <a:gd name="connsiteY4" fmla="*/ 157162 h 190500"/>
                    <a:gd name="connsiteX5" fmla="*/ 100012 w 184935"/>
                    <a:gd name="connsiteY5" fmla="*/ 185737 h 190500"/>
                    <a:gd name="connsiteX6" fmla="*/ 0 w 184935"/>
                    <a:gd name="connsiteY6" fmla="*/ 190500 h 19050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</a:cxnLst>
                  <a:rect l="l" t="t" r="r" b="b"/>
                  <a:pathLst>
                    <a:path w="184935" h="190500">
                      <a:moveTo>
                        <a:pt x="9525" y="0"/>
                      </a:moveTo>
                      <a:cubicBezTo>
                        <a:pt x="17462" y="4762"/>
                        <a:pt x="19843" y="8731"/>
                        <a:pt x="33337" y="14287"/>
                      </a:cubicBezTo>
                      <a:cubicBezTo>
                        <a:pt x="46831" y="19843"/>
                        <a:pt x="65881" y="23018"/>
                        <a:pt x="90487" y="33337"/>
                      </a:cubicBezTo>
                      <a:cubicBezTo>
                        <a:pt x="115093" y="43656"/>
                        <a:pt x="169068" y="55562"/>
                        <a:pt x="180974" y="76199"/>
                      </a:cubicBezTo>
                      <a:cubicBezTo>
                        <a:pt x="192880" y="96836"/>
                        <a:pt x="175419" y="138906"/>
                        <a:pt x="161925" y="157162"/>
                      </a:cubicBezTo>
                      <a:cubicBezTo>
                        <a:pt x="148431" y="175418"/>
                        <a:pt x="126999" y="180181"/>
                        <a:pt x="100012" y="185737"/>
                      </a:cubicBezTo>
                      <a:cubicBezTo>
                        <a:pt x="73025" y="191293"/>
                        <a:pt x="33337" y="188912"/>
                        <a:pt x="0" y="190500"/>
                      </a:cubicBezTo>
                    </a:path>
                  </a:pathLst>
                </a:custGeom>
                <a:noFill/>
                <a:ln w="12700" cap="flat" cmpd="sng" algn="ctr">
                  <a:solidFill>
                    <a:sysClr val="windowText" lastClr="000000"/>
                  </a:solidFill>
                  <a:prstDash val="solid"/>
                  <a:miter lim="800000"/>
                </a:ln>
                <a:effectLst/>
              </p:spPr>
              <p:txBody>
                <a:bodyPr rtlCol="0" anchor="ctr"/>
                <a:lstStyle/>
                <a:p>
                  <a:pPr marL="0" marR="0" lvl="0" indent="0" algn="ctr" defTabSz="457211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1" b="0" i="0" u="none" strike="noStrike" kern="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</a:endParaRPr>
                </a:p>
              </p:txBody>
            </p:sp>
            <p:sp>
              <p:nvSpPr>
                <p:cNvPr id="42" name="Oval 41">
                  <a:extLst>
                    <a:ext uri="{FF2B5EF4-FFF2-40B4-BE49-F238E27FC236}">
                      <a16:creationId xmlns:a16="http://schemas.microsoft.com/office/drawing/2014/main" id="{0C3D996A-8AEC-4505-8AD6-E84C949DF1EA}"/>
                    </a:ext>
                  </a:extLst>
                </p:cNvPr>
                <p:cNvSpPr/>
                <p:nvPr/>
              </p:nvSpPr>
              <p:spPr>
                <a:xfrm>
                  <a:off x="5105398" y="5869866"/>
                  <a:ext cx="261279" cy="259520"/>
                </a:xfrm>
                <a:prstGeom prst="ellipse">
                  <a:avLst/>
                </a:prstGeom>
                <a:solidFill>
                  <a:sysClr val="windowText" lastClr="000000"/>
                </a:solidFill>
                <a:ln w="12700" cap="flat" cmpd="sng" algn="ctr">
                  <a:noFill/>
                  <a:prstDash val="solid"/>
                  <a:miter lim="800000"/>
                </a:ln>
                <a:effectLst/>
              </p:spPr>
              <p:txBody>
                <a:bodyPr rtlCol="0" anchor="ctr"/>
                <a:lstStyle/>
                <a:p>
                  <a:pPr marL="0" marR="0" lvl="0" indent="0" algn="ctr" defTabSz="457211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1" b="0" i="0" u="none" strike="noStrike" kern="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</a:endParaRPr>
                </a:p>
              </p:txBody>
            </p:sp>
            <p:sp>
              <p:nvSpPr>
                <p:cNvPr id="43" name="Oval 42">
                  <a:extLst>
                    <a:ext uri="{FF2B5EF4-FFF2-40B4-BE49-F238E27FC236}">
                      <a16:creationId xmlns:a16="http://schemas.microsoft.com/office/drawing/2014/main" id="{8FD8507A-E43C-4CAE-9C68-E54BCD4F0ED4}"/>
                    </a:ext>
                  </a:extLst>
                </p:cNvPr>
                <p:cNvSpPr/>
                <p:nvPr/>
              </p:nvSpPr>
              <p:spPr>
                <a:xfrm>
                  <a:off x="4260904" y="5998921"/>
                  <a:ext cx="100007" cy="130464"/>
                </a:xfrm>
                <a:prstGeom prst="ellipse">
                  <a:avLst/>
                </a:prstGeom>
                <a:solidFill>
                  <a:schemeClr val="bg1"/>
                </a:solidFill>
                <a:ln w="12700" cap="flat" cmpd="sng" algn="ctr">
                  <a:noFill/>
                  <a:prstDash val="solid"/>
                  <a:miter lim="800000"/>
                </a:ln>
                <a:effectLst/>
              </p:spPr>
              <p:txBody>
                <a:bodyPr rtlCol="0" anchor="ctr"/>
                <a:lstStyle/>
                <a:p>
                  <a:pPr marL="0" marR="0" lvl="0" indent="0" algn="ctr" defTabSz="457211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1" b="0" i="0" u="none" strike="noStrike" kern="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</a:endParaRPr>
                </a:p>
              </p:txBody>
            </p:sp>
            <p:sp>
              <p:nvSpPr>
                <p:cNvPr id="44" name="Oval 43">
                  <a:extLst>
                    <a:ext uri="{FF2B5EF4-FFF2-40B4-BE49-F238E27FC236}">
                      <a16:creationId xmlns:a16="http://schemas.microsoft.com/office/drawing/2014/main" id="{CF326054-EFAC-4C4E-9355-86BE36226CD6}"/>
                    </a:ext>
                  </a:extLst>
                </p:cNvPr>
                <p:cNvSpPr/>
                <p:nvPr/>
              </p:nvSpPr>
              <p:spPr>
                <a:xfrm>
                  <a:off x="5118682" y="5970348"/>
                  <a:ext cx="100007" cy="130464"/>
                </a:xfrm>
                <a:prstGeom prst="ellipse">
                  <a:avLst/>
                </a:prstGeom>
                <a:solidFill>
                  <a:schemeClr val="bg1"/>
                </a:solidFill>
                <a:ln w="12700" cap="flat" cmpd="sng" algn="ctr">
                  <a:noFill/>
                  <a:prstDash val="solid"/>
                  <a:miter lim="800000"/>
                </a:ln>
                <a:effectLst/>
              </p:spPr>
              <p:txBody>
                <a:bodyPr rtlCol="0" anchor="ctr"/>
                <a:lstStyle/>
                <a:p>
                  <a:pPr marL="0" marR="0" lvl="0" indent="0" algn="ctr" defTabSz="457211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1" b="0" i="0" u="none" strike="noStrike" kern="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</a:endParaRPr>
                </a:p>
              </p:txBody>
            </p:sp>
            <p:sp>
              <p:nvSpPr>
                <p:cNvPr id="108" name="Freeform: Shape 107">
                  <a:extLst>
                    <a:ext uri="{FF2B5EF4-FFF2-40B4-BE49-F238E27FC236}">
                      <a16:creationId xmlns:a16="http://schemas.microsoft.com/office/drawing/2014/main" id="{401881F6-F60B-4CE4-8A6C-7562920BFE7E}"/>
                    </a:ext>
                  </a:extLst>
                </p:cNvPr>
                <p:cNvSpPr/>
                <p:nvPr/>
              </p:nvSpPr>
              <p:spPr>
                <a:xfrm rot="18346112">
                  <a:off x="4081501" y="6724390"/>
                  <a:ext cx="643620" cy="485827"/>
                </a:xfrm>
                <a:custGeom>
                  <a:avLst/>
                  <a:gdLst>
                    <a:gd name="connsiteX0" fmla="*/ 115393 w 649909"/>
                    <a:gd name="connsiteY0" fmla="*/ 0 h 923977"/>
                    <a:gd name="connsiteX1" fmla="*/ 29668 w 649909"/>
                    <a:gd name="connsiteY1" fmla="*/ 438150 h 923977"/>
                    <a:gd name="connsiteX2" fmla="*/ 563068 w 649909"/>
                    <a:gd name="connsiteY2" fmla="*/ 847725 h 923977"/>
                    <a:gd name="connsiteX3" fmla="*/ 648793 w 649909"/>
                    <a:gd name="connsiteY3" fmla="*/ 923925 h 923977"/>
                    <a:gd name="connsiteX4" fmla="*/ 648793 w 649909"/>
                    <a:gd name="connsiteY4" fmla="*/ 923925 h 923977"/>
                    <a:gd name="connsiteX0" fmla="*/ 0 w 620241"/>
                    <a:gd name="connsiteY0" fmla="*/ 0 h 485827"/>
                    <a:gd name="connsiteX1" fmla="*/ 533400 w 620241"/>
                    <a:gd name="connsiteY1" fmla="*/ 409575 h 485827"/>
                    <a:gd name="connsiteX2" fmla="*/ 619125 w 620241"/>
                    <a:gd name="connsiteY2" fmla="*/ 485775 h 485827"/>
                    <a:gd name="connsiteX3" fmla="*/ 619125 w 620241"/>
                    <a:gd name="connsiteY3" fmla="*/ 485775 h 485827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620241" h="485827">
                      <a:moveTo>
                        <a:pt x="0" y="0"/>
                      </a:moveTo>
                      <a:cubicBezTo>
                        <a:pt x="74612" y="141288"/>
                        <a:pt x="430213" y="328613"/>
                        <a:pt x="533400" y="409575"/>
                      </a:cubicBezTo>
                      <a:cubicBezTo>
                        <a:pt x="636587" y="490537"/>
                        <a:pt x="619125" y="485775"/>
                        <a:pt x="619125" y="485775"/>
                      </a:cubicBezTo>
                      <a:lnTo>
                        <a:pt x="619125" y="485775"/>
                      </a:lnTo>
                    </a:path>
                  </a:pathLst>
                </a:custGeom>
                <a:noFill/>
                <a:ln w="38100" cap="flat" cmpd="sng" algn="ctr">
                  <a:solidFill>
                    <a:sysClr val="windowText" lastClr="000000"/>
                  </a:solidFill>
                  <a:prstDash val="solid"/>
                  <a:miter lim="800000"/>
                </a:ln>
                <a:effectLst/>
              </p:spPr>
              <p:txBody>
                <a:bodyPr rtlCol="0" anchor="ctr"/>
                <a:lstStyle/>
                <a:p>
                  <a:pPr marL="0" marR="0" lvl="0" indent="0" algn="ctr" defTabSz="457211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1" b="0" i="0" u="none" strike="noStrike" kern="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</a:endParaRPr>
                </a:p>
              </p:txBody>
            </p:sp>
          </p:grpSp>
          <p:grpSp>
            <p:nvGrpSpPr>
              <p:cNvPr id="30" name="Group 29">
                <a:extLst>
                  <a:ext uri="{FF2B5EF4-FFF2-40B4-BE49-F238E27FC236}">
                    <a16:creationId xmlns:a16="http://schemas.microsoft.com/office/drawing/2014/main" id="{74B10CAF-86C2-42FC-A396-2CA760B98404}"/>
                  </a:ext>
                </a:extLst>
              </p:cNvPr>
              <p:cNvGrpSpPr/>
              <p:nvPr/>
            </p:nvGrpSpPr>
            <p:grpSpPr>
              <a:xfrm flipH="1">
                <a:off x="1177585" y="2720193"/>
                <a:ext cx="1972366" cy="622592"/>
                <a:chOff x="892393" y="1962692"/>
                <a:chExt cx="1972366" cy="622592"/>
              </a:xfrm>
            </p:grpSpPr>
            <p:sp>
              <p:nvSpPr>
                <p:cNvPr id="31" name="Freeform: Shape 30">
                  <a:extLst>
                    <a:ext uri="{FF2B5EF4-FFF2-40B4-BE49-F238E27FC236}">
                      <a16:creationId xmlns:a16="http://schemas.microsoft.com/office/drawing/2014/main" id="{A74C8D27-5B72-4A42-BC26-979B0FB13ABD}"/>
                    </a:ext>
                  </a:extLst>
                </p:cNvPr>
                <p:cNvSpPr/>
                <p:nvPr/>
              </p:nvSpPr>
              <p:spPr>
                <a:xfrm flipH="1">
                  <a:off x="892393" y="2452728"/>
                  <a:ext cx="1972366" cy="132556"/>
                </a:xfrm>
                <a:custGeom>
                  <a:avLst/>
                  <a:gdLst>
                    <a:gd name="connsiteX0" fmla="*/ 986183 w 1972366"/>
                    <a:gd name="connsiteY0" fmla="*/ 0 h 132556"/>
                    <a:gd name="connsiteX1" fmla="*/ 69274 w 1972366"/>
                    <a:gd name="connsiteY1" fmla="*/ 29221 h 132556"/>
                    <a:gd name="connsiteX2" fmla="*/ 36471 w 1972366"/>
                    <a:gd name="connsiteY2" fmla="*/ 32458 h 132556"/>
                    <a:gd name="connsiteX3" fmla="*/ 13888 w 1972366"/>
                    <a:gd name="connsiteY3" fmla="*/ 68325 h 132556"/>
                    <a:gd name="connsiteX4" fmla="*/ 0 w 1972366"/>
                    <a:gd name="connsiteY4" fmla="*/ 96142 h 132556"/>
                    <a:gd name="connsiteX5" fmla="*/ 13888 w 1972366"/>
                    <a:gd name="connsiteY5" fmla="*/ 97870 h 132556"/>
                    <a:gd name="connsiteX6" fmla="*/ 986183 w 1972366"/>
                    <a:gd name="connsiteY6" fmla="*/ 132556 h 132556"/>
                    <a:gd name="connsiteX7" fmla="*/ 1958478 w 1972366"/>
                    <a:gd name="connsiteY7" fmla="*/ 97870 h 132556"/>
                    <a:gd name="connsiteX8" fmla="*/ 1972366 w 1972366"/>
                    <a:gd name="connsiteY8" fmla="*/ 96142 h 132556"/>
                    <a:gd name="connsiteX9" fmla="*/ 1958478 w 1972366"/>
                    <a:gd name="connsiteY9" fmla="*/ 68325 h 132556"/>
                    <a:gd name="connsiteX10" fmla="*/ 1935895 w 1972366"/>
                    <a:gd name="connsiteY10" fmla="*/ 32458 h 132556"/>
                    <a:gd name="connsiteX11" fmla="*/ 1903092 w 1972366"/>
                    <a:gd name="connsiteY11" fmla="*/ 29221 h 132556"/>
                    <a:gd name="connsiteX12" fmla="*/ 986183 w 1972366"/>
                    <a:gd name="connsiteY12" fmla="*/ 0 h 132556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</a:cxnLst>
                  <a:rect l="l" t="t" r="r" b="b"/>
                  <a:pathLst>
                    <a:path w="1972366" h="132556">
                      <a:moveTo>
                        <a:pt x="986183" y="0"/>
                      </a:moveTo>
                      <a:cubicBezTo>
                        <a:pt x="604501" y="0"/>
                        <a:pt x="267987" y="11592"/>
                        <a:pt x="69274" y="29221"/>
                      </a:cubicBezTo>
                      <a:lnTo>
                        <a:pt x="36471" y="32458"/>
                      </a:lnTo>
                      <a:lnTo>
                        <a:pt x="13888" y="68325"/>
                      </a:lnTo>
                      <a:lnTo>
                        <a:pt x="0" y="96142"/>
                      </a:lnTo>
                      <a:lnTo>
                        <a:pt x="13888" y="97870"/>
                      </a:lnTo>
                      <a:cubicBezTo>
                        <a:pt x="201135" y="118531"/>
                        <a:pt x="566333" y="132556"/>
                        <a:pt x="986183" y="132556"/>
                      </a:cubicBezTo>
                      <a:cubicBezTo>
                        <a:pt x="1406033" y="132556"/>
                        <a:pt x="1771231" y="118531"/>
                        <a:pt x="1958478" y="97870"/>
                      </a:cubicBezTo>
                      <a:lnTo>
                        <a:pt x="1972366" y="96142"/>
                      </a:lnTo>
                      <a:lnTo>
                        <a:pt x="1958478" y="68325"/>
                      </a:lnTo>
                      <a:lnTo>
                        <a:pt x="1935895" y="32458"/>
                      </a:lnTo>
                      <a:lnTo>
                        <a:pt x="1903092" y="29221"/>
                      </a:lnTo>
                      <a:cubicBezTo>
                        <a:pt x="1704380" y="11592"/>
                        <a:pt x="1367865" y="0"/>
                        <a:pt x="986183" y="0"/>
                      </a:cubicBezTo>
                      <a:close/>
                    </a:path>
                  </a:pathLst>
                </a:custGeom>
                <a:solidFill>
                  <a:sysClr val="windowText" lastClr="000000"/>
                </a:solidFill>
                <a:ln w="57150" cap="flat" cmpd="sng" algn="ctr">
                  <a:solidFill>
                    <a:sysClr val="windowText" lastClr="000000"/>
                  </a:solidFill>
                  <a:prstDash val="solid"/>
                  <a:miter lim="800000"/>
                </a:ln>
                <a:effectLst>
                  <a:outerShdw blurRad="50800" dist="38100" dir="5400000" algn="t" rotWithShape="0">
                    <a:prstClr val="black">
                      <a:alpha val="40000"/>
                    </a:prstClr>
                  </a:outerShdw>
                </a:effectLst>
              </p:spPr>
              <p:txBody>
                <a:bodyPr wrap="square" rtlCol="0" anchor="ctr">
                  <a:noAutofit/>
                </a:bodyPr>
                <a:lstStyle/>
                <a:p>
                  <a:pPr marL="0" marR="0" lvl="0" indent="0" algn="ctr" defTabSz="457211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1" b="0" i="0" u="none" strike="noStrike" kern="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</a:endParaRPr>
                </a:p>
              </p:txBody>
            </p:sp>
            <p:sp>
              <p:nvSpPr>
                <p:cNvPr id="32" name="Freeform: Shape 31">
                  <a:extLst>
                    <a:ext uri="{FF2B5EF4-FFF2-40B4-BE49-F238E27FC236}">
                      <a16:creationId xmlns:a16="http://schemas.microsoft.com/office/drawing/2014/main" id="{4D95968C-553C-47A3-A2FB-91143E90D307}"/>
                    </a:ext>
                  </a:extLst>
                </p:cNvPr>
                <p:cNvSpPr/>
                <p:nvPr/>
              </p:nvSpPr>
              <p:spPr>
                <a:xfrm flipH="1">
                  <a:off x="928862" y="1962692"/>
                  <a:ext cx="1899425" cy="522495"/>
                </a:xfrm>
                <a:custGeom>
                  <a:avLst/>
                  <a:gdLst>
                    <a:gd name="connsiteX0" fmla="*/ 949712 w 1899424"/>
                    <a:gd name="connsiteY0" fmla="*/ 0 h 522495"/>
                    <a:gd name="connsiteX1" fmla="*/ 32803 w 1899424"/>
                    <a:gd name="connsiteY1" fmla="*/ 470394 h 522495"/>
                    <a:gd name="connsiteX2" fmla="*/ 0 w 1899424"/>
                    <a:gd name="connsiteY2" fmla="*/ 522495 h 522495"/>
                    <a:gd name="connsiteX3" fmla="*/ 32803 w 1899424"/>
                    <a:gd name="connsiteY3" fmla="*/ 519258 h 522495"/>
                    <a:gd name="connsiteX4" fmla="*/ 949712 w 1899424"/>
                    <a:gd name="connsiteY4" fmla="*/ 490037 h 522495"/>
                    <a:gd name="connsiteX5" fmla="*/ 1866621 w 1899424"/>
                    <a:gd name="connsiteY5" fmla="*/ 519258 h 522495"/>
                    <a:gd name="connsiteX6" fmla="*/ 1899424 w 1899424"/>
                    <a:gd name="connsiteY6" fmla="*/ 522495 h 522495"/>
                    <a:gd name="connsiteX7" fmla="*/ 1866621 w 1899424"/>
                    <a:gd name="connsiteY7" fmla="*/ 470394 h 522495"/>
                    <a:gd name="connsiteX8" fmla="*/ 949712 w 1899424"/>
                    <a:gd name="connsiteY8" fmla="*/ 0 h 52249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</a:cxnLst>
                  <a:rect l="l" t="t" r="r" b="b"/>
                  <a:pathLst>
                    <a:path w="1899424" h="522495">
                      <a:moveTo>
                        <a:pt x="949712" y="0"/>
                      </a:moveTo>
                      <a:cubicBezTo>
                        <a:pt x="568030" y="0"/>
                        <a:pt x="231516" y="186592"/>
                        <a:pt x="32803" y="470394"/>
                      </a:cubicBezTo>
                      <a:lnTo>
                        <a:pt x="0" y="522495"/>
                      </a:lnTo>
                      <a:lnTo>
                        <a:pt x="32803" y="519258"/>
                      </a:lnTo>
                      <a:cubicBezTo>
                        <a:pt x="231516" y="501629"/>
                        <a:pt x="568030" y="490037"/>
                        <a:pt x="949712" y="490037"/>
                      </a:cubicBezTo>
                      <a:cubicBezTo>
                        <a:pt x="1331394" y="490037"/>
                        <a:pt x="1667909" y="501629"/>
                        <a:pt x="1866621" y="519258"/>
                      </a:cubicBezTo>
                      <a:lnTo>
                        <a:pt x="1899424" y="522495"/>
                      </a:lnTo>
                      <a:lnTo>
                        <a:pt x="1866621" y="470394"/>
                      </a:lnTo>
                      <a:cubicBezTo>
                        <a:pt x="1667909" y="186592"/>
                        <a:pt x="1331394" y="0"/>
                        <a:pt x="949712" y="0"/>
                      </a:cubicBezTo>
                      <a:close/>
                    </a:path>
                  </a:pathLst>
                </a:custGeom>
                <a:solidFill>
                  <a:sysClr val="windowText" lastClr="000000"/>
                </a:solidFill>
                <a:ln w="57150" cap="flat" cmpd="sng" algn="ctr">
                  <a:solidFill>
                    <a:sysClr val="windowText" lastClr="000000"/>
                  </a:solidFill>
                  <a:prstDash val="solid"/>
                  <a:miter lim="800000"/>
                </a:ln>
                <a:effectLst>
                  <a:outerShdw blurRad="50800" dist="38100" dir="5400000" algn="t" rotWithShape="0">
                    <a:prstClr val="black">
                      <a:alpha val="40000"/>
                    </a:prstClr>
                  </a:outerShdw>
                </a:effectLst>
              </p:spPr>
              <p:txBody>
                <a:bodyPr wrap="square" rtlCol="0" anchor="ctr">
                  <a:noAutofit/>
                </a:bodyPr>
                <a:lstStyle/>
                <a:p>
                  <a:pPr marL="0" marR="0" lvl="0" indent="0" algn="ctr" defTabSz="457211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1" b="0" i="0" u="none" strike="noStrike" kern="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</a:endParaRPr>
                </a:p>
              </p:txBody>
            </p:sp>
            <p:sp>
              <p:nvSpPr>
                <p:cNvPr id="33" name="Freeform: Shape 32">
                  <a:extLst>
                    <a:ext uri="{FF2B5EF4-FFF2-40B4-BE49-F238E27FC236}">
                      <a16:creationId xmlns:a16="http://schemas.microsoft.com/office/drawing/2014/main" id="{BBCD3AB0-E27D-4C78-B20D-7F97A5632015}"/>
                    </a:ext>
                  </a:extLst>
                </p:cNvPr>
                <p:cNvSpPr/>
                <p:nvPr/>
              </p:nvSpPr>
              <p:spPr>
                <a:xfrm flipH="1">
                  <a:off x="1432708" y="2347203"/>
                  <a:ext cx="156043" cy="63684"/>
                </a:xfrm>
                <a:custGeom>
                  <a:avLst/>
                  <a:gdLst>
                    <a:gd name="connsiteX0" fmla="*/ 156042 w 156042"/>
                    <a:gd name="connsiteY0" fmla="*/ 0 h 63684"/>
                    <a:gd name="connsiteX1" fmla="*/ 133459 w 156042"/>
                    <a:gd name="connsiteY1" fmla="*/ 2228 h 63684"/>
                    <a:gd name="connsiteX2" fmla="*/ 0 w 156042"/>
                    <a:gd name="connsiteY2" fmla="*/ 33820 h 63684"/>
                    <a:gd name="connsiteX3" fmla="*/ 86896 w 156042"/>
                    <a:gd name="connsiteY3" fmla="*/ 59618 h 63684"/>
                    <a:gd name="connsiteX4" fmla="*/ 119571 w 156042"/>
                    <a:gd name="connsiteY4" fmla="*/ 63684 h 63684"/>
                    <a:gd name="connsiteX5" fmla="*/ 133459 w 156042"/>
                    <a:gd name="connsiteY5" fmla="*/ 35867 h 63684"/>
                    <a:gd name="connsiteX6" fmla="*/ 156042 w 156042"/>
                    <a:gd name="connsiteY6" fmla="*/ 0 h 6368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</a:cxnLst>
                  <a:rect l="l" t="t" r="r" b="b"/>
                  <a:pathLst>
                    <a:path w="156042" h="63684">
                      <a:moveTo>
                        <a:pt x="156042" y="0"/>
                      </a:moveTo>
                      <a:lnTo>
                        <a:pt x="133459" y="2228"/>
                      </a:lnTo>
                      <a:cubicBezTo>
                        <a:pt x="48346" y="11619"/>
                        <a:pt x="0" y="22381"/>
                        <a:pt x="0" y="33820"/>
                      </a:cubicBezTo>
                      <a:cubicBezTo>
                        <a:pt x="0" y="42971"/>
                        <a:pt x="30942" y="51689"/>
                        <a:pt x="86896" y="59618"/>
                      </a:cubicBezTo>
                      <a:lnTo>
                        <a:pt x="119571" y="63684"/>
                      </a:lnTo>
                      <a:lnTo>
                        <a:pt x="133459" y="35867"/>
                      </a:lnTo>
                      <a:lnTo>
                        <a:pt x="156042" y="0"/>
                      </a:lnTo>
                      <a:close/>
                    </a:path>
                  </a:pathLst>
                </a:custGeom>
                <a:solidFill>
                  <a:sysClr val="windowText" lastClr="000000"/>
                </a:solidFill>
                <a:ln w="12700" cap="flat" cmpd="sng" algn="ctr">
                  <a:noFill/>
                  <a:prstDash val="solid"/>
                  <a:miter lim="800000"/>
                </a:ln>
                <a:effectLst/>
              </p:spPr>
              <p:txBody>
                <a:bodyPr wrap="square" rtlCol="0" anchor="ctr">
                  <a:noAutofit/>
                </a:bodyPr>
                <a:lstStyle/>
                <a:p>
                  <a:pPr marL="0" marR="0" lvl="0" indent="0" algn="ctr" defTabSz="457211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1" b="0" i="0" u="none" strike="noStrike" kern="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</a:endParaRPr>
                </a:p>
              </p:txBody>
            </p:sp>
          </p:grpSp>
        </p:grpSp>
        <p:sp>
          <p:nvSpPr>
            <p:cNvPr id="27" name="Arc 26">
              <a:extLst>
                <a:ext uri="{FF2B5EF4-FFF2-40B4-BE49-F238E27FC236}">
                  <a16:creationId xmlns:a16="http://schemas.microsoft.com/office/drawing/2014/main" id="{274E8FA6-30DD-486D-B25E-D325BD8409D4}"/>
                </a:ext>
              </a:extLst>
            </p:cNvPr>
            <p:cNvSpPr/>
            <p:nvPr/>
          </p:nvSpPr>
          <p:spPr>
            <a:xfrm rot="20364936">
              <a:off x="1266858" y="4346575"/>
              <a:ext cx="283451" cy="67487"/>
            </a:xfrm>
            <a:prstGeom prst="arc">
              <a:avLst/>
            </a:prstGeom>
            <a:noFill/>
            <a:ln w="6350" cap="flat" cmpd="sng" algn="ctr">
              <a:solidFill>
                <a:sysClr val="windowText" lastClr="000000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28" name="Arc 27">
              <a:extLst>
                <a:ext uri="{FF2B5EF4-FFF2-40B4-BE49-F238E27FC236}">
                  <a16:creationId xmlns:a16="http://schemas.microsoft.com/office/drawing/2014/main" id="{15D94B1A-DB03-4832-B5FC-D98A89AF31A7}"/>
                </a:ext>
              </a:extLst>
            </p:cNvPr>
            <p:cNvSpPr/>
            <p:nvPr/>
          </p:nvSpPr>
          <p:spPr>
            <a:xfrm rot="20364936">
              <a:off x="1760781" y="4344265"/>
              <a:ext cx="283451" cy="67487"/>
            </a:xfrm>
            <a:prstGeom prst="arc">
              <a:avLst/>
            </a:prstGeom>
            <a:noFill/>
            <a:ln w="6350" cap="flat" cmpd="sng" algn="ctr">
              <a:solidFill>
                <a:sysClr val="windowText" lastClr="000000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</p:grpSp>
      <p:grpSp>
        <p:nvGrpSpPr>
          <p:cNvPr id="92" name="Group 91">
            <a:extLst>
              <a:ext uri="{FF2B5EF4-FFF2-40B4-BE49-F238E27FC236}">
                <a16:creationId xmlns:a16="http://schemas.microsoft.com/office/drawing/2014/main" id="{5F686C9C-B251-4AAF-8C4B-EC0A6A0E5E95}"/>
              </a:ext>
            </a:extLst>
          </p:cNvPr>
          <p:cNvGrpSpPr/>
          <p:nvPr/>
        </p:nvGrpSpPr>
        <p:grpSpPr>
          <a:xfrm>
            <a:off x="2780995" y="-770886"/>
            <a:ext cx="1787011" cy="2356393"/>
            <a:chOff x="2253647" y="285105"/>
            <a:chExt cx="1787011" cy="2356393"/>
          </a:xfrm>
        </p:grpSpPr>
        <p:sp>
          <p:nvSpPr>
            <p:cNvPr id="93" name="Oval 92">
              <a:extLst>
                <a:ext uri="{FF2B5EF4-FFF2-40B4-BE49-F238E27FC236}">
                  <a16:creationId xmlns:a16="http://schemas.microsoft.com/office/drawing/2014/main" id="{1850F090-D6D2-4089-BF76-7A3972D6DC9D}"/>
                </a:ext>
              </a:extLst>
            </p:cNvPr>
            <p:cNvSpPr/>
            <p:nvPr/>
          </p:nvSpPr>
          <p:spPr>
            <a:xfrm>
              <a:off x="2984178" y="1637775"/>
              <a:ext cx="340713" cy="1003723"/>
            </a:xfrm>
            <a:prstGeom prst="ellipse">
              <a:avLst/>
            </a:prstGeom>
            <a:solidFill>
              <a:schemeClr val="bg1"/>
            </a:solidFill>
            <a:ln w="12700" cap="flat" cmpd="sng" algn="ctr">
              <a:solidFill>
                <a:schemeClr val="tx1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cxnSp>
          <p:nvCxnSpPr>
            <p:cNvPr id="94" name="Straight Connector 93">
              <a:extLst>
                <a:ext uri="{FF2B5EF4-FFF2-40B4-BE49-F238E27FC236}">
                  <a16:creationId xmlns:a16="http://schemas.microsoft.com/office/drawing/2014/main" id="{87BF3A99-0EDD-4545-AC11-C797C41C97BD}"/>
                </a:ext>
              </a:extLst>
            </p:cNvPr>
            <p:cNvCxnSpPr/>
            <p:nvPr/>
          </p:nvCxnSpPr>
          <p:spPr>
            <a:xfrm>
              <a:off x="3143199" y="285105"/>
              <a:ext cx="0" cy="997499"/>
            </a:xfrm>
            <a:prstGeom prst="line">
              <a:avLst/>
            </a:prstGeom>
            <a:noFill/>
            <a:ln w="6350" cap="flat" cmpd="sng" algn="ctr">
              <a:solidFill>
                <a:schemeClr val="tx1"/>
              </a:solidFill>
              <a:prstDash val="solid"/>
              <a:miter lim="800000"/>
            </a:ln>
            <a:effectLst/>
          </p:spPr>
        </p:cxnSp>
        <p:sp>
          <p:nvSpPr>
            <p:cNvPr id="95" name="Oval 82">
              <a:extLst>
                <a:ext uri="{FF2B5EF4-FFF2-40B4-BE49-F238E27FC236}">
                  <a16:creationId xmlns:a16="http://schemas.microsoft.com/office/drawing/2014/main" id="{5C975455-9DE0-4D73-88B8-A804C89B9440}"/>
                </a:ext>
              </a:extLst>
            </p:cNvPr>
            <p:cNvSpPr/>
            <p:nvPr/>
          </p:nvSpPr>
          <p:spPr>
            <a:xfrm>
              <a:off x="2253647" y="1143372"/>
              <a:ext cx="1787011" cy="1130240"/>
            </a:xfrm>
            <a:custGeom>
              <a:avLst/>
              <a:gdLst>
                <a:gd name="connsiteX0" fmla="*/ 0 w 1786990"/>
                <a:gd name="connsiteY0" fmla="*/ 371026 h 742052"/>
                <a:gd name="connsiteX1" fmla="*/ 893495 w 1786990"/>
                <a:gd name="connsiteY1" fmla="*/ 0 h 742052"/>
                <a:gd name="connsiteX2" fmla="*/ 1786990 w 1786990"/>
                <a:gd name="connsiteY2" fmla="*/ 371026 h 742052"/>
                <a:gd name="connsiteX3" fmla="*/ 893495 w 1786990"/>
                <a:gd name="connsiteY3" fmla="*/ 742052 h 742052"/>
                <a:gd name="connsiteX4" fmla="*/ 0 w 1786990"/>
                <a:gd name="connsiteY4" fmla="*/ 371026 h 742052"/>
                <a:gd name="connsiteX0" fmla="*/ 0 w 1786990"/>
                <a:gd name="connsiteY0" fmla="*/ 675826 h 1046852"/>
                <a:gd name="connsiteX1" fmla="*/ 893495 w 1786990"/>
                <a:gd name="connsiteY1" fmla="*/ 0 h 1046852"/>
                <a:gd name="connsiteX2" fmla="*/ 1786990 w 1786990"/>
                <a:gd name="connsiteY2" fmla="*/ 675826 h 1046852"/>
                <a:gd name="connsiteX3" fmla="*/ 893495 w 1786990"/>
                <a:gd name="connsiteY3" fmla="*/ 1046852 h 1046852"/>
                <a:gd name="connsiteX4" fmla="*/ 0 w 1786990"/>
                <a:gd name="connsiteY4" fmla="*/ 675826 h 1046852"/>
                <a:gd name="connsiteX0" fmla="*/ 28 w 1787018"/>
                <a:gd name="connsiteY0" fmla="*/ 1027519 h 1398545"/>
                <a:gd name="connsiteX1" fmla="*/ 916969 w 1787018"/>
                <a:gd name="connsiteY1" fmla="*/ 0 h 1398545"/>
                <a:gd name="connsiteX2" fmla="*/ 1787018 w 1787018"/>
                <a:gd name="connsiteY2" fmla="*/ 1027519 h 1398545"/>
                <a:gd name="connsiteX3" fmla="*/ 893523 w 1787018"/>
                <a:gd name="connsiteY3" fmla="*/ 1398545 h 1398545"/>
                <a:gd name="connsiteX4" fmla="*/ 28 w 1787018"/>
                <a:gd name="connsiteY4" fmla="*/ 1027519 h 1398545"/>
                <a:gd name="connsiteX0" fmla="*/ 29 w 1787019"/>
                <a:gd name="connsiteY0" fmla="*/ 1121304 h 1492330"/>
                <a:gd name="connsiteX1" fmla="*/ 870078 w 1787019"/>
                <a:gd name="connsiteY1" fmla="*/ 0 h 1492330"/>
                <a:gd name="connsiteX2" fmla="*/ 1787019 w 1787019"/>
                <a:gd name="connsiteY2" fmla="*/ 1121304 h 1492330"/>
                <a:gd name="connsiteX3" fmla="*/ 893524 w 1787019"/>
                <a:gd name="connsiteY3" fmla="*/ 1492330 h 1492330"/>
                <a:gd name="connsiteX4" fmla="*/ 29 w 1787019"/>
                <a:gd name="connsiteY4" fmla="*/ 1121304 h 1492330"/>
                <a:gd name="connsiteX0" fmla="*/ 21 w 1787011"/>
                <a:gd name="connsiteY0" fmla="*/ 1121304 h 1492330"/>
                <a:gd name="connsiteX1" fmla="*/ 870070 w 1787011"/>
                <a:gd name="connsiteY1" fmla="*/ 0 h 1492330"/>
                <a:gd name="connsiteX2" fmla="*/ 1787011 w 1787011"/>
                <a:gd name="connsiteY2" fmla="*/ 1121304 h 1492330"/>
                <a:gd name="connsiteX3" fmla="*/ 893516 w 1787011"/>
                <a:gd name="connsiteY3" fmla="*/ 1492330 h 1492330"/>
                <a:gd name="connsiteX4" fmla="*/ 21 w 1787011"/>
                <a:gd name="connsiteY4" fmla="*/ 1121304 h 1492330"/>
                <a:gd name="connsiteX0" fmla="*/ 21 w 1787011"/>
                <a:gd name="connsiteY0" fmla="*/ 1121304 h 1232616"/>
                <a:gd name="connsiteX1" fmla="*/ 870070 w 1787011"/>
                <a:gd name="connsiteY1" fmla="*/ 0 h 1232616"/>
                <a:gd name="connsiteX2" fmla="*/ 1787011 w 1787011"/>
                <a:gd name="connsiteY2" fmla="*/ 1121304 h 1232616"/>
                <a:gd name="connsiteX3" fmla="*/ 893516 w 1787011"/>
                <a:gd name="connsiteY3" fmla="*/ 1185491 h 1232616"/>
                <a:gd name="connsiteX4" fmla="*/ 21 w 1787011"/>
                <a:gd name="connsiteY4" fmla="*/ 1121304 h 123261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787011" h="1232616">
                  <a:moveTo>
                    <a:pt x="21" y="1121304"/>
                  </a:moveTo>
                  <a:cubicBezTo>
                    <a:pt x="-3887" y="923722"/>
                    <a:pt x="564175" y="0"/>
                    <a:pt x="870070" y="0"/>
                  </a:cubicBezTo>
                  <a:cubicBezTo>
                    <a:pt x="1175965" y="0"/>
                    <a:pt x="1787011" y="916392"/>
                    <a:pt x="1787011" y="1121304"/>
                  </a:cubicBezTo>
                  <a:cubicBezTo>
                    <a:pt x="1787011" y="1326216"/>
                    <a:pt x="1386980" y="1185491"/>
                    <a:pt x="893516" y="1185491"/>
                  </a:cubicBezTo>
                  <a:cubicBezTo>
                    <a:pt x="400052" y="1185491"/>
                    <a:pt x="3929" y="1318886"/>
                    <a:pt x="21" y="1121304"/>
                  </a:cubicBezTo>
                  <a:close/>
                </a:path>
              </a:pathLst>
            </a:custGeom>
            <a:solidFill>
              <a:sysClr val="windowText" lastClr="000000"/>
            </a:solidFill>
            <a:ln w="12700" cap="flat" cmpd="sng" algn="ctr">
              <a:solidFill>
                <a:schemeClr val="tx1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</p:grpSp>
      <p:grpSp>
        <p:nvGrpSpPr>
          <p:cNvPr id="96" name="Group 95">
            <a:extLst>
              <a:ext uri="{FF2B5EF4-FFF2-40B4-BE49-F238E27FC236}">
                <a16:creationId xmlns:a16="http://schemas.microsoft.com/office/drawing/2014/main" id="{E4499A65-F280-4A71-8BF2-C1F61369E6DB}"/>
              </a:ext>
            </a:extLst>
          </p:cNvPr>
          <p:cNvGrpSpPr/>
          <p:nvPr/>
        </p:nvGrpSpPr>
        <p:grpSpPr>
          <a:xfrm>
            <a:off x="-542489" y="6114237"/>
            <a:ext cx="8416549" cy="4055802"/>
            <a:chOff x="627187" y="7810182"/>
            <a:chExt cx="4417118" cy="2957426"/>
          </a:xfrm>
          <a:solidFill>
            <a:schemeClr val="bg1"/>
          </a:solidFill>
        </p:grpSpPr>
        <p:sp>
          <p:nvSpPr>
            <p:cNvPr id="97" name="Oval 40">
              <a:extLst>
                <a:ext uri="{FF2B5EF4-FFF2-40B4-BE49-F238E27FC236}">
                  <a16:creationId xmlns:a16="http://schemas.microsoft.com/office/drawing/2014/main" id="{2D4C4643-1F7D-416D-A0A6-3D0C912BC759}"/>
                </a:ext>
              </a:extLst>
            </p:cNvPr>
            <p:cNvSpPr/>
            <p:nvPr/>
          </p:nvSpPr>
          <p:spPr>
            <a:xfrm>
              <a:off x="2069413" y="10309794"/>
              <a:ext cx="1620781" cy="457814"/>
            </a:xfrm>
            <a:custGeom>
              <a:avLst/>
              <a:gdLst>
                <a:gd name="connsiteX0" fmla="*/ 0 w 1424940"/>
                <a:gd name="connsiteY0" fmla="*/ 140290 h 280579"/>
                <a:gd name="connsiteX1" fmla="*/ 712470 w 1424940"/>
                <a:gd name="connsiteY1" fmla="*/ 0 h 280579"/>
                <a:gd name="connsiteX2" fmla="*/ 1424940 w 1424940"/>
                <a:gd name="connsiteY2" fmla="*/ 140290 h 280579"/>
                <a:gd name="connsiteX3" fmla="*/ 712470 w 1424940"/>
                <a:gd name="connsiteY3" fmla="*/ 280580 h 280579"/>
                <a:gd name="connsiteX4" fmla="*/ 0 w 1424940"/>
                <a:gd name="connsiteY4" fmla="*/ 140290 h 280579"/>
                <a:gd name="connsiteX0" fmla="*/ 15 w 1424955"/>
                <a:gd name="connsiteY0" fmla="*/ 262210 h 402500"/>
                <a:gd name="connsiteX1" fmla="*/ 697245 w 1424955"/>
                <a:gd name="connsiteY1" fmla="*/ 0 h 402500"/>
                <a:gd name="connsiteX2" fmla="*/ 1424955 w 1424955"/>
                <a:gd name="connsiteY2" fmla="*/ 262210 h 402500"/>
                <a:gd name="connsiteX3" fmla="*/ 712485 w 1424955"/>
                <a:gd name="connsiteY3" fmla="*/ 402500 h 402500"/>
                <a:gd name="connsiteX4" fmla="*/ 15 w 1424955"/>
                <a:gd name="connsiteY4" fmla="*/ 262210 h 4025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24955" h="402500">
                  <a:moveTo>
                    <a:pt x="15" y="262210"/>
                  </a:moveTo>
                  <a:cubicBezTo>
                    <a:pt x="-2525" y="195127"/>
                    <a:pt x="303759" y="0"/>
                    <a:pt x="697245" y="0"/>
                  </a:cubicBezTo>
                  <a:cubicBezTo>
                    <a:pt x="1090731" y="0"/>
                    <a:pt x="1424955" y="184730"/>
                    <a:pt x="1424955" y="262210"/>
                  </a:cubicBezTo>
                  <a:cubicBezTo>
                    <a:pt x="1424955" y="339690"/>
                    <a:pt x="1105971" y="402500"/>
                    <a:pt x="712485" y="402500"/>
                  </a:cubicBezTo>
                  <a:cubicBezTo>
                    <a:pt x="318999" y="402500"/>
                    <a:pt x="2555" y="329293"/>
                    <a:pt x="15" y="262210"/>
                  </a:cubicBezTo>
                  <a:close/>
                </a:path>
              </a:pathLst>
            </a:custGeom>
            <a:solidFill>
              <a:schemeClr val="tx1"/>
            </a:solidFill>
            <a:ln w="12700" cap="flat" cmpd="sng" algn="ctr">
              <a:solidFill>
                <a:sysClr val="windowText" lastClr="000000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98" name="Cylinder 97">
              <a:extLst>
                <a:ext uri="{FF2B5EF4-FFF2-40B4-BE49-F238E27FC236}">
                  <a16:creationId xmlns:a16="http://schemas.microsoft.com/office/drawing/2014/main" id="{12B22E8B-2E24-4198-9292-A3FE3FDA90A9}"/>
                </a:ext>
              </a:extLst>
            </p:cNvPr>
            <p:cNvSpPr/>
            <p:nvPr/>
          </p:nvSpPr>
          <p:spPr>
            <a:xfrm>
              <a:off x="2681190" y="8290677"/>
              <a:ext cx="397246" cy="2288969"/>
            </a:xfrm>
            <a:prstGeom prst="can">
              <a:avLst/>
            </a:prstGeom>
            <a:grpFill/>
            <a:ln w="12700" cap="flat" cmpd="sng" algn="ctr">
              <a:solidFill>
                <a:sysClr val="windowText" lastClr="000000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99" name="Freeform: Shape 98">
              <a:extLst>
                <a:ext uri="{FF2B5EF4-FFF2-40B4-BE49-F238E27FC236}">
                  <a16:creationId xmlns:a16="http://schemas.microsoft.com/office/drawing/2014/main" id="{A8273A51-2161-47F0-9FB7-9D9271487646}"/>
                </a:ext>
              </a:extLst>
            </p:cNvPr>
            <p:cNvSpPr/>
            <p:nvPr/>
          </p:nvSpPr>
          <p:spPr>
            <a:xfrm>
              <a:off x="627187" y="7810182"/>
              <a:ext cx="4417118" cy="685760"/>
            </a:xfrm>
            <a:custGeom>
              <a:avLst/>
              <a:gdLst>
                <a:gd name="connsiteX0" fmla="*/ 2152529 w 4417118"/>
                <a:gd name="connsiteY0" fmla="*/ 191263 h 685760"/>
                <a:gd name="connsiteX1" fmla="*/ 2200434 w 4417118"/>
                <a:gd name="connsiteY1" fmla="*/ 192025 h 685760"/>
                <a:gd name="connsiteX2" fmla="*/ 2216305 w 4417118"/>
                <a:gd name="connsiteY2" fmla="*/ 191404 h 685760"/>
                <a:gd name="connsiteX3" fmla="*/ 836335 w 4417118"/>
                <a:gd name="connsiteY3" fmla="*/ 1267 h 685760"/>
                <a:gd name="connsiteX4" fmla="*/ 2216684 w 4417118"/>
                <a:gd name="connsiteY4" fmla="*/ 7913 h 685760"/>
                <a:gd name="connsiteX5" fmla="*/ 4404116 w 4417118"/>
                <a:gd name="connsiteY5" fmla="*/ 99659 h 685760"/>
                <a:gd name="connsiteX6" fmla="*/ 4379629 w 4417118"/>
                <a:gd name="connsiteY6" fmla="*/ 106779 h 685760"/>
                <a:gd name="connsiteX7" fmla="*/ 4417118 w 4417118"/>
                <a:gd name="connsiteY7" fmla="*/ 105313 h 685760"/>
                <a:gd name="connsiteX8" fmla="*/ 4417118 w 4417118"/>
                <a:gd name="connsiteY8" fmla="*/ 355289 h 685760"/>
                <a:gd name="connsiteX9" fmla="*/ 4391187 w 4417118"/>
                <a:gd name="connsiteY9" fmla="*/ 451639 h 685760"/>
                <a:gd name="connsiteX10" fmla="*/ 4362176 w 4417118"/>
                <a:gd name="connsiteY10" fmla="*/ 456390 h 685760"/>
                <a:gd name="connsiteX11" fmla="*/ 4395451 w 4417118"/>
                <a:gd name="connsiteY11" fmla="*/ 462571 h 685760"/>
                <a:gd name="connsiteX12" fmla="*/ 3165968 w 4417118"/>
                <a:gd name="connsiteY12" fmla="*/ 631330 h 685760"/>
                <a:gd name="connsiteX13" fmla="*/ 3137727 w 4417118"/>
                <a:gd name="connsiteY13" fmla="*/ 633520 h 685760"/>
                <a:gd name="connsiteX14" fmla="*/ 3035879 w 4417118"/>
                <a:gd name="connsiteY14" fmla="*/ 644767 h 685760"/>
                <a:gd name="connsiteX15" fmla="*/ 2195018 w 4417118"/>
                <a:gd name="connsiteY15" fmla="*/ 684974 h 685760"/>
                <a:gd name="connsiteX16" fmla="*/ 2173182 w 4417118"/>
                <a:gd name="connsiteY16" fmla="*/ 683624 h 685760"/>
                <a:gd name="connsiteX17" fmla="*/ 2130014 w 4417118"/>
                <a:gd name="connsiteY17" fmla="*/ 684325 h 685760"/>
                <a:gd name="connsiteX18" fmla="*/ 1496735 w 4417118"/>
                <a:gd name="connsiteY18" fmla="*/ 645019 h 685760"/>
                <a:gd name="connsiteX19" fmla="*/ 1239388 w 4417118"/>
                <a:gd name="connsiteY19" fmla="*/ 617081 h 685760"/>
                <a:gd name="connsiteX20" fmla="*/ 1062399 w 4417118"/>
                <a:gd name="connsiteY20" fmla="*/ 602164 h 685760"/>
                <a:gd name="connsiteX21" fmla="*/ 274479 w 4417118"/>
                <a:gd name="connsiteY21" fmla="*/ 476512 h 685760"/>
                <a:gd name="connsiteX22" fmla="*/ 265238 w 4417118"/>
                <a:gd name="connsiteY22" fmla="*/ 473954 h 685760"/>
                <a:gd name="connsiteX23" fmla="*/ 262680 w 4417118"/>
                <a:gd name="connsiteY23" fmla="*/ 473500 h 685760"/>
                <a:gd name="connsiteX24" fmla="*/ 37920 w 4417118"/>
                <a:gd name="connsiteY24" fmla="*/ 410568 h 685760"/>
                <a:gd name="connsiteX25" fmla="*/ 40608 w 4417118"/>
                <a:gd name="connsiteY25" fmla="*/ 410075 h 685760"/>
                <a:gd name="connsiteX26" fmla="*/ 29072 w 4417118"/>
                <a:gd name="connsiteY26" fmla="*/ 404056 h 685760"/>
                <a:gd name="connsiteX27" fmla="*/ 0 w 4417118"/>
                <a:gd name="connsiteY27" fmla="*/ 328204 h 685760"/>
                <a:gd name="connsiteX28" fmla="*/ 0 w 4417118"/>
                <a:gd name="connsiteY28" fmla="*/ 99897 h 685760"/>
                <a:gd name="connsiteX29" fmla="*/ 41476 w 4417118"/>
                <a:gd name="connsiteY29" fmla="*/ 99262 h 685760"/>
                <a:gd name="connsiteX30" fmla="*/ 13001 w 4417118"/>
                <a:gd name="connsiteY30" fmla="*/ 83407 h 685760"/>
                <a:gd name="connsiteX31" fmla="*/ 836335 w 4417118"/>
                <a:gd name="connsiteY31" fmla="*/ 1267 h 6857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</a:cxnLst>
              <a:rect l="l" t="t" r="r" b="b"/>
              <a:pathLst>
                <a:path w="4417118" h="685760">
                  <a:moveTo>
                    <a:pt x="2152529" y="191263"/>
                  </a:moveTo>
                  <a:lnTo>
                    <a:pt x="2200434" y="192025"/>
                  </a:lnTo>
                  <a:lnTo>
                    <a:pt x="2216305" y="191404"/>
                  </a:lnTo>
                  <a:close/>
                  <a:moveTo>
                    <a:pt x="836335" y="1267"/>
                  </a:moveTo>
                  <a:cubicBezTo>
                    <a:pt x="1297128" y="-3486"/>
                    <a:pt x="1850757" y="6559"/>
                    <a:pt x="2216684" y="7913"/>
                  </a:cubicBezTo>
                  <a:cubicBezTo>
                    <a:pt x="2948537" y="10621"/>
                    <a:pt x="4404116" y="48989"/>
                    <a:pt x="4404116" y="99659"/>
                  </a:cubicBezTo>
                  <a:lnTo>
                    <a:pt x="4379629" y="106779"/>
                  </a:lnTo>
                  <a:lnTo>
                    <a:pt x="4417118" y="105313"/>
                  </a:lnTo>
                  <a:lnTo>
                    <a:pt x="4417118" y="355289"/>
                  </a:lnTo>
                  <a:cubicBezTo>
                    <a:pt x="4417118" y="381577"/>
                    <a:pt x="4417475" y="451639"/>
                    <a:pt x="4391187" y="451639"/>
                  </a:cubicBezTo>
                  <a:lnTo>
                    <a:pt x="4362176" y="456390"/>
                  </a:lnTo>
                  <a:lnTo>
                    <a:pt x="4395451" y="462571"/>
                  </a:lnTo>
                  <a:cubicBezTo>
                    <a:pt x="4395451" y="494240"/>
                    <a:pt x="3794208" y="576331"/>
                    <a:pt x="3165968" y="631330"/>
                  </a:cubicBezTo>
                  <a:lnTo>
                    <a:pt x="3137727" y="633520"/>
                  </a:lnTo>
                  <a:lnTo>
                    <a:pt x="3035879" y="644767"/>
                  </a:lnTo>
                  <a:cubicBezTo>
                    <a:pt x="2747784" y="673024"/>
                    <a:pt x="2460736" y="689664"/>
                    <a:pt x="2195018" y="684974"/>
                  </a:cubicBezTo>
                  <a:lnTo>
                    <a:pt x="2173182" y="683624"/>
                  </a:lnTo>
                  <a:lnTo>
                    <a:pt x="2130014" y="684325"/>
                  </a:lnTo>
                  <a:cubicBezTo>
                    <a:pt x="1948450" y="682158"/>
                    <a:pt x="1726912" y="667131"/>
                    <a:pt x="1496735" y="645019"/>
                  </a:cubicBezTo>
                  <a:lnTo>
                    <a:pt x="1239388" y="617081"/>
                  </a:lnTo>
                  <a:lnTo>
                    <a:pt x="1062399" y="602164"/>
                  </a:lnTo>
                  <a:cubicBezTo>
                    <a:pt x="781952" y="572658"/>
                    <a:pt x="512552" y="533250"/>
                    <a:pt x="274479" y="476512"/>
                  </a:cubicBezTo>
                  <a:lnTo>
                    <a:pt x="265238" y="473954"/>
                  </a:lnTo>
                  <a:lnTo>
                    <a:pt x="262680" y="473500"/>
                  </a:lnTo>
                  <a:cubicBezTo>
                    <a:pt x="123285" y="446137"/>
                    <a:pt x="37920" y="423235"/>
                    <a:pt x="37920" y="410568"/>
                  </a:cubicBezTo>
                  <a:lnTo>
                    <a:pt x="40608" y="410075"/>
                  </a:lnTo>
                  <a:lnTo>
                    <a:pt x="29072" y="404056"/>
                  </a:lnTo>
                  <a:cubicBezTo>
                    <a:pt x="11987" y="386166"/>
                    <a:pt x="0" y="347921"/>
                    <a:pt x="0" y="328204"/>
                  </a:cubicBezTo>
                  <a:lnTo>
                    <a:pt x="0" y="99897"/>
                  </a:lnTo>
                  <a:lnTo>
                    <a:pt x="41476" y="99262"/>
                  </a:lnTo>
                  <a:lnTo>
                    <a:pt x="13001" y="83407"/>
                  </a:lnTo>
                  <a:cubicBezTo>
                    <a:pt x="7584" y="25570"/>
                    <a:pt x="375542" y="6020"/>
                    <a:pt x="836335" y="1267"/>
                  </a:cubicBezTo>
                  <a:close/>
                </a:path>
              </a:pathLst>
            </a:custGeom>
            <a:grpFill/>
            <a:ln w="12700" cap="flat" cmpd="sng" algn="ctr">
              <a:solidFill>
                <a:sysClr val="windowText" lastClr="000000"/>
              </a:solidFill>
              <a:prstDash val="solid"/>
              <a:miter lim="800000"/>
            </a:ln>
            <a:effectLst/>
          </p:spPr>
          <p:txBody>
            <a:bodyPr wrap="square" rtlCol="0" anchor="ctr"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</p:grpSp>
      <p:grpSp>
        <p:nvGrpSpPr>
          <p:cNvPr id="100" name="Group 99">
            <a:extLst>
              <a:ext uri="{FF2B5EF4-FFF2-40B4-BE49-F238E27FC236}">
                <a16:creationId xmlns:a16="http://schemas.microsoft.com/office/drawing/2014/main" id="{F8000188-BA1D-4DC5-930A-37AA8A9906F7}"/>
              </a:ext>
            </a:extLst>
          </p:cNvPr>
          <p:cNvGrpSpPr/>
          <p:nvPr/>
        </p:nvGrpSpPr>
        <p:grpSpPr>
          <a:xfrm flipH="1">
            <a:off x="1434889" y="5761691"/>
            <a:ext cx="1243050" cy="704888"/>
            <a:chOff x="8792439" y="4037833"/>
            <a:chExt cx="731825" cy="414991"/>
          </a:xfrm>
        </p:grpSpPr>
        <p:sp>
          <p:nvSpPr>
            <p:cNvPr id="101" name="Block Arc 100">
              <a:extLst>
                <a:ext uri="{FF2B5EF4-FFF2-40B4-BE49-F238E27FC236}">
                  <a16:creationId xmlns:a16="http://schemas.microsoft.com/office/drawing/2014/main" id="{8B8C88E7-EBE1-467C-AC0D-DC783648F0B0}"/>
                </a:ext>
              </a:extLst>
            </p:cNvPr>
            <p:cNvSpPr/>
            <p:nvPr/>
          </p:nvSpPr>
          <p:spPr>
            <a:xfrm rot="8542811">
              <a:off x="9313559" y="4091284"/>
              <a:ext cx="210705" cy="174611"/>
            </a:xfrm>
            <a:prstGeom prst="blockArc">
              <a:avLst>
                <a:gd name="adj1" fmla="val 9254143"/>
                <a:gd name="adj2" fmla="val 19683396"/>
                <a:gd name="adj3" fmla="val 15644"/>
              </a:avLst>
            </a:prstGeom>
            <a:solidFill>
              <a:sysClr val="window" lastClr="FFFFFF"/>
            </a:solidFill>
            <a:ln w="12700" cap="flat" cmpd="sng" algn="ctr">
              <a:solidFill>
                <a:sysClr val="windowText" lastClr="000000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02" name="Oval 101">
              <a:extLst>
                <a:ext uri="{FF2B5EF4-FFF2-40B4-BE49-F238E27FC236}">
                  <a16:creationId xmlns:a16="http://schemas.microsoft.com/office/drawing/2014/main" id="{882344C1-2B1A-4B46-9D78-CC08DA4D50BC}"/>
                </a:ext>
              </a:extLst>
            </p:cNvPr>
            <p:cNvSpPr/>
            <p:nvPr/>
          </p:nvSpPr>
          <p:spPr>
            <a:xfrm>
              <a:off x="8792439" y="4333249"/>
              <a:ext cx="728935" cy="119575"/>
            </a:xfrm>
            <a:prstGeom prst="ellipse">
              <a:avLst/>
            </a:prstGeom>
            <a:solidFill>
              <a:sysClr val="window" lastClr="FFFFFF"/>
            </a:solidFill>
            <a:ln w="28575" cap="flat" cmpd="sng" algn="ctr">
              <a:solidFill>
                <a:sysClr val="windowText" lastClr="000000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03" name="Oval 493">
              <a:extLst>
                <a:ext uri="{FF2B5EF4-FFF2-40B4-BE49-F238E27FC236}">
                  <a16:creationId xmlns:a16="http://schemas.microsoft.com/office/drawing/2014/main" id="{77CDF963-4E90-49AE-A073-AB1A3E8A15DB}"/>
                </a:ext>
              </a:extLst>
            </p:cNvPr>
            <p:cNvSpPr/>
            <p:nvPr/>
          </p:nvSpPr>
          <p:spPr>
            <a:xfrm>
              <a:off x="8839592" y="4037833"/>
              <a:ext cx="620420" cy="381590"/>
            </a:xfrm>
            <a:custGeom>
              <a:avLst/>
              <a:gdLst>
                <a:gd name="connsiteX0" fmla="*/ 0 w 620419"/>
                <a:gd name="connsiteY0" fmla="*/ 22860 h 45719"/>
                <a:gd name="connsiteX1" fmla="*/ 310210 w 620419"/>
                <a:gd name="connsiteY1" fmla="*/ 0 h 45719"/>
                <a:gd name="connsiteX2" fmla="*/ 620420 w 620419"/>
                <a:gd name="connsiteY2" fmla="*/ 22860 h 45719"/>
                <a:gd name="connsiteX3" fmla="*/ 310210 w 620419"/>
                <a:gd name="connsiteY3" fmla="*/ 45720 h 45719"/>
                <a:gd name="connsiteX4" fmla="*/ 0 w 620419"/>
                <a:gd name="connsiteY4" fmla="*/ 22860 h 45719"/>
                <a:gd name="connsiteX0" fmla="*/ 0 w 620420"/>
                <a:gd name="connsiteY0" fmla="*/ 34880 h 381590"/>
                <a:gd name="connsiteX1" fmla="*/ 310210 w 620420"/>
                <a:gd name="connsiteY1" fmla="*/ 12020 h 381590"/>
                <a:gd name="connsiteX2" fmla="*/ 620420 w 620420"/>
                <a:gd name="connsiteY2" fmla="*/ 34880 h 381590"/>
                <a:gd name="connsiteX3" fmla="*/ 310210 w 620420"/>
                <a:gd name="connsiteY3" fmla="*/ 381590 h 381590"/>
                <a:gd name="connsiteX4" fmla="*/ 0 w 620420"/>
                <a:gd name="connsiteY4" fmla="*/ 34880 h 381590"/>
                <a:gd name="connsiteX0" fmla="*/ 0 w 620420"/>
                <a:gd name="connsiteY0" fmla="*/ 34880 h 381590"/>
                <a:gd name="connsiteX1" fmla="*/ 310210 w 620420"/>
                <a:gd name="connsiteY1" fmla="*/ 12020 h 381590"/>
                <a:gd name="connsiteX2" fmla="*/ 620420 w 620420"/>
                <a:gd name="connsiteY2" fmla="*/ 34880 h 381590"/>
                <a:gd name="connsiteX3" fmla="*/ 310210 w 620420"/>
                <a:gd name="connsiteY3" fmla="*/ 381590 h 381590"/>
                <a:gd name="connsiteX4" fmla="*/ 0 w 620420"/>
                <a:gd name="connsiteY4" fmla="*/ 34880 h 38159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20420" h="381590">
                  <a:moveTo>
                    <a:pt x="0" y="34880"/>
                  </a:moveTo>
                  <a:cubicBezTo>
                    <a:pt x="0" y="-26715"/>
                    <a:pt x="138886" y="12020"/>
                    <a:pt x="310210" y="12020"/>
                  </a:cubicBezTo>
                  <a:cubicBezTo>
                    <a:pt x="481534" y="12020"/>
                    <a:pt x="620420" y="22255"/>
                    <a:pt x="620420" y="34880"/>
                  </a:cubicBezTo>
                  <a:cubicBezTo>
                    <a:pt x="620420" y="47505"/>
                    <a:pt x="557734" y="381590"/>
                    <a:pt x="310210" y="381590"/>
                  </a:cubicBezTo>
                  <a:cubicBezTo>
                    <a:pt x="62686" y="381590"/>
                    <a:pt x="0" y="96475"/>
                    <a:pt x="0" y="34880"/>
                  </a:cubicBezTo>
                  <a:close/>
                </a:path>
              </a:pathLst>
            </a:custGeom>
            <a:solidFill>
              <a:sysClr val="window" lastClr="FFFFFF"/>
            </a:solidFill>
            <a:ln w="12700" cap="flat" cmpd="sng" algn="ctr">
              <a:solidFill>
                <a:sysClr val="windowText" lastClr="000000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</p:grpSp>
      <p:pic>
        <p:nvPicPr>
          <p:cNvPr id="47" name="mouthwhite">
            <a:hlinkClick r:id="" action="ppaction://media"/>
            <a:extLst>
              <a:ext uri="{FF2B5EF4-FFF2-40B4-BE49-F238E27FC236}">
                <a16:creationId xmlns:a16="http://schemas.microsoft.com/office/drawing/2014/main" id="{BE62F9C0-0276-44AD-AD83-165B5FAE0425}"/>
              </a:ext>
            </a:extLst>
          </p:cNvPr>
          <p:cNvPicPr>
            <a:picLocks noChangeAspect="1"/>
          </p:cNvPicPr>
          <p:nvPr>
            <a:videoFile r:link="rId1"/>
            <p:extLst>
              <p:ext uri="{DAA4B4D4-6D71-4841-9C94-3DE7FCFB9230}">
                <p14:media xmlns:p14="http://schemas.microsoft.com/office/powerpoint/2010/main" r:embed="rId2">
                  <p14:trim st="396" end="2805.3"/>
                </p14:media>
              </p:ext>
            </p:extLst>
          </p:nvPr>
        </p:nvPicPr>
        <p:blipFill rotWithShape="1">
          <a:blip r:embed="rId6"/>
          <a:srcRect l="50000" t="21029" r="43704" b="69424"/>
          <a:stretch>
            <a:fillRect/>
          </a:stretch>
        </p:blipFill>
        <p:spPr>
          <a:xfrm>
            <a:off x="2139754" y="4933949"/>
            <a:ext cx="211528" cy="180421"/>
          </a:xfrm>
          <a:prstGeom prst="rect">
            <a:avLst/>
          </a:prstGeom>
        </p:spPr>
      </p:pic>
      <p:pic>
        <p:nvPicPr>
          <p:cNvPr id="25" name="ttsMP3.com_VoiceText_2025-1-13_0-30-39">
            <a:hlinkClick r:id="" action="ppaction://media"/>
            <a:extLst>
              <a:ext uri="{FF2B5EF4-FFF2-40B4-BE49-F238E27FC236}">
                <a16:creationId xmlns:a16="http://schemas.microsoft.com/office/drawing/2014/main" id="{9CCCCDCC-B81C-41DE-B6DB-ACC0E72B6CDE}"/>
              </a:ext>
            </a:extLst>
          </p:cNvPr>
          <p:cNvPicPr>
            <a:picLocks noChangeAspect="1"/>
          </p:cNvPicPr>
          <p:nvPr>
            <a:audioFile r:link="rId4"/>
            <p:extLst>
              <p:ext uri="{DAA4B4D4-6D71-4841-9C94-3DE7FCFB9230}">
                <p14:media xmlns:p14="http://schemas.microsoft.com/office/powerpoint/2010/main" r:embed="rId3"/>
              </p:ext>
            </p:extLst>
          </p:nvPr>
        </p:nvPicPr>
        <p:blipFill>
          <a:blip r:embed="rId7"/>
          <a:stretch>
            <a:fillRect/>
          </a:stretch>
        </p:blipFill>
        <p:spPr>
          <a:xfrm>
            <a:off x="3124200" y="5791200"/>
            <a:ext cx="609600" cy="609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4726581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3000"/>
    </mc:Choice>
    <mc:Fallback>
      <p:transition spd="slow" advTm="300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815" fill="hold"/>
                                        <p:tgtEl>
                                          <p:spTgt spid="47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  <p:par>
                                <p:cTn id="7" presetID="1" presetClass="mediacall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8" dur="5712" fill="hold"/>
                                        <p:tgtEl>
                                          <p:spTgt spid="25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seq concurrent="1" nextAc="seek">
              <p:cTn id="9" restart="whenNotActive" fill="hold" evtFilter="cancelBubble" nodeType="interactiveSeq">
                <p:stCondLst>
                  <p:cond evt="onClick" delay="0">
                    <p:tgtEl>
                      <p:spTgt spid="4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0" fill="hold">
                      <p:stCondLst>
                        <p:cond delay="0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3" dur="1" fill="hold"/>
                                        <p:tgtEl>
                                          <p:spTgt spid="47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47"/>
                  </p:tgtEl>
                </p:cond>
              </p:nextCondLst>
            </p:seq>
            <p:video>
              <p:cMediaNode vol="80000" showWhenStopped="0">
                <p:cTn id="14" repeatCount="indefinite" fill="hold" display="0">
                  <p:stCondLst>
                    <p:cond delay="indefinite"/>
                  </p:stCondLst>
                </p:cTn>
                <p:tgtEl>
                  <p:spTgt spid="47"/>
                </p:tgtEl>
              </p:cMediaNode>
            </p:video>
            <p:audio>
              <p:cMediaNode vol="80000" showWhenStopped="0">
                <p:cTn id="15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25"/>
                </p:tgtEl>
              </p:cMediaNode>
            </p:audio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2" name="Group 71">
            <a:extLst>
              <a:ext uri="{FF2B5EF4-FFF2-40B4-BE49-F238E27FC236}">
                <a16:creationId xmlns:a16="http://schemas.microsoft.com/office/drawing/2014/main" id="{EC67B1F0-C383-4492-8215-09DAF4087176}"/>
              </a:ext>
            </a:extLst>
          </p:cNvPr>
          <p:cNvGrpSpPr/>
          <p:nvPr/>
        </p:nvGrpSpPr>
        <p:grpSpPr>
          <a:xfrm flipH="1">
            <a:off x="2046788" y="2787458"/>
            <a:ext cx="4395156" cy="5973245"/>
            <a:chOff x="1481769" y="3123982"/>
            <a:chExt cx="4395156" cy="5973245"/>
          </a:xfrm>
          <a:solidFill>
            <a:schemeClr val="bg1"/>
          </a:solidFill>
        </p:grpSpPr>
        <p:sp>
          <p:nvSpPr>
            <p:cNvPr id="73" name="Rectangle 72">
              <a:extLst>
                <a:ext uri="{FF2B5EF4-FFF2-40B4-BE49-F238E27FC236}">
                  <a16:creationId xmlns:a16="http://schemas.microsoft.com/office/drawing/2014/main" id="{F78AAEE3-C0B6-439F-9A0B-4EB9361C0906}"/>
                </a:ext>
              </a:extLst>
            </p:cNvPr>
            <p:cNvSpPr/>
            <p:nvPr/>
          </p:nvSpPr>
          <p:spPr>
            <a:xfrm rot="5400000">
              <a:off x="2977945" y="1781138"/>
              <a:ext cx="366389" cy="3053946"/>
            </a:xfrm>
            <a:prstGeom prst="rect">
              <a:avLst/>
            </a:prstGeom>
            <a:solidFill>
              <a:schemeClr val="tx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74" name="Rectangle 73">
              <a:extLst>
                <a:ext uri="{FF2B5EF4-FFF2-40B4-BE49-F238E27FC236}">
                  <a16:creationId xmlns:a16="http://schemas.microsoft.com/office/drawing/2014/main" id="{3627EC73-FFA6-4321-B142-0DBF3D4FD889}"/>
                </a:ext>
              </a:extLst>
            </p:cNvPr>
            <p:cNvSpPr/>
            <p:nvPr/>
          </p:nvSpPr>
          <p:spPr>
            <a:xfrm rot="5400000">
              <a:off x="3021919" y="3301439"/>
              <a:ext cx="366389" cy="3166373"/>
            </a:xfrm>
            <a:prstGeom prst="rect">
              <a:avLst/>
            </a:prstGeom>
            <a:solidFill>
              <a:schemeClr val="tx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75" name="Rectangle 74">
              <a:extLst>
                <a:ext uri="{FF2B5EF4-FFF2-40B4-BE49-F238E27FC236}">
                  <a16:creationId xmlns:a16="http://schemas.microsoft.com/office/drawing/2014/main" id="{CD57AAE5-ED36-4C76-AE60-0949743D3DB8}"/>
                </a:ext>
              </a:extLst>
            </p:cNvPr>
            <p:cNvSpPr/>
            <p:nvPr/>
          </p:nvSpPr>
          <p:spPr>
            <a:xfrm>
              <a:off x="1481769" y="3124200"/>
              <a:ext cx="310888" cy="5772150"/>
            </a:xfrm>
            <a:prstGeom prst="rect">
              <a:avLst/>
            </a:prstGeom>
            <a:solidFill>
              <a:schemeClr val="tx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6" name="Rectangle 75">
              <a:extLst>
                <a:ext uri="{FF2B5EF4-FFF2-40B4-BE49-F238E27FC236}">
                  <a16:creationId xmlns:a16="http://schemas.microsoft.com/office/drawing/2014/main" id="{51FA4BB7-CE79-49FB-A4D3-9D82D4D2D56F}"/>
                </a:ext>
              </a:extLst>
            </p:cNvPr>
            <p:cNvSpPr/>
            <p:nvPr/>
          </p:nvSpPr>
          <p:spPr>
            <a:xfrm>
              <a:off x="4489651" y="3123982"/>
              <a:ext cx="310888" cy="5772150"/>
            </a:xfrm>
            <a:prstGeom prst="rect">
              <a:avLst/>
            </a:prstGeom>
            <a:solidFill>
              <a:schemeClr val="tx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7" name="Rectangle 76">
              <a:extLst>
                <a:ext uri="{FF2B5EF4-FFF2-40B4-BE49-F238E27FC236}">
                  <a16:creationId xmlns:a16="http://schemas.microsoft.com/office/drawing/2014/main" id="{7ED891D5-9A9A-474C-973C-DC51F5AD36AC}"/>
                </a:ext>
              </a:extLst>
            </p:cNvPr>
            <p:cNvSpPr/>
            <p:nvPr/>
          </p:nvSpPr>
          <p:spPr>
            <a:xfrm>
              <a:off x="2073647" y="7030636"/>
              <a:ext cx="366389" cy="2066591"/>
            </a:xfrm>
            <a:prstGeom prst="rect">
              <a:avLst/>
            </a:prstGeom>
            <a:solidFill>
              <a:schemeClr val="tx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78" name="Rectangle 77">
              <a:extLst>
                <a:ext uri="{FF2B5EF4-FFF2-40B4-BE49-F238E27FC236}">
                  <a16:creationId xmlns:a16="http://schemas.microsoft.com/office/drawing/2014/main" id="{A05EAA5B-FCCD-4527-940B-1391FA11E61D}"/>
                </a:ext>
              </a:extLst>
            </p:cNvPr>
            <p:cNvSpPr/>
            <p:nvPr/>
          </p:nvSpPr>
          <p:spPr>
            <a:xfrm>
              <a:off x="5331441" y="7016119"/>
              <a:ext cx="366389" cy="2066591"/>
            </a:xfrm>
            <a:prstGeom prst="rect">
              <a:avLst/>
            </a:prstGeom>
            <a:solidFill>
              <a:schemeClr val="tx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79" name="Rectangle 69">
              <a:extLst>
                <a:ext uri="{FF2B5EF4-FFF2-40B4-BE49-F238E27FC236}">
                  <a16:creationId xmlns:a16="http://schemas.microsoft.com/office/drawing/2014/main" id="{49662BCA-0EBB-4505-9A03-AF91F6029EEA}"/>
                </a:ext>
              </a:extLst>
            </p:cNvPr>
            <p:cNvSpPr/>
            <p:nvPr/>
          </p:nvSpPr>
          <p:spPr>
            <a:xfrm>
              <a:off x="1488276" y="6277683"/>
              <a:ext cx="592732" cy="949226"/>
            </a:xfrm>
            <a:custGeom>
              <a:avLst/>
              <a:gdLst>
                <a:gd name="connsiteX0" fmla="*/ 0 w 699888"/>
                <a:gd name="connsiteY0" fmla="*/ 0 h 234057"/>
                <a:gd name="connsiteX1" fmla="*/ 699888 w 699888"/>
                <a:gd name="connsiteY1" fmla="*/ 0 h 234057"/>
                <a:gd name="connsiteX2" fmla="*/ 699888 w 699888"/>
                <a:gd name="connsiteY2" fmla="*/ 234057 h 234057"/>
                <a:gd name="connsiteX3" fmla="*/ 0 w 699888"/>
                <a:gd name="connsiteY3" fmla="*/ 234057 h 234057"/>
                <a:gd name="connsiteX4" fmla="*/ 0 w 699888"/>
                <a:gd name="connsiteY4" fmla="*/ 0 h 234057"/>
                <a:gd name="connsiteX0" fmla="*/ 0 w 699888"/>
                <a:gd name="connsiteY0" fmla="*/ 0 h 970657"/>
                <a:gd name="connsiteX1" fmla="*/ 699888 w 699888"/>
                <a:gd name="connsiteY1" fmla="*/ 0 h 970657"/>
                <a:gd name="connsiteX2" fmla="*/ 604638 w 699888"/>
                <a:gd name="connsiteY2" fmla="*/ 970657 h 970657"/>
                <a:gd name="connsiteX3" fmla="*/ 0 w 699888"/>
                <a:gd name="connsiteY3" fmla="*/ 234057 h 970657"/>
                <a:gd name="connsiteX4" fmla="*/ 0 w 699888"/>
                <a:gd name="connsiteY4" fmla="*/ 0 h 970657"/>
                <a:gd name="connsiteX0" fmla="*/ 0 w 630038"/>
                <a:gd name="connsiteY0" fmla="*/ 0 h 970657"/>
                <a:gd name="connsiteX1" fmla="*/ 630038 w 630038"/>
                <a:gd name="connsiteY1" fmla="*/ 723900 h 970657"/>
                <a:gd name="connsiteX2" fmla="*/ 604638 w 630038"/>
                <a:gd name="connsiteY2" fmla="*/ 970657 h 970657"/>
                <a:gd name="connsiteX3" fmla="*/ 0 w 630038"/>
                <a:gd name="connsiteY3" fmla="*/ 234057 h 970657"/>
                <a:gd name="connsiteX4" fmla="*/ 0 w 630038"/>
                <a:gd name="connsiteY4" fmla="*/ 0 h 970657"/>
                <a:gd name="connsiteX0" fmla="*/ 0 w 604638"/>
                <a:gd name="connsiteY0" fmla="*/ 0 h 970657"/>
                <a:gd name="connsiteX1" fmla="*/ 587175 w 604638"/>
                <a:gd name="connsiteY1" fmla="*/ 726282 h 970657"/>
                <a:gd name="connsiteX2" fmla="*/ 604638 w 604638"/>
                <a:gd name="connsiteY2" fmla="*/ 970657 h 970657"/>
                <a:gd name="connsiteX3" fmla="*/ 0 w 604638"/>
                <a:gd name="connsiteY3" fmla="*/ 234057 h 970657"/>
                <a:gd name="connsiteX4" fmla="*/ 0 w 604638"/>
                <a:gd name="connsiteY4" fmla="*/ 0 h 970657"/>
                <a:gd name="connsiteX0" fmla="*/ 0 w 592732"/>
                <a:gd name="connsiteY0" fmla="*/ 0 h 961132"/>
                <a:gd name="connsiteX1" fmla="*/ 587175 w 592732"/>
                <a:gd name="connsiteY1" fmla="*/ 726282 h 961132"/>
                <a:gd name="connsiteX2" fmla="*/ 592732 w 592732"/>
                <a:gd name="connsiteY2" fmla="*/ 961132 h 961132"/>
                <a:gd name="connsiteX3" fmla="*/ 0 w 592732"/>
                <a:gd name="connsiteY3" fmla="*/ 234057 h 961132"/>
                <a:gd name="connsiteX4" fmla="*/ 0 w 592732"/>
                <a:gd name="connsiteY4" fmla="*/ 0 h 961132"/>
                <a:gd name="connsiteX0" fmla="*/ 0 w 592732"/>
                <a:gd name="connsiteY0" fmla="*/ 0 h 949226"/>
                <a:gd name="connsiteX1" fmla="*/ 587175 w 592732"/>
                <a:gd name="connsiteY1" fmla="*/ 726282 h 949226"/>
                <a:gd name="connsiteX2" fmla="*/ 592732 w 592732"/>
                <a:gd name="connsiteY2" fmla="*/ 949226 h 949226"/>
                <a:gd name="connsiteX3" fmla="*/ 0 w 592732"/>
                <a:gd name="connsiteY3" fmla="*/ 234057 h 949226"/>
                <a:gd name="connsiteX4" fmla="*/ 0 w 592732"/>
                <a:gd name="connsiteY4" fmla="*/ 0 h 9492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92732" h="949226">
                  <a:moveTo>
                    <a:pt x="0" y="0"/>
                  </a:moveTo>
                  <a:lnTo>
                    <a:pt x="587175" y="726282"/>
                  </a:lnTo>
                  <a:lnTo>
                    <a:pt x="592732" y="949226"/>
                  </a:lnTo>
                  <a:lnTo>
                    <a:pt x="0" y="23405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0" name="Flowchart: Manual Operation 61">
              <a:extLst>
                <a:ext uri="{FF2B5EF4-FFF2-40B4-BE49-F238E27FC236}">
                  <a16:creationId xmlns:a16="http://schemas.microsoft.com/office/drawing/2014/main" id="{D874E2D6-FEE3-4F7F-AEB3-5CB14C5802A2}"/>
                </a:ext>
              </a:extLst>
            </p:cNvPr>
            <p:cNvSpPr/>
            <p:nvPr/>
          </p:nvSpPr>
          <p:spPr>
            <a:xfrm flipV="1">
              <a:off x="1486224" y="6281085"/>
              <a:ext cx="4390701" cy="731632"/>
            </a:xfrm>
            <a:custGeom>
              <a:avLst/>
              <a:gdLst>
                <a:gd name="connsiteX0" fmla="*/ 0 w 10000"/>
                <a:gd name="connsiteY0" fmla="*/ 0 h 10000"/>
                <a:gd name="connsiteX1" fmla="*/ 10000 w 10000"/>
                <a:gd name="connsiteY1" fmla="*/ 0 h 10000"/>
                <a:gd name="connsiteX2" fmla="*/ 8000 w 10000"/>
                <a:gd name="connsiteY2" fmla="*/ 10000 h 10000"/>
                <a:gd name="connsiteX3" fmla="*/ 2000 w 10000"/>
                <a:gd name="connsiteY3" fmla="*/ 10000 h 10000"/>
                <a:gd name="connsiteX4" fmla="*/ 0 w 10000"/>
                <a:gd name="connsiteY4" fmla="*/ 0 h 10000"/>
                <a:gd name="connsiteX0" fmla="*/ 213 w 8000"/>
                <a:gd name="connsiteY0" fmla="*/ 0 h 10406"/>
                <a:gd name="connsiteX1" fmla="*/ 8000 w 8000"/>
                <a:gd name="connsiteY1" fmla="*/ 406 h 10406"/>
                <a:gd name="connsiteX2" fmla="*/ 6000 w 8000"/>
                <a:gd name="connsiteY2" fmla="*/ 10406 h 10406"/>
                <a:gd name="connsiteX3" fmla="*/ 0 w 8000"/>
                <a:gd name="connsiteY3" fmla="*/ 10406 h 10406"/>
                <a:gd name="connsiteX4" fmla="*/ 213 w 8000"/>
                <a:gd name="connsiteY4" fmla="*/ 0 h 10406"/>
                <a:gd name="connsiteX0" fmla="*/ 309 w 10000"/>
                <a:gd name="connsiteY0" fmla="*/ 0 h 9829"/>
                <a:gd name="connsiteX1" fmla="*/ 10000 w 10000"/>
                <a:gd name="connsiteY1" fmla="*/ 219 h 9829"/>
                <a:gd name="connsiteX2" fmla="*/ 7500 w 10000"/>
                <a:gd name="connsiteY2" fmla="*/ 9829 h 9829"/>
                <a:gd name="connsiteX3" fmla="*/ 0 w 10000"/>
                <a:gd name="connsiteY3" fmla="*/ 9829 h 9829"/>
                <a:gd name="connsiteX4" fmla="*/ 309 w 10000"/>
                <a:gd name="connsiteY4" fmla="*/ 0 h 9829"/>
                <a:gd name="connsiteX0" fmla="*/ 1379 w 10000"/>
                <a:gd name="connsiteY0" fmla="*/ 0 h 10000"/>
                <a:gd name="connsiteX1" fmla="*/ 10000 w 10000"/>
                <a:gd name="connsiteY1" fmla="*/ 223 h 10000"/>
                <a:gd name="connsiteX2" fmla="*/ 7500 w 10000"/>
                <a:gd name="connsiteY2" fmla="*/ 10000 h 10000"/>
                <a:gd name="connsiteX3" fmla="*/ 0 w 10000"/>
                <a:gd name="connsiteY3" fmla="*/ 10000 h 10000"/>
                <a:gd name="connsiteX4" fmla="*/ 1379 w 10000"/>
                <a:gd name="connsiteY4" fmla="*/ 0 h 10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0000" h="10000">
                  <a:moveTo>
                    <a:pt x="1379" y="0"/>
                  </a:moveTo>
                  <a:lnTo>
                    <a:pt x="10000" y="223"/>
                  </a:lnTo>
                  <a:lnTo>
                    <a:pt x="7500" y="10000"/>
                  </a:lnTo>
                  <a:lnTo>
                    <a:pt x="0" y="10000"/>
                  </a:lnTo>
                  <a:lnTo>
                    <a:pt x="1379" y="0"/>
                  </a:lnTo>
                  <a:close/>
                </a:path>
              </a:pathLst>
            </a:custGeom>
            <a:grp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1" name="Rectangle 80">
              <a:extLst>
                <a:ext uri="{FF2B5EF4-FFF2-40B4-BE49-F238E27FC236}">
                  <a16:creationId xmlns:a16="http://schemas.microsoft.com/office/drawing/2014/main" id="{3D37019F-C88A-4819-AE52-3F06041B64E7}"/>
                </a:ext>
              </a:extLst>
            </p:cNvPr>
            <p:cNvSpPr/>
            <p:nvPr/>
          </p:nvSpPr>
          <p:spPr>
            <a:xfrm>
              <a:off x="2073647" y="6997673"/>
              <a:ext cx="3803278" cy="234057"/>
            </a:xfrm>
            <a:prstGeom prst="rect">
              <a:avLst/>
            </a:prstGeom>
            <a:grp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92" name="Group 91">
            <a:extLst>
              <a:ext uri="{FF2B5EF4-FFF2-40B4-BE49-F238E27FC236}">
                <a16:creationId xmlns:a16="http://schemas.microsoft.com/office/drawing/2014/main" id="{5F686C9C-B251-4AAF-8C4B-EC0A6A0E5E95}"/>
              </a:ext>
            </a:extLst>
          </p:cNvPr>
          <p:cNvGrpSpPr/>
          <p:nvPr/>
        </p:nvGrpSpPr>
        <p:grpSpPr>
          <a:xfrm>
            <a:off x="2780995" y="-770886"/>
            <a:ext cx="1787011" cy="2356393"/>
            <a:chOff x="2253647" y="285105"/>
            <a:chExt cx="1787011" cy="2356393"/>
          </a:xfrm>
        </p:grpSpPr>
        <p:sp>
          <p:nvSpPr>
            <p:cNvPr id="93" name="Oval 92">
              <a:extLst>
                <a:ext uri="{FF2B5EF4-FFF2-40B4-BE49-F238E27FC236}">
                  <a16:creationId xmlns:a16="http://schemas.microsoft.com/office/drawing/2014/main" id="{1850F090-D6D2-4089-BF76-7A3972D6DC9D}"/>
                </a:ext>
              </a:extLst>
            </p:cNvPr>
            <p:cNvSpPr/>
            <p:nvPr/>
          </p:nvSpPr>
          <p:spPr>
            <a:xfrm>
              <a:off x="2984178" y="1637775"/>
              <a:ext cx="340713" cy="1003723"/>
            </a:xfrm>
            <a:prstGeom prst="ellipse">
              <a:avLst/>
            </a:prstGeom>
            <a:solidFill>
              <a:schemeClr val="bg1"/>
            </a:solidFill>
            <a:ln w="12700" cap="flat" cmpd="sng" algn="ctr">
              <a:solidFill>
                <a:schemeClr val="tx1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cxnSp>
          <p:nvCxnSpPr>
            <p:cNvPr id="94" name="Straight Connector 93">
              <a:extLst>
                <a:ext uri="{FF2B5EF4-FFF2-40B4-BE49-F238E27FC236}">
                  <a16:creationId xmlns:a16="http://schemas.microsoft.com/office/drawing/2014/main" id="{87BF3A99-0EDD-4545-AC11-C797C41C97BD}"/>
                </a:ext>
              </a:extLst>
            </p:cNvPr>
            <p:cNvCxnSpPr/>
            <p:nvPr/>
          </p:nvCxnSpPr>
          <p:spPr>
            <a:xfrm>
              <a:off x="3143199" y="285105"/>
              <a:ext cx="0" cy="997499"/>
            </a:xfrm>
            <a:prstGeom prst="line">
              <a:avLst/>
            </a:prstGeom>
            <a:noFill/>
            <a:ln w="6350" cap="flat" cmpd="sng" algn="ctr">
              <a:solidFill>
                <a:schemeClr val="tx1"/>
              </a:solidFill>
              <a:prstDash val="solid"/>
              <a:miter lim="800000"/>
            </a:ln>
            <a:effectLst/>
          </p:spPr>
        </p:cxnSp>
        <p:sp>
          <p:nvSpPr>
            <p:cNvPr id="95" name="Oval 82">
              <a:extLst>
                <a:ext uri="{FF2B5EF4-FFF2-40B4-BE49-F238E27FC236}">
                  <a16:creationId xmlns:a16="http://schemas.microsoft.com/office/drawing/2014/main" id="{5C975455-9DE0-4D73-88B8-A804C89B9440}"/>
                </a:ext>
              </a:extLst>
            </p:cNvPr>
            <p:cNvSpPr/>
            <p:nvPr/>
          </p:nvSpPr>
          <p:spPr>
            <a:xfrm>
              <a:off x="2253647" y="1143372"/>
              <a:ext cx="1787011" cy="1130240"/>
            </a:xfrm>
            <a:custGeom>
              <a:avLst/>
              <a:gdLst>
                <a:gd name="connsiteX0" fmla="*/ 0 w 1786990"/>
                <a:gd name="connsiteY0" fmla="*/ 371026 h 742052"/>
                <a:gd name="connsiteX1" fmla="*/ 893495 w 1786990"/>
                <a:gd name="connsiteY1" fmla="*/ 0 h 742052"/>
                <a:gd name="connsiteX2" fmla="*/ 1786990 w 1786990"/>
                <a:gd name="connsiteY2" fmla="*/ 371026 h 742052"/>
                <a:gd name="connsiteX3" fmla="*/ 893495 w 1786990"/>
                <a:gd name="connsiteY3" fmla="*/ 742052 h 742052"/>
                <a:gd name="connsiteX4" fmla="*/ 0 w 1786990"/>
                <a:gd name="connsiteY4" fmla="*/ 371026 h 742052"/>
                <a:gd name="connsiteX0" fmla="*/ 0 w 1786990"/>
                <a:gd name="connsiteY0" fmla="*/ 675826 h 1046852"/>
                <a:gd name="connsiteX1" fmla="*/ 893495 w 1786990"/>
                <a:gd name="connsiteY1" fmla="*/ 0 h 1046852"/>
                <a:gd name="connsiteX2" fmla="*/ 1786990 w 1786990"/>
                <a:gd name="connsiteY2" fmla="*/ 675826 h 1046852"/>
                <a:gd name="connsiteX3" fmla="*/ 893495 w 1786990"/>
                <a:gd name="connsiteY3" fmla="*/ 1046852 h 1046852"/>
                <a:gd name="connsiteX4" fmla="*/ 0 w 1786990"/>
                <a:gd name="connsiteY4" fmla="*/ 675826 h 1046852"/>
                <a:gd name="connsiteX0" fmla="*/ 28 w 1787018"/>
                <a:gd name="connsiteY0" fmla="*/ 1027519 h 1398545"/>
                <a:gd name="connsiteX1" fmla="*/ 916969 w 1787018"/>
                <a:gd name="connsiteY1" fmla="*/ 0 h 1398545"/>
                <a:gd name="connsiteX2" fmla="*/ 1787018 w 1787018"/>
                <a:gd name="connsiteY2" fmla="*/ 1027519 h 1398545"/>
                <a:gd name="connsiteX3" fmla="*/ 893523 w 1787018"/>
                <a:gd name="connsiteY3" fmla="*/ 1398545 h 1398545"/>
                <a:gd name="connsiteX4" fmla="*/ 28 w 1787018"/>
                <a:gd name="connsiteY4" fmla="*/ 1027519 h 1398545"/>
                <a:gd name="connsiteX0" fmla="*/ 29 w 1787019"/>
                <a:gd name="connsiteY0" fmla="*/ 1121304 h 1492330"/>
                <a:gd name="connsiteX1" fmla="*/ 870078 w 1787019"/>
                <a:gd name="connsiteY1" fmla="*/ 0 h 1492330"/>
                <a:gd name="connsiteX2" fmla="*/ 1787019 w 1787019"/>
                <a:gd name="connsiteY2" fmla="*/ 1121304 h 1492330"/>
                <a:gd name="connsiteX3" fmla="*/ 893524 w 1787019"/>
                <a:gd name="connsiteY3" fmla="*/ 1492330 h 1492330"/>
                <a:gd name="connsiteX4" fmla="*/ 29 w 1787019"/>
                <a:gd name="connsiteY4" fmla="*/ 1121304 h 1492330"/>
                <a:gd name="connsiteX0" fmla="*/ 21 w 1787011"/>
                <a:gd name="connsiteY0" fmla="*/ 1121304 h 1492330"/>
                <a:gd name="connsiteX1" fmla="*/ 870070 w 1787011"/>
                <a:gd name="connsiteY1" fmla="*/ 0 h 1492330"/>
                <a:gd name="connsiteX2" fmla="*/ 1787011 w 1787011"/>
                <a:gd name="connsiteY2" fmla="*/ 1121304 h 1492330"/>
                <a:gd name="connsiteX3" fmla="*/ 893516 w 1787011"/>
                <a:gd name="connsiteY3" fmla="*/ 1492330 h 1492330"/>
                <a:gd name="connsiteX4" fmla="*/ 21 w 1787011"/>
                <a:gd name="connsiteY4" fmla="*/ 1121304 h 1492330"/>
                <a:gd name="connsiteX0" fmla="*/ 21 w 1787011"/>
                <a:gd name="connsiteY0" fmla="*/ 1121304 h 1232616"/>
                <a:gd name="connsiteX1" fmla="*/ 870070 w 1787011"/>
                <a:gd name="connsiteY1" fmla="*/ 0 h 1232616"/>
                <a:gd name="connsiteX2" fmla="*/ 1787011 w 1787011"/>
                <a:gd name="connsiteY2" fmla="*/ 1121304 h 1232616"/>
                <a:gd name="connsiteX3" fmla="*/ 893516 w 1787011"/>
                <a:gd name="connsiteY3" fmla="*/ 1185491 h 1232616"/>
                <a:gd name="connsiteX4" fmla="*/ 21 w 1787011"/>
                <a:gd name="connsiteY4" fmla="*/ 1121304 h 123261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787011" h="1232616">
                  <a:moveTo>
                    <a:pt x="21" y="1121304"/>
                  </a:moveTo>
                  <a:cubicBezTo>
                    <a:pt x="-3887" y="923722"/>
                    <a:pt x="564175" y="0"/>
                    <a:pt x="870070" y="0"/>
                  </a:cubicBezTo>
                  <a:cubicBezTo>
                    <a:pt x="1175965" y="0"/>
                    <a:pt x="1787011" y="916392"/>
                    <a:pt x="1787011" y="1121304"/>
                  </a:cubicBezTo>
                  <a:cubicBezTo>
                    <a:pt x="1787011" y="1326216"/>
                    <a:pt x="1386980" y="1185491"/>
                    <a:pt x="893516" y="1185491"/>
                  </a:cubicBezTo>
                  <a:cubicBezTo>
                    <a:pt x="400052" y="1185491"/>
                    <a:pt x="3929" y="1318886"/>
                    <a:pt x="21" y="1121304"/>
                  </a:cubicBezTo>
                  <a:close/>
                </a:path>
              </a:pathLst>
            </a:custGeom>
            <a:solidFill>
              <a:sysClr val="windowText" lastClr="000000"/>
            </a:solidFill>
            <a:ln w="12700" cap="flat" cmpd="sng" algn="ctr">
              <a:solidFill>
                <a:schemeClr val="tx1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</p:grpSp>
      <p:grpSp>
        <p:nvGrpSpPr>
          <p:cNvPr id="104" name="Group 103">
            <a:extLst>
              <a:ext uri="{FF2B5EF4-FFF2-40B4-BE49-F238E27FC236}">
                <a16:creationId xmlns:a16="http://schemas.microsoft.com/office/drawing/2014/main" id="{5AD2AE17-1C43-4409-A5F9-C4B209AEF0FF}"/>
              </a:ext>
            </a:extLst>
          </p:cNvPr>
          <p:cNvGrpSpPr/>
          <p:nvPr/>
        </p:nvGrpSpPr>
        <p:grpSpPr>
          <a:xfrm>
            <a:off x="2826632" y="2652126"/>
            <a:ext cx="3530830" cy="5560755"/>
            <a:chOff x="1336803" y="3682307"/>
            <a:chExt cx="1511277" cy="2380132"/>
          </a:xfrm>
        </p:grpSpPr>
        <p:grpSp>
          <p:nvGrpSpPr>
            <p:cNvPr id="105" name="Group 104">
              <a:extLst>
                <a:ext uri="{FF2B5EF4-FFF2-40B4-BE49-F238E27FC236}">
                  <a16:creationId xmlns:a16="http://schemas.microsoft.com/office/drawing/2014/main" id="{C33B388D-FC66-426F-BD71-05E29E16FC01}"/>
                </a:ext>
              </a:extLst>
            </p:cNvPr>
            <p:cNvGrpSpPr/>
            <p:nvPr/>
          </p:nvGrpSpPr>
          <p:grpSpPr>
            <a:xfrm>
              <a:off x="1637260" y="5072908"/>
              <a:ext cx="763525" cy="868582"/>
              <a:chOff x="10127150" y="4575203"/>
              <a:chExt cx="763525" cy="868582"/>
            </a:xfrm>
          </p:grpSpPr>
          <p:cxnSp>
            <p:nvCxnSpPr>
              <p:cNvPr id="125" name="Straight Connector 124">
                <a:extLst>
                  <a:ext uri="{FF2B5EF4-FFF2-40B4-BE49-F238E27FC236}">
                    <a16:creationId xmlns:a16="http://schemas.microsoft.com/office/drawing/2014/main" id="{D019DA4C-2253-43E9-8D25-DF4BBEEDD0DD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0346960" y="4740309"/>
                <a:ext cx="19319" cy="683047"/>
              </a:xfrm>
              <a:prstGeom prst="line">
                <a:avLst/>
              </a:prstGeom>
              <a:noFill/>
              <a:ln w="57150" cap="flat" cmpd="sng" algn="ctr">
                <a:solidFill>
                  <a:sysClr val="windowText" lastClr="000000"/>
                </a:solidFill>
                <a:prstDash val="solid"/>
                <a:miter lim="800000"/>
              </a:ln>
              <a:effectLst/>
            </p:spPr>
          </p:cxnSp>
          <p:sp>
            <p:nvSpPr>
              <p:cNvPr id="126" name="Rectangle: Top Corners Rounded 125">
                <a:extLst>
                  <a:ext uri="{FF2B5EF4-FFF2-40B4-BE49-F238E27FC236}">
                    <a16:creationId xmlns:a16="http://schemas.microsoft.com/office/drawing/2014/main" id="{AF2A15CC-9082-4399-9531-54D04EE21146}"/>
                  </a:ext>
                </a:extLst>
              </p:cNvPr>
              <p:cNvSpPr/>
              <p:nvPr/>
            </p:nvSpPr>
            <p:spPr>
              <a:xfrm flipH="1">
                <a:off x="10127150" y="5338933"/>
                <a:ext cx="350446" cy="104852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ysClr val="windowText" lastClr="000000"/>
              </a:solidFill>
              <a:ln w="12700" cap="flat" cmpd="sng" algn="ctr">
                <a:noFill/>
                <a:prstDash val="solid"/>
                <a:miter lim="800000"/>
              </a:ln>
              <a:effectLst>
                <a:innerShdw blurRad="114300">
                  <a:prstClr val="black"/>
                </a:innerShdw>
              </a:effectLst>
            </p:spPr>
            <p:txBody>
              <a:bodyPr rtlCol="0" anchor="ctr"/>
              <a:lstStyle/>
              <a:p>
                <a:pPr marL="0" marR="0" lvl="0" indent="0" algn="ctr" defTabSz="457211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1" b="0" i="0" u="none" strike="noStrike" kern="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cxnSp>
            <p:nvCxnSpPr>
              <p:cNvPr id="127" name="Straight Connector 126">
                <a:extLst>
                  <a:ext uri="{FF2B5EF4-FFF2-40B4-BE49-F238E27FC236}">
                    <a16:creationId xmlns:a16="http://schemas.microsoft.com/office/drawing/2014/main" id="{1FEFB8DA-6146-4EAD-A784-E09883920DC2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10328057" y="4575203"/>
                <a:ext cx="393346" cy="185500"/>
              </a:xfrm>
              <a:prstGeom prst="line">
                <a:avLst/>
              </a:prstGeom>
              <a:noFill/>
              <a:ln w="57150" cap="flat" cmpd="sng" algn="ctr">
                <a:solidFill>
                  <a:sysClr val="windowText" lastClr="000000"/>
                </a:solidFill>
                <a:prstDash val="solid"/>
                <a:miter lim="800000"/>
              </a:ln>
              <a:effectLst/>
            </p:spPr>
          </p:cxnSp>
          <p:cxnSp>
            <p:nvCxnSpPr>
              <p:cNvPr id="129" name="Straight Connector 128">
                <a:extLst>
                  <a:ext uri="{FF2B5EF4-FFF2-40B4-BE49-F238E27FC236}">
                    <a16:creationId xmlns:a16="http://schemas.microsoft.com/office/drawing/2014/main" id="{359A60A1-1A23-413B-A49D-C2A9B6371A46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10602714" y="4578232"/>
                <a:ext cx="287961" cy="271923"/>
              </a:xfrm>
              <a:prstGeom prst="line">
                <a:avLst/>
              </a:prstGeom>
              <a:noFill/>
              <a:ln w="57150" cap="flat" cmpd="sng" algn="ctr">
                <a:solidFill>
                  <a:sysClr val="windowText" lastClr="000000"/>
                </a:solidFill>
                <a:prstDash val="solid"/>
                <a:miter lim="800000"/>
              </a:ln>
              <a:effectLst/>
            </p:spPr>
          </p:cxnSp>
        </p:grpSp>
        <p:grpSp>
          <p:nvGrpSpPr>
            <p:cNvPr id="106" name="Group 105">
              <a:extLst>
                <a:ext uri="{FF2B5EF4-FFF2-40B4-BE49-F238E27FC236}">
                  <a16:creationId xmlns:a16="http://schemas.microsoft.com/office/drawing/2014/main" id="{1382FA8D-077B-46E2-B85E-3B2ED79794BA}"/>
                </a:ext>
              </a:extLst>
            </p:cNvPr>
            <p:cNvGrpSpPr/>
            <p:nvPr/>
          </p:nvGrpSpPr>
          <p:grpSpPr>
            <a:xfrm>
              <a:off x="1336803" y="3682307"/>
              <a:ext cx="1511277" cy="2380132"/>
              <a:chOff x="8494258" y="151226"/>
              <a:chExt cx="1511277" cy="2380132"/>
            </a:xfrm>
          </p:grpSpPr>
          <p:cxnSp>
            <p:nvCxnSpPr>
              <p:cNvPr id="112" name="Straight Connector 111">
                <a:extLst>
                  <a:ext uri="{FF2B5EF4-FFF2-40B4-BE49-F238E27FC236}">
                    <a16:creationId xmlns:a16="http://schemas.microsoft.com/office/drawing/2014/main" id="{2C198761-6AB7-4D4D-8DC7-CF635056CBF8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9393138" y="1876436"/>
                <a:ext cx="35694" cy="604557"/>
              </a:xfrm>
              <a:prstGeom prst="line">
                <a:avLst/>
              </a:prstGeom>
              <a:noFill/>
              <a:ln w="57150" cap="flat" cmpd="sng" algn="ctr">
                <a:solidFill>
                  <a:sysClr val="windowText" lastClr="000000"/>
                </a:solidFill>
                <a:prstDash val="solid"/>
                <a:miter lim="800000"/>
              </a:ln>
              <a:effectLst/>
            </p:spPr>
          </p:cxnSp>
          <p:sp>
            <p:nvSpPr>
              <p:cNvPr id="113" name="Oval 112">
                <a:extLst>
                  <a:ext uri="{FF2B5EF4-FFF2-40B4-BE49-F238E27FC236}">
                    <a16:creationId xmlns:a16="http://schemas.microsoft.com/office/drawing/2014/main" id="{6F8F0D68-969E-47FD-8AFE-A42E1AA0C40B}"/>
                  </a:ext>
                </a:extLst>
              </p:cNvPr>
              <p:cNvSpPr/>
              <p:nvPr/>
            </p:nvSpPr>
            <p:spPr>
              <a:xfrm flipH="1">
                <a:off x="8494258" y="167914"/>
                <a:ext cx="1511277" cy="1458199"/>
              </a:xfrm>
              <a:prstGeom prst="ellipse">
                <a:avLst/>
              </a:prstGeom>
              <a:solidFill>
                <a:schemeClr val="bg1"/>
              </a:solidFill>
              <a:ln w="12700" cap="flat" cmpd="sng" algn="ctr">
                <a:noFill/>
                <a:prstDash val="solid"/>
                <a:miter lim="800000"/>
              </a:ln>
              <a:effectLst>
                <a:outerShdw blurRad="63500" sx="102000" sy="102000" algn="ctr" rotWithShape="0">
                  <a:prstClr val="black">
                    <a:alpha val="40000"/>
                  </a:prstClr>
                </a:outerShdw>
              </a:effectLst>
            </p:spPr>
            <p:txBody>
              <a:bodyPr rtlCol="0" anchor="ctr"/>
              <a:lstStyle/>
              <a:p>
                <a:pPr marL="0" marR="0" lvl="0" indent="0" algn="ctr" defTabSz="457211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1" b="0" i="0" u="none" strike="noStrike" kern="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</a:endParaRPr>
              </a:p>
            </p:txBody>
          </p:sp>
          <p:sp>
            <p:nvSpPr>
              <p:cNvPr id="114" name="Oval 113">
                <a:extLst>
                  <a:ext uri="{FF2B5EF4-FFF2-40B4-BE49-F238E27FC236}">
                    <a16:creationId xmlns:a16="http://schemas.microsoft.com/office/drawing/2014/main" id="{7ED8FC70-4E31-4790-96F3-DC5EB7B2F462}"/>
                  </a:ext>
                </a:extLst>
              </p:cNvPr>
              <p:cNvSpPr/>
              <p:nvPr/>
            </p:nvSpPr>
            <p:spPr>
              <a:xfrm flipH="1">
                <a:off x="9351201" y="697001"/>
                <a:ext cx="155650" cy="154602"/>
              </a:xfrm>
              <a:prstGeom prst="ellipse">
                <a:avLst/>
              </a:prstGeom>
              <a:solidFill>
                <a:sysClr val="windowText" lastClr="000000"/>
              </a:solidFill>
              <a:ln w="12700" cap="flat" cmpd="sng" algn="ctr">
                <a:noFill/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457211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1" b="0" i="0" u="none" strike="noStrike" kern="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</a:endParaRPr>
              </a:p>
            </p:txBody>
          </p:sp>
          <p:sp>
            <p:nvSpPr>
              <p:cNvPr id="115" name="Rectangle: Top Corners Rounded 114">
                <a:extLst>
                  <a:ext uri="{FF2B5EF4-FFF2-40B4-BE49-F238E27FC236}">
                    <a16:creationId xmlns:a16="http://schemas.microsoft.com/office/drawing/2014/main" id="{196E30BB-9375-44C3-AFFE-BA0FB283994D}"/>
                  </a:ext>
                </a:extLst>
              </p:cNvPr>
              <p:cNvSpPr/>
              <p:nvPr/>
            </p:nvSpPr>
            <p:spPr>
              <a:xfrm flipH="1">
                <a:off x="8790978" y="2307394"/>
                <a:ext cx="398834" cy="119329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ysClr val="windowText" lastClr="000000"/>
              </a:solidFill>
              <a:ln w="12700" cap="flat" cmpd="sng" algn="ctr">
                <a:noFill/>
                <a:prstDash val="solid"/>
                <a:miter lim="800000"/>
              </a:ln>
              <a:effectLst>
                <a:innerShdw blurRad="114300">
                  <a:prstClr val="black"/>
                </a:innerShdw>
              </a:effectLst>
            </p:spPr>
            <p:txBody>
              <a:bodyPr rtlCol="0" anchor="ctr"/>
              <a:lstStyle/>
              <a:p>
                <a:pPr marL="0" marR="0" lvl="0" indent="0" algn="ctr" defTabSz="457211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1" b="0" i="0" u="none" strike="noStrike" kern="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</a:endParaRPr>
              </a:p>
            </p:txBody>
          </p:sp>
          <p:sp>
            <p:nvSpPr>
              <p:cNvPr id="116" name="Rectangle: Top Corners Rounded 115">
                <a:extLst>
                  <a:ext uri="{FF2B5EF4-FFF2-40B4-BE49-F238E27FC236}">
                    <a16:creationId xmlns:a16="http://schemas.microsoft.com/office/drawing/2014/main" id="{435072AB-7EE6-40AE-90EF-FB3A26574560}"/>
                  </a:ext>
                </a:extLst>
              </p:cNvPr>
              <p:cNvSpPr/>
              <p:nvPr/>
            </p:nvSpPr>
            <p:spPr>
              <a:xfrm flipH="1">
                <a:off x="9144835" y="2412029"/>
                <a:ext cx="398834" cy="119329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ysClr val="windowText" lastClr="000000"/>
              </a:solidFill>
              <a:ln w="12700" cap="flat" cmpd="sng" algn="ctr">
                <a:noFill/>
                <a:prstDash val="solid"/>
                <a:miter lim="800000"/>
              </a:ln>
              <a:effectLst>
                <a:innerShdw blurRad="114300">
                  <a:prstClr val="black"/>
                </a:innerShdw>
              </a:effectLst>
            </p:spPr>
            <p:txBody>
              <a:bodyPr rtlCol="0" anchor="ctr"/>
              <a:lstStyle/>
              <a:p>
                <a:pPr marL="0" marR="0" lvl="0" indent="0" algn="ctr" defTabSz="457211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1" b="0" i="0" u="none" strike="noStrike" kern="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</a:endParaRPr>
              </a:p>
            </p:txBody>
          </p:sp>
          <p:sp>
            <p:nvSpPr>
              <p:cNvPr id="117" name="Freeform: Shape 116">
                <a:extLst>
                  <a:ext uri="{FF2B5EF4-FFF2-40B4-BE49-F238E27FC236}">
                    <a16:creationId xmlns:a16="http://schemas.microsoft.com/office/drawing/2014/main" id="{2D67ABF4-9411-442E-A2E5-E3E911F68F17}"/>
                  </a:ext>
                </a:extLst>
              </p:cNvPr>
              <p:cNvSpPr/>
              <p:nvPr/>
            </p:nvSpPr>
            <p:spPr>
              <a:xfrm>
                <a:off x="8648131" y="1349608"/>
                <a:ext cx="369493" cy="289419"/>
              </a:xfrm>
              <a:custGeom>
                <a:avLst/>
                <a:gdLst>
                  <a:gd name="connsiteX0" fmla="*/ 115393 w 649909"/>
                  <a:gd name="connsiteY0" fmla="*/ 0 h 923977"/>
                  <a:gd name="connsiteX1" fmla="*/ 29668 w 649909"/>
                  <a:gd name="connsiteY1" fmla="*/ 438150 h 923977"/>
                  <a:gd name="connsiteX2" fmla="*/ 563068 w 649909"/>
                  <a:gd name="connsiteY2" fmla="*/ 847725 h 923977"/>
                  <a:gd name="connsiteX3" fmla="*/ 648793 w 649909"/>
                  <a:gd name="connsiteY3" fmla="*/ 923925 h 923977"/>
                  <a:gd name="connsiteX4" fmla="*/ 648793 w 649909"/>
                  <a:gd name="connsiteY4" fmla="*/ 923925 h 923977"/>
                  <a:gd name="connsiteX0" fmla="*/ 0 w 620241"/>
                  <a:gd name="connsiteY0" fmla="*/ 0 h 485827"/>
                  <a:gd name="connsiteX1" fmla="*/ 533400 w 620241"/>
                  <a:gd name="connsiteY1" fmla="*/ 409575 h 485827"/>
                  <a:gd name="connsiteX2" fmla="*/ 619125 w 620241"/>
                  <a:gd name="connsiteY2" fmla="*/ 485775 h 485827"/>
                  <a:gd name="connsiteX3" fmla="*/ 619125 w 620241"/>
                  <a:gd name="connsiteY3" fmla="*/ 485775 h 48582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620241" h="485827">
                    <a:moveTo>
                      <a:pt x="0" y="0"/>
                    </a:moveTo>
                    <a:cubicBezTo>
                      <a:pt x="74612" y="141288"/>
                      <a:pt x="430213" y="328613"/>
                      <a:pt x="533400" y="409575"/>
                    </a:cubicBezTo>
                    <a:cubicBezTo>
                      <a:pt x="636587" y="490537"/>
                      <a:pt x="619125" y="485775"/>
                      <a:pt x="619125" y="485775"/>
                    </a:cubicBezTo>
                    <a:lnTo>
                      <a:pt x="619125" y="485775"/>
                    </a:lnTo>
                  </a:path>
                </a:pathLst>
              </a:custGeom>
              <a:noFill/>
              <a:ln w="38100" cap="flat" cmpd="sng" algn="ctr">
                <a:solidFill>
                  <a:sysClr val="windowText" lastClr="000000"/>
                </a:solidFill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457211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1" b="0" i="0" u="none" strike="noStrike" kern="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</a:endParaRPr>
              </a:p>
            </p:txBody>
          </p:sp>
          <p:sp>
            <p:nvSpPr>
              <p:cNvPr id="118" name="Freeform: Shape 117">
                <a:extLst>
                  <a:ext uri="{FF2B5EF4-FFF2-40B4-BE49-F238E27FC236}">
                    <a16:creationId xmlns:a16="http://schemas.microsoft.com/office/drawing/2014/main" id="{817E53DC-40C0-4B60-9A1E-0B4C1554E385}"/>
                  </a:ext>
                </a:extLst>
              </p:cNvPr>
              <p:cNvSpPr/>
              <p:nvPr/>
            </p:nvSpPr>
            <p:spPr>
              <a:xfrm flipH="1">
                <a:off x="9041139" y="961700"/>
                <a:ext cx="110170" cy="113485"/>
              </a:xfrm>
              <a:custGeom>
                <a:avLst/>
                <a:gdLst>
                  <a:gd name="connsiteX0" fmla="*/ 33338 w 209668"/>
                  <a:gd name="connsiteY0" fmla="*/ 0 h 195262"/>
                  <a:gd name="connsiteX1" fmla="*/ 57150 w 209668"/>
                  <a:gd name="connsiteY1" fmla="*/ 14287 h 195262"/>
                  <a:gd name="connsiteX2" fmla="*/ 71438 w 209668"/>
                  <a:gd name="connsiteY2" fmla="*/ 23812 h 195262"/>
                  <a:gd name="connsiteX3" fmla="*/ 114300 w 209668"/>
                  <a:gd name="connsiteY3" fmla="*/ 33337 h 195262"/>
                  <a:gd name="connsiteX4" fmla="*/ 128588 w 209668"/>
                  <a:gd name="connsiteY4" fmla="*/ 42862 h 195262"/>
                  <a:gd name="connsiteX5" fmla="*/ 166688 w 209668"/>
                  <a:gd name="connsiteY5" fmla="*/ 52387 h 195262"/>
                  <a:gd name="connsiteX6" fmla="*/ 200025 w 209668"/>
                  <a:gd name="connsiteY6" fmla="*/ 61912 h 195262"/>
                  <a:gd name="connsiteX7" fmla="*/ 209550 w 209668"/>
                  <a:gd name="connsiteY7" fmla="*/ 76200 h 195262"/>
                  <a:gd name="connsiteX8" fmla="*/ 185738 w 209668"/>
                  <a:gd name="connsiteY8" fmla="*/ 157162 h 195262"/>
                  <a:gd name="connsiteX9" fmla="*/ 166688 w 209668"/>
                  <a:gd name="connsiteY9" fmla="*/ 166687 h 195262"/>
                  <a:gd name="connsiteX10" fmla="*/ 123825 w 209668"/>
                  <a:gd name="connsiteY10" fmla="*/ 185737 h 195262"/>
                  <a:gd name="connsiteX11" fmla="*/ 109538 w 209668"/>
                  <a:gd name="connsiteY11" fmla="*/ 190500 h 195262"/>
                  <a:gd name="connsiteX12" fmla="*/ 95250 w 209668"/>
                  <a:gd name="connsiteY12" fmla="*/ 195262 h 195262"/>
                  <a:gd name="connsiteX13" fmla="*/ 23813 w 209668"/>
                  <a:gd name="connsiteY13" fmla="*/ 190500 h 195262"/>
                  <a:gd name="connsiteX14" fmla="*/ 9525 w 209668"/>
                  <a:gd name="connsiteY14" fmla="*/ 185737 h 195262"/>
                  <a:gd name="connsiteX15" fmla="*/ 0 w 209668"/>
                  <a:gd name="connsiteY15" fmla="*/ 176212 h 195262"/>
                  <a:gd name="connsiteX0" fmla="*/ 33338 w 209668"/>
                  <a:gd name="connsiteY0" fmla="*/ 0 h 195262"/>
                  <a:gd name="connsiteX1" fmla="*/ 57150 w 209668"/>
                  <a:gd name="connsiteY1" fmla="*/ 14287 h 195262"/>
                  <a:gd name="connsiteX2" fmla="*/ 71438 w 209668"/>
                  <a:gd name="connsiteY2" fmla="*/ 23812 h 195262"/>
                  <a:gd name="connsiteX3" fmla="*/ 114300 w 209668"/>
                  <a:gd name="connsiteY3" fmla="*/ 33337 h 195262"/>
                  <a:gd name="connsiteX4" fmla="*/ 128588 w 209668"/>
                  <a:gd name="connsiteY4" fmla="*/ 42862 h 195262"/>
                  <a:gd name="connsiteX5" fmla="*/ 200025 w 209668"/>
                  <a:gd name="connsiteY5" fmla="*/ 61912 h 195262"/>
                  <a:gd name="connsiteX6" fmla="*/ 209550 w 209668"/>
                  <a:gd name="connsiteY6" fmla="*/ 76200 h 195262"/>
                  <a:gd name="connsiteX7" fmla="*/ 185738 w 209668"/>
                  <a:gd name="connsiteY7" fmla="*/ 157162 h 195262"/>
                  <a:gd name="connsiteX8" fmla="*/ 166688 w 209668"/>
                  <a:gd name="connsiteY8" fmla="*/ 166687 h 195262"/>
                  <a:gd name="connsiteX9" fmla="*/ 123825 w 209668"/>
                  <a:gd name="connsiteY9" fmla="*/ 185737 h 195262"/>
                  <a:gd name="connsiteX10" fmla="*/ 109538 w 209668"/>
                  <a:gd name="connsiteY10" fmla="*/ 190500 h 195262"/>
                  <a:gd name="connsiteX11" fmla="*/ 95250 w 209668"/>
                  <a:gd name="connsiteY11" fmla="*/ 195262 h 195262"/>
                  <a:gd name="connsiteX12" fmla="*/ 23813 w 209668"/>
                  <a:gd name="connsiteY12" fmla="*/ 190500 h 195262"/>
                  <a:gd name="connsiteX13" fmla="*/ 9525 w 209668"/>
                  <a:gd name="connsiteY13" fmla="*/ 185737 h 195262"/>
                  <a:gd name="connsiteX14" fmla="*/ 0 w 209668"/>
                  <a:gd name="connsiteY14" fmla="*/ 176212 h 195262"/>
                  <a:gd name="connsiteX0" fmla="*/ 33338 w 202730"/>
                  <a:gd name="connsiteY0" fmla="*/ 0 h 195262"/>
                  <a:gd name="connsiteX1" fmla="*/ 57150 w 202730"/>
                  <a:gd name="connsiteY1" fmla="*/ 14287 h 195262"/>
                  <a:gd name="connsiteX2" fmla="*/ 71438 w 202730"/>
                  <a:gd name="connsiteY2" fmla="*/ 23812 h 195262"/>
                  <a:gd name="connsiteX3" fmla="*/ 114300 w 202730"/>
                  <a:gd name="connsiteY3" fmla="*/ 33337 h 195262"/>
                  <a:gd name="connsiteX4" fmla="*/ 128588 w 202730"/>
                  <a:gd name="connsiteY4" fmla="*/ 42862 h 195262"/>
                  <a:gd name="connsiteX5" fmla="*/ 200025 w 202730"/>
                  <a:gd name="connsiteY5" fmla="*/ 61912 h 195262"/>
                  <a:gd name="connsiteX6" fmla="*/ 185738 w 202730"/>
                  <a:gd name="connsiteY6" fmla="*/ 157162 h 195262"/>
                  <a:gd name="connsiteX7" fmla="*/ 166688 w 202730"/>
                  <a:gd name="connsiteY7" fmla="*/ 166687 h 195262"/>
                  <a:gd name="connsiteX8" fmla="*/ 123825 w 202730"/>
                  <a:gd name="connsiteY8" fmla="*/ 185737 h 195262"/>
                  <a:gd name="connsiteX9" fmla="*/ 109538 w 202730"/>
                  <a:gd name="connsiteY9" fmla="*/ 190500 h 195262"/>
                  <a:gd name="connsiteX10" fmla="*/ 95250 w 202730"/>
                  <a:gd name="connsiteY10" fmla="*/ 195262 h 195262"/>
                  <a:gd name="connsiteX11" fmla="*/ 23813 w 202730"/>
                  <a:gd name="connsiteY11" fmla="*/ 190500 h 195262"/>
                  <a:gd name="connsiteX12" fmla="*/ 9525 w 202730"/>
                  <a:gd name="connsiteY12" fmla="*/ 185737 h 195262"/>
                  <a:gd name="connsiteX13" fmla="*/ 0 w 202730"/>
                  <a:gd name="connsiteY13" fmla="*/ 176212 h 195262"/>
                  <a:gd name="connsiteX0" fmla="*/ 33338 w 207126"/>
                  <a:gd name="connsiteY0" fmla="*/ 0 h 195262"/>
                  <a:gd name="connsiteX1" fmla="*/ 57150 w 207126"/>
                  <a:gd name="connsiteY1" fmla="*/ 14287 h 195262"/>
                  <a:gd name="connsiteX2" fmla="*/ 71438 w 207126"/>
                  <a:gd name="connsiteY2" fmla="*/ 23812 h 195262"/>
                  <a:gd name="connsiteX3" fmla="*/ 114300 w 207126"/>
                  <a:gd name="connsiteY3" fmla="*/ 33337 h 195262"/>
                  <a:gd name="connsiteX4" fmla="*/ 128588 w 207126"/>
                  <a:gd name="connsiteY4" fmla="*/ 42862 h 195262"/>
                  <a:gd name="connsiteX5" fmla="*/ 204787 w 207126"/>
                  <a:gd name="connsiteY5" fmla="*/ 76199 h 195262"/>
                  <a:gd name="connsiteX6" fmla="*/ 185738 w 207126"/>
                  <a:gd name="connsiteY6" fmla="*/ 157162 h 195262"/>
                  <a:gd name="connsiteX7" fmla="*/ 166688 w 207126"/>
                  <a:gd name="connsiteY7" fmla="*/ 166687 h 195262"/>
                  <a:gd name="connsiteX8" fmla="*/ 123825 w 207126"/>
                  <a:gd name="connsiteY8" fmla="*/ 185737 h 195262"/>
                  <a:gd name="connsiteX9" fmla="*/ 109538 w 207126"/>
                  <a:gd name="connsiteY9" fmla="*/ 190500 h 195262"/>
                  <a:gd name="connsiteX10" fmla="*/ 95250 w 207126"/>
                  <a:gd name="connsiteY10" fmla="*/ 195262 h 195262"/>
                  <a:gd name="connsiteX11" fmla="*/ 23813 w 207126"/>
                  <a:gd name="connsiteY11" fmla="*/ 190500 h 195262"/>
                  <a:gd name="connsiteX12" fmla="*/ 9525 w 207126"/>
                  <a:gd name="connsiteY12" fmla="*/ 185737 h 195262"/>
                  <a:gd name="connsiteX13" fmla="*/ 0 w 207126"/>
                  <a:gd name="connsiteY13" fmla="*/ 176212 h 195262"/>
                  <a:gd name="connsiteX0" fmla="*/ 33338 w 207126"/>
                  <a:gd name="connsiteY0" fmla="*/ 0 h 190500"/>
                  <a:gd name="connsiteX1" fmla="*/ 57150 w 207126"/>
                  <a:gd name="connsiteY1" fmla="*/ 14287 h 190500"/>
                  <a:gd name="connsiteX2" fmla="*/ 71438 w 207126"/>
                  <a:gd name="connsiteY2" fmla="*/ 23812 h 190500"/>
                  <a:gd name="connsiteX3" fmla="*/ 114300 w 207126"/>
                  <a:gd name="connsiteY3" fmla="*/ 33337 h 190500"/>
                  <a:gd name="connsiteX4" fmla="*/ 128588 w 207126"/>
                  <a:gd name="connsiteY4" fmla="*/ 42862 h 190500"/>
                  <a:gd name="connsiteX5" fmla="*/ 204787 w 207126"/>
                  <a:gd name="connsiteY5" fmla="*/ 76199 h 190500"/>
                  <a:gd name="connsiteX6" fmla="*/ 185738 w 207126"/>
                  <a:gd name="connsiteY6" fmla="*/ 157162 h 190500"/>
                  <a:gd name="connsiteX7" fmla="*/ 166688 w 207126"/>
                  <a:gd name="connsiteY7" fmla="*/ 166687 h 190500"/>
                  <a:gd name="connsiteX8" fmla="*/ 123825 w 207126"/>
                  <a:gd name="connsiteY8" fmla="*/ 185737 h 190500"/>
                  <a:gd name="connsiteX9" fmla="*/ 109538 w 207126"/>
                  <a:gd name="connsiteY9" fmla="*/ 190500 h 190500"/>
                  <a:gd name="connsiteX10" fmla="*/ 23813 w 207126"/>
                  <a:gd name="connsiteY10" fmla="*/ 190500 h 190500"/>
                  <a:gd name="connsiteX11" fmla="*/ 9525 w 207126"/>
                  <a:gd name="connsiteY11" fmla="*/ 185737 h 190500"/>
                  <a:gd name="connsiteX12" fmla="*/ 0 w 207126"/>
                  <a:gd name="connsiteY12" fmla="*/ 176212 h 190500"/>
                  <a:gd name="connsiteX0" fmla="*/ 33338 w 207126"/>
                  <a:gd name="connsiteY0" fmla="*/ 0 h 190500"/>
                  <a:gd name="connsiteX1" fmla="*/ 57150 w 207126"/>
                  <a:gd name="connsiteY1" fmla="*/ 14287 h 190500"/>
                  <a:gd name="connsiteX2" fmla="*/ 71438 w 207126"/>
                  <a:gd name="connsiteY2" fmla="*/ 23812 h 190500"/>
                  <a:gd name="connsiteX3" fmla="*/ 114300 w 207126"/>
                  <a:gd name="connsiteY3" fmla="*/ 33337 h 190500"/>
                  <a:gd name="connsiteX4" fmla="*/ 128588 w 207126"/>
                  <a:gd name="connsiteY4" fmla="*/ 42862 h 190500"/>
                  <a:gd name="connsiteX5" fmla="*/ 204787 w 207126"/>
                  <a:gd name="connsiteY5" fmla="*/ 76199 h 190500"/>
                  <a:gd name="connsiteX6" fmla="*/ 185738 w 207126"/>
                  <a:gd name="connsiteY6" fmla="*/ 157162 h 190500"/>
                  <a:gd name="connsiteX7" fmla="*/ 166688 w 207126"/>
                  <a:gd name="connsiteY7" fmla="*/ 166687 h 190500"/>
                  <a:gd name="connsiteX8" fmla="*/ 123825 w 207126"/>
                  <a:gd name="connsiteY8" fmla="*/ 185737 h 190500"/>
                  <a:gd name="connsiteX9" fmla="*/ 23813 w 207126"/>
                  <a:gd name="connsiteY9" fmla="*/ 190500 h 190500"/>
                  <a:gd name="connsiteX10" fmla="*/ 9525 w 207126"/>
                  <a:gd name="connsiteY10" fmla="*/ 185737 h 190500"/>
                  <a:gd name="connsiteX11" fmla="*/ 0 w 207126"/>
                  <a:gd name="connsiteY11" fmla="*/ 176212 h 190500"/>
                  <a:gd name="connsiteX0" fmla="*/ 33338 w 207779"/>
                  <a:gd name="connsiteY0" fmla="*/ 0 h 190500"/>
                  <a:gd name="connsiteX1" fmla="*/ 57150 w 207779"/>
                  <a:gd name="connsiteY1" fmla="*/ 14287 h 190500"/>
                  <a:gd name="connsiteX2" fmla="*/ 71438 w 207779"/>
                  <a:gd name="connsiteY2" fmla="*/ 23812 h 190500"/>
                  <a:gd name="connsiteX3" fmla="*/ 114300 w 207779"/>
                  <a:gd name="connsiteY3" fmla="*/ 33337 h 190500"/>
                  <a:gd name="connsiteX4" fmla="*/ 128588 w 207779"/>
                  <a:gd name="connsiteY4" fmla="*/ 42862 h 190500"/>
                  <a:gd name="connsiteX5" fmla="*/ 204787 w 207779"/>
                  <a:gd name="connsiteY5" fmla="*/ 76199 h 190500"/>
                  <a:gd name="connsiteX6" fmla="*/ 185738 w 207779"/>
                  <a:gd name="connsiteY6" fmla="*/ 157162 h 190500"/>
                  <a:gd name="connsiteX7" fmla="*/ 123825 w 207779"/>
                  <a:gd name="connsiteY7" fmla="*/ 185737 h 190500"/>
                  <a:gd name="connsiteX8" fmla="*/ 23813 w 207779"/>
                  <a:gd name="connsiteY8" fmla="*/ 190500 h 190500"/>
                  <a:gd name="connsiteX9" fmla="*/ 9525 w 207779"/>
                  <a:gd name="connsiteY9" fmla="*/ 185737 h 190500"/>
                  <a:gd name="connsiteX10" fmla="*/ 0 w 207779"/>
                  <a:gd name="connsiteY10" fmla="*/ 176212 h 190500"/>
                  <a:gd name="connsiteX0" fmla="*/ 33338 w 207779"/>
                  <a:gd name="connsiteY0" fmla="*/ 0 h 190500"/>
                  <a:gd name="connsiteX1" fmla="*/ 57150 w 207779"/>
                  <a:gd name="connsiteY1" fmla="*/ 14287 h 190500"/>
                  <a:gd name="connsiteX2" fmla="*/ 114300 w 207779"/>
                  <a:gd name="connsiteY2" fmla="*/ 33337 h 190500"/>
                  <a:gd name="connsiteX3" fmla="*/ 128588 w 207779"/>
                  <a:gd name="connsiteY3" fmla="*/ 42862 h 190500"/>
                  <a:gd name="connsiteX4" fmla="*/ 204787 w 207779"/>
                  <a:gd name="connsiteY4" fmla="*/ 76199 h 190500"/>
                  <a:gd name="connsiteX5" fmla="*/ 185738 w 207779"/>
                  <a:gd name="connsiteY5" fmla="*/ 157162 h 190500"/>
                  <a:gd name="connsiteX6" fmla="*/ 123825 w 207779"/>
                  <a:gd name="connsiteY6" fmla="*/ 185737 h 190500"/>
                  <a:gd name="connsiteX7" fmla="*/ 23813 w 207779"/>
                  <a:gd name="connsiteY7" fmla="*/ 190500 h 190500"/>
                  <a:gd name="connsiteX8" fmla="*/ 9525 w 207779"/>
                  <a:gd name="connsiteY8" fmla="*/ 185737 h 190500"/>
                  <a:gd name="connsiteX9" fmla="*/ 0 w 207779"/>
                  <a:gd name="connsiteY9" fmla="*/ 176212 h 190500"/>
                  <a:gd name="connsiteX0" fmla="*/ 33338 w 208748"/>
                  <a:gd name="connsiteY0" fmla="*/ 0 h 190500"/>
                  <a:gd name="connsiteX1" fmla="*/ 57150 w 208748"/>
                  <a:gd name="connsiteY1" fmla="*/ 14287 h 190500"/>
                  <a:gd name="connsiteX2" fmla="*/ 114300 w 208748"/>
                  <a:gd name="connsiteY2" fmla="*/ 33337 h 190500"/>
                  <a:gd name="connsiteX3" fmla="*/ 204787 w 208748"/>
                  <a:gd name="connsiteY3" fmla="*/ 76199 h 190500"/>
                  <a:gd name="connsiteX4" fmla="*/ 185738 w 208748"/>
                  <a:gd name="connsiteY4" fmla="*/ 157162 h 190500"/>
                  <a:gd name="connsiteX5" fmla="*/ 123825 w 208748"/>
                  <a:gd name="connsiteY5" fmla="*/ 185737 h 190500"/>
                  <a:gd name="connsiteX6" fmla="*/ 23813 w 208748"/>
                  <a:gd name="connsiteY6" fmla="*/ 190500 h 190500"/>
                  <a:gd name="connsiteX7" fmla="*/ 9525 w 208748"/>
                  <a:gd name="connsiteY7" fmla="*/ 185737 h 190500"/>
                  <a:gd name="connsiteX8" fmla="*/ 0 w 208748"/>
                  <a:gd name="connsiteY8" fmla="*/ 176212 h 190500"/>
                  <a:gd name="connsiteX0" fmla="*/ 23813 w 199223"/>
                  <a:gd name="connsiteY0" fmla="*/ 0 h 190500"/>
                  <a:gd name="connsiteX1" fmla="*/ 47625 w 199223"/>
                  <a:gd name="connsiteY1" fmla="*/ 14287 h 190500"/>
                  <a:gd name="connsiteX2" fmla="*/ 104775 w 199223"/>
                  <a:gd name="connsiteY2" fmla="*/ 33337 h 190500"/>
                  <a:gd name="connsiteX3" fmla="*/ 195262 w 199223"/>
                  <a:gd name="connsiteY3" fmla="*/ 76199 h 190500"/>
                  <a:gd name="connsiteX4" fmla="*/ 176213 w 199223"/>
                  <a:gd name="connsiteY4" fmla="*/ 157162 h 190500"/>
                  <a:gd name="connsiteX5" fmla="*/ 114300 w 199223"/>
                  <a:gd name="connsiteY5" fmla="*/ 185737 h 190500"/>
                  <a:gd name="connsiteX6" fmla="*/ 14288 w 199223"/>
                  <a:gd name="connsiteY6" fmla="*/ 190500 h 190500"/>
                  <a:gd name="connsiteX7" fmla="*/ 0 w 199223"/>
                  <a:gd name="connsiteY7" fmla="*/ 185737 h 190500"/>
                  <a:gd name="connsiteX0" fmla="*/ 9525 w 184935"/>
                  <a:gd name="connsiteY0" fmla="*/ 0 h 190500"/>
                  <a:gd name="connsiteX1" fmla="*/ 33337 w 184935"/>
                  <a:gd name="connsiteY1" fmla="*/ 14287 h 190500"/>
                  <a:gd name="connsiteX2" fmla="*/ 90487 w 184935"/>
                  <a:gd name="connsiteY2" fmla="*/ 33337 h 190500"/>
                  <a:gd name="connsiteX3" fmla="*/ 180974 w 184935"/>
                  <a:gd name="connsiteY3" fmla="*/ 76199 h 190500"/>
                  <a:gd name="connsiteX4" fmla="*/ 161925 w 184935"/>
                  <a:gd name="connsiteY4" fmla="*/ 157162 h 190500"/>
                  <a:gd name="connsiteX5" fmla="*/ 100012 w 184935"/>
                  <a:gd name="connsiteY5" fmla="*/ 185737 h 190500"/>
                  <a:gd name="connsiteX6" fmla="*/ 0 w 184935"/>
                  <a:gd name="connsiteY6" fmla="*/ 190500 h 1905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184935" h="190500">
                    <a:moveTo>
                      <a:pt x="9525" y="0"/>
                    </a:moveTo>
                    <a:cubicBezTo>
                      <a:pt x="17462" y="4762"/>
                      <a:pt x="19843" y="8731"/>
                      <a:pt x="33337" y="14287"/>
                    </a:cubicBezTo>
                    <a:cubicBezTo>
                      <a:pt x="46831" y="19843"/>
                      <a:pt x="65881" y="23018"/>
                      <a:pt x="90487" y="33337"/>
                    </a:cubicBezTo>
                    <a:cubicBezTo>
                      <a:pt x="115093" y="43656"/>
                      <a:pt x="169068" y="55562"/>
                      <a:pt x="180974" y="76199"/>
                    </a:cubicBezTo>
                    <a:cubicBezTo>
                      <a:pt x="192880" y="96836"/>
                      <a:pt x="175419" y="138906"/>
                      <a:pt x="161925" y="157162"/>
                    </a:cubicBezTo>
                    <a:cubicBezTo>
                      <a:pt x="148431" y="175418"/>
                      <a:pt x="126999" y="180181"/>
                      <a:pt x="100012" y="185737"/>
                    </a:cubicBezTo>
                    <a:cubicBezTo>
                      <a:pt x="73025" y="191293"/>
                      <a:pt x="33337" y="188912"/>
                      <a:pt x="0" y="190500"/>
                    </a:cubicBezTo>
                  </a:path>
                </a:pathLst>
              </a:custGeom>
              <a:noFill/>
              <a:ln w="12700" cap="flat" cmpd="sng" algn="ctr">
                <a:solidFill>
                  <a:sysClr val="windowText" lastClr="000000"/>
                </a:solidFill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457211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1" b="0" i="0" u="none" strike="noStrike" kern="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</a:endParaRPr>
              </a:p>
            </p:txBody>
          </p:sp>
          <p:sp>
            <p:nvSpPr>
              <p:cNvPr id="119" name="Oval 118">
                <a:extLst>
                  <a:ext uri="{FF2B5EF4-FFF2-40B4-BE49-F238E27FC236}">
                    <a16:creationId xmlns:a16="http://schemas.microsoft.com/office/drawing/2014/main" id="{E5A1295A-32B8-44F1-BDE6-89C71A0A6438}"/>
                  </a:ext>
                </a:extLst>
              </p:cNvPr>
              <p:cNvSpPr/>
              <p:nvPr/>
            </p:nvSpPr>
            <p:spPr>
              <a:xfrm flipH="1">
                <a:off x="8825419" y="697001"/>
                <a:ext cx="155650" cy="154602"/>
              </a:xfrm>
              <a:prstGeom prst="ellipse">
                <a:avLst/>
              </a:prstGeom>
              <a:solidFill>
                <a:sysClr val="windowText" lastClr="000000"/>
              </a:solidFill>
              <a:ln w="12700" cap="flat" cmpd="sng" algn="ctr">
                <a:noFill/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457211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1" b="0" i="0" u="none" strike="noStrike" kern="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</a:endParaRPr>
              </a:p>
            </p:txBody>
          </p:sp>
          <p:sp>
            <p:nvSpPr>
              <p:cNvPr id="120" name="Oval 119">
                <a:extLst>
                  <a:ext uri="{FF2B5EF4-FFF2-40B4-BE49-F238E27FC236}">
                    <a16:creationId xmlns:a16="http://schemas.microsoft.com/office/drawing/2014/main" id="{2C968AC2-1D88-48B5-96FD-4F1AC00D1840}"/>
                  </a:ext>
                </a:extLst>
              </p:cNvPr>
              <p:cNvSpPr/>
              <p:nvPr/>
            </p:nvSpPr>
            <p:spPr>
              <a:xfrm flipH="1">
                <a:off x="9363350" y="734412"/>
                <a:ext cx="59577" cy="77721"/>
              </a:xfrm>
              <a:prstGeom prst="ellipse">
                <a:avLst/>
              </a:prstGeom>
              <a:solidFill>
                <a:schemeClr val="bg1"/>
              </a:solidFill>
              <a:ln w="12700" cap="flat" cmpd="sng" algn="ctr">
                <a:noFill/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457211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1" b="0" i="0" u="none" strike="noStrike" kern="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</a:endParaRPr>
              </a:p>
            </p:txBody>
          </p:sp>
          <p:sp>
            <p:nvSpPr>
              <p:cNvPr id="121" name="Oval 120">
                <a:extLst>
                  <a:ext uri="{FF2B5EF4-FFF2-40B4-BE49-F238E27FC236}">
                    <a16:creationId xmlns:a16="http://schemas.microsoft.com/office/drawing/2014/main" id="{8C0DEB5E-B733-4913-9190-B9410954C774}"/>
                  </a:ext>
                </a:extLst>
              </p:cNvPr>
              <p:cNvSpPr/>
              <p:nvPr/>
            </p:nvSpPr>
            <p:spPr>
              <a:xfrm flipH="1">
                <a:off x="8843667" y="731065"/>
                <a:ext cx="59577" cy="77721"/>
              </a:xfrm>
              <a:prstGeom prst="ellipse">
                <a:avLst/>
              </a:prstGeom>
              <a:solidFill>
                <a:schemeClr val="bg1"/>
              </a:solidFill>
              <a:ln w="12700" cap="flat" cmpd="sng" algn="ctr">
                <a:noFill/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457211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1" b="0" i="0" u="none" strike="noStrike" kern="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</a:endParaRPr>
              </a:p>
            </p:txBody>
          </p:sp>
          <p:sp>
            <p:nvSpPr>
              <p:cNvPr id="122" name="Freeform: Shape 121">
                <a:extLst>
                  <a:ext uri="{FF2B5EF4-FFF2-40B4-BE49-F238E27FC236}">
                    <a16:creationId xmlns:a16="http://schemas.microsoft.com/office/drawing/2014/main" id="{9F3AF786-EADD-439B-9589-557D9753457E}"/>
                  </a:ext>
                </a:extLst>
              </p:cNvPr>
              <p:cNvSpPr/>
              <p:nvPr/>
            </p:nvSpPr>
            <p:spPr>
              <a:xfrm rot="21354287">
                <a:off x="9770611" y="461319"/>
                <a:ext cx="202070" cy="256470"/>
              </a:xfrm>
              <a:custGeom>
                <a:avLst/>
                <a:gdLst>
                  <a:gd name="connsiteX0" fmla="*/ 0 w 205192"/>
                  <a:gd name="connsiteY0" fmla="*/ 0 h 305266"/>
                  <a:gd name="connsiteX1" fmla="*/ 95531 w 205192"/>
                  <a:gd name="connsiteY1" fmla="*/ 0 h 305266"/>
                  <a:gd name="connsiteX2" fmla="*/ 149297 w 205192"/>
                  <a:gd name="connsiteY2" fmla="*/ 95577 h 305266"/>
                  <a:gd name="connsiteX3" fmla="*/ 194007 w 205192"/>
                  <a:gd name="connsiteY3" fmla="*/ 234551 h 305266"/>
                  <a:gd name="connsiteX4" fmla="*/ 205192 w 205192"/>
                  <a:gd name="connsiteY4" fmla="*/ 305266 h 305266"/>
                  <a:gd name="connsiteX5" fmla="*/ 0 w 205192"/>
                  <a:gd name="connsiteY5" fmla="*/ 305266 h 305266"/>
                  <a:gd name="connsiteX6" fmla="*/ 0 w 205192"/>
                  <a:gd name="connsiteY6" fmla="*/ 0 h 30526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205192" h="305266">
                    <a:moveTo>
                      <a:pt x="0" y="0"/>
                    </a:moveTo>
                    <a:lnTo>
                      <a:pt x="95531" y="0"/>
                    </a:lnTo>
                    <a:lnTo>
                      <a:pt x="149297" y="95577"/>
                    </a:lnTo>
                    <a:cubicBezTo>
                      <a:pt x="168711" y="139865"/>
                      <a:pt x="183786" y="186355"/>
                      <a:pt x="194007" y="234551"/>
                    </a:cubicBezTo>
                    <a:lnTo>
                      <a:pt x="205192" y="305266"/>
                    </a:lnTo>
                    <a:lnTo>
                      <a:pt x="0" y="305266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ysClr val="windowText" lastClr="000000"/>
              </a:solidFill>
              <a:ln w="12700" cap="flat" cmpd="sng" algn="ctr">
                <a:solidFill>
                  <a:sysClr val="windowText" lastClr="000000"/>
                </a:solidFill>
                <a:prstDash val="solid"/>
                <a:miter lim="800000"/>
              </a:ln>
              <a:effectLst/>
            </p:spPr>
            <p:txBody>
              <a:bodyPr rot="0" spcFirstLastPara="0" vertOverflow="overflow" horzOverflow="overflow" vert="horz" wrap="square" lIns="162560" tIns="81280" rIns="162560" bIns="8128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3200" b="0" i="0" u="none" strike="noStrike" kern="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</a:endParaRPr>
              </a:p>
            </p:txBody>
          </p:sp>
          <p:sp>
            <p:nvSpPr>
              <p:cNvPr id="123" name="Freeform: Shape 122">
                <a:extLst>
                  <a:ext uri="{FF2B5EF4-FFF2-40B4-BE49-F238E27FC236}">
                    <a16:creationId xmlns:a16="http://schemas.microsoft.com/office/drawing/2014/main" id="{59293083-2A40-4154-9BDB-A077BCF436C3}"/>
                  </a:ext>
                </a:extLst>
              </p:cNvPr>
              <p:cNvSpPr/>
              <p:nvPr/>
            </p:nvSpPr>
            <p:spPr>
              <a:xfrm rot="534699" flipH="1">
                <a:off x="8532114" y="439702"/>
                <a:ext cx="136316" cy="290086"/>
              </a:xfrm>
              <a:custGeom>
                <a:avLst/>
                <a:gdLst>
                  <a:gd name="connsiteX0" fmla="*/ 27335 w 122225"/>
                  <a:gd name="connsiteY0" fmla="*/ 0 h 264148"/>
                  <a:gd name="connsiteX1" fmla="*/ 0 w 122225"/>
                  <a:gd name="connsiteY1" fmla="*/ 0 h 264148"/>
                  <a:gd name="connsiteX2" fmla="*/ 43973 w 122225"/>
                  <a:gd name="connsiteY2" fmla="*/ 88634 h 264148"/>
                  <a:gd name="connsiteX3" fmla="*/ 82660 w 122225"/>
                  <a:gd name="connsiteY3" fmla="*/ 224990 h 264148"/>
                  <a:gd name="connsiteX4" fmla="*/ 88122 w 122225"/>
                  <a:gd name="connsiteY4" fmla="*/ 264148 h 264148"/>
                  <a:gd name="connsiteX5" fmla="*/ 122225 w 122225"/>
                  <a:gd name="connsiteY5" fmla="*/ 264148 h 264148"/>
                  <a:gd name="connsiteX6" fmla="*/ 112547 w 122225"/>
                  <a:gd name="connsiteY6" fmla="*/ 202958 h 264148"/>
                  <a:gd name="connsiteX7" fmla="*/ 73859 w 122225"/>
                  <a:gd name="connsiteY7" fmla="*/ 82703 h 264148"/>
                  <a:gd name="connsiteX8" fmla="*/ 27335 w 122225"/>
                  <a:gd name="connsiteY8" fmla="*/ 0 h 26414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122225" h="264148">
                    <a:moveTo>
                      <a:pt x="27335" y="0"/>
                    </a:moveTo>
                    <a:lnTo>
                      <a:pt x="0" y="0"/>
                    </a:lnTo>
                    <a:lnTo>
                      <a:pt x="43973" y="88634"/>
                    </a:lnTo>
                    <a:cubicBezTo>
                      <a:pt x="60772" y="132088"/>
                      <a:pt x="73816" y="177702"/>
                      <a:pt x="82660" y="224990"/>
                    </a:cubicBezTo>
                    <a:lnTo>
                      <a:pt x="88122" y="264148"/>
                    </a:lnTo>
                    <a:lnTo>
                      <a:pt x="122225" y="264148"/>
                    </a:lnTo>
                    <a:lnTo>
                      <a:pt x="112547" y="202958"/>
                    </a:lnTo>
                    <a:cubicBezTo>
                      <a:pt x="103703" y="161254"/>
                      <a:pt x="90658" y="121026"/>
                      <a:pt x="73859" y="82703"/>
                    </a:cubicBezTo>
                    <a:lnTo>
                      <a:pt x="27335" y="0"/>
                    </a:lnTo>
                    <a:close/>
                  </a:path>
                </a:pathLst>
              </a:custGeom>
              <a:solidFill>
                <a:sysClr val="windowText" lastClr="000000"/>
              </a:solidFill>
              <a:ln w="12700" cap="flat" cmpd="sng" algn="ctr">
                <a:solidFill>
                  <a:sysClr val="windowText" lastClr="000000"/>
                </a:solidFill>
                <a:prstDash val="solid"/>
                <a:miter lim="800000"/>
              </a:ln>
              <a:effectLst/>
            </p:spPr>
            <p:txBody>
              <a:bodyPr rot="0" spcFirstLastPara="0" vertOverflow="overflow" horzOverflow="overflow" vert="horz" wrap="square" lIns="162560" tIns="81280" rIns="162560" bIns="8128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3200" b="0" i="0" u="none" strike="noStrike" kern="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</a:endParaRPr>
              </a:p>
            </p:txBody>
          </p:sp>
          <p:sp>
            <p:nvSpPr>
              <p:cNvPr id="124" name="Freeform: Shape 123">
                <a:extLst>
                  <a:ext uri="{FF2B5EF4-FFF2-40B4-BE49-F238E27FC236}">
                    <a16:creationId xmlns:a16="http://schemas.microsoft.com/office/drawing/2014/main" id="{ADE6B87C-1BD1-44DA-96B5-23F3591ADE22}"/>
                  </a:ext>
                </a:extLst>
              </p:cNvPr>
              <p:cNvSpPr/>
              <p:nvPr/>
            </p:nvSpPr>
            <p:spPr>
              <a:xfrm>
                <a:off x="8635605" y="151226"/>
                <a:ext cx="1228582" cy="315649"/>
              </a:xfrm>
              <a:custGeom>
                <a:avLst/>
                <a:gdLst>
                  <a:gd name="connsiteX0" fmla="*/ 647190 w 1294381"/>
                  <a:gd name="connsiteY0" fmla="*/ 0 h 358077"/>
                  <a:gd name="connsiteX1" fmla="*/ 1273778 w 1294381"/>
                  <a:gd name="connsiteY1" fmla="*/ 321453 h 358077"/>
                  <a:gd name="connsiteX2" fmla="*/ 1294381 w 1294381"/>
                  <a:gd name="connsiteY2" fmla="*/ 358077 h 358077"/>
                  <a:gd name="connsiteX3" fmla="*/ 0 w 1294381"/>
                  <a:gd name="connsiteY3" fmla="*/ 358077 h 358077"/>
                  <a:gd name="connsiteX4" fmla="*/ 20602 w 1294381"/>
                  <a:gd name="connsiteY4" fmla="*/ 321453 h 358077"/>
                  <a:gd name="connsiteX5" fmla="*/ 647190 w 1294381"/>
                  <a:gd name="connsiteY5" fmla="*/ 0 h 35807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1294381" h="358077">
                    <a:moveTo>
                      <a:pt x="647190" y="0"/>
                    </a:moveTo>
                    <a:cubicBezTo>
                      <a:pt x="908020" y="0"/>
                      <a:pt x="1137984" y="127511"/>
                      <a:pt x="1273778" y="321453"/>
                    </a:cubicBezTo>
                    <a:lnTo>
                      <a:pt x="1294381" y="358077"/>
                    </a:lnTo>
                    <a:lnTo>
                      <a:pt x="0" y="358077"/>
                    </a:lnTo>
                    <a:lnTo>
                      <a:pt x="20602" y="321453"/>
                    </a:lnTo>
                    <a:cubicBezTo>
                      <a:pt x="156396" y="127511"/>
                      <a:pt x="386360" y="0"/>
                      <a:pt x="647190" y="0"/>
                    </a:cubicBezTo>
                    <a:close/>
                  </a:path>
                </a:pathLst>
              </a:custGeom>
              <a:solidFill>
                <a:sysClr val="windowText" lastClr="000000"/>
              </a:solidFill>
              <a:ln w="57150" cap="flat" cmpd="sng" algn="ctr">
                <a:noFill/>
                <a:prstDash val="solid"/>
                <a:miter lim="800000"/>
              </a:ln>
              <a:effectLst/>
            </p:spPr>
            <p:txBody>
              <a:bodyPr wrap="square" rtlCol="0" anchor="ctr">
                <a:noAutofit/>
              </a:bodyPr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</p:grpSp>
        <p:sp>
          <p:nvSpPr>
            <p:cNvPr id="109" name="Freeform: Shape 108">
              <a:extLst>
                <a:ext uri="{FF2B5EF4-FFF2-40B4-BE49-F238E27FC236}">
                  <a16:creationId xmlns:a16="http://schemas.microsoft.com/office/drawing/2014/main" id="{49418BDB-C4E8-4908-B0ED-E114033C3ABD}"/>
                </a:ext>
              </a:extLst>
            </p:cNvPr>
            <p:cNvSpPr/>
            <p:nvPr/>
          </p:nvSpPr>
          <p:spPr>
            <a:xfrm rot="3401412" flipH="1">
              <a:off x="2287808" y="4624783"/>
              <a:ext cx="349202" cy="483865"/>
            </a:xfrm>
            <a:custGeom>
              <a:avLst/>
              <a:gdLst>
                <a:gd name="connsiteX0" fmla="*/ 115393 w 649909"/>
                <a:gd name="connsiteY0" fmla="*/ 0 h 923977"/>
                <a:gd name="connsiteX1" fmla="*/ 29668 w 649909"/>
                <a:gd name="connsiteY1" fmla="*/ 438150 h 923977"/>
                <a:gd name="connsiteX2" fmla="*/ 563068 w 649909"/>
                <a:gd name="connsiteY2" fmla="*/ 847725 h 923977"/>
                <a:gd name="connsiteX3" fmla="*/ 648793 w 649909"/>
                <a:gd name="connsiteY3" fmla="*/ 923925 h 923977"/>
                <a:gd name="connsiteX4" fmla="*/ 648793 w 649909"/>
                <a:gd name="connsiteY4" fmla="*/ 923925 h 9239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49909" h="923977">
                  <a:moveTo>
                    <a:pt x="115393" y="0"/>
                  </a:moveTo>
                  <a:cubicBezTo>
                    <a:pt x="35224" y="148431"/>
                    <a:pt x="-44945" y="296863"/>
                    <a:pt x="29668" y="438150"/>
                  </a:cubicBezTo>
                  <a:cubicBezTo>
                    <a:pt x="104280" y="579438"/>
                    <a:pt x="459881" y="766763"/>
                    <a:pt x="563068" y="847725"/>
                  </a:cubicBezTo>
                  <a:cubicBezTo>
                    <a:pt x="666255" y="928687"/>
                    <a:pt x="648793" y="923925"/>
                    <a:pt x="648793" y="923925"/>
                  </a:cubicBezTo>
                  <a:lnTo>
                    <a:pt x="648793" y="923925"/>
                  </a:lnTo>
                </a:path>
              </a:pathLst>
            </a:custGeom>
            <a:noFill/>
            <a:ln w="38100" cap="flat" cmpd="sng" algn="ctr">
              <a:solidFill>
                <a:sysClr val="windowText" lastClr="000000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457211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1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</a:endParaRPr>
            </a:p>
          </p:txBody>
        </p:sp>
      </p:grpSp>
      <p:sp>
        <p:nvSpPr>
          <p:cNvPr id="128" name="Arc 127">
            <a:extLst>
              <a:ext uri="{FF2B5EF4-FFF2-40B4-BE49-F238E27FC236}">
                <a16:creationId xmlns:a16="http://schemas.microsoft.com/office/drawing/2014/main" id="{AFAD7657-342C-4FE2-9B4C-4BEDA5AF3A24}"/>
              </a:ext>
            </a:extLst>
          </p:cNvPr>
          <p:cNvSpPr/>
          <p:nvPr/>
        </p:nvSpPr>
        <p:spPr>
          <a:xfrm rot="19474136">
            <a:off x="4702296" y="3595820"/>
            <a:ext cx="618378" cy="618378"/>
          </a:xfrm>
          <a:prstGeom prst="arc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96" name="Group 95">
            <a:extLst>
              <a:ext uri="{FF2B5EF4-FFF2-40B4-BE49-F238E27FC236}">
                <a16:creationId xmlns:a16="http://schemas.microsoft.com/office/drawing/2014/main" id="{E4499A65-F280-4A71-8BF2-C1F61369E6DB}"/>
              </a:ext>
            </a:extLst>
          </p:cNvPr>
          <p:cNvGrpSpPr/>
          <p:nvPr/>
        </p:nvGrpSpPr>
        <p:grpSpPr>
          <a:xfrm>
            <a:off x="-542489" y="6114237"/>
            <a:ext cx="8416549" cy="4055802"/>
            <a:chOff x="627187" y="7810182"/>
            <a:chExt cx="4417118" cy="2957426"/>
          </a:xfrm>
          <a:solidFill>
            <a:schemeClr val="bg1"/>
          </a:solidFill>
        </p:grpSpPr>
        <p:sp>
          <p:nvSpPr>
            <p:cNvPr id="97" name="Oval 40">
              <a:extLst>
                <a:ext uri="{FF2B5EF4-FFF2-40B4-BE49-F238E27FC236}">
                  <a16:creationId xmlns:a16="http://schemas.microsoft.com/office/drawing/2014/main" id="{2D4C4643-1F7D-416D-A0A6-3D0C912BC759}"/>
                </a:ext>
              </a:extLst>
            </p:cNvPr>
            <p:cNvSpPr/>
            <p:nvPr/>
          </p:nvSpPr>
          <p:spPr>
            <a:xfrm>
              <a:off x="2069413" y="10309794"/>
              <a:ext cx="1620781" cy="457814"/>
            </a:xfrm>
            <a:custGeom>
              <a:avLst/>
              <a:gdLst>
                <a:gd name="connsiteX0" fmla="*/ 0 w 1424940"/>
                <a:gd name="connsiteY0" fmla="*/ 140290 h 280579"/>
                <a:gd name="connsiteX1" fmla="*/ 712470 w 1424940"/>
                <a:gd name="connsiteY1" fmla="*/ 0 h 280579"/>
                <a:gd name="connsiteX2" fmla="*/ 1424940 w 1424940"/>
                <a:gd name="connsiteY2" fmla="*/ 140290 h 280579"/>
                <a:gd name="connsiteX3" fmla="*/ 712470 w 1424940"/>
                <a:gd name="connsiteY3" fmla="*/ 280580 h 280579"/>
                <a:gd name="connsiteX4" fmla="*/ 0 w 1424940"/>
                <a:gd name="connsiteY4" fmla="*/ 140290 h 280579"/>
                <a:gd name="connsiteX0" fmla="*/ 15 w 1424955"/>
                <a:gd name="connsiteY0" fmla="*/ 262210 h 402500"/>
                <a:gd name="connsiteX1" fmla="*/ 697245 w 1424955"/>
                <a:gd name="connsiteY1" fmla="*/ 0 h 402500"/>
                <a:gd name="connsiteX2" fmla="*/ 1424955 w 1424955"/>
                <a:gd name="connsiteY2" fmla="*/ 262210 h 402500"/>
                <a:gd name="connsiteX3" fmla="*/ 712485 w 1424955"/>
                <a:gd name="connsiteY3" fmla="*/ 402500 h 402500"/>
                <a:gd name="connsiteX4" fmla="*/ 15 w 1424955"/>
                <a:gd name="connsiteY4" fmla="*/ 262210 h 4025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24955" h="402500">
                  <a:moveTo>
                    <a:pt x="15" y="262210"/>
                  </a:moveTo>
                  <a:cubicBezTo>
                    <a:pt x="-2525" y="195127"/>
                    <a:pt x="303759" y="0"/>
                    <a:pt x="697245" y="0"/>
                  </a:cubicBezTo>
                  <a:cubicBezTo>
                    <a:pt x="1090731" y="0"/>
                    <a:pt x="1424955" y="184730"/>
                    <a:pt x="1424955" y="262210"/>
                  </a:cubicBezTo>
                  <a:cubicBezTo>
                    <a:pt x="1424955" y="339690"/>
                    <a:pt x="1105971" y="402500"/>
                    <a:pt x="712485" y="402500"/>
                  </a:cubicBezTo>
                  <a:cubicBezTo>
                    <a:pt x="318999" y="402500"/>
                    <a:pt x="2555" y="329293"/>
                    <a:pt x="15" y="262210"/>
                  </a:cubicBezTo>
                  <a:close/>
                </a:path>
              </a:pathLst>
            </a:custGeom>
            <a:solidFill>
              <a:schemeClr val="tx1"/>
            </a:solidFill>
            <a:ln w="12700" cap="flat" cmpd="sng" algn="ctr">
              <a:solidFill>
                <a:sysClr val="windowText" lastClr="000000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98" name="Cylinder 97">
              <a:extLst>
                <a:ext uri="{FF2B5EF4-FFF2-40B4-BE49-F238E27FC236}">
                  <a16:creationId xmlns:a16="http://schemas.microsoft.com/office/drawing/2014/main" id="{12B22E8B-2E24-4198-9292-A3FE3FDA90A9}"/>
                </a:ext>
              </a:extLst>
            </p:cNvPr>
            <p:cNvSpPr/>
            <p:nvPr/>
          </p:nvSpPr>
          <p:spPr>
            <a:xfrm>
              <a:off x="2681190" y="8290677"/>
              <a:ext cx="397246" cy="2288969"/>
            </a:xfrm>
            <a:prstGeom prst="can">
              <a:avLst/>
            </a:prstGeom>
            <a:grpFill/>
            <a:ln w="12700" cap="flat" cmpd="sng" algn="ctr">
              <a:solidFill>
                <a:sysClr val="windowText" lastClr="000000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99" name="Freeform: Shape 98">
              <a:extLst>
                <a:ext uri="{FF2B5EF4-FFF2-40B4-BE49-F238E27FC236}">
                  <a16:creationId xmlns:a16="http://schemas.microsoft.com/office/drawing/2014/main" id="{A8273A51-2161-47F0-9FB7-9D9271487646}"/>
                </a:ext>
              </a:extLst>
            </p:cNvPr>
            <p:cNvSpPr/>
            <p:nvPr/>
          </p:nvSpPr>
          <p:spPr>
            <a:xfrm>
              <a:off x="627187" y="7810182"/>
              <a:ext cx="4417118" cy="685760"/>
            </a:xfrm>
            <a:custGeom>
              <a:avLst/>
              <a:gdLst>
                <a:gd name="connsiteX0" fmla="*/ 2152529 w 4417118"/>
                <a:gd name="connsiteY0" fmla="*/ 191263 h 685760"/>
                <a:gd name="connsiteX1" fmla="*/ 2200434 w 4417118"/>
                <a:gd name="connsiteY1" fmla="*/ 192025 h 685760"/>
                <a:gd name="connsiteX2" fmla="*/ 2216305 w 4417118"/>
                <a:gd name="connsiteY2" fmla="*/ 191404 h 685760"/>
                <a:gd name="connsiteX3" fmla="*/ 836335 w 4417118"/>
                <a:gd name="connsiteY3" fmla="*/ 1267 h 685760"/>
                <a:gd name="connsiteX4" fmla="*/ 2216684 w 4417118"/>
                <a:gd name="connsiteY4" fmla="*/ 7913 h 685760"/>
                <a:gd name="connsiteX5" fmla="*/ 4404116 w 4417118"/>
                <a:gd name="connsiteY5" fmla="*/ 99659 h 685760"/>
                <a:gd name="connsiteX6" fmla="*/ 4379629 w 4417118"/>
                <a:gd name="connsiteY6" fmla="*/ 106779 h 685760"/>
                <a:gd name="connsiteX7" fmla="*/ 4417118 w 4417118"/>
                <a:gd name="connsiteY7" fmla="*/ 105313 h 685760"/>
                <a:gd name="connsiteX8" fmla="*/ 4417118 w 4417118"/>
                <a:gd name="connsiteY8" fmla="*/ 355289 h 685760"/>
                <a:gd name="connsiteX9" fmla="*/ 4391187 w 4417118"/>
                <a:gd name="connsiteY9" fmla="*/ 451639 h 685760"/>
                <a:gd name="connsiteX10" fmla="*/ 4362176 w 4417118"/>
                <a:gd name="connsiteY10" fmla="*/ 456390 h 685760"/>
                <a:gd name="connsiteX11" fmla="*/ 4395451 w 4417118"/>
                <a:gd name="connsiteY11" fmla="*/ 462571 h 685760"/>
                <a:gd name="connsiteX12" fmla="*/ 3165968 w 4417118"/>
                <a:gd name="connsiteY12" fmla="*/ 631330 h 685760"/>
                <a:gd name="connsiteX13" fmla="*/ 3137727 w 4417118"/>
                <a:gd name="connsiteY13" fmla="*/ 633520 h 685760"/>
                <a:gd name="connsiteX14" fmla="*/ 3035879 w 4417118"/>
                <a:gd name="connsiteY14" fmla="*/ 644767 h 685760"/>
                <a:gd name="connsiteX15" fmla="*/ 2195018 w 4417118"/>
                <a:gd name="connsiteY15" fmla="*/ 684974 h 685760"/>
                <a:gd name="connsiteX16" fmla="*/ 2173182 w 4417118"/>
                <a:gd name="connsiteY16" fmla="*/ 683624 h 685760"/>
                <a:gd name="connsiteX17" fmla="*/ 2130014 w 4417118"/>
                <a:gd name="connsiteY17" fmla="*/ 684325 h 685760"/>
                <a:gd name="connsiteX18" fmla="*/ 1496735 w 4417118"/>
                <a:gd name="connsiteY18" fmla="*/ 645019 h 685760"/>
                <a:gd name="connsiteX19" fmla="*/ 1239388 w 4417118"/>
                <a:gd name="connsiteY19" fmla="*/ 617081 h 685760"/>
                <a:gd name="connsiteX20" fmla="*/ 1062399 w 4417118"/>
                <a:gd name="connsiteY20" fmla="*/ 602164 h 685760"/>
                <a:gd name="connsiteX21" fmla="*/ 274479 w 4417118"/>
                <a:gd name="connsiteY21" fmla="*/ 476512 h 685760"/>
                <a:gd name="connsiteX22" fmla="*/ 265238 w 4417118"/>
                <a:gd name="connsiteY22" fmla="*/ 473954 h 685760"/>
                <a:gd name="connsiteX23" fmla="*/ 262680 w 4417118"/>
                <a:gd name="connsiteY23" fmla="*/ 473500 h 685760"/>
                <a:gd name="connsiteX24" fmla="*/ 37920 w 4417118"/>
                <a:gd name="connsiteY24" fmla="*/ 410568 h 685760"/>
                <a:gd name="connsiteX25" fmla="*/ 40608 w 4417118"/>
                <a:gd name="connsiteY25" fmla="*/ 410075 h 685760"/>
                <a:gd name="connsiteX26" fmla="*/ 29072 w 4417118"/>
                <a:gd name="connsiteY26" fmla="*/ 404056 h 685760"/>
                <a:gd name="connsiteX27" fmla="*/ 0 w 4417118"/>
                <a:gd name="connsiteY27" fmla="*/ 328204 h 685760"/>
                <a:gd name="connsiteX28" fmla="*/ 0 w 4417118"/>
                <a:gd name="connsiteY28" fmla="*/ 99897 h 685760"/>
                <a:gd name="connsiteX29" fmla="*/ 41476 w 4417118"/>
                <a:gd name="connsiteY29" fmla="*/ 99262 h 685760"/>
                <a:gd name="connsiteX30" fmla="*/ 13001 w 4417118"/>
                <a:gd name="connsiteY30" fmla="*/ 83407 h 685760"/>
                <a:gd name="connsiteX31" fmla="*/ 836335 w 4417118"/>
                <a:gd name="connsiteY31" fmla="*/ 1267 h 6857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</a:cxnLst>
              <a:rect l="l" t="t" r="r" b="b"/>
              <a:pathLst>
                <a:path w="4417118" h="685760">
                  <a:moveTo>
                    <a:pt x="2152529" y="191263"/>
                  </a:moveTo>
                  <a:lnTo>
                    <a:pt x="2200434" y="192025"/>
                  </a:lnTo>
                  <a:lnTo>
                    <a:pt x="2216305" y="191404"/>
                  </a:lnTo>
                  <a:close/>
                  <a:moveTo>
                    <a:pt x="836335" y="1267"/>
                  </a:moveTo>
                  <a:cubicBezTo>
                    <a:pt x="1297128" y="-3486"/>
                    <a:pt x="1850757" y="6559"/>
                    <a:pt x="2216684" y="7913"/>
                  </a:cubicBezTo>
                  <a:cubicBezTo>
                    <a:pt x="2948537" y="10621"/>
                    <a:pt x="4404116" y="48989"/>
                    <a:pt x="4404116" y="99659"/>
                  </a:cubicBezTo>
                  <a:lnTo>
                    <a:pt x="4379629" y="106779"/>
                  </a:lnTo>
                  <a:lnTo>
                    <a:pt x="4417118" y="105313"/>
                  </a:lnTo>
                  <a:lnTo>
                    <a:pt x="4417118" y="355289"/>
                  </a:lnTo>
                  <a:cubicBezTo>
                    <a:pt x="4417118" y="381577"/>
                    <a:pt x="4417475" y="451639"/>
                    <a:pt x="4391187" y="451639"/>
                  </a:cubicBezTo>
                  <a:lnTo>
                    <a:pt x="4362176" y="456390"/>
                  </a:lnTo>
                  <a:lnTo>
                    <a:pt x="4395451" y="462571"/>
                  </a:lnTo>
                  <a:cubicBezTo>
                    <a:pt x="4395451" y="494240"/>
                    <a:pt x="3794208" y="576331"/>
                    <a:pt x="3165968" y="631330"/>
                  </a:cubicBezTo>
                  <a:lnTo>
                    <a:pt x="3137727" y="633520"/>
                  </a:lnTo>
                  <a:lnTo>
                    <a:pt x="3035879" y="644767"/>
                  </a:lnTo>
                  <a:cubicBezTo>
                    <a:pt x="2747784" y="673024"/>
                    <a:pt x="2460736" y="689664"/>
                    <a:pt x="2195018" y="684974"/>
                  </a:cubicBezTo>
                  <a:lnTo>
                    <a:pt x="2173182" y="683624"/>
                  </a:lnTo>
                  <a:lnTo>
                    <a:pt x="2130014" y="684325"/>
                  </a:lnTo>
                  <a:cubicBezTo>
                    <a:pt x="1948450" y="682158"/>
                    <a:pt x="1726912" y="667131"/>
                    <a:pt x="1496735" y="645019"/>
                  </a:cubicBezTo>
                  <a:lnTo>
                    <a:pt x="1239388" y="617081"/>
                  </a:lnTo>
                  <a:lnTo>
                    <a:pt x="1062399" y="602164"/>
                  </a:lnTo>
                  <a:cubicBezTo>
                    <a:pt x="781952" y="572658"/>
                    <a:pt x="512552" y="533250"/>
                    <a:pt x="274479" y="476512"/>
                  </a:cubicBezTo>
                  <a:lnTo>
                    <a:pt x="265238" y="473954"/>
                  </a:lnTo>
                  <a:lnTo>
                    <a:pt x="262680" y="473500"/>
                  </a:lnTo>
                  <a:cubicBezTo>
                    <a:pt x="123285" y="446137"/>
                    <a:pt x="37920" y="423235"/>
                    <a:pt x="37920" y="410568"/>
                  </a:cubicBezTo>
                  <a:lnTo>
                    <a:pt x="40608" y="410075"/>
                  </a:lnTo>
                  <a:lnTo>
                    <a:pt x="29072" y="404056"/>
                  </a:lnTo>
                  <a:cubicBezTo>
                    <a:pt x="11987" y="386166"/>
                    <a:pt x="0" y="347921"/>
                    <a:pt x="0" y="328204"/>
                  </a:cubicBezTo>
                  <a:lnTo>
                    <a:pt x="0" y="99897"/>
                  </a:lnTo>
                  <a:lnTo>
                    <a:pt x="41476" y="99262"/>
                  </a:lnTo>
                  <a:lnTo>
                    <a:pt x="13001" y="83407"/>
                  </a:lnTo>
                  <a:cubicBezTo>
                    <a:pt x="7584" y="25570"/>
                    <a:pt x="375542" y="6020"/>
                    <a:pt x="836335" y="1267"/>
                  </a:cubicBezTo>
                  <a:close/>
                </a:path>
              </a:pathLst>
            </a:custGeom>
            <a:grpFill/>
            <a:ln w="12700" cap="flat" cmpd="sng" algn="ctr">
              <a:solidFill>
                <a:sysClr val="windowText" lastClr="000000"/>
              </a:solidFill>
              <a:prstDash val="solid"/>
              <a:miter lim="800000"/>
            </a:ln>
            <a:effectLst/>
          </p:spPr>
          <p:txBody>
            <a:bodyPr wrap="square" rtlCol="0" anchor="ctr"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</p:grpSp>
      <p:sp>
        <p:nvSpPr>
          <p:cNvPr id="102" name="Oval 101">
            <a:extLst>
              <a:ext uri="{FF2B5EF4-FFF2-40B4-BE49-F238E27FC236}">
                <a16:creationId xmlns:a16="http://schemas.microsoft.com/office/drawing/2014/main" id="{882344C1-2B1A-4B46-9D78-CC08DA4D50BC}"/>
              </a:ext>
            </a:extLst>
          </p:cNvPr>
          <p:cNvSpPr/>
          <p:nvPr/>
        </p:nvSpPr>
        <p:spPr>
          <a:xfrm>
            <a:off x="3975973" y="6162194"/>
            <a:ext cx="1238141" cy="203106"/>
          </a:xfrm>
          <a:prstGeom prst="ellipse">
            <a:avLst/>
          </a:prstGeom>
          <a:solidFill>
            <a:sysClr val="window" lastClr="FFFFFF"/>
          </a:solidFill>
          <a:ln w="28575" cap="flat" cmpd="sng" algn="ctr">
            <a:solidFill>
              <a:sysClr val="windowText" lastClr="000000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grpSp>
        <p:nvGrpSpPr>
          <p:cNvPr id="2" name="Group 1">
            <a:extLst>
              <a:ext uri="{FF2B5EF4-FFF2-40B4-BE49-F238E27FC236}">
                <a16:creationId xmlns:a16="http://schemas.microsoft.com/office/drawing/2014/main" id="{610DB03E-053D-4D4E-B8F8-529BDF6EC9AB}"/>
              </a:ext>
            </a:extLst>
          </p:cNvPr>
          <p:cNvGrpSpPr/>
          <p:nvPr/>
        </p:nvGrpSpPr>
        <p:grpSpPr>
          <a:xfrm>
            <a:off x="3776007" y="5081846"/>
            <a:ext cx="1162961" cy="648154"/>
            <a:chOff x="4056062" y="5660412"/>
            <a:chExt cx="1162961" cy="648154"/>
          </a:xfrm>
        </p:grpSpPr>
        <p:sp>
          <p:nvSpPr>
            <p:cNvPr id="101" name="Block Arc 100">
              <a:extLst>
                <a:ext uri="{FF2B5EF4-FFF2-40B4-BE49-F238E27FC236}">
                  <a16:creationId xmlns:a16="http://schemas.microsoft.com/office/drawing/2014/main" id="{8B8C88E7-EBE1-467C-AC0D-DC783648F0B0}"/>
                </a:ext>
              </a:extLst>
            </p:cNvPr>
            <p:cNvSpPr/>
            <p:nvPr/>
          </p:nvSpPr>
          <p:spPr>
            <a:xfrm rot="8542811">
              <a:off x="4861128" y="5751202"/>
              <a:ext cx="357895" cy="296588"/>
            </a:xfrm>
            <a:prstGeom prst="blockArc">
              <a:avLst>
                <a:gd name="adj1" fmla="val 9254143"/>
                <a:gd name="adj2" fmla="val 19683396"/>
                <a:gd name="adj3" fmla="val 15644"/>
              </a:avLst>
            </a:prstGeom>
            <a:solidFill>
              <a:sysClr val="window" lastClr="FFFFFF"/>
            </a:solidFill>
            <a:ln w="12700" cap="flat" cmpd="sng" algn="ctr">
              <a:solidFill>
                <a:sysClr val="windowText" lastClr="000000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03" name="Oval 493">
              <a:extLst>
                <a:ext uri="{FF2B5EF4-FFF2-40B4-BE49-F238E27FC236}">
                  <a16:creationId xmlns:a16="http://schemas.microsoft.com/office/drawing/2014/main" id="{77CDF963-4E90-49AE-A073-AB1A3E8A15DB}"/>
                </a:ext>
              </a:extLst>
            </p:cNvPr>
            <p:cNvSpPr/>
            <p:nvPr/>
          </p:nvSpPr>
          <p:spPr>
            <a:xfrm>
              <a:off x="4056062" y="5660412"/>
              <a:ext cx="1053822" cy="648154"/>
            </a:xfrm>
            <a:custGeom>
              <a:avLst/>
              <a:gdLst>
                <a:gd name="connsiteX0" fmla="*/ 0 w 620419"/>
                <a:gd name="connsiteY0" fmla="*/ 22860 h 45719"/>
                <a:gd name="connsiteX1" fmla="*/ 310210 w 620419"/>
                <a:gd name="connsiteY1" fmla="*/ 0 h 45719"/>
                <a:gd name="connsiteX2" fmla="*/ 620420 w 620419"/>
                <a:gd name="connsiteY2" fmla="*/ 22860 h 45719"/>
                <a:gd name="connsiteX3" fmla="*/ 310210 w 620419"/>
                <a:gd name="connsiteY3" fmla="*/ 45720 h 45719"/>
                <a:gd name="connsiteX4" fmla="*/ 0 w 620419"/>
                <a:gd name="connsiteY4" fmla="*/ 22860 h 45719"/>
                <a:gd name="connsiteX0" fmla="*/ 0 w 620420"/>
                <a:gd name="connsiteY0" fmla="*/ 34880 h 381590"/>
                <a:gd name="connsiteX1" fmla="*/ 310210 w 620420"/>
                <a:gd name="connsiteY1" fmla="*/ 12020 h 381590"/>
                <a:gd name="connsiteX2" fmla="*/ 620420 w 620420"/>
                <a:gd name="connsiteY2" fmla="*/ 34880 h 381590"/>
                <a:gd name="connsiteX3" fmla="*/ 310210 w 620420"/>
                <a:gd name="connsiteY3" fmla="*/ 381590 h 381590"/>
                <a:gd name="connsiteX4" fmla="*/ 0 w 620420"/>
                <a:gd name="connsiteY4" fmla="*/ 34880 h 381590"/>
                <a:gd name="connsiteX0" fmla="*/ 0 w 620420"/>
                <a:gd name="connsiteY0" fmla="*/ 34880 h 381590"/>
                <a:gd name="connsiteX1" fmla="*/ 310210 w 620420"/>
                <a:gd name="connsiteY1" fmla="*/ 12020 h 381590"/>
                <a:gd name="connsiteX2" fmla="*/ 620420 w 620420"/>
                <a:gd name="connsiteY2" fmla="*/ 34880 h 381590"/>
                <a:gd name="connsiteX3" fmla="*/ 310210 w 620420"/>
                <a:gd name="connsiteY3" fmla="*/ 381590 h 381590"/>
                <a:gd name="connsiteX4" fmla="*/ 0 w 620420"/>
                <a:gd name="connsiteY4" fmla="*/ 34880 h 38159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20420" h="381590">
                  <a:moveTo>
                    <a:pt x="0" y="34880"/>
                  </a:moveTo>
                  <a:cubicBezTo>
                    <a:pt x="0" y="-26715"/>
                    <a:pt x="138886" y="12020"/>
                    <a:pt x="310210" y="12020"/>
                  </a:cubicBezTo>
                  <a:cubicBezTo>
                    <a:pt x="481534" y="12020"/>
                    <a:pt x="620420" y="22255"/>
                    <a:pt x="620420" y="34880"/>
                  </a:cubicBezTo>
                  <a:cubicBezTo>
                    <a:pt x="620420" y="47505"/>
                    <a:pt x="557734" y="381590"/>
                    <a:pt x="310210" y="381590"/>
                  </a:cubicBezTo>
                  <a:cubicBezTo>
                    <a:pt x="62686" y="381590"/>
                    <a:pt x="0" y="96475"/>
                    <a:pt x="0" y="34880"/>
                  </a:cubicBezTo>
                  <a:close/>
                </a:path>
              </a:pathLst>
            </a:custGeom>
            <a:solidFill>
              <a:sysClr val="window" lastClr="FFFFFF"/>
            </a:solidFill>
            <a:ln w="12700" cap="flat" cmpd="sng" algn="ctr">
              <a:solidFill>
                <a:sysClr val="windowText" lastClr="000000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</p:grpSp>
      <p:pic>
        <p:nvPicPr>
          <p:cNvPr id="47" name="mouthwhite">
            <a:hlinkClick r:id="" action="ppaction://media"/>
            <a:extLst>
              <a:ext uri="{FF2B5EF4-FFF2-40B4-BE49-F238E27FC236}">
                <a16:creationId xmlns:a16="http://schemas.microsoft.com/office/drawing/2014/main" id="{BE62F9C0-0276-44AD-AD83-165B5FAE0425}"/>
              </a:ext>
            </a:extLst>
          </p:cNvPr>
          <p:cNvPicPr>
            <a:picLocks noChangeAspect="1"/>
          </p:cNvPicPr>
          <p:nvPr>
            <a:videoFile r:link="rId1"/>
            <p:extLst>
              <p:ext uri="{DAA4B4D4-6D71-4841-9C94-3DE7FCFB9230}">
                <p14:media xmlns:p14="http://schemas.microsoft.com/office/powerpoint/2010/main" r:embed="rId2">
                  <p14:trim st="396" end="2805.3"/>
                </p14:media>
              </p:ext>
            </p:extLst>
          </p:nvPr>
        </p:nvPicPr>
        <p:blipFill rotWithShape="1">
          <a:blip r:embed="rId6"/>
          <a:srcRect l="50000" t="21029" r="43704" b="69424"/>
          <a:stretch>
            <a:fillRect/>
          </a:stretch>
        </p:blipFill>
        <p:spPr>
          <a:xfrm flipH="1">
            <a:off x="4252682" y="4910996"/>
            <a:ext cx="211528" cy="180421"/>
          </a:xfrm>
          <a:prstGeom prst="rect">
            <a:avLst/>
          </a:prstGeom>
        </p:spPr>
      </p:pic>
      <p:pic>
        <p:nvPicPr>
          <p:cNvPr id="4" name="ttsMP3.com_VoiceText_2025-1-13_0-33-27">
            <a:hlinkClick r:id="" action="ppaction://media"/>
            <a:extLst>
              <a:ext uri="{FF2B5EF4-FFF2-40B4-BE49-F238E27FC236}">
                <a16:creationId xmlns:a16="http://schemas.microsoft.com/office/drawing/2014/main" id="{57B6974F-4F90-429D-96B9-BEA2B2B0570C}"/>
              </a:ext>
            </a:extLst>
          </p:cNvPr>
          <p:cNvPicPr>
            <a:picLocks noChangeAspect="1"/>
          </p:cNvPicPr>
          <p:nvPr>
            <a:audioFile r:link="rId4"/>
            <p:extLst>
              <p:ext uri="{DAA4B4D4-6D71-4841-9C94-3DE7FCFB9230}">
                <p14:media xmlns:p14="http://schemas.microsoft.com/office/powerpoint/2010/main" r:embed="rId3"/>
              </p:ext>
            </p:extLst>
          </p:nvPr>
        </p:nvPicPr>
        <p:blipFill>
          <a:blip r:embed="rId7"/>
          <a:stretch>
            <a:fillRect/>
          </a:stretch>
        </p:blipFill>
        <p:spPr>
          <a:xfrm>
            <a:off x="3124200" y="5791200"/>
            <a:ext cx="609600" cy="609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27537162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3000"/>
    </mc:Choice>
    <mc:Fallback>
      <p:transition spd="slow" advTm="300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815" fill="hold"/>
                                        <p:tgtEl>
                                          <p:spTgt spid="47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  <p:par>
                                <p:cTn id="7" presetID="1" presetClass="mediacall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8" dur="4200" fill="hold"/>
                                        <p:tgtEl>
                                          <p:spTgt spid="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seq concurrent="1" nextAc="seek">
              <p:cTn id="9" restart="whenNotActive" fill="hold" evtFilter="cancelBubble" nodeType="interactiveSeq">
                <p:stCondLst>
                  <p:cond evt="onClick" delay="0">
                    <p:tgtEl>
                      <p:spTgt spid="4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0" fill="hold">
                      <p:stCondLst>
                        <p:cond delay="0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2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3" dur="1" fill="hold"/>
                                        <p:tgtEl>
                                          <p:spTgt spid="47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47"/>
                  </p:tgtEl>
                </p:cond>
              </p:nextCondLst>
            </p:seq>
            <p:video>
              <p:cMediaNode vol="80000" showWhenStopped="0">
                <p:cTn id="14" repeatCount="indefinite" fill="hold" display="0">
                  <p:stCondLst>
                    <p:cond delay="indefinite"/>
                  </p:stCondLst>
                </p:cTn>
                <p:tgtEl>
                  <p:spTgt spid="47"/>
                </p:tgtEl>
              </p:cMediaNode>
            </p:video>
            <p:audio>
              <p:cMediaNode vol="80000" showWhenStopped="0">
                <p:cTn id="15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4"/>
                </p:tgtEl>
              </p:cMediaNode>
            </p:audio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3" name="Group 62">
            <a:extLst>
              <a:ext uri="{FF2B5EF4-FFF2-40B4-BE49-F238E27FC236}">
                <a16:creationId xmlns:a16="http://schemas.microsoft.com/office/drawing/2014/main" id="{23786D6E-C421-4795-9750-19901E9AA869}"/>
              </a:ext>
            </a:extLst>
          </p:cNvPr>
          <p:cNvGrpSpPr/>
          <p:nvPr/>
        </p:nvGrpSpPr>
        <p:grpSpPr>
          <a:xfrm>
            <a:off x="279921" y="3897105"/>
            <a:ext cx="4395156" cy="5973245"/>
            <a:chOff x="1481769" y="3123982"/>
            <a:chExt cx="4395156" cy="5973245"/>
          </a:xfrm>
          <a:solidFill>
            <a:schemeClr val="bg1"/>
          </a:solidFill>
        </p:grpSpPr>
        <p:sp>
          <p:nvSpPr>
            <p:cNvPr id="64" name="Rectangle 63">
              <a:extLst>
                <a:ext uri="{FF2B5EF4-FFF2-40B4-BE49-F238E27FC236}">
                  <a16:creationId xmlns:a16="http://schemas.microsoft.com/office/drawing/2014/main" id="{020D18CD-E5E8-44EC-BAAF-BE05DF165E57}"/>
                </a:ext>
              </a:extLst>
            </p:cNvPr>
            <p:cNvSpPr/>
            <p:nvPr/>
          </p:nvSpPr>
          <p:spPr>
            <a:xfrm rot="5400000">
              <a:off x="2977945" y="1781138"/>
              <a:ext cx="366389" cy="3053946"/>
            </a:xfrm>
            <a:prstGeom prst="rect">
              <a:avLst/>
            </a:prstGeom>
            <a:solidFill>
              <a:schemeClr val="tx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65" name="Rectangle 64">
              <a:extLst>
                <a:ext uri="{FF2B5EF4-FFF2-40B4-BE49-F238E27FC236}">
                  <a16:creationId xmlns:a16="http://schemas.microsoft.com/office/drawing/2014/main" id="{85FD3F5F-507B-48A3-819D-B7D7DE24A05B}"/>
                </a:ext>
              </a:extLst>
            </p:cNvPr>
            <p:cNvSpPr/>
            <p:nvPr/>
          </p:nvSpPr>
          <p:spPr>
            <a:xfrm rot="5400000">
              <a:off x="3021919" y="3301439"/>
              <a:ext cx="366389" cy="3166373"/>
            </a:xfrm>
            <a:prstGeom prst="rect">
              <a:avLst/>
            </a:prstGeom>
            <a:solidFill>
              <a:schemeClr val="tx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66" name="Rectangle 65">
              <a:extLst>
                <a:ext uri="{FF2B5EF4-FFF2-40B4-BE49-F238E27FC236}">
                  <a16:creationId xmlns:a16="http://schemas.microsoft.com/office/drawing/2014/main" id="{99690D0F-D79C-4419-9AF4-455A232C424A}"/>
                </a:ext>
              </a:extLst>
            </p:cNvPr>
            <p:cNvSpPr/>
            <p:nvPr/>
          </p:nvSpPr>
          <p:spPr>
            <a:xfrm>
              <a:off x="1481769" y="3124200"/>
              <a:ext cx="310888" cy="5772150"/>
            </a:xfrm>
            <a:prstGeom prst="rect">
              <a:avLst/>
            </a:prstGeom>
            <a:solidFill>
              <a:schemeClr val="tx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7" name="Rectangle 66">
              <a:extLst>
                <a:ext uri="{FF2B5EF4-FFF2-40B4-BE49-F238E27FC236}">
                  <a16:creationId xmlns:a16="http://schemas.microsoft.com/office/drawing/2014/main" id="{F79CDFF6-5758-4719-BDA2-85CD6A7338B2}"/>
                </a:ext>
              </a:extLst>
            </p:cNvPr>
            <p:cNvSpPr/>
            <p:nvPr/>
          </p:nvSpPr>
          <p:spPr>
            <a:xfrm>
              <a:off x="4489651" y="3123982"/>
              <a:ext cx="310888" cy="5772150"/>
            </a:xfrm>
            <a:prstGeom prst="rect">
              <a:avLst/>
            </a:prstGeom>
            <a:solidFill>
              <a:schemeClr val="tx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8" name="Rectangle 67">
              <a:extLst>
                <a:ext uri="{FF2B5EF4-FFF2-40B4-BE49-F238E27FC236}">
                  <a16:creationId xmlns:a16="http://schemas.microsoft.com/office/drawing/2014/main" id="{788B8FD0-2230-491F-A959-0F7995858990}"/>
                </a:ext>
              </a:extLst>
            </p:cNvPr>
            <p:cNvSpPr/>
            <p:nvPr/>
          </p:nvSpPr>
          <p:spPr>
            <a:xfrm>
              <a:off x="2073647" y="7030636"/>
              <a:ext cx="366389" cy="2066591"/>
            </a:xfrm>
            <a:prstGeom prst="rect">
              <a:avLst/>
            </a:prstGeom>
            <a:solidFill>
              <a:schemeClr val="tx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69" name="Rectangle 68">
              <a:extLst>
                <a:ext uri="{FF2B5EF4-FFF2-40B4-BE49-F238E27FC236}">
                  <a16:creationId xmlns:a16="http://schemas.microsoft.com/office/drawing/2014/main" id="{21A30D5E-3132-43DA-B401-AC40F908ED34}"/>
                </a:ext>
              </a:extLst>
            </p:cNvPr>
            <p:cNvSpPr/>
            <p:nvPr/>
          </p:nvSpPr>
          <p:spPr>
            <a:xfrm>
              <a:off x="5331441" y="7016119"/>
              <a:ext cx="366389" cy="2066591"/>
            </a:xfrm>
            <a:prstGeom prst="rect">
              <a:avLst/>
            </a:prstGeom>
            <a:solidFill>
              <a:schemeClr val="tx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70" name="Rectangle 69">
              <a:extLst>
                <a:ext uri="{FF2B5EF4-FFF2-40B4-BE49-F238E27FC236}">
                  <a16:creationId xmlns:a16="http://schemas.microsoft.com/office/drawing/2014/main" id="{4166BF3A-2002-4FEA-9E6D-783FDF451364}"/>
                </a:ext>
              </a:extLst>
            </p:cNvPr>
            <p:cNvSpPr/>
            <p:nvPr/>
          </p:nvSpPr>
          <p:spPr>
            <a:xfrm>
              <a:off x="1488276" y="6277683"/>
              <a:ext cx="592732" cy="949226"/>
            </a:xfrm>
            <a:custGeom>
              <a:avLst/>
              <a:gdLst>
                <a:gd name="connsiteX0" fmla="*/ 0 w 699888"/>
                <a:gd name="connsiteY0" fmla="*/ 0 h 234057"/>
                <a:gd name="connsiteX1" fmla="*/ 699888 w 699888"/>
                <a:gd name="connsiteY1" fmla="*/ 0 h 234057"/>
                <a:gd name="connsiteX2" fmla="*/ 699888 w 699888"/>
                <a:gd name="connsiteY2" fmla="*/ 234057 h 234057"/>
                <a:gd name="connsiteX3" fmla="*/ 0 w 699888"/>
                <a:gd name="connsiteY3" fmla="*/ 234057 h 234057"/>
                <a:gd name="connsiteX4" fmla="*/ 0 w 699888"/>
                <a:gd name="connsiteY4" fmla="*/ 0 h 234057"/>
                <a:gd name="connsiteX0" fmla="*/ 0 w 699888"/>
                <a:gd name="connsiteY0" fmla="*/ 0 h 970657"/>
                <a:gd name="connsiteX1" fmla="*/ 699888 w 699888"/>
                <a:gd name="connsiteY1" fmla="*/ 0 h 970657"/>
                <a:gd name="connsiteX2" fmla="*/ 604638 w 699888"/>
                <a:gd name="connsiteY2" fmla="*/ 970657 h 970657"/>
                <a:gd name="connsiteX3" fmla="*/ 0 w 699888"/>
                <a:gd name="connsiteY3" fmla="*/ 234057 h 970657"/>
                <a:gd name="connsiteX4" fmla="*/ 0 w 699888"/>
                <a:gd name="connsiteY4" fmla="*/ 0 h 970657"/>
                <a:gd name="connsiteX0" fmla="*/ 0 w 630038"/>
                <a:gd name="connsiteY0" fmla="*/ 0 h 970657"/>
                <a:gd name="connsiteX1" fmla="*/ 630038 w 630038"/>
                <a:gd name="connsiteY1" fmla="*/ 723900 h 970657"/>
                <a:gd name="connsiteX2" fmla="*/ 604638 w 630038"/>
                <a:gd name="connsiteY2" fmla="*/ 970657 h 970657"/>
                <a:gd name="connsiteX3" fmla="*/ 0 w 630038"/>
                <a:gd name="connsiteY3" fmla="*/ 234057 h 970657"/>
                <a:gd name="connsiteX4" fmla="*/ 0 w 630038"/>
                <a:gd name="connsiteY4" fmla="*/ 0 h 970657"/>
                <a:gd name="connsiteX0" fmla="*/ 0 w 604638"/>
                <a:gd name="connsiteY0" fmla="*/ 0 h 970657"/>
                <a:gd name="connsiteX1" fmla="*/ 587175 w 604638"/>
                <a:gd name="connsiteY1" fmla="*/ 726282 h 970657"/>
                <a:gd name="connsiteX2" fmla="*/ 604638 w 604638"/>
                <a:gd name="connsiteY2" fmla="*/ 970657 h 970657"/>
                <a:gd name="connsiteX3" fmla="*/ 0 w 604638"/>
                <a:gd name="connsiteY3" fmla="*/ 234057 h 970657"/>
                <a:gd name="connsiteX4" fmla="*/ 0 w 604638"/>
                <a:gd name="connsiteY4" fmla="*/ 0 h 970657"/>
                <a:gd name="connsiteX0" fmla="*/ 0 w 592732"/>
                <a:gd name="connsiteY0" fmla="*/ 0 h 961132"/>
                <a:gd name="connsiteX1" fmla="*/ 587175 w 592732"/>
                <a:gd name="connsiteY1" fmla="*/ 726282 h 961132"/>
                <a:gd name="connsiteX2" fmla="*/ 592732 w 592732"/>
                <a:gd name="connsiteY2" fmla="*/ 961132 h 961132"/>
                <a:gd name="connsiteX3" fmla="*/ 0 w 592732"/>
                <a:gd name="connsiteY3" fmla="*/ 234057 h 961132"/>
                <a:gd name="connsiteX4" fmla="*/ 0 w 592732"/>
                <a:gd name="connsiteY4" fmla="*/ 0 h 961132"/>
                <a:gd name="connsiteX0" fmla="*/ 0 w 592732"/>
                <a:gd name="connsiteY0" fmla="*/ 0 h 949226"/>
                <a:gd name="connsiteX1" fmla="*/ 587175 w 592732"/>
                <a:gd name="connsiteY1" fmla="*/ 726282 h 949226"/>
                <a:gd name="connsiteX2" fmla="*/ 592732 w 592732"/>
                <a:gd name="connsiteY2" fmla="*/ 949226 h 949226"/>
                <a:gd name="connsiteX3" fmla="*/ 0 w 592732"/>
                <a:gd name="connsiteY3" fmla="*/ 234057 h 949226"/>
                <a:gd name="connsiteX4" fmla="*/ 0 w 592732"/>
                <a:gd name="connsiteY4" fmla="*/ 0 h 9492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92732" h="949226">
                  <a:moveTo>
                    <a:pt x="0" y="0"/>
                  </a:moveTo>
                  <a:lnTo>
                    <a:pt x="587175" y="726282"/>
                  </a:lnTo>
                  <a:lnTo>
                    <a:pt x="592732" y="949226"/>
                  </a:lnTo>
                  <a:lnTo>
                    <a:pt x="0" y="23405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1" name="Flowchart: Manual Operation 61">
              <a:extLst>
                <a:ext uri="{FF2B5EF4-FFF2-40B4-BE49-F238E27FC236}">
                  <a16:creationId xmlns:a16="http://schemas.microsoft.com/office/drawing/2014/main" id="{586AD616-EEC6-48E4-913E-EE5502FF6878}"/>
                </a:ext>
              </a:extLst>
            </p:cNvPr>
            <p:cNvSpPr/>
            <p:nvPr/>
          </p:nvSpPr>
          <p:spPr>
            <a:xfrm flipV="1">
              <a:off x="1486224" y="6281085"/>
              <a:ext cx="4390701" cy="731632"/>
            </a:xfrm>
            <a:custGeom>
              <a:avLst/>
              <a:gdLst>
                <a:gd name="connsiteX0" fmla="*/ 0 w 10000"/>
                <a:gd name="connsiteY0" fmla="*/ 0 h 10000"/>
                <a:gd name="connsiteX1" fmla="*/ 10000 w 10000"/>
                <a:gd name="connsiteY1" fmla="*/ 0 h 10000"/>
                <a:gd name="connsiteX2" fmla="*/ 8000 w 10000"/>
                <a:gd name="connsiteY2" fmla="*/ 10000 h 10000"/>
                <a:gd name="connsiteX3" fmla="*/ 2000 w 10000"/>
                <a:gd name="connsiteY3" fmla="*/ 10000 h 10000"/>
                <a:gd name="connsiteX4" fmla="*/ 0 w 10000"/>
                <a:gd name="connsiteY4" fmla="*/ 0 h 10000"/>
                <a:gd name="connsiteX0" fmla="*/ 213 w 8000"/>
                <a:gd name="connsiteY0" fmla="*/ 0 h 10406"/>
                <a:gd name="connsiteX1" fmla="*/ 8000 w 8000"/>
                <a:gd name="connsiteY1" fmla="*/ 406 h 10406"/>
                <a:gd name="connsiteX2" fmla="*/ 6000 w 8000"/>
                <a:gd name="connsiteY2" fmla="*/ 10406 h 10406"/>
                <a:gd name="connsiteX3" fmla="*/ 0 w 8000"/>
                <a:gd name="connsiteY3" fmla="*/ 10406 h 10406"/>
                <a:gd name="connsiteX4" fmla="*/ 213 w 8000"/>
                <a:gd name="connsiteY4" fmla="*/ 0 h 10406"/>
                <a:gd name="connsiteX0" fmla="*/ 309 w 10000"/>
                <a:gd name="connsiteY0" fmla="*/ 0 h 9829"/>
                <a:gd name="connsiteX1" fmla="*/ 10000 w 10000"/>
                <a:gd name="connsiteY1" fmla="*/ 219 h 9829"/>
                <a:gd name="connsiteX2" fmla="*/ 7500 w 10000"/>
                <a:gd name="connsiteY2" fmla="*/ 9829 h 9829"/>
                <a:gd name="connsiteX3" fmla="*/ 0 w 10000"/>
                <a:gd name="connsiteY3" fmla="*/ 9829 h 9829"/>
                <a:gd name="connsiteX4" fmla="*/ 309 w 10000"/>
                <a:gd name="connsiteY4" fmla="*/ 0 h 9829"/>
                <a:gd name="connsiteX0" fmla="*/ 1379 w 10000"/>
                <a:gd name="connsiteY0" fmla="*/ 0 h 10000"/>
                <a:gd name="connsiteX1" fmla="*/ 10000 w 10000"/>
                <a:gd name="connsiteY1" fmla="*/ 223 h 10000"/>
                <a:gd name="connsiteX2" fmla="*/ 7500 w 10000"/>
                <a:gd name="connsiteY2" fmla="*/ 10000 h 10000"/>
                <a:gd name="connsiteX3" fmla="*/ 0 w 10000"/>
                <a:gd name="connsiteY3" fmla="*/ 10000 h 10000"/>
                <a:gd name="connsiteX4" fmla="*/ 1379 w 10000"/>
                <a:gd name="connsiteY4" fmla="*/ 0 h 10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0000" h="10000">
                  <a:moveTo>
                    <a:pt x="1379" y="0"/>
                  </a:moveTo>
                  <a:lnTo>
                    <a:pt x="10000" y="223"/>
                  </a:lnTo>
                  <a:lnTo>
                    <a:pt x="7500" y="10000"/>
                  </a:lnTo>
                  <a:lnTo>
                    <a:pt x="0" y="10000"/>
                  </a:lnTo>
                  <a:lnTo>
                    <a:pt x="1379" y="0"/>
                  </a:lnTo>
                  <a:close/>
                </a:path>
              </a:pathLst>
            </a:custGeom>
            <a:grp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2" name="Rectangle 81">
              <a:extLst>
                <a:ext uri="{FF2B5EF4-FFF2-40B4-BE49-F238E27FC236}">
                  <a16:creationId xmlns:a16="http://schemas.microsoft.com/office/drawing/2014/main" id="{1D2059A7-D88A-4DF3-B353-BEAE7EC16FD6}"/>
                </a:ext>
              </a:extLst>
            </p:cNvPr>
            <p:cNvSpPr/>
            <p:nvPr/>
          </p:nvSpPr>
          <p:spPr>
            <a:xfrm>
              <a:off x="2073647" y="6997673"/>
              <a:ext cx="3803278" cy="234057"/>
            </a:xfrm>
            <a:prstGeom prst="rect">
              <a:avLst/>
            </a:prstGeom>
            <a:solidFill>
              <a:schemeClr val="tx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83" name="Group 82">
            <a:extLst>
              <a:ext uri="{FF2B5EF4-FFF2-40B4-BE49-F238E27FC236}">
                <a16:creationId xmlns:a16="http://schemas.microsoft.com/office/drawing/2014/main" id="{EB3EC2D3-0455-4D5C-8970-43FF6C2156F0}"/>
              </a:ext>
            </a:extLst>
          </p:cNvPr>
          <p:cNvGrpSpPr/>
          <p:nvPr/>
        </p:nvGrpSpPr>
        <p:grpSpPr>
          <a:xfrm flipH="1">
            <a:off x="229946" y="3828388"/>
            <a:ext cx="3373357" cy="5397520"/>
            <a:chOff x="1051466" y="3615931"/>
            <a:chExt cx="1418628" cy="2269867"/>
          </a:xfrm>
        </p:grpSpPr>
        <p:grpSp>
          <p:nvGrpSpPr>
            <p:cNvPr id="84" name="Group 83">
              <a:extLst>
                <a:ext uri="{FF2B5EF4-FFF2-40B4-BE49-F238E27FC236}">
                  <a16:creationId xmlns:a16="http://schemas.microsoft.com/office/drawing/2014/main" id="{2DFDB8BC-DE78-4FA7-8552-9D407D46BCCC}"/>
                </a:ext>
              </a:extLst>
            </p:cNvPr>
            <p:cNvGrpSpPr/>
            <p:nvPr/>
          </p:nvGrpSpPr>
          <p:grpSpPr>
            <a:xfrm>
              <a:off x="1051466" y="3615931"/>
              <a:ext cx="1418628" cy="2269867"/>
              <a:chOff x="1058014" y="2720193"/>
              <a:chExt cx="2211508" cy="3538508"/>
            </a:xfrm>
          </p:grpSpPr>
          <p:grpSp>
            <p:nvGrpSpPr>
              <p:cNvPr id="87" name="Group 86">
                <a:extLst>
                  <a:ext uri="{FF2B5EF4-FFF2-40B4-BE49-F238E27FC236}">
                    <a16:creationId xmlns:a16="http://schemas.microsoft.com/office/drawing/2014/main" id="{06C488AC-6893-4888-8B9E-41063BE97517}"/>
                  </a:ext>
                </a:extLst>
              </p:cNvPr>
              <p:cNvGrpSpPr/>
              <p:nvPr/>
            </p:nvGrpSpPr>
            <p:grpSpPr>
              <a:xfrm>
                <a:off x="1058014" y="2838044"/>
                <a:ext cx="2211508" cy="3420657"/>
                <a:chOff x="3656916" y="4982410"/>
                <a:chExt cx="2536874" cy="3923921"/>
              </a:xfrm>
            </p:grpSpPr>
            <p:cxnSp>
              <p:nvCxnSpPr>
                <p:cNvPr id="100" name="Straight Connector 99">
                  <a:extLst>
                    <a:ext uri="{FF2B5EF4-FFF2-40B4-BE49-F238E27FC236}">
                      <a16:creationId xmlns:a16="http://schemas.microsoft.com/office/drawing/2014/main" id="{89F0916E-707D-4660-8380-AECFFE06D537}"/>
                    </a:ext>
                  </a:extLst>
                </p:cNvPr>
                <p:cNvCxnSpPr>
                  <a:cxnSpLocks/>
                  <a:endCxn id="130" idx="3"/>
                </p:cNvCxnSpPr>
                <p:nvPr/>
              </p:nvCxnSpPr>
              <p:spPr>
                <a:xfrm flipH="1">
                  <a:off x="4200900" y="7412038"/>
                  <a:ext cx="106872" cy="1293984"/>
                </a:xfrm>
                <a:prstGeom prst="line">
                  <a:avLst/>
                </a:prstGeom>
                <a:noFill/>
                <a:ln w="57150" cap="flat" cmpd="sng" algn="ctr">
                  <a:solidFill>
                    <a:sysClr val="windowText" lastClr="000000"/>
                  </a:solidFill>
                  <a:prstDash val="solid"/>
                  <a:miter lim="800000"/>
                </a:ln>
                <a:effectLst/>
              </p:spPr>
            </p:cxnSp>
            <p:cxnSp>
              <p:nvCxnSpPr>
                <p:cNvPr id="107" name="Straight Connector 106">
                  <a:extLst>
                    <a:ext uri="{FF2B5EF4-FFF2-40B4-BE49-F238E27FC236}">
                      <a16:creationId xmlns:a16="http://schemas.microsoft.com/office/drawing/2014/main" id="{873B3F03-662B-407C-9FCB-34824886F078}"/>
                    </a:ext>
                  </a:extLst>
                </p:cNvPr>
                <p:cNvCxnSpPr>
                  <a:cxnSpLocks/>
                  <a:endCxn id="111" idx="3"/>
                </p:cNvCxnSpPr>
                <p:nvPr/>
              </p:nvCxnSpPr>
              <p:spPr>
                <a:xfrm flipH="1">
                  <a:off x="5022894" y="7437943"/>
                  <a:ext cx="76438" cy="1258584"/>
                </a:xfrm>
                <a:prstGeom prst="line">
                  <a:avLst/>
                </a:prstGeom>
                <a:noFill/>
                <a:ln w="57150" cap="flat" cmpd="sng" algn="ctr">
                  <a:solidFill>
                    <a:sysClr val="windowText" lastClr="000000"/>
                  </a:solidFill>
                  <a:prstDash val="solid"/>
                  <a:miter lim="800000"/>
                </a:ln>
                <a:effectLst/>
              </p:spPr>
            </p:cxnSp>
            <p:sp>
              <p:nvSpPr>
                <p:cNvPr id="108" name="Oval 107">
                  <a:extLst>
                    <a:ext uri="{FF2B5EF4-FFF2-40B4-BE49-F238E27FC236}">
                      <a16:creationId xmlns:a16="http://schemas.microsoft.com/office/drawing/2014/main" id="{6F7FD58E-E011-4350-8516-18A7D79B410C}"/>
                    </a:ext>
                  </a:extLst>
                </p:cNvPr>
                <p:cNvSpPr/>
                <p:nvPr/>
              </p:nvSpPr>
              <p:spPr>
                <a:xfrm>
                  <a:off x="3656916" y="4982410"/>
                  <a:ext cx="2536874" cy="2447778"/>
                </a:xfrm>
                <a:prstGeom prst="ellipse">
                  <a:avLst/>
                </a:prstGeom>
                <a:solidFill>
                  <a:schemeClr val="bg1"/>
                </a:solidFill>
                <a:ln w="12700" cap="flat" cmpd="sng" algn="ctr">
                  <a:solidFill>
                    <a:schemeClr val="tx1"/>
                  </a:solidFill>
                  <a:prstDash val="solid"/>
                  <a:miter lim="800000"/>
                </a:ln>
                <a:effectLst>
                  <a:outerShdw blurRad="63500" sx="102000" sy="102000" algn="ctr" rotWithShape="0">
                    <a:prstClr val="black">
                      <a:alpha val="40000"/>
                    </a:prstClr>
                  </a:outerShdw>
                </a:effectLst>
              </p:spPr>
              <p:txBody>
                <a:bodyPr rtlCol="0" anchor="ctr"/>
                <a:lstStyle/>
                <a:p>
                  <a:pPr marL="0" marR="0" lvl="0" indent="0" algn="ctr" defTabSz="457211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1" b="0" i="0" u="none" strike="noStrike" kern="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</a:endParaRPr>
                </a:p>
              </p:txBody>
            </p:sp>
            <p:sp>
              <p:nvSpPr>
                <p:cNvPr id="110" name="Oval 109">
                  <a:extLst>
                    <a:ext uri="{FF2B5EF4-FFF2-40B4-BE49-F238E27FC236}">
                      <a16:creationId xmlns:a16="http://schemas.microsoft.com/office/drawing/2014/main" id="{1F76E163-CDA2-4AB4-804F-B0BA055B34F3}"/>
                    </a:ext>
                  </a:extLst>
                </p:cNvPr>
                <p:cNvSpPr/>
                <p:nvPr/>
              </p:nvSpPr>
              <p:spPr>
                <a:xfrm>
                  <a:off x="4222805" y="5869869"/>
                  <a:ext cx="261279" cy="259520"/>
                </a:xfrm>
                <a:prstGeom prst="ellipse">
                  <a:avLst/>
                </a:prstGeom>
                <a:solidFill>
                  <a:sysClr val="windowText" lastClr="000000"/>
                </a:solidFill>
                <a:ln w="12700" cap="flat" cmpd="sng" algn="ctr">
                  <a:noFill/>
                  <a:prstDash val="solid"/>
                  <a:miter lim="800000"/>
                </a:ln>
                <a:effectLst/>
              </p:spPr>
              <p:txBody>
                <a:bodyPr rtlCol="0" anchor="ctr"/>
                <a:lstStyle/>
                <a:p>
                  <a:pPr marL="0" marR="0" lvl="0" indent="0" algn="ctr" defTabSz="457211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1" b="0" i="0" u="none" strike="noStrike" kern="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</a:endParaRPr>
                </a:p>
              </p:txBody>
            </p:sp>
            <p:sp>
              <p:nvSpPr>
                <p:cNvPr id="111" name="Rectangle: Top Corners Rounded 110">
                  <a:extLst>
                    <a:ext uri="{FF2B5EF4-FFF2-40B4-BE49-F238E27FC236}">
                      <a16:creationId xmlns:a16="http://schemas.microsoft.com/office/drawing/2014/main" id="{98110231-2E23-4035-AD9C-92CE8C98AB74}"/>
                    </a:ext>
                  </a:extLst>
                </p:cNvPr>
                <p:cNvSpPr/>
                <p:nvPr/>
              </p:nvSpPr>
              <p:spPr>
                <a:xfrm>
                  <a:off x="4688147" y="8696528"/>
                  <a:ext cx="669495" cy="200310"/>
                </a:xfrm>
                <a:prstGeom prst="round2SameRect">
                  <a:avLst>
                    <a:gd name="adj1" fmla="val 50000"/>
                    <a:gd name="adj2" fmla="val 0"/>
                  </a:avLst>
                </a:prstGeom>
                <a:solidFill>
                  <a:sysClr val="windowText" lastClr="000000"/>
                </a:solidFill>
                <a:ln w="12700" cap="flat" cmpd="sng" algn="ctr">
                  <a:noFill/>
                  <a:prstDash val="solid"/>
                  <a:miter lim="800000"/>
                </a:ln>
                <a:effectLst>
                  <a:innerShdw blurRad="114300">
                    <a:prstClr val="black"/>
                  </a:innerShdw>
                </a:effectLst>
              </p:spPr>
              <p:txBody>
                <a:bodyPr rtlCol="0" anchor="ctr"/>
                <a:lstStyle/>
                <a:p>
                  <a:pPr marL="0" marR="0" lvl="0" indent="0" algn="ctr" defTabSz="457211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1" b="0" i="0" u="none" strike="noStrike" kern="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</a:endParaRPr>
                </a:p>
              </p:txBody>
            </p:sp>
            <p:sp>
              <p:nvSpPr>
                <p:cNvPr id="130" name="Rectangle: Top Corners Rounded 129">
                  <a:extLst>
                    <a:ext uri="{FF2B5EF4-FFF2-40B4-BE49-F238E27FC236}">
                      <a16:creationId xmlns:a16="http://schemas.microsoft.com/office/drawing/2014/main" id="{06F3E5A2-F888-4F29-A5A6-F669FDEA16D2}"/>
                    </a:ext>
                  </a:extLst>
                </p:cNvPr>
                <p:cNvSpPr/>
                <p:nvPr/>
              </p:nvSpPr>
              <p:spPr>
                <a:xfrm>
                  <a:off x="3866153" y="8706021"/>
                  <a:ext cx="669495" cy="200310"/>
                </a:xfrm>
                <a:prstGeom prst="round2SameRect">
                  <a:avLst>
                    <a:gd name="adj1" fmla="val 50000"/>
                    <a:gd name="adj2" fmla="val 0"/>
                  </a:avLst>
                </a:prstGeom>
                <a:solidFill>
                  <a:sysClr val="windowText" lastClr="000000"/>
                </a:solidFill>
                <a:ln w="12700" cap="flat" cmpd="sng" algn="ctr">
                  <a:noFill/>
                  <a:prstDash val="solid"/>
                  <a:miter lim="800000"/>
                </a:ln>
                <a:effectLst>
                  <a:innerShdw blurRad="114300">
                    <a:prstClr val="black"/>
                  </a:innerShdw>
                </a:effectLst>
              </p:spPr>
              <p:txBody>
                <a:bodyPr rtlCol="0" anchor="ctr"/>
                <a:lstStyle/>
                <a:p>
                  <a:pPr marL="0" marR="0" lvl="0" indent="0" algn="ctr" defTabSz="457211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1" b="0" i="0" u="none" strike="noStrike" kern="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</a:endParaRPr>
                </a:p>
              </p:txBody>
            </p:sp>
            <p:sp>
              <p:nvSpPr>
                <p:cNvPr id="131" name="Freeform: Shape 130">
                  <a:extLst>
                    <a:ext uri="{FF2B5EF4-FFF2-40B4-BE49-F238E27FC236}">
                      <a16:creationId xmlns:a16="http://schemas.microsoft.com/office/drawing/2014/main" id="{A0E60876-D843-4729-A025-1B031B9A4CF1}"/>
                    </a:ext>
                  </a:extLst>
                </p:cNvPr>
                <p:cNvSpPr/>
                <p:nvPr/>
              </p:nvSpPr>
              <p:spPr>
                <a:xfrm rot="1585594" flipH="1">
                  <a:off x="5366823" y="6754133"/>
                  <a:ext cx="620241" cy="485827"/>
                </a:xfrm>
                <a:custGeom>
                  <a:avLst/>
                  <a:gdLst>
                    <a:gd name="connsiteX0" fmla="*/ 115393 w 649909"/>
                    <a:gd name="connsiteY0" fmla="*/ 0 h 923977"/>
                    <a:gd name="connsiteX1" fmla="*/ 29668 w 649909"/>
                    <a:gd name="connsiteY1" fmla="*/ 438150 h 923977"/>
                    <a:gd name="connsiteX2" fmla="*/ 563068 w 649909"/>
                    <a:gd name="connsiteY2" fmla="*/ 847725 h 923977"/>
                    <a:gd name="connsiteX3" fmla="*/ 648793 w 649909"/>
                    <a:gd name="connsiteY3" fmla="*/ 923925 h 923977"/>
                    <a:gd name="connsiteX4" fmla="*/ 648793 w 649909"/>
                    <a:gd name="connsiteY4" fmla="*/ 923925 h 923977"/>
                    <a:gd name="connsiteX0" fmla="*/ 0 w 620241"/>
                    <a:gd name="connsiteY0" fmla="*/ 0 h 485827"/>
                    <a:gd name="connsiteX1" fmla="*/ 533400 w 620241"/>
                    <a:gd name="connsiteY1" fmla="*/ 409575 h 485827"/>
                    <a:gd name="connsiteX2" fmla="*/ 619125 w 620241"/>
                    <a:gd name="connsiteY2" fmla="*/ 485775 h 485827"/>
                    <a:gd name="connsiteX3" fmla="*/ 619125 w 620241"/>
                    <a:gd name="connsiteY3" fmla="*/ 485775 h 485827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620241" h="485827">
                      <a:moveTo>
                        <a:pt x="0" y="0"/>
                      </a:moveTo>
                      <a:cubicBezTo>
                        <a:pt x="74612" y="141288"/>
                        <a:pt x="430213" y="328613"/>
                        <a:pt x="533400" y="409575"/>
                      </a:cubicBezTo>
                      <a:cubicBezTo>
                        <a:pt x="636587" y="490537"/>
                        <a:pt x="619125" y="485775"/>
                        <a:pt x="619125" y="485775"/>
                      </a:cubicBezTo>
                      <a:lnTo>
                        <a:pt x="619125" y="485775"/>
                      </a:lnTo>
                    </a:path>
                  </a:pathLst>
                </a:custGeom>
                <a:noFill/>
                <a:ln w="38100" cap="flat" cmpd="sng" algn="ctr">
                  <a:solidFill>
                    <a:sysClr val="windowText" lastClr="000000"/>
                  </a:solidFill>
                  <a:prstDash val="solid"/>
                  <a:miter lim="800000"/>
                </a:ln>
                <a:effectLst/>
              </p:spPr>
              <p:txBody>
                <a:bodyPr rtlCol="0" anchor="ctr"/>
                <a:lstStyle/>
                <a:p>
                  <a:pPr marL="0" marR="0" lvl="0" indent="0" algn="ctr" defTabSz="457211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1" b="0" i="0" u="none" strike="noStrike" kern="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</a:endParaRPr>
                </a:p>
              </p:txBody>
            </p:sp>
            <p:sp>
              <p:nvSpPr>
                <p:cNvPr id="132" name="Freeform: Shape 131">
                  <a:extLst>
                    <a:ext uri="{FF2B5EF4-FFF2-40B4-BE49-F238E27FC236}">
                      <a16:creationId xmlns:a16="http://schemas.microsoft.com/office/drawing/2014/main" id="{C749EEEA-FAA6-46EB-90FD-268A9A64C960}"/>
                    </a:ext>
                  </a:extLst>
                </p:cNvPr>
                <p:cNvSpPr/>
                <p:nvPr/>
              </p:nvSpPr>
              <p:spPr>
                <a:xfrm flipH="1">
                  <a:off x="4770430" y="6186990"/>
                  <a:ext cx="92468" cy="235601"/>
                </a:xfrm>
                <a:custGeom>
                  <a:avLst/>
                  <a:gdLst>
                    <a:gd name="connsiteX0" fmla="*/ 33338 w 209668"/>
                    <a:gd name="connsiteY0" fmla="*/ 0 h 195262"/>
                    <a:gd name="connsiteX1" fmla="*/ 57150 w 209668"/>
                    <a:gd name="connsiteY1" fmla="*/ 14287 h 195262"/>
                    <a:gd name="connsiteX2" fmla="*/ 71438 w 209668"/>
                    <a:gd name="connsiteY2" fmla="*/ 23812 h 195262"/>
                    <a:gd name="connsiteX3" fmla="*/ 114300 w 209668"/>
                    <a:gd name="connsiteY3" fmla="*/ 33337 h 195262"/>
                    <a:gd name="connsiteX4" fmla="*/ 128588 w 209668"/>
                    <a:gd name="connsiteY4" fmla="*/ 42862 h 195262"/>
                    <a:gd name="connsiteX5" fmla="*/ 166688 w 209668"/>
                    <a:gd name="connsiteY5" fmla="*/ 52387 h 195262"/>
                    <a:gd name="connsiteX6" fmla="*/ 200025 w 209668"/>
                    <a:gd name="connsiteY6" fmla="*/ 61912 h 195262"/>
                    <a:gd name="connsiteX7" fmla="*/ 209550 w 209668"/>
                    <a:gd name="connsiteY7" fmla="*/ 76200 h 195262"/>
                    <a:gd name="connsiteX8" fmla="*/ 185738 w 209668"/>
                    <a:gd name="connsiteY8" fmla="*/ 157162 h 195262"/>
                    <a:gd name="connsiteX9" fmla="*/ 166688 w 209668"/>
                    <a:gd name="connsiteY9" fmla="*/ 166687 h 195262"/>
                    <a:gd name="connsiteX10" fmla="*/ 123825 w 209668"/>
                    <a:gd name="connsiteY10" fmla="*/ 185737 h 195262"/>
                    <a:gd name="connsiteX11" fmla="*/ 109538 w 209668"/>
                    <a:gd name="connsiteY11" fmla="*/ 190500 h 195262"/>
                    <a:gd name="connsiteX12" fmla="*/ 95250 w 209668"/>
                    <a:gd name="connsiteY12" fmla="*/ 195262 h 195262"/>
                    <a:gd name="connsiteX13" fmla="*/ 23813 w 209668"/>
                    <a:gd name="connsiteY13" fmla="*/ 190500 h 195262"/>
                    <a:gd name="connsiteX14" fmla="*/ 9525 w 209668"/>
                    <a:gd name="connsiteY14" fmla="*/ 185737 h 195262"/>
                    <a:gd name="connsiteX15" fmla="*/ 0 w 209668"/>
                    <a:gd name="connsiteY15" fmla="*/ 176212 h 195262"/>
                    <a:gd name="connsiteX0" fmla="*/ 33338 w 209668"/>
                    <a:gd name="connsiteY0" fmla="*/ 0 h 195262"/>
                    <a:gd name="connsiteX1" fmla="*/ 57150 w 209668"/>
                    <a:gd name="connsiteY1" fmla="*/ 14287 h 195262"/>
                    <a:gd name="connsiteX2" fmla="*/ 71438 w 209668"/>
                    <a:gd name="connsiteY2" fmla="*/ 23812 h 195262"/>
                    <a:gd name="connsiteX3" fmla="*/ 114300 w 209668"/>
                    <a:gd name="connsiteY3" fmla="*/ 33337 h 195262"/>
                    <a:gd name="connsiteX4" fmla="*/ 128588 w 209668"/>
                    <a:gd name="connsiteY4" fmla="*/ 42862 h 195262"/>
                    <a:gd name="connsiteX5" fmla="*/ 200025 w 209668"/>
                    <a:gd name="connsiteY5" fmla="*/ 61912 h 195262"/>
                    <a:gd name="connsiteX6" fmla="*/ 209550 w 209668"/>
                    <a:gd name="connsiteY6" fmla="*/ 76200 h 195262"/>
                    <a:gd name="connsiteX7" fmla="*/ 185738 w 209668"/>
                    <a:gd name="connsiteY7" fmla="*/ 157162 h 195262"/>
                    <a:gd name="connsiteX8" fmla="*/ 166688 w 209668"/>
                    <a:gd name="connsiteY8" fmla="*/ 166687 h 195262"/>
                    <a:gd name="connsiteX9" fmla="*/ 123825 w 209668"/>
                    <a:gd name="connsiteY9" fmla="*/ 185737 h 195262"/>
                    <a:gd name="connsiteX10" fmla="*/ 109538 w 209668"/>
                    <a:gd name="connsiteY10" fmla="*/ 190500 h 195262"/>
                    <a:gd name="connsiteX11" fmla="*/ 95250 w 209668"/>
                    <a:gd name="connsiteY11" fmla="*/ 195262 h 195262"/>
                    <a:gd name="connsiteX12" fmla="*/ 23813 w 209668"/>
                    <a:gd name="connsiteY12" fmla="*/ 190500 h 195262"/>
                    <a:gd name="connsiteX13" fmla="*/ 9525 w 209668"/>
                    <a:gd name="connsiteY13" fmla="*/ 185737 h 195262"/>
                    <a:gd name="connsiteX14" fmla="*/ 0 w 209668"/>
                    <a:gd name="connsiteY14" fmla="*/ 176212 h 195262"/>
                    <a:gd name="connsiteX0" fmla="*/ 33338 w 202730"/>
                    <a:gd name="connsiteY0" fmla="*/ 0 h 195262"/>
                    <a:gd name="connsiteX1" fmla="*/ 57150 w 202730"/>
                    <a:gd name="connsiteY1" fmla="*/ 14287 h 195262"/>
                    <a:gd name="connsiteX2" fmla="*/ 71438 w 202730"/>
                    <a:gd name="connsiteY2" fmla="*/ 23812 h 195262"/>
                    <a:gd name="connsiteX3" fmla="*/ 114300 w 202730"/>
                    <a:gd name="connsiteY3" fmla="*/ 33337 h 195262"/>
                    <a:gd name="connsiteX4" fmla="*/ 128588 w 202730"/>
                    <a:gd name="connsiteY4" fmla="*/ 42862 h 195262"/>
                    <a:gd name="connsiteX5" fmla="*/ 200025 w 202730"/>
                    <a:gd name="connsiteY5" fmla="*/ 61912 h 195262"/>
                    <a:gd name="connsiteX6" fmla="*/ 185738 w 202730"/>
                    <a:gd name="connsiteY6" fmla="*/ 157162 h 195262"/>
                    <a:gd name="connsiteX7" fmla="*/ 166688 w 202730"/>
                    <a:gd name="connsiteY7" fmla="*/ 166687 h 195262"/>
                    <a:gd name="connsiteX8" fmla="*/ 123825 w 202730"/>
                    <a:gd name="connsiteY8" fmla="*/ 185737 h 195262"/>
                    <a:gd name="connsiteX9" fmla="*/ 109538 w 202730"/>
                    <a:gd name="connsiteY9" fmla="*/ 190500 h 195262"/>
                    <a:gd name="connsiteX10" fmla="*/ 95250 w 202730"/>
                    <a:gd name="connsiteY10" fmla="*/ 195262 h 195262"/>
                    <a:gd name="connsiteX11" fmla="*/ 23813 w 202730"/>
                    <a:gd name="connsiteY11" fmla="*/ 190500 h 195262"/>
                    <a:gd name="connsiteX12" fmla="*/ 9525 w 202730"/>
                    <a:gd name="connsiteY12" fmla="*/ 185737 h 195262"/>
                    <a:gd name="connsiteX13" fmla="*/ 0 w 202730"/>
                    <a:gd name="connsiteY13" fmla="*/ 176212 h 195262"/>
                    <a:gd name="connsiteX0" fmla="*/ 33338 w 207126"/>
                    <a:gd name="connsiteY0" fmla="*/ 0 h 195262"/>
                    <a:gd name="connsiteX1" fmla="*/ 57150 w 207126"/>
                    <a:gd name="connsiteY1" fmla="*/ 14287 h 195262"/>
                    <a:gd name="connsiteX2" fmla="*/ 71438 w 207126"/>
                    <a:gd name="connsiteY2" fmla="*/ 23812 h 195262"/>
                    <a:gd name="connsiteX3" fmla="*/ 114300 w 207126"/>
                    <a:gd name="connsiteY3" fmla="*/ 33337 h 195262"/>
                    <a:gd name="connsiteX4" fmla="*/ 128588 w 207126"/>
                    <a:gd name="connsiteY4" fmla="*/ 42862 h 195262"/>
                    <a:gd name="connsiteX5" fmla="*/ 204787 w 207126"/>
                    <a:gd name="connsiteY5" fmla="*/ 76199 h 195262"/>
                    <a:gd name="connsiteX6" fmla="*/ 185738 w 207126"/>
                    <a:gd name="connsiteY6" fmla="*/ 157162 h 195262"/>
                    <a:gd name="connsiteX7" fmla="*/ 166688 w 207126"/>
                    <a:gd name="connsiteY7" fmla="*/ 166687 h 195262"/>
                    <a:gd name="connsiteX8" fmla="*/ 123825 w 207126"/>
                    <a:gd name="connsiteY8" fmla="*/ 185737 h 195262"/>
                    <a:gd name="connsiteX9" fmla="*/ 109538 w 207126"/>
                    <a:gd name="connsiteY9" fmla="*/ 190500 h 195262"/>
                    <a:gd name="connsiteX10" fmla="*/ 95250 w 207126"/>
                    <a:gd name="connsiteY10" fmla="*/ 195262 h 195262"/>
                    <a:gd name="connsiteX11" fmla="*/ 23813 w 207126"/>
                    <a:gd name="connsiteY11" fmla="*/ 190500 h 195262"/>
                    <a:gd name="connsiteX12" fmla="*/ 9525 w 207126"/>
                    <a:gd name="connsiteY12" fmla="*/ 185737 h 195262"/>
                    <a:gd name="connsiteX13" fmla="*/ 0 w 207126"/>
                    <a:gd name="connsiteY13" fmla="*/ 176212 h 195262"/>
                    <a:gd name="connsiteX0" fmla="*/ 33338 w 207126"/>
                    <a:gd name="connsiteY0" fmla="*/ 0 h 190500"/>
                    <a:gd name="connsiteX1" fmla="*/ 57150 w 207126"/>
                    <a:gd name="connsiteY1" fmla="*/ 14287 h 190500"/>
                    <a:gd name="connsiteX2" fmla="*/ 71438 w 207126"/>
                    <a:gd name="connsiteY2" fmla="*/ 23812 h 190500"/>
                    <a:gd name="connsiteX3" fmla="*/ 114300 w 207126"/>
                    <a:gd name="connsiteY3" fmla="*/ 33337 h 190500"/>
                    <a:gd name="connsiteX4" fmla="*/ 128588 w 207126"/>
                    <a:gd name="connsiteY4" fmla="*/ 42862 h 190500"/>
                    <a:gd name="connsiteX5" fmla="*/ 204787 w 207126"/>
                    <a:gd name="connsiteY5" fmla="*/ 76199 h 190500"/>
                    <a:gd name="connsiteX6" fmla="*/ 185738 w 207126"/>
                    <a:gd name="connsiteY6" fmla="*/ 157162 h 190500"/>
                    <a:gd name="connsiteX7" fmla="*/ 166688 w 207126"/>
                    <a:gd name="connsiteY7" fmla="*/ 166687 h 190500"/>
                    <a:gd name="connsiteX8" fmla="*/ 123825 w 207126"/>
                    <a:gd name="connsiteY8" fmla="*/ 185737 h 190500"/>
                    <a:gd name="connsiteX9" fmla="*/ 109538 w 207126"/>
                    <a:gd name="connsiteY9" fmla="*/ 190500 h 190500"/>
                    <a:gd name="connsiteX10" fmla="*/ 23813 w 207126"/>
                    <a:gd name="connsiteY10" fmla="*/ 190500 h 190500"/>
                    <a:gd name="connsiteX11" fmla="*/ 9525 w 207126"/>
                    <a:gd name="connsiteY11" fmla="*/ 185737 h 190500"/>
                    <a:gd name="connsiteX12" fmla="*/ 0 w 207126"/>
                    <a:gd name="connsiteY12" fmla="*/ 176212 h 190500"/>
                    <a:gd name="connsiteX0" fmla="*/ 33338 w 207126"/>
                    <a:gd name="connsiteY0" fmla="*/ 0 h 190500"/>
                    <a:gd name="connsiteX1" fmla="*/ 57150 w 207126"/>
                    <a:gd name="connsiteY1" fmla="*/ 14287 h 190500"/>
                    <a:gd name="connsiteX2" fmla="*/ 71438 w 207126"/>
                    <a:gd name="connsiteY2" fmla="*/ 23812 h 190500"/>
                    <a:gd name="connsiteX3" fmla="*/ 114300 w 207126"/>
                    <a:gd name="connsiteY3" fmla="*/ 33337 h 190500"/>
                    <a:gd name="connsiteX4" fmla="*/ 128588 w 207126"/>
                    <a:gd name="connsiteY4" fmla="*/ 42862 h 190500"/>
                    <a:gd name="connsiteX5" fmla="*/ 204787 w 207126"/>
                    <a:gd name="connsiteY5" fmla="*/ 76199 h 190500"/>
                    <a:gd name="connsiteX6" fmla="*/ 185738 w 207126"/>
                    <a:gd name="connsiteY6" fmla="*/ 157162 h 190500"/>
                    <a:gd name="connsiteX7" fmla="*/ 166688 w 207126"/>
                    <a:gd name="connsiteY7" fmla="*/ 166687 h 190500"/>
                    <a:gd name="connsiteX8" fmla="*/ 123825 w 207126"/>
                    <a:gd name="connsiteY8" fmla="*/ 185737 h 190500"/>
                    <a:gd name="connsiteX9" fmla="*/ 23813 w 207126"/>
                    <a:gd name="connsiteY9" fmla="*/ 190500 h 190500"/>
                    <a:gd name="connsiteX10" fmla="*/ 9525 w 207126"/>
                    <a:gd name="connsiteY10" fmla="*/ 185737 h 190500"/>
                    <a:gd name="connsiteX11" fmla="*/ 0 w 207126"/>
                    <a:gd name="connsiteY11" fmla="*/ 176212 h 190500"/>
                    <a:gd name="connsiteX0" fmla="*/ 33338 w 207779"/>
                    <a:gd name="connsiteY0" fmla="*/ 0 h 190500"/>
                    <a:gd name="connsiteX1" fmla="*/ 57150 w 207779"/>
                    <a:gd name="connsiteY1" fmla="*/ 14287 h 190500"/>
                    <a:gd name="connsiteX2" fmla="*/ 71438 w 207779"/>
                    <a:gd name="connsiteY2" fmla="*/ 23812 h 190500"/>
                    <a:gd name="connsiteX3" fmla="*/ 114300 w 207779"/>
                    <a:gd name="connsiteY3" fmla="*/ 33337 h 190500"/>
                    <a:gd name="connsiteX4" fmla="*/ 128588 w 207779"/>
                    <a:gd name="connsiteY4" fmla="*/ 42862 h 190500"/>
                    <a:gd name="connsiteX5" fmla="*/ 204787 w 207779"/>
                    <a:gd name="connsiteY5" fmla="*/ 76199 h 190500"/>
                    <a:gd name="connsiteX6" fmla="*/ 185738 w 207779"/>
                    <a:gd name="connsiteY6" fmla="*/ 157162 h 190500"/>
                    <a:gd name="connsiteX7" fmla="*/ 123825 w 207779"/>
                    <a:gd name="connsiteY7" fmla="*/ 185737 h 190500"/>
                    <a:gd name="connsiteX8" fmla="*/ 23813 w 207779"/>
                    <a:gd name="connsiteY8" fmla="*/ 190500 h 190500"/>
                    <a:gd name="connsiteX9" fmla="*/ 9525 w 207779"/>
                    <a:gd name="connsiteY9" fmla="*/ 185737 h 190500"/>
                    <a:gd name="connsiteX10" fmla="*/ 0 w 207779"/>
                    <a:gd name="connsiteY10" fmla="*/ 176212 h 190500"/>
                    <a:gd name="connsiteX0" fmla="*/ 33338 w 207779"/>
                    <a:gd name="connsiteY0" fmla="*/ 0 h 190500"/>
                    <a:gd name="connsiteX1" fmla="*/ 57150 w 207779"/>
                    <a:gd name="connsiteY1" fmla="*/ 14287 h 190500"/>
                    <a:gd name="connsiteX2" fmla="*/ 114300 w 207779"/>
                    <a:gd name="connsiteY2" fmla="*/ 33337 h 190500"/>
                    <a:gd name="connsiteX3" fmla="*/ 128588 w 207779"/>
                    <a:gd name="connsiteY3" fmla="*/ 42862 h 190500"/>
                    <a:gd name="connsiteX4" fmla="*/ 204787 w 207779"/>
                    <a:gd name="connsiteY4" fmla="*/ 76199 h 190500"/>
                    <a:gd name="connsiteX5" fmla="*/ 185738 w 207779"/>
                    <a:gd name="connsiteY5" fmla="*/ 157162 h 190500"/>
                    <a:gd name="connsiteX6" fmla="*/ 123825 w 207779"/>
                    <a:gd name="connsiteY6" fmla="*/ 185737 h 190500"/>
                    <a:gd name="connsiteX7" fmla="*/ 23813 w 207779"/>
                    <a:gd name="connsiteY7" fmla="*/ 190500 h 190500"/>
                    <a:gd name="connsiteX8" fmla="*/ 9525 w 207779"/>
                    <a:gd name="connsiteY8" fmla="*/ 185737 h 190500"/>
                    <a:gd name="connsiteX9" fmla="*/ 0 w 207779"/>
                    <a:gd name="connsiteY9" fmla="*/ 176212 h 190500"/>
                    <a:gd name="connsiteX0" fmla="*/ 33338 w 208748"/>
                    <a:gd name="connsiteY0" fmla="*/ 0 h 190500"/>
                    <a:gd name="connsiteX1" fmla="*/ 57150 w 208748"/>
                    <a:gd name="connsiteY1" fmla="*/ 14287 h 190500"/>
                    <a:gd name="connsiteX2" fmla="*/ 114300 w 208748"/>
                    <a:gd name="connsiteY2" fmla="*/ 33337 h 190500"/>
                    <a:gd name="connsiteX3" fmla="*/ 204787 w 208748"/>
                    <a:gd name="connsiteY3" fmla="*/ 76199 h 190500"/>
                    <a:gd name="connsiteX4" fmla="*/ 185738 w 208748"/>
                    <a:gd name="connsiteY4" fmla="*/ 157162 h 190500"/>
                    <a:gd name="connsiteX5" fmla="*/ 123825 w 208748"/>
                    <a:gd name="connsiteY5" fmla="*/ 185737 h 190500"/>
                    <a:gd name="connsiteX6" fmla="*/ 23813 w 208748"/>
                    <a:gd name="connsiteY6" fmla="*/ 190500 h 190500"/>
                    <a:gd name="connsiteX7" fmla="*/ 9525 w 208748"/>
                    <a:gd name="connsiteY7" fmla="*/ 185737 h 190500"/>
                    <a:gd name="connsiteX8" fmla="*/ 0 w 208748"/>
                    <a:gd name="connsiteY8" fmla="*/ 176212 h 190500"/>
                    <a:gd name="connsiteX0" fmla="*/ 23813 w 199223"/>
                    <a:gd name="connsiteY0" fmla="*/ 0 h 190500"/>
                    <a:gd name="connsiteX1" fmla="*/ 47625 w 199223"/>
                    <a:gd name="connsiteY1" fmla="*/ 14287 h 190500"/>
                    <a:gd name="connsiteX2" fmla="*/ 104775 w 199223"/>
                    <a:gd name="connsiteY2" fmla="*/ 33337 h 190500"/>
                    <a:gd name="connsiteX3" fmla="*/ 195262 w 199223"/>
                    <a:gd name="connsiteY3" fmla="*/ 76199 h 190500"/>
                    <a:gd name="connsiteX4" fmla="*/ 176213 w 199223"/>
                    <a:gd name="connsiteY4" fmla="*/ 157162 h 190500"/>
                    <a:gd name="connsiteX5" fmla="*/ 114300 w 199223"/>
                    <a:gd name="connsiteY5" fmla="*/ 185737 h 190500"/>
                    <a:gd name="connsiteX6" fmla="*/ 14288 w 199223"/>
                    <a:gd name="connsiteY6" fmla="*/ 190500 h 190500"/>
                    <a:gd name="connsiteX7" fmla="*/ 0 w 199223"/>
                    <a:gd name="connsiteY7" fmla="*/ 185737 h 190500"/>
                    <a:gd name="connsiteX0" fmla="*/ 9525 w 184935"/>
                    <a:gd name="connsiteY0" fmla="*/ 0 h 190500"/>
                    <a:gd name="connsiteX1" fmla="*/ 33337 w 184935"/>
                    <a:gd name="connsiteY1" fmla="*/ 14287 h 190500"/>
                    <a:gd name="connsiteX2" fmla="*/ 90487 w 184935"/>
                    <a:gd name="connsiteY2" fmla="*/ 33337 h 190500"/>
                    <a:gd name="connsiteX3" fmla="*/ 180974 w 184935"/>
                    <a:gd name="connsiteY3" fmla="*/ 76199 h 190500"/>
                    <a:gd name="connsiteX4" fmla="*/ 161925 w 184935"/>
                    <a:gd name="connsiteY4" fmla="*/ 157162 h 190500"/>
                    <a:gd name="connsiteX5" fmla="*/ 100012 w 184935"/>
                    <a:gd name="connsiteY5" fmla="*/ 185737 h 190500"/>
                    <a:gd name="connsiteX6" fmla="*/ 0 w 184935"/>
                    <a:gd name="connsiteY6" fmla="*/ 190500 h 19050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</a:cxnLst>
                  <a:rect l="l" t="t" r="r" b="b"/>
                  <a:pathLst>
                    <a:path w="184935" h="190500">
                      <a:moveTo>
                        <a:pt x="9525" y="0"/>
                      </a:moveTo>
                      <a:cubicBezTo>
                        <a:pt x="17462" y="4762"/>
                        <a:pt x="19843" y="8731"/>
                        <a:pt x="33337" y="14287"/>
                      </a:cubicBezTo>
                      <a:cubicBezTo>
                        <a:pt x="46831" y="19843"/>
                        <a:pt x="65881" y="23018"/>
                        <a:pt x="90487" y="33337"/>
                      </a:cubicBezTo>
                      <a:cubicBezTo>
                        <a:pt x="115093" y="43656"/>
                        <a:pt x="169068" y="55562"/>
                        <a:pt x="180974" y="76199"/>
                      </a:cubicBezTo>
                      <a:cubicBezTo>
                        <a:pt x="192880" y="96836"/>
                        <a:pt x="175419" y="138906"/>
                        <a:pt x="161925" y="157162"/>
                      </a:cubicBezTo>
                      <a:cubicBezTo>
                        <a:pt x="148431" y="175418"/>
                        <a:pt x="126999" y="180181"/>
                        <a:pt x="100012" y="185737"/>
                      </a:cubicBezTo>
                      <a:cubicBezTo>
                        <a:pt x="73025" y="191293"/>
                        <a:pt x="33337" y="188912"/>
                        <a:pt x="0" y="190500"/>
                      </a:cubicBezTo>
                    </a:path>
                  </a:pathLst>
                </a:custGeom>
                <a:noFill/>
                <a:ln w="12700" cap="flat" cmpd="sng" algn="ctr">
                  <a:solidFill>
                    <a:sysClr val="windowText" lastClr="000000"/>
                  </a:solidFill>
                  <a:prstDash val="solid"/>
                  <a:miter lim="800000"/>
                </a:ln>
                <a:effectLst/>
              </p:spPr>
              <p:txBody>
                <a:bodyPr rtlCol="0" anchor="ctr"/>
                <a:lstStyle/>
                <a:p>
                  <a:pPr marL="0" marR="0" lvl="0" indent="0" algn="ctr" defTabSz="457211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1" b="0" i="0" u="none" strike="noStrike" kern="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</a:endParaRPr>
                </a:p>
              </p:txBody>
            </p:sp>
            <p:sp>
              <p:nvSpPr>
                <p:cNvPr id="133" name="Oval 132">
                  <a:extLst>
                    <a:ext uri="{FF2B5EF4-FFF2-40B4-BE49-F238E27FC236}">
                      <a16:creationId xmlns:a16="http://schemas.microsoft.com/office/drawing/2014/main" id="{62B85E30-B052-4C6D-A065-9841B8F4618E}"/>
                    </a:ext>
                  </a:extLst>
                </p:cNvPr>
                <p:cNvSpPr/>
                <p:nvPr/>
              </p:nvSpPr>
              <p:spPr>
                <a:xfrm>
                  <a:off x="5105398" y="5869866"/>
                  <a:ext cx="261279" cy="259520"/>
                </a:xfrm>
                <a:prstGeom prst="ellipse">
                  <a:avLst/>
                </a:prstGeom>
                <a:solidFill>
                  <a:sysClr val="windowText" lastClr="000000"/>
                </a:solidFill>
                <a:ln w="12700" cap="flat" cmpd="sng" algn="ctr">
                  <a:noFill/>
                  <a:prstDash val="solid"/>
                  <a:miter lim="800000"/>
                </a:ln>
                <a:effectLst/>
              </p:spPr>
              <p:txBody>
                <a:bodyPr rtlCol="0" anchor="ctr"/>
                <a:lstStyle/>
                <a:p>
                  <a:pPr marL="0" marR="0" lvl="0" indent="0" algn="ctr" defTabSz="457211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1" b="0" i="0" u="none" strike="noStrike" kern="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</a:endParaRPr>
                </a:p>
              </p:txBody>
            </p:sp>
            <p:sp>
              <p:nvSpPr>
                <p:cNvPr id="134" name="Oval 133">
                  <a:extLst>
                    <a:ext uri="{FF2B5EF4-FFF2-40B4-BE49-F238E27FC236}">
                      <a16:creationId xmlns:a16="http://schemas.microsoft.com/office/drawing/2014/main" id="{64F8F2D9-A6CB-4108-8E57-4982EFCAE8E2}"/>
                    </a:ext>
                  </a:extLst>
                </p:cNvPr>
                <p:cNvSpPr/>
                <p:nvPr/>
              </p:nvSpPr>
              <p:spPr>
                <a:xfrm>
                  <a:off x="4260904" y="5998921"/>
                  <a:ext cx="100007" cy="130464"/>
                </a:xfrm>
                <a:prstGeom prst="ellipse">
                  <a:avLst/>
                </a:prstGeom>
                <a:solidFill>
                  <a:schemeClr val="bg1"/>
                </a:solidFill>
                <a:ln w="12700" cap="flat" cmpd="sng" algn="ctr">
                  <a:noFill/>
                  <a:prstDash val="solid"/>
                  <a:miter lim="800000"/>
                </a:ln>
                <a:effectLst/>
              </p:spPr>
              <p:txBody>
                <a:bodyPr rtlCol="0" anchor="ctr"/>
                <a:lstStyle/>
                <a:p>
                  <a:pPr marL="0" marR="0" lvl="0" indent="0" algn="ctr" defTabSz="457211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1" b="0" i="0" u="none" strike="noStrike" kern="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</a:endParaRPr>
                </a:p>
              </p:txBody>
            </p:sp>
            <p:sp>
              <p:nvSpPr>
                <p:cNvPr id="135" name="Oval 134">
                  <a:extLst>
                    <a:ext uri="{FF2B5EF4-FFF2-40B4-BE49-F238E27FC236}">
                      <a16:creationId xmlns:a16="http://schemas.microsoft.com/office/drawing/2014/main" id="{1E18F2B7-8312-4B94-94CF-AE8CC92445C1}"/>
                    </a:ext>
                  </a:extLst>
                </p:cNvPr>
                <p:cNvSpPr/>
                <p:nvPr/>
              </p:nvSpPr>
              <p:spPr>
                <a:xfrm>
                  <a:off x="5118682" y="5970348"/>
                  <a:ext cx="100007" cy="130464"/>
                </a:xfrm>
                <a:prstGeom prst="ellipse">
                  <a:avLst/>
                </a:prstGeom>
                <a:solidFill>
                  <a:schemeClr val="bg1"/>
                </a:solidFill>
                <a:ln w="12700" cap="flat" cmpd="sng" algn="ctr">
                  <a:noFill/>
                  <a:prstDash val="solid"/>
                  <a:miter lim="800000"/>
                </a:ln>
                <a:effectLst/>
              </p:spPr>
              <p:txBody>
                <a:bodyPr rtlCol="0" anchor="ctr"/>
                <a:lstStyle/>
                <a:p>
                  <a:pPr marL="0" marR="0" lvl="0" indent="0" algn="ctr" defTabSz="457211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1" b="0" i="0" u="none" strike="noStrike" kern="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</a:endParaRPr>
                </a:p>
              </p:txBody>
            </p:sp>
            <p:sp>
              <p:nvSpPr>
                <p:cNvPr id="136" name="Freeform: Shape 135">
                  <a:extLst>
                    <a:ext uri="{FF2B5EF4-FFF2-40B4-BE49-F238E27FC236}">
                      <a16:creationId xmlns:a16="http://schemas.microsoft.com/office/drawing/2014/main" id="{C17E3822-A163-482C-9202-F1FF8380D7A3}"/>
                    </a:ext>
                  </a:extLst>
                </p:cNvPr>
                <p:cNvSpPr/>
                <p:nvPr/>
              </p:nvSpPr>
              <p:spPr>
                <a:xfrm rot="20088599">
                  <a:off x="4081702" y="6900117"/>
                  <a:ext cx="643620" cy="485827"/>
                </a:xfrm>
                <a:custGeom>
                  <a:avLst/>
                  <a:gdLst>
                    <a:gd name="connsiteX0" fmla="*/ 115393 w 649909"/>
                    <a:gd name="connsiteY0" fmla="*/ 0 h 923977"/>
                    <a:gd name="connsiteX1" fmla="*/ 29668 w 649909"/>
                    <a:gd name="connsiteY1" fmla="*/ 438150 h 923977"/>
                    <a:gd name="connsiteX2" fmla="*/ 563068 w 649909"/>
                    <a:gd name="connsiteY2" fmla="*/ 847725 h 923977"/>
                    <a:gd name="connsiteX3" fmla="*/ 648793 w 649909"/>
                    <a:gd name="connsiteY3" fmla="*/ 923925 h 923977"/>
                    <a:gd name="connsiteX4" fmla="*/ 648793 w 649909"/>
                    <a:gd name="connsiteY4" fmla="*/ 923925 h 923977"/>
                    <a:gd name="connsiteX0" fmla="*/ 0 w 620241"/>
                    <a:gd name="connsiteY0" fmla="*/ 0 h 485827"/>
                    <a:gd name="connsiteX1" fmla="*/ 533400 w 620241"/>
                    <a:gd name="connsiteY1" fmla="*/ 409575 h 485827"/>
                    <a:gd name="connsiteX2" fmla="*/ 619125 w 620241"/>
                    <a:gd name="connsiteY2" fmla="*/ 485775 h 485827"/>
                    <a:gd name="connsiteX3" fmla="*/ 619125 w 620241"/>
                    <a:gd name="connsiteY3" fmla="*/ 485775 h 485827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620241" h="485827">
                      <a:moveTo>
                        <a:pt x="0" y="0"/>
                      </a:moveTo>
                      <a:cubicBezTo>
                        <a:pt x="74612" y="141288"/>
                        <a:pt x="430213" y="328613"/>
                        <a:pt x="533400" y="409575"/>
                      </a:cubicBezTo>
                      <a:cubicBezTo>
                        <a:pt x="636587" y="490537"/>
                        <a:pt x="619125" y="485775"/>
                        <a:pt x="619125" y="485775"/>
                      </a:cubicBezTo>
                      <a:lnTo>
                        <a:pt x="619125" y="485775"/>
                      </a:lnTo>
                    </a:path>
                  </a:pathLst>
                </a:custGeom>
                <a:noFill/>
                <a:ln w="38100" cap="flat" cmpd="sng" algn="ctr">
                  <a:solidFill>
                    <a:sysClr val="windowText" lastClr="000000"/>
                  </a:solidFill>
                  <a:prstDash val="solid"/>
                  <a:miter lim="800000"/>
                </a:ln>
                <a:effectLst/>
              </p:spPr>
              <p:txBody>
                <a:bodyPr rtlCol="0" anchor="ctr"/>
                <a:lstStyle/>
                <a:p>
                  <a:pPr marL="0" marR="0" lvl="0" indent="0" algn="ctr" defTabSz="457211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1" b="0" i="0" u="none" strike="noStrike" kern="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</a:endParaRPr>
                </a:p>
              </p:txBody>
            </p:sp>
          </p:grpSp>
          <p:grpSp>
            <p:nvGrpSpPr>
              <p:cNvPr id="88" name="Group 87">
                <a:extLst>
                  <a:ext uri="{FF2B5EF4-FFF2-40B4-BE49-F238E27FC236}">
                    <a16:creationId xmlns:a16="http://schemas.microsoft.com/office/drawing/2014/main" id="{EE887B2C-1730-4FA0-8F10-F99FD8756419}"/>
                  </a:ext>
                </a:extLst>
              </p:cNvPr>
              <p:cNvGrpSpPr/>
              <p:nvPr/>
            </p:nvGrpSpPr>
            <p:grpSpPr>
              <a:xfrm flipH="1">
                <a:off x="1177585" y="2720193"/>
                <a:ext cx="1972366" cy="622592"/>
                <a:chOff x="892393" y="1962692"/>
                <a:chExt cx="1972366" cy="622592"/>
              </a:xfrm>
            </p:grpSpPr>
            <p:sp>
              <p:nvSpPr>
                <p:cNvPr id="89" name="Freeform: Shape 88">
                  <a:extLst>
                    <a:ext uri="{FF2B5EF4-FFF2-40B4-BE49-F238E27FC236}">
                      <a16:creationId xmlns:a16="http://schemas.microsoft.com/office/drawing/2014/main" id="{EF9C212A-2EB7-49B9-8BAF-3164A86FDA12}"/>
                    </a:ext>
                  </a:extLst>
                </p:cNvPr>
                <p:cNvSpPr/>
                <p:nvPr/>
              </p:nvSpPr>
              <p:spPr>
                <a:xfrm flipH="1">
                  <a:off x="892393" y="2452728"/>
                  <a:ext cx="1972366" cy="132556"/>
                </a:xfrm>
                <a:custGeom>
                  <a:avLst/>
                  <a:gdLst>
                    <a:gd name="connsiteX0" fmla="*/ 986183 w 1972366"/>
                    <a:gd name="connsiteY0" fmla="*/ 0 h 132556"/>
                    <a:gd name="connsiteX1" fmla="*/ 69274 w 1972366"/>
                    <a:gd name="connsiteY1" fmla="*/ 29221 h 132556"/>
                    <a:gd name="connsiteX2" fmla="*/ 36471 w 1972366"/>
                    <a:gd name="connsiteY2" fmla="*/ 32458 h 132556"/>
                    <a:gd name="connsiteX3" fmla="*/ 13888 w 1972366"/>
                    <a:gd name="connsiteY3" fmla="*/ 68325 h 132556"/>
                    <a:gd name="connsiteX4" fmla="*/ 0 w 1972366"/>
                    <a:gd name="connsiteY4" fmla="*/ 96142 h 132556"/>
                    <a:gd name="connsiteX5" fmla="*/ 13888 w 1972366"/>
                    <a:gd name="connsiteY5" fmla="*/ 97870 h 132556"/>
                    <a:gd name="connsiteX6" fmla="*/ 986183 w 1972366"/>
                    <a:gd name="connsiteY6" fmla="*/ 132556 h 132556"/>
                    <a:gd name="connsiteX7" fmla="*/ 1958478 w 1972366"/>
                    <a:gd name="connsiteY7" fmla="*/ 97870 h 132556"/>
                    <a:gd name="connsiteX8" fmla="*/ 1972366 w 1972366"/>
                    <a:gd name="connsiteY8" fmla="*/ 96142 h 132556"/>
                    <a:gd name="connsiteX9" fmla="*/ 1958478 w 1972366"/>
                    <a:gd name="connsiteY9" fmla="*/ 68325 h 132556"/>
                    <a:gd name="connsiteX10" fmla="*/ 1935895 w 1972366"/>
                    <a:gd name="connsiteY10" fmla="*/ 32458 h 132556"/>
                    <a:gd name="connsiteX11" fmla="*/ 1903092 w 1972366"/>
                    <a:gd name="connsiteY11" fmla="*/ 29221 h 132556"/>
                    <a:gd name="connsiteX12" fmla="*/ 986183 w 1972366"/>
                    <a:gd name="connsiteY12" fmla="*/ 0 h 132556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</a:cxnLst>
                  <a:rect l="l" t="t" r="r" b="b"/>
                  <a:pathLst>
                    <a:path w="1972366" h="132556">
                      <a:moveTo>
                        <a:pt x="986183" y="0"/>
                      </a:moveTo>
                      <a:cubicBezTo>
                        <a:pt x="604501" y="0"/>
                        <a:pt x="267987" y="11592"/>
                        <a:pt x="69274" y="29221"/>
                      </a:cubicBezTo>
                      <a:lnTo>
                        <a:pt x="36471" y="32458"/>
                      </a:lnTo>
                      <a:lnTo>
                        <a:pt x="13888" y="68325"/>
                      </a:lnTo>
                      <a:lnTo>
                        <a:pt x="0" y="96142"/>
                      </a:lnTo>
                      <a:lnTo>
                        <a:pt x="13888" y="97870"/>
                      </a:lnTo>
                      <a:cubicBezTo>
                        <a:pt x="201135" y="118531"/>
                        <a:pt x="566333" y="132556"/>
                        <a:pt x="986183" y="132556"/>
                      </a:cubicBezTo>
                      <a:cubicBezTo>
                        <a:pt x="1406033" y="132556"/>
                        <a:pt x="1771231" y="118531"/>
                        <a:pt x="1958478" y="97870"/>
                      </a:cubicBezTo>
                      <a:lnTo>
                        <a:pt x="1972366" y="96142"/>
                      </a:lnTo>
                      <a:lnTo>
                        <a:pt x="1958478" y="68325"/>
                      </a:lnTo>
                      <a:lnTo>
                        <a:pt x="1935895" y="32458"/>
                      </a:lnTo>
                      <a:lnTo>
                        <a:pt x="1903092" y="29221"/>
                      </a:lnTo>
                      <a:cubicBezTo>
                        <a:pt x="1704380" y="11592"/>
                        <a:pt x="1367865" y="0"/>
                        <a:pt x="986183" y="0"/>
                      </a:cubicBezTo>
                      <a:close/>
                    </a:path>
                  </a:pathLst>
                </a:custGeom>
                <a:solidFill>
                  <a:sysClr val="windowText" lastClr="000000"/>
                </a:solidFill>
                <a:ln w="57150" cap="flat" cmpd="sng" algn="ctr">
                  <a:solidFill>
                    <a:sysClr val="windowText" lastClr="000000"/>
                  </a:solidFill>
                  <a:prstDash val="solid"/>
                  <a:miter lim="800000"/>
                </a:ln>
                <a:effectLst>
                  <a:outerShdw blurRad="50800" dist="38100" dir="5400000" algn="t" rotWithShape="0">
                    <a:prstClr val="black">
                      <a:alpha val="40000"/>
                    </a:prstClr>
                  </a:outerShdw>
                </a:effectLst>
              </p:spPr>
              <p:txBody>
                <a:bodyPr wrap="square" rtlCol="0" anchor="ctr">
                  <a:noAutofit/>
                </a:bodyPr>
                <a:lstStyle/>
                <a:p>
                  <a:pPr marL="0" marR="0" lvl="0" indent="0" algn="ctr" defTabSz="457211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1" b="0" i="0" u="none" strike="noStrike" kern="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</a:endParaRPr>
                </a:p>
              </p:txBody>
            </p:sp>
            <p:sp>
              <p:nvSpPr>
                <p:cNvPr id="90" name="Freeform: Shape 89">
                  <a:extLst>
                    <a:ext uri="{FF2B5EF4-FFF2-40B4-BE49-F238E27FC236}">
                      <a16:creationId xmlns:a16="http://schemas.microsoft.com/office/drawing/2014/main" id="{2F5F7080-D159-4F30-8397-2A9A28DA8360}"/>
                    </a:ext>
                  </a:extLst>
                </p:cNvPr>
                <p:cNvSpPr/>
                <p:nvPr/>
              </p:nvSpPr>
              <p:spPr>
                <a:xfrm flipH="1">
                  <a:off x="928862" y="1962692"/>
                  <a:ext cx="1899425" cy="522495"/>
                </a:xfrm>
                <a:custGeom>
                  <a:avLst/>
                  <a:gdLst>
                    <a:gd name="connsiteX0" fmla="*/ 949712 w 1899424"/>
                    <a:gd name="connsiteY0" fmla="*/ 0 h 522495"/>
                    <a:gd name="connsiteX1" fmla="*/ 32803 w 1899424"/>
                    <a:gd name="connsiteY1" fmla="*/ 470394 h 522495"/>
                    <a:gd name="connsiteX2" fmla="*/ 0 w 1899424"/>
                    <a:gd name="connsiteY2" fmla="*/ 522495 h 522495"/>
                    <a:gd name="connsiteX3" fmla="*/ 32803 w 1899424"/>
                    <a:gd name="connsiteY3" fmla="*/ 519258 h 522495"/>
                    <a:gd name="connsiteX4" fmla="*/ 949712 w 1899424"/>
                    <a:gd name="connsiteY4" fmla="*/ 490037 h 522495"/>
                    <a:gd name="connsiteX5" fmla="*/ 1866621 w 1899424"/>
                    <a:gd name="connsiteY5" fmla="*/ 519258 h 522495"/>
                    <a:gd name="connsiteX6" fmla="*/ 1899424 w 1899424"/>
                    <a:gd name="connsiteY6" fmla="*/ 522495 h 522495"/>
                    <a:gd name="connsiteX7" fmla="*/ 1866621 w 1899424"/>
                    <a:gd name="connsiteY7" fmla="*/ 470394 h 522495"/>
                    <a:gd name="connsiteX8" fmla="*/ 949712 w 1899424"/>
                    <a:gd name="connsiteY8" fmla="*/ 0 h 52249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</a:cxnLst>
                  <a:rect l="l" t="t" r="r" b="b"/>
                  <a:pathLst>
                    <a:path w="1899424" h="522495">
                      <a:moveTo>
                        <a:pt x="949712" y="0"/>
                      </a:moveTo>
                      <a:cubicBezTo>
                        <a:pt x="568030" y="0"/>
                        <a:pt x="231516" y="186592"/>
                        <a:pt x="32803" y="470394"/>
                      </a:cubicBezTo>
                      <a:lnTo>
                        <a:pt x="0" y="522495"/>
                      </a:lnTo>
                      <a:lnTo>
                        <a:pt x="32803" y="519258"/>
                      </a:lnTo>
                      <a:cubicBezTo>
                        <a:pt x="231516" y="501629"/>
                        <a:pt x="568030" y="490037"/>
                        <a:pt x="949712" y="490037"/>
                      </a:cubicBezTo>
                      <a:cubicBezTo>
                        <a:pt x="1331394" y="490037"/>
                        <a:pt x="1667909" y="501629"/>
                        <a:pt x="1866621" y="519258"/>
                      </a:cubicBezTo>
                      <a:lnTo>
                        <a:pt x="1899424" y="522495"/>
                      </a:lnTo>
                      <a:lnTo>
                        <a:pt x="1866621" y="470394"/>
                      </a:lnTo>
                      <a:cubicBezTo>
                        <a:pt x="1667909" y="186592"/>
                        <a:pt x="1331394" y="0"/>
                        <a:pt x="949712" y="0"/>
                      </a:cubicBezTo>
                      <a:close/>
                    </a:path>
                  </a:pathLst>
                </a:custGeom>
                <a:solidFill>
                  <a:sysClr val="windowText" lastClr="000000"/>
                </a:solidFill>
                <a:ln w="57150" cap="flat" cmpd="sng" algn="ctr">
                  <a:solidFill>
                    <a:sysClr val="windowText" lastClr="000000"/>
                  </a:solidFill>
                  <a:prstDash val="solid"/>
                  <a:miter lim="800000"/>
                </a:ln>
                <a:effectLst>
                  <a:outerShdw blurRad="50800" dist="38100" dir="5400000" algn="t" rotWithShape="0">
                    <a:prstClr val="black">
                      <a:alpha val="40000"/>
                    </a:prstClr>
                  </a:outerShdw>
                </a:effectLst>
              </p:spPr>
              <p:txBody>
                <a:bodyPr wrap="square" rtlCol="0" anchor="ctr">
                  <a:noAutofit/>
                </a:bodyPr>
                <a:lstStyle/>
                <a:p>
                  <a:pPr marL="0" marR="0" lvl="0" indent="0" algn="ctr" defTabSz="457211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1" b="0" i="0" u="none" strike="noStrike" kern="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</a:endParaRPr>
                </a:p>
              </p:txBody>
            </p:sp>
            <p:sp>
              <p:nvSpPr>
                <p:cNvPr id="91" name="Freeform: Shape 90">
                  <a:extLst>
                    <a:ext uri="{FF2B5EF4-FFF2-40B4-BE49-F238E27FC236}">
                      <a16:creationId xmlns:a16="http://schemas.microsoft.com/office/drawing/2014/main" id="{7FA4E11A-5558-4927-A7AD-A285546847E1}"/>
                    </a:ext>
                  </a:extLst>
                </p:cNvPr>
                <p:cNvSpPr/>
                <p:nvPr/>
              </p:nvSpPr>
              <p:spPr>
                <a:xfrm flipH="1">
                  <a:off x="1432708" y="2347203"/>
                  <a:ext cx="156043" cy="63684"/>
                </a:xfrm>
                <a:custGeom>
                  <a:avLst/>
                  <a:gdLst>
                    <a:gd name="connsiteX0" fmla="*/ 156042 w 156042"/>
                    <a:gd name="connsiteY0" fmla="*/ 0 h 63684"/>
                    <a:gd name="connsiteX1" fmla="*/ 133459 w 156042"/>
                    <a:gd name="connsiteY1" fmla="*/ 2228 h 63684"/>
                    <a:gd name="connsiteX2" fmla="*/ 0 w 156042"/>
                    <a:gd name="connsiteY2" fmla="*/ 33820 h 63684"/>
                    <a:gd name="connsiteX3" fmla="*/ 86896 w 156042"/>
                    <a:gd name="connsiteY3" fmla="*/ 59618 h 63684"/>
                    <a:gd name="connsiteX4" fmla="*/ 119571 w 156042"/>
                    <a:gd name="connsiteY4" fmla="*/ 63684 h 63684"/>
                    <a:gd name="connsiteX5" fmla="*/ 133459 w 156042"/>
                    <a:gd name="connsiteY5" fmla="*/ 35867 h 63684"/>
                    <a:gd name="connsiteX6" fmla="*/ 156042 w 156042"/>
                    <a:gd name="connsiteY6" fmla="*/ 0 h 6368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</a:cxnLst>
                  <a:rect l="l" t="t" r="r" b="b"/>
                  <a:pathLst>
                    <a:path w="156042" h="63684">
                      <a:moveTo>
                        <a:pt x="156042" y="0"/>
                      </a:moveTo>
                      <a:lnTo>
                        <a:pt x="133459" y="2228"/>
                      </a:lnTo>
                      <a:cubicBezTo>
                        <a:pt x="48346" y="11619"/>
                        <a:pt x="0" y="22381"/>
                        <a:pt x="0" y="33820"/>
                      </a:cubicBezTo>
                      <a:cubicBezTo>
                        <a:pt x="0" y="42971"/>
                        <a:pt x="30942" y="51689"/>
                        <a:pt x="86896" y="59618"/>
                      </a:cubicBezTo>
                      <a:lnTo>
                        <a:pt x="119571" y="63684"/>
                      </a:lnTo>
                      <a:lnTo>
                        <a:pt x="133459" y="35867"/>
                      </a:lnTo>
                      <a:lnTo>
                        <a:pt x="156042" y="0"/>
                      </a:lnTo>
                      <a:close/>
                    </a:path>
                  </a:pathLst>
                </a:custGeom>
                <a:solidFill>
                  <a:sysClr val="windowText" lastClr="000000"/>
                </a:solidFill>
                <a:ln w="12700" cap="flat" cmpd="sng" algn="ctr">
                  <a:noFill/>
                  <a:prstDash val="solid"/>
                  <a:miter lim="800000"/>
                </a:ln>
                <a:effectLst/>
              </p:spPr>
              <p:txBody>
                <a:bodyPr wrap="square" rtlCol="0" anchor="ctr">
                  <a:noAutofit/>
                </a:bodyPr>
                <a:lstStyle/>
                <a:p>
                  <a:pPr marL="0" marR="0" lvl="0" indent="0" algn="ctr" defTabSz="457211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1" b="0" i="0" u="none" strike="noStrike" kern="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</a:endParaRPr>
                </a:p>
              </p:txBody>
            </p:sp>
          </p:grpSp>
        </p:grpSp>
        <p:sp>
          <p:nvSpPr>
            <p:cNvPr id="85" name="Arc 84">
              <a:extLst>
                <a:ext uri="{FF2B5EF4-FFF2-40B4-BE49-F238E27FC236}">
                  <a16:creationId xmlns:a16="http://schemas.microsoft.com/office/drawing/2014/main" id="{65BB926D-E90E-4B77-A58A-0AB0147FD15B}"/>
                </a:ext>
              </a:extLst>
            </p:cNvPr>
            <p:cNvSpPr/>
            <p:nvPr/>
          </p:nvSpPr>
          <p:spPr>
            <a:xfrm rot="20364936">
              <a:off x="1266858" y="4346575"/>
              <a:ext cx="283451" cy="67487"/>
            </a:xfrm>
            <a:prstGeom prst="arc">
              <a:avLst/>
            </a:prstGeom>
            <a:noFill/>
            <a:ln w="6350" cap="flat" cmpd="sng" algn="ctr">
              <a:solidFill>
                <a:sysClr val="windowText" lastClr="000000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86" name="Arc 85">
              <a:extLst>
                <a:ext uri="{FF2B5EF4-FFF2-40B4-BE49-F238E27FC236}">
                  <a16:creationId xmlns:a16="http://schemas.microsoft.com/office/drawing/2014/main" id="{78DA96B1-1B05-4FDD-A3FF-23C368F9C8AC}"/>
                </a:ext>
              </a:extLst>
            </p:cNvPr>
            <p:cNvSpPr/>
            <p:nvPr/>
          </p:nvSpPr>
          <p:spPr>
            <a:xfrm rot="20364936">
              <a:off x="1760781" y="4344265"/>
              <a:ext cx="283451" cy="67487"/>
            </a:xfrm>
            <a:prstGeom prst="arc">
              <a:avLst/>
            </a:prstGeom>
            <a:noFill/>
            <a:ln w="6350" cap="flat" cmpd="sng" algn="ctr">
              <a:solidFill>
                <a:sysClr val="windowText" lastClr="000000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</p:grpSp>
      <p:grpSp>
        <p:nvGrpSpPr>
          <p:cNvPr id="3" name="Group 2">
            <a:extLst>
              <a:ext uri="{FF2B5EF4-FFF2-40B4-BE49-F238E27FC236}">
                <a16:creationId xmlns:a16="http://schemas.microsoft.com/office/drawing/2014/main" id="{4EBC27D9-8124-4D2B-B107-4D7D3D595CC4}"/>
              </a:ext>
            </a:extLst>
          </p:cNvPr>
          <p:cNvGrpSpPr/>
          <p:nvPr/>
        </p:nvGrpSpPr>
        <p:grpSpPr>
          <a:xfrm>
            <a:off x="3473187" y="8723923"/>
            <a:ext cx="1758528" cy="1926122"/>
            <a:chOff x="8685939" y="7258431"/>
            <a:chExt cx="1758528" cy="1926122"/>
          </a:xfrm>
        </p:grpSpPr>
        <p:cxnSp>
          <p:nvCxnSpPr>
            <p:cNvPr id="48" name="Straight Connector 47">
              <a:extLst>
                <a:ext uri="{FF2B5EF4-FFF2-40B4-BE49-F238E27FC236}">
                  <a16:creationId xmlns:a16="http://schemas.microsoft.com/office/drawing/2014/main" id="{151CF08C-01D6-41D4-A466-6F41B120036F}"/>
                </a:ext>
              </a:extLst>
            </p:cNvPr>
            <p:cNvCxnSpPr>
              <a:cxnSpLocks/>
            </p:cNvCxnSpPr>
            <p:nvPr/>
          </p:nvCxnSpPr>
          <p:spPr>
            <a:xfrm>
              <a:off x="9208216" y="7258431"/>
              <a:ext cx="45135" cy="1595818"/>
            </a:xfrm>
            <a:prstGeom prst="line">
              <a:avLst/>
            </a:prstGeom>
            <a:noFill/>
            <a:ln w="57150" cap="flat" cmpd="sng" algn="ctr">
              <a:solidFill>
                <a:sysClr val="windowText" lastClr="000000"/>
              </a:solidFill>
              <a:prstDash val="solid"/>
              <a:miter lim="800000"/>
            </a:ln>
            <a:effectLst/>
          </p:spPr>
        </p:cxnSp>
        <p:cxnSp>
          <p:nvCxnSpPr>
            <p:cNvPr id="49" name="Straight Connector 48">
              <a:extLst>
                <a:ext uri="{FF2B5EF4-FFF2-40B4-BE49-F238E27FC236}">
                  <a16:creationId xmlns:a16="http://schemas.microsoft.com/office/drawing/2014/main" id="{94DD0347-2AAE-41E4-BB60-71B48D00BFB7}"/>
                </a:ext>
              </a:extLst>
            </p:cNvPr>
            <p:cNvCxnSpPr>
              <a:cxnSpLocks/>
            </p:cNvCxnSpPr>
            <p:nvPr/>
          </p:nvCxnSpPr>
          <p:spPr>
            <a:xfrm>
              <a:off x="10092778" y="7654444"/>
              <a:ext cx="83393" cy="1412440"/>
            </a:xfrm>
            <a:prstGeom prst="line">
              <a:avLst/>
            </a:prstGeom>
            <a:noFill/>
            <a:ln w="57150" cap="flat" cmpd="sng" algn="ctr">
              <a:solidFill>
                <a:sysClr val="windowText" lastClr="000000"/>
              </a:solidFill>
              <a:prstDash val="solid"/>
              <a:miter lim="800000"/>
            </a:ln>
            <a:effectLst/>
          </p:spPr>
        </p:cxnSp>
        <p:sp>
          <p:nvSpPr>
            <p:cNvPr id="50" name="Rectangle: Top Corners Rounded 49">
              <a:extLst>
                <a:ext uri="{FF2B5EF4-FFF2-40B4-BE49-F238E27FC236}">
                  <a16:creationId xmlns:a16="http://schemas.microsoft.com/office/drawing/2014/main" id="{CA2B701D-3B5A-4AA4-A91B-694F2A7BAA28}"/>
                </a:ext>
              </a:extLst>
            </p:cNvPr>
            <p:cNvSpPr/>
            <p:nvPr/>
          </p:nvSpPr>
          <p:spPr>
            <a:xfrm flipH="1">
              <a:off x="8685939" y="8661301"/>
              <a:ext cx="931805" cy="278791"/>
            </a:xfrm>
            <a:prstGeom prst="round2SameRect">
              <a:avLst>
                <a:gd name="adj1" fmla="val 50000"/>
                <a:gd name="adj2" fmla="val 0"/>
              </a:avLst>
            </a:prstGeom>
            <a:solidFill>
              <a:sysClr val="windowText" lastClr="000000"/>
            </a:solidFill>
            <a:ln w="12700" cap="flat" cmpd="sng" algn="ctr">
              <a:noFill/>
              <a:prstDash val="solid"/>
              <a:miter lim="800000"/>
            </a:ln>
            <a:effectLst>
              <a:innerShdw blurRad="114300">
                <a:prstClr val="black"/>
              </a:innerShdw>
            </a:effectLst>
          </p:spPr>
          <p:txBody>
            <a:bodyPr rtlCol="0" anchor="ctr"/>
            <a:lstStyle/>
            <a:p>
              <a:pPr marL="0" marR="0" lvl="0" indent="0" algn="ctr" defTabSz="457211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1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</a:endParaRPr>
            </a:p>
          </p:txBody>
        </p:sp>
        <p:sp>
          <p:nvSpPr>
            <p:cNvPr id="51" name="Rectangle: Top Corners Rounded 50">
              <a:extLst>
                <a:ext uri="{FF2B5EF4-FFF2-40B4-BE49-F238E27FC236}">
                  <a16:creationId xmlns:a16="http://schemas.microsoft.com/office/drawing/2014/main" id="{87281202-7E12-4CAF-894B-62824271AADE}"/>
                </a:ext>
              </a:extLst>
            </p:cNvPr>
            <p:cNvSpPr/>
            <p:nvPr/>
          </p:nvSpPr>
          <p:spPr>
            <a:xfrm flipH="1">
              <a:off x="9512662" y="8905762"/>
              <a:ext cx="931805" cy="278791"/>
            </a:xfrm>
            <a:prstGeom prst="round2SameRect">
              <a:avLst>
                <a:gd name="adj1" fmla="val 50000"/>
                <a:gd name="adj2" fmla="val 0"/>
              </a:avLst>
            </a:prstGeom>
            <a:solidFill>
              <a:sysClr val="windowText" lastClr="000000"/>
            </a:solidFill>
            <a:ln w="12700" cap="flat" cmpd="sng" algn="ctr">
              <a:noFill/>
              <a:prstDash val="solid"/>
              <a:miter lim="800000"/>
            </a:ln>
            <a:effectLst>
              <a:innerShdw blurRad="114300">
                <a:prstClr val="black"/>
              </a:innerShdw>
            </a:effectLst>
          </p:spPr>
          <p:txBody>
            <a:bodyPr rtlCol="0" anchor="ctr"/>
            <a:lstStyle/>
            <a:p>
              <a:pPr marL="0" marR="0" lvl="0" indent="0" algn="ctr" defTabSz="457211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1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</a:endParaRPr>
            </a:p>
          </p:txBody>
        </p:sp>
      </p:grpSp>
      <p:grpSp>
        <p:nvGrpSpPr>
          <p:cNvPr id="92" name="Group 91">
            <a:extLst>
              <a:ext uri="{FF2B5EF4-FFF2-40B4-BE49-F238E27FC236}">
                <a16:creationId xmlns:a16="http://schemas.microsoft.com/office/drawing/2014/main" id="{5F686C9C-B251-4AAF-8C4B-EC0A6A0E5E95}"/>
              </a:ext>
            </a:extLst>
          </p:cNvPr>
          <p:cNvGrpSpPr/>
          <p:nvPr/>
        </p:nvGrpSpPr>
        <p:grpSpPr>
          <a:xfrm>
            <a:off x="2780995" y="-770886"/>
            <a:ext cx="1787011" cy="2356393"/>
            <a:chOff x="2253647" y="285105"/>
            <a:chExt cx="1787011" cy="2356393"/>
          </a:xfrm>
        </p:grpSpPr>
        <p:sp>
          <p:nvSpPr>
            <p:cNvPr id="93" name="Oval 92">
              <a:extLst>
                <a:ext uri="{FF2B5EF4-FFF2-40B4-BE49-F238E27FC236}">
                  <a16:creationId xmlns:a16="http://schemas.microsoft.com/office/drawing/2014/main" id="{1850F090-D6D2-4089-BF76-7A3972D6DC9D}"/>
                </a:ext>
              </a:extLst>
            </p:cNvPr>
            <p:cNvSpPr/>
            <p:nvPr/>
          </p:nvSpPr>
          <p:spPr>
            <a:xfrm>
              <a:off x="2984178" y="1637775"/>
              <a:ext cx="340713" cy="1003723"/>
            </a:xfrm>
            <a:prstGeom prst="ellipse">
              <a:avLst/>
            </a:prstGeom>
            <a:solidFill>
              <a:schemeClr val="bg1"/>
            </a:solidFill>
            <a:ln w="12700" cap="flat" cmpd="sng" algn="ctr">
              <a:solidFill>
                <a:schemeClr val="tx1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cxnSp>
          <p:nvCxnSpPr>
            <p:cNvPr id="94" name="Straight Connector 93">
              <a:extLst>
                <a:ext uri="{FF2B5EF4-FFF2-40B4-BE49-F238E27FC236}">
                  <a16:creationId xmlns:a16="http://schemas.microsoft.com/office/drawing/2014/main" id="{87BF3A99-0EDD-4545-AC11-C797C41C97BD}"/>
                </a:ext>
              </a:extLst>
            </p:cNvPr>
            <p:cNvCxnSpPr/>
            <p:nvPr/>
          </p:nvCxnSpPr>
          <p:spPr>
            <a:xfrm>
              <a:off x="3143199" y="285105"/>
              <a:ext cx="0" cy="997499"/>
            </a:xfrm>
            <a:prstGeom prst="line">
              <a:avLst/>
            </a:prstGeom>
            <a:noFill/>
            <a:ln w="6350" cap="flat" cmpd="sng" algn="ctr">
              <a:solidFill>
                <a:schemeClr val="tx1"/>
              </a:solidFill>
              <a:prstDash val="solid"/>
              <a:miter lim="800000"/>
            </a:ln>
            <a:effectLst/>
          </p:spPr>
        </p:cxnSp>
        <p:sp>
          <p:nvSpPr>
            <p:cNvPr id="95" name="Oval 82">
              <a:extLst>
                <a:ext uri="{FF2B5EF4-FFF2-40B4-BE49-F238E27FC236}">
                  <a16:creationId xmlns:a16="http://schemas.microsoft.com/office/drawing/2014/main" id="{5C975455-9DE0-4D73-88B8-A804C89B9440}"/>
                </a:ext>
              </a:extLst>
            </p:cNvPr>
            <p:cNvSpPr/>
            <p:nvPr/>
          </p:nvSpPr>
          <p:spPr>
            <a:xfrm>
              <a:off x="2253647" y="1143372"/>
              <a:ext cx="1787011" cy="1130240"/>
            </a:xfrm>
            <a:custGeom>
              <a:avLst/>
              <a:gdLst>
                <a:gd name="connsiteX0" fmla="*/ 0 w 1786990"/>
                <a:gd name="connsiteY0" fmla="*/ 371026 h 742052"/>
                <a:gd name="connsiteX1" fmla="*/ 893495 w 1786990"/>
                <a:gd name="connsiteY1" fmla="*/ 0 h 742052"/>
                <a:gd name="connsiteX2" fmla="*/ 1786990 w 1786990"/>
                <a:gd name="connsiteY2" fmla="*/ 371026 h 742052"/>
                <a:gd name="connsiteX3" fmla="*/ 893495 w 1786990"/>
                <a:gd name="connsiteY3" fmla="*/ 742052 h 742052"/>
                <a:gd name="connsiteX4" fmla="*/ 0 w 1786990"/>
                <a:gd name="connsiteY4" fmla="*/ 371026 h 742052"/>
                <a:gd name="connsiteX0" fmla="*/ 0 w 1786990"/>
                <a:gd name="connsiteY0" fmla="*/ 675826 h 1046852"/>
                <a:gd name="connsiteX1" fmla="*/ 893495 w 1786990"/>
                <a:gd name="connsiteY1" fmla="*/ 0 h 1046852"/>
                <a:gd name="connsiteX2" fmla="*/ 1786990 w 1786990"/>
                <a:gd name="connsiteY2" fmla="*/ 675826 h 1046852"/>
                <a:gd name="connsiteX3" fmla="*/ 893495 w 1786990"/>
                <a:gd name="connsiteY3" fmla="*/ 1046852 h 1046852"/>
                <a:gd name="connsiteX4" fmla="*/ 0 w 1786990"/>
                <a:gd name="connsiteY4" fmla="*/ 675826 h 1046852"/>
                <a:gd name="connsiteX0" fmla="*/ 28 w 1787018"/>
                <a:gd name="connsiteY0" fmla="*/ 1027519 h 1398545"/>
                <a:gd name="connsiteX1" fmla="*/ 916969 w 1787018"/>
                <a:gd name="connsiteY1" fmla="*/ 0 h 1398545"/>
                <a:gd name="connsiteX2" fmla="*/ 1787018 w 1787018"/>
                <a:gd name="connsiteY2" fmla="*/ 1027519 h 1398545"/>
                <a:gd name="connsiteX3" fmla="*/ 893523 w 1787018"/>
                <a:gd name="connsiteY3" fmla="*/ 1398545 h 1398545"/>
                <a:gd name="connsiteX4" fmla="*/ 28 w 1787018"/>
                <a:gd name="connsiteY4" fmla="*/ 1027519 h 1398545"/>
                <a:gd name="connsiteX0" fmla="*/ 29 w 1787019"/>
                <a:gd name="connsiteY0" fmla="*/ 1121304 h 1492330"/>
                <a:gd name="connsiteX1" fmla="*/ 870078 w 1787019"/>
                <a:gd name="connsiteY1" fmla="*/ 0 h 1492330"/>
                <a:gd name="connsiteX2" fmla="*/ 1787019 w 1787019"/>
                <a:gd name="connsiteY2" fmla="*/ 1121304 h 1492330"/>
                <a:gd name="connsiteX3" fmla="*/ 893524 w 1787019"/>
                <a:gd name="connsiteY3" fmla="*/ 1492330 h 1492330"/>
                <a:gd name="connsiteX4" fmla="*/ 29 w 1787019"/>
                <a:gd name="connsiteY4" fmla="*/ 1121304 h 1492330"/>
                <a:gd name="connsiteX0" fmla="*/ 21 w 1787011"/>
                <a:gd name="connsiteY0" fmla="*/ 1121304 h 1492330"/>
                <a:gd name="connsiteX1" fmla="*/ 870070 w 1787011"/>
                <a:gd name="connsiteY1" fmla="*/ 0 h 1492330"/>
                <a:gd name="connsiteX2" fmla="*/ 1787011 w 1787011"/>
                <a:gd name="connsiteY2" fmla="*/ 1121304 h 1492330"/>
                <a:gd name="connsiteX3" fmla="*/ 893516 w 1787011"/>
                <a:gd name="connsiteY3" fmla="*/ 1492330 h 1492330"/>
                <a:gd name="connsiteX4" fmla="*/ 21 w 1787011"/>
                <a:gd name="connsiteY4" fmla="*/ 1121304 h 1492330"/>
                <a:gd name="connsiteX0" fmla="*/ 21 w 1787011"/>
                <a:gd name="connsiteY0" fmla="*/ 1121304 h 1232616"/>
                <a:gd name="connsiteX1" fmla="*/ 870070 w 1787011"/>
                <a:gd name="connsiteY1" fmla="*/ 0 h 1232616"/>
                <a:gd name="connsiteX2" fmla="*/ 1787011 w 1787011"/>
                <a:gd name="connsiteY2" fmla="*/ 1121304 h 1232616"/>
                <a:gd name="connsiteX3" fmla="*/ 893516 w 1787011"/>
                <a:gd name="connsiteY3" fmla="*/ 1185491 h 1232616"/>
                <a:gd name="connsiteX4" fmla="*/ 21 w 1787011"/>
                <a:gd name="connsiteY4" fmla="*/ 1121304 h 123261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787011" h="1232616">
                  <a:moveTo>
                    <a:pt x="21" y="1121304"/>
                  </a:moveTo>
                  <a:cubicBezTo>
                    <a:pt x="-3887" y="923722"/>
                    <a:pt x="564175" y="0"/>
                    <a:pt x="870070" y="0"/>
                  </a:cubicBezTo>
                  <a:cubicBezTo>
                    <a:pt x="1175965" y="0"/>
                    <a:pt x="1787011" y="916392"/>
                    <a:pt x="1787011" y="1121304"/>
                  </a:cubicBezTo>
                  <a:cubicBezTo>
                    <a:pt x="1787011" y="1326216"/>
                    <a:pt x="1386980" y="1185491"/>
                    <a:pt x="893516" y="1185491"/>
                  </a:cubicBezTo>
                  <a:cubicBezTo>
                    <a:pt x="400052" y="1185491"/>
                    <a:pt x="3929" y="1318886"/>
                    <a:pt x="21" y="1121304"/>
                  </a:cubicBezTo>
                  <a:close/>
                </a:path>
              </a:pathLst>
            </a:custGeom>
            <a:solidFill>
              <a:sysClr val="windowText" lastClr="000000"/>
            </a:solidFill>
            <a:ln w="12700" cap="flat" cmpd="sng" algn="ctr">
              <a:solidFill>
                <a:schemeClr val="tx1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</p:grpSp>
      <p:grpSp>
        <p:nvGrpSpPr>
          <p:cNvPr id="96" name="Group 95">
            <a:extLst>
              <a:ext uri="{FF2B5EF4-FFF2-40B4-BE49-F238E27FC236}">
                <a16:creationId xmlns:a16="http://schemas.microsoft.com/office/drawing/2014/main" id="{E4499A65-F280-4A71-8BF2-C1F61369E6DB}"/>
              </a:ext>
            </a:extLst>
          </p:cNvPr>
          <p:cNvGrpSpPr/>
          <p:nvPr/>
        </p:nvGrpSpPr>
        <p:grpSpPr>
          <a:xfrm>
            <a:off x="167495" y="7286472"/>
            <a:ext cx="6483410" cy="3124253"/>
            <a:chOff x="627187" y="7810182"/>
            <a:chExt cx="4417118" cy="2957426"/>
          </a:xfrm>
          <a:solidFill>
            <a:schemeClr val="bg1"/>
          </a:solidFill>
        </p:grpSpPr>
        <p:sp>
          <p:nvSpPr>
            <p:cNvPr id="97" name="Oval 40">
              <a:extLst>
                <a:ext uri="{FF2B5EF4-FFF2-40B4-BE49-F238E27FC236}">
                  <a16:creationId xmlns:a16="http://schemas.microsoft.com/office/drawing/2014/main" id="{2D4C4643-1F7D-416D-A0A6-3D0C912BC759}"/>
                </a:ext>
              </a:extLst>
            </p:cNvPr>
            <p:cNvSpPr/>
            <p:nvPr/>
          </p:nvSpPr>
          <p:spPr>
            <a:xfrm>
              <a:off x="2069413" y="10309794"/>
              <a:ext cx="1620781" cy="457814"/>
            </a:xfrm>
            <a:custGeom>
              <a:avLst/>
              <a:gdLst>
                <a:gd name="connsiteX0" fmla="*/ 0 w 1424940"/>
                <a:gd name="connsiteY0" fmla="*/ 140290 h 280579"/>
                <a:gd name="connsiteX1" fmla="*/ 712470 w 1424940"/>
                <a:gd name="connsiteY1" fmla="*/ 0 h 280579"/>
                <a:gd name="connsiteX2" fmla="*/ 1424940 w 1424940"/>
                <a:gd name="connsiteY2" fmla="*/ 140290 h 280579"/>
                <a:gd name="connsiteX3" fmla="*/ 712470 w 1424940"/>
                <a:gd name="connsiteY3" fmla="*/ 280580 h 280579"/>
                <a:gd name="connsiteX4" fmla="*/ 0 w 1424940"/>
                <a:gd name="connsiteY4" fmla="*/ 140290 h 280579"/>
                <a:gd name="connsiteX0" fmla="*/ 15 w 1424955"/>
                <a:gd name="connsiteY0" fmla="*/ 262210 h 402500"/>
                <a:gd name="connsiteX1" fmla="*/ 697245 w 1424955"/>
                <a:gd name="connsiteY1" fmla="*/ 0 h 402500"/>
                <a:gd name="connsiteX2" fmla="*/ 1424955 w 1424955"/>
                <a:gd name="connsiteY2" fmla="*/ 262210 h 402500"/>
                <a:gd name="connsiteX3" fmla="*/ 712485 w 1424955"/>
                <a:gd name="connsiteY3" fmla="*/ 402500 h 402500"/>
                <a:gd name="connsiteX4" fmla="*/ 15 w 1424955"/>
                <a:gd name="connsiteY4" fmla="*/ 262210 h 4025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24955" h="402500">
                  <a:moveTo>
                    <a:pt x="15" y="262210"/>
                  </a:moveTo>
                  <a:cubicBezTo>
                    <a:pt x="-2525" y="195127"/>
                    <a:pt x="303759" y="0"/>
                    <a:pt x="697245" y="0"/>
                  </a:cubicBezTo>
                  <a:cubicBezTo>
                    <a:pt x="1090731" y="0"/>
                    <a:pt x="1424955" y="184730"/>
                    <a:pt x="1424955" y="262210"/>
                  </a:cubicBezTo>
                  <a:cubicBezTo>
                    <a:pt x="1424955" y="339690"/>
                    <a:pt x="1105971" y="402500"/>
                    <a:pt x="712485" y="402500"/>
                  </a:cubicBezTo>
                  <a:cubicBezTo>
                    <a:pt x="318999" y="402500"/>
                    <a:pt x="2555" y="329293"/>
                    <a:pt x="15" y="262210"/>
                  </a:cubicBezTo>
                  <a:close/>
                </a:path>
              </a:pathLst>
            </a:custGeom>
            <a:solidFill>
              <a:schemeClr val="tx1"/>
            </a:solidFill>
            <a:ln w="12700" cap="flat" cmpd="sng" algn="ctr">
              <a:solidFill>
                <a:sysClr val="windowText" lastClr="000000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98" name="Cylinder 97">
              <a:extLst>
                <a:ext uri="{FF2B5EF4-FFF2-40B4-BE49-F238E27FC236}">
                  <a16:creationId xmlns:a16="http://schemas.microsoft.com/office/drawing/2014/main" id="{12B22E8B-2E24-4198-9292-A3FE3FDA90A9}"/>
                </a:ext>
              </a:extLst>
            </p:cNvPr>
            <p:cNvSpPr/>
            <p:nvPr/>
          </p:nvSpPr>
          <p:spPr>
            <a:xfrm>
              <a:off x="2681190" y="8290677"/>
              <a:ext cx="397246" cy="2288969"/>
            </a:xfrm>
            <a:prstGeom prst="can">
              <a:avLst/>
            </a:prstGeom>
            <a:grpFill/>
            <a:ln w="12700" cap="flat" cmpd="sng" algn="ctr">
              <a:solidFill>
                <a:sysClr val="windowText" lastClr="000000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99" name="Freeform: Shape 98">
              <a:extLst>
                <a:ext uri="{FF2B5EF4-FFF2-40B4-BE49-F238E27FC236}">
                  <a16:creationId xmlns:a16="http://schemas.microsoft.com/office/drawing/2014/main" id="{A8273A51-2161-47F0-9FB7-9D9271487646}"/>
                </a:ext>
              </a:extLst>
            </p:cNvPr>
            <p:cNvSpPr/>
            <p:nvPr/>
          </p:nvSpPr>
          <p:spPr>
            <a:xfrm>
              <a:off x="627187" y="7810182"/>
              <a:ext cx="4417118" cy="685760"/>
            </a:xfrm>
            <a:custGeom>
              <a:avLst/>
              <a:gdLst>
                <a:gd name="connsiteX0" fmla="*/ 2152529 w 4417118"/>
                <a:gd name="connsiteY0" fmla="*/ 191263 h 685760"/>
                <a:gd name="connsiteX1" fmla="*/ 2200434 w 4417118"/>
                <a:gd name="connsiteY1" fmla="*/ 192025 h 685760"/>
                <a:gd name="connsiteX2" fmla="*/ 2216305 w 4417118"/>
                <a:gd name="connsiteY2" fmla="*/ 191404 h 685760"/>
                <a:gd name="connsiteX3" fmla="*/ 836335 w 4417118"/>
                <a:gd name="connsiteY3" fmla="*/ 1267 h 685760"/>
                <a:gd name="connsiteX4" fmla="*/ 2216684 w 4417118"/>
                <a:gd name="connsiteY4" fmla="*/ 7913 h 685760"/>
                <a:gd name="connsiteX5" fmla="*/ 4404116 w 4417118"/>
                <a:gd name="connsiteY5" fmla="*/ 99659 h 685760"/>
                <a:gd name="connsiteX6" fmla="*/ 4379629 w 4417118"/>
                <a:gd name="connsiteY6" fmla="*/ 106779 h 685760"/>
                <a:gd name="connsiteX7" fmla="*/ 4417118 w 4417118"/>
                <a:gd name="connsiteY7" fmla="*/ 105313 h 685760"/>
                <a:gd name="connsiteX8" fmla="*/ 4417118 w 4417118"/>
                <a:gd name="connsiteY8" fmla="*/ 355289 h 685760"/>
                <a:gd name="connsiteX9" fmla="*/ 4391187 w 4417118"/>
                <a:gd name="connsiteY9" fmla="*/ 451639 h 685760"/>
                <a:gd name="connsiteX10" fmla="*/ 4362176 w 4417118"/>
                <a:gd name="connsiteY10" fmla="*/ 456390 h 685760"/>
                <a:gd name="connsiteX11" fmla="*/ 4395451 w 4417118"/>
                <a:gd name="connsiteY11" fmla="*/ 462571 h 685760"/>
                <a:gd name="connsiteX12" fmla="*/ 3165968 w 4417118"/>
                <a:gd name="connsiteY12" fmla="*/ 631330 h 685760"/>
                <a:gd name="connsiteX13" fmla="*/ 3137727 w 4417118"/>
                <a:gd name="connsiteY13" fmla="*/ 633520 h 685760"/>
                <a:gd name="connsiteX14" fmla="*/ 3035879 w 4417118"/>
                <a:gd name="connsiteY14" fmla="*/ 644767 h 685760"/>
                <a:gd name="connsiteX15" fmla="*/ 2195018 w 4417118"/>
                <a:gd name="connsiteY15" fmla="*/ 684974 h 685760"/>
                <a:gd name="connsiteX16" fmla="*/ 2173182 w 4417118"/>
                <a:gd name="connsiteY16" fmla="*/ 683624 h 685760"/>
                <a:gd name="connsiteX17" fmla="*/ 2130014 w 4417118"/>
                <a:gd name="connsiteY17" fmla="*/ 684325 h 685760"/>
                <a:gd name="connsiteX18" fmla="*/ 1496735 w 4417118"/>
                <a:gd name="connsiteY18" fmla="*/ 645019 h 685760"/>
                <a:gd name="connsiteX19" fmla="*/ 1239388 w 4417118"/>
                <a:gd name="connsiteY19" fmla="*/ 617081 h 685760"/>
                <a:gd name="connsiteX20" fmla="*/ 1062399 w 4417118"/>
                <a:gd name="connsiteY20" fmla="*/ 602164 h 685760"/>
                <a:gd name="connsiteX21" fmla="*/ 274479 w 4417118"/>
                <a:gd name="connsiteY21" fmla="*/ 476512 h 685760"/>
                <a:gd name="connsiteX22" fmla="*/ 265238 w 4417118"/>
                <a:gd name="connsiteY22" fmla="*/ 473954 h 685760"/>
                <a:gd name="connsiteX23" fmla="*/ 262680 w 4417118"/>
                <a:gd name="connsiteY23" fmla="*/ 473500 h 685760"/>
                <a:gd name="connsiteX24" fmla="*/ 37920 w 4417118"/>
                <a:gd name="connsiteY24" fmla="*/ 410568 h 685760"/>
                <a:gd name="connsiteX25" fmla="*/ 40608 w 4417118"/>
                <a:gd name="connsiteY25" fmla="*/ 410075 h 685760"/>
                <a:gd name="connsiteX26" fmla="*/ 29072 w 4417118"/>
                <a:gd name="connsiteY26" fmla="*/ 404056 h 685760"/>
                <a:gd name="connsiteX27" fmla="*/ 0 w 4417118"/>
                <a:gd name="connsiteY27" fmla="*/ 328204 h 685760"/>
                <a:gd name="connsiteX28" fmla="*/ 0 w 4417118"/>
                <a:gd name="connsiteY28" fmla="*/ 99897 h 685760"/>
                <a:gd name="connsiteX29" fmla="*/ 41476 w 4417118"/>
                <a:gd name="connsiteY29" fmla="*/ 99262 h 685760"/>
                <a:gd name="connsiteX30" fmla="*/ 13001 w 4417118"/>
                <a:gd name="connsiteY30" fmla="*/ 83407 h 685760"/>
                <a:gd name="connsiteX31" fmla="*/ 836335 w 4417118"/>
                <a:gd name="connsiteY31" fmla="*/ 1267 h 6857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</a:cxnLst>
              <a:rect l="l" t="t" r="r" b="b"/>
              <a:pathLst>
                <a:path w="4417118" h="685760">
                  <a:moveTo>
                    <a:pt x="2152529" y="191263"/>
                  </a:moveTo>
                  <a:lnTo>
                    <a:pt x="2200434" y="192025"/>
                  </a:lnTo>
                  <a:lnTo>
                    <a:pt x="2216305" y="191404"/>
                  </a:lnTo>
                  <a:close/>
                  <a:moveTo>
                    <a:pt x="836335" y="1267"/>
                  </a:moveTo>
                  <a:cubicBezTo>
                    <a:pt x="1297128" y="-3486"/>
                    <a:pt x="1850757" y="6559"/>
                    <a:pt x="2216684" y="7913"/>
                  </a:cubicBezTo>
                  <a:cubicBezTo>
                    <a:pt x="2948537" y="10621"/>
                    <a:pt x="4404116" y="48989"/>
                    <a:pt x="4404116" y="99659"/>
                  </a:cubicBezTo>
                  <a:lnTo>
                    <a:pt x="4379629" y="106779"/>
                  </a:lnTo>
                  <a:lnTo>
                    <a:pt x="4417118" y="105313"/>
                  </a:lnTo>
                  <a:lnTo>
                    <a:pt x="4417118" y="355289"/>
                  </a:lnTo>
                  <a:cubicBezTo>
                    <a:pt x="4417118" y="381577"/>
                    <a:pt x="4417475" y="451639"/>
                    <a:pt x="4391187" y="451639"/>
                  </a:cubicBezTo>
                  <a:lnTo>
                    <a:pt x="4362176" y="456390"/>
                  </a:lnTo>
                  <a:lnTo>
                    <a:pt x="4395451" y="462571"/>
                  </a:lnTo>
                  <a:cubicBezTo>
                    <a:pt x="4395451" y="494240"/>
                    <a:pt x="3794208" y="576331"/>
                    <a:pt x="3165968" y="631330"/>
                  </a:cubicBezTo>
                  <a:lnTo>
                    <a:pt x="3137727" y="633520"/>
                  </a:lnTo>
                  <a:lnTo>
                    <a:pt x="3035879" y="644767"/>
                  </a:lnTo>
                  <a:cubicBezTo>
                    <a:pt x="2747784" y="673024"/>
                    <a:pt x="2460736" y="689664"/>
                    <a:pt x="2195018" y="684974"/>
                  </a:cubicBezTo>
                  <a:lnTo>
                    <a:pt x="2173182" y="683624"/>
                  </a:lnTo>
                  <a:lnTo>
                    <a:pt x="2130014" y="684325"/>
                  </a:lnTo>
                  <a:cubicBezTo>
                    <a:pt x="1948450" y="682158"/>
                    <a:pt x="1726912" y="667131"/>
                    <a:pt x="1496735" y="645019"/>
                  </a:cubicBezTo>
                  <a:lnTo>
                    <a:pt x="1239388" y="617081"/>
                  </a:lnTo>
                  <a:lnTo>
                    <a:pt x="1062399" y="602164"/>
                  </a:lnTo>
                  <a:cubicBezTo>
                    <a:pt x="781952" y="572658"/>
                    <a:pt x="512552" y="533250"/>
                    <a:pt x="274479" y="476512"/>
                  </a:cubicBezTo>
                  <a:lnTo>
                    <a:pt x="265238" y="473954"/>
                  </a:lnTo>
                  <a:lnTo>
                    <a:pt x="262680" y="473500"/>
                  </a:lnTo>
                  <a:cubicBezTo>
                    <a:pt x="123285" y="446137"/>
                    <a:pt x="37920" y="423235"/>
                    <a:pt x="37920" y="410568"/>
                  </a:cubicBezTo>
                  <a:lnTo>
                    <a:pt x="40608" y="410075"/>
                  </a:lnTo>
                  <a:lnTo>
                    <a:pt x="29072" y="404056"/>
                  </a:lnTo>
                  <a:cubicBezTo>
                    <a:pt x="11987" y="386166"/>
                    <a:pt x="0" y="347921"/>
                    <a:pt x="0" y="328204"/>
                  </a:cubicBezTo>
                  <a:lnTo>
                    <a:pt x="0" y="99897"/>
                  </a:lnTo>
                  <a:lnTo>
                    <a:pt x="41476" y="99262"/>
                  </a:lnTo>
                  <a:lnTo>
                    <a:pt x="13001" y="83407"/>
                  </a:lnTo>
                  <a:cubicBezTo>
                    <a:pt x="7584" y="25570"/>
                    <a:pt x="375542" y="6020"/>
                    <a:pt x="836335" y="1267"/>
                  </a:cubicBezTo>
                  <a:close/>
                </a:path>
              </a:pathLst>
            </a:custGeom>
            <a:grpFill/>
            <a:ln w="12700" cap="flat" cmpd="sng" algn="ctr">
              <a:solidFill>
                <a:sysClr val="windowText" lastClr="000000"/>
              </a:solidFill>
              <a:prstDash val="solid"/>
              <a:miter lim="800000"/>
            </a:ln>
            <a:effectLst/>
          </p:spPr>
          <p:txBody>
            <a:bodyPr wrap="square" rtlCol="0" anchor="ctr"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</p:grpSp>
      <p:sp>
        <p:nvSpPr>
          <p:cNvPr id="102" name="Oval 101">
            <a:extLst>
              <a:ext uri="{FF2B5EF4-FFF2-40B4-BE49-F238E27FC236}">
                <a16:creationId xmlns:a16="http://schemas.microsoft.com/office/drawing/2014/main" id="{882344C1-2B1A-4B46-9D78-CC08DA4D50BC}"/>
              </a:ext>
            </a:extLst>
          </p:cNvPr>
          <p:cNvSpPr/>
          <p:nvPr/>
        </p:nvSpPr>
        <p:spPr>
          <a:xfrm>
            <a:off x="3726850" y="6733291"/>
            <a:ext cx="1238141" cy="203106"/>
          </a:xfrm>
          <a:prstGeom prst="ellipse">
            <a:avLst/>
          </a:prstGeom>
          <a:solidFill>
            <a:sysClr val="window" lastClr="FFFFFF"/>
          </a:solidFill>
          <a:ln w="28575" cap="flat" cmpd="sng" algn="ctr">
            <a:solidFill>
              <a:sysClr val="windowText" lastClr="000000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grpSp>
        <p:nvGrpSpPr>
          <p:cNvPr id="2" name="Group 1">
            <a:extLst>
              <a:ext uri="{FF2B5EF4-FFF2-40B4-BE49-F238E27FC236}">
                <a16:creationId xmlns:a16="http://schemas.microsoft.com/office/drawing/2014/main" id="{610DB03E-053D-4D4E-B8F8-529BDF6EC9AB}"/>
              </a:ext>
            </a:extLst>
          </p:cNvPr>
          <p:cNvGrpSpPr/>
          <p:nvPr/>
        </p:nvGrpSpPr>
        <p:grpSpPr>
          <a:xfrm>
            <a:off x="3833129" y="6206041"/>
            <a:ext cx="1162961" cy="648154"/>
            <a:chOff x="4056062" y="5660412"/>
            <a:chExt cx="1162961" cy="648154"/>
          </a:xfrm>
        </p:grpSpPr>
        <p:sp>
          <p:nvSpPr>
            <p:cNvPr id="101" name="Block Arc 100">
              <a:extLst>
                <a:ext uri="{FF2B5EF4-FFF2-40B4-BE49-F238E27FC236}">
                  <a16:creationId xmlns:a16="http://schemas.microsoft.com/office/drawing/2014/main" id="{8B8C88E7-EBE1-467C-AC0D-DC783648F0B0}"/>
                </a:ext>
              </a:extLst>
            </p:cNvPr>
            <p:cNvSpPr/>
            <p:nvPr/>
          </p:nvSpPr>
          <p:spPr>
            <a:xfrm rot="8542811">
              <a:off x="4861128" y="5751202"/>
              <a:ext cx="357895" cy="296588"/>
            </a:xfrm>
            <a:prstGeom prst="blockArc">
              <a:avLst>
                <a:gd name="adj1" fmla="val 9254143"/>
                <a:gd name="adj2" fmla="val 19683396"/>
                <a:gd name="adj3" fmla="val 15644"/>
              </a:avLst>
            </a:prstGeom>
            <a:solidFill>
              <a:sysClr val="window" lastClr="FFFFFF"/>
            </a:solidFill>
            <a:ln w="12700" cap="flat" cmpd="sng" algn="ctr">
              <a:solidFill>
                <a:sysClr val="windowText" lastClr="000000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03" name="Oval 493">
              <a:extLst>
                <a:ext uri="{FF2B5EF4-FFF2-40B4-BE49-F238E27FC236}">
                  <a16:creationId xmlns:a16="http://schemas.microsoft.com/office/drawing/2014/main" id="{77CDF963-4E90-49AE-A073-AB1A3E8A15DB}"/>
                </a:ext>
              </a:extLst>
            </p:cNvPr>
            <p:cNvSpPr/>
            <p:nvPr/>
          </p:nvSpPr>
          <p:spPr>
            <a:xfrm>
              <a:off x="4056062" y="5660412"/>
              <a:ext cx="1053822" cy="648154"/>
            </a:xfrm>
            <a:custGeom>
              <a:avLst/>
              <a:gdLst>
                <a:gd name="connsiteX0" fmla="*/ 0 w 620419"/>
                <a:gd name="connsiteY0" fmla="*/ 22860 h 45719"/>
                <a:gd name="connsiteX1" fmla="*/ 310210 w 620419"/>
                <a:gd name="connsiteY1" fmla="*/ 0 h 45719"/>
                <a:gd name="connsiteX2" fmla="*/ 620420 w 620419"/>
                <a:gd name="connsiteY2" fmla="*/ 22860 h 45719"/>
                <a:gd name="connsiteX3" fmla="*/ 310210 w 620419"/>
                <a:gd name="connsiteY3" fmla="*/ 45720 h 45719"/>
                <a:gd name="connsiteX4" fmla="*/ 0 w 620419"/>
                <a:gd name="connsiteY4" fmla="*/ 22860 h 45719"/>
                <a:gd name="connsiteX0" fmla="*/ 0 w 620420"/>
                <a:gd name="connsiteY0" fmla="*/ 34880 h 381590"/>
                <a:gd name="connsiteX1" fmla="*/ 310210 w 620420"/>
                <a:gd name="connsiteY1" fmla="*/ 12020 h 381590"/>
                <a:gd name="connsiteX2" fmla="*/ 620420 w 620420"/>
                <a:gd name="connsiteY2" fmla="*/ 34880 h 381590"/>
                <a:gd name="connsiteX3" fmla="*/ 310210 w 620420"/>
                <a:gd name="connsiteY3" fmla="*/ 381590 h 381590"/>
                <a:gd name="connsiteX4" fmla="*/ 0 w 620420"/>
                <a:gd name="connsiteY4" fmla="*/ 34880 h 381590"/>
                <a:gd name="connsiteX0" fmla="*/ 0 w 620420"/>
                <a:gd name="connsiteY0" fmla="*/ 34880 h 381590"/>
                <a:gd name="connsiteX1" fmla="*/ 310210 w 620420"/>
                <a:gd name="connsiteY1" fmla="*/ 12020 h 381590"/>
                <a:gd name="connsiteX2" fmla="*/ 620420 w 620420"/>
                <a:gd name="connsiteY2" fmla="*/ 34880 h 381590"/>
                <a:gd name="connsiteX3" fmla="*/ 310210 w 620420"/>
                <a:gd name="connsiteY3" fmla="*/ 381590 h 381590"/>
                <a:gd name="connsiteX4" fmla="*/ 0 w 620420"/>
                <a:gd name="connsiteY4" fmla="*/ 34880 h 38159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20420" h="381590">
                  <a:moveTo>
                    <a:pt x="0" y="34880"/>
                  </a:moveTo>
                  <a:cubicBezTo>
                    <a:pt x="0" y="-26715"/>
                    <a:pt x="138886" y="12020"/>
                    <a:pt x="310210" y="12020"/>
                  </a:cubicBezTo>
                  <a:cubicBezTo>
                    <a:pt x="481534" y="12020"/>
                    <a:pt x="620420" y="22255"/>
                    <a:pt x="620420" y="34880"/>
                  </a:cubicBezTo>
                  <a:cubicBezTo>
                    <a:pt x="620420" y="47505"/>
                    <a:pt x="557734" y="381590"/>
                    <a:pt x="310210" y="381590"/>
                  </a:cubicBezTo>
                  <a:cubicBezTo>
                    <a:pt x="62686" y="381590"/>
                    <a:pt x="0" y="96475"/>
                    <a:pt x="0" y="34880"/>
                  </a:cubicBezTo>
                  <a:close/>
                </a:path>
              </a:pathLst>
            </a:custGeom>
            <a:solidFill>
              <a:sysClr val="window" lastClr="FFFFFF"/>
            </a:solidFill>
            <a:ln w="12700" cap="flat" cmpd="sng" algn="ctr">
              <a:solidFill>
                <a:sysClr val="windowText" lastClr="000000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</p:grpSp>
      <p:sp>
        <p:nvSpPr>
          <p:cNvPr id="78" name="Rectangle 77">
            <a:extLst>
              <a:ext uri="{FF2B5EF4-FFF2-40B4-BE49-F238E27FC236}">
                <a16:creationId xmlns:a16="http://schemas.microsoft.com/office/drawing/2014/main" id="{A05EAA5B-FCCD-4527-940B-1391FA11E61D}"/>
              </a:ext>
            </a:extLst>
          </p:cNvPr>
          <p:cNvSpPr/>
          <p:nvPr/>
        </p:nvSpPr>
        <p:spPr>
          <a:xfrm>
            <a:off x="5416483" y="8745417"/>
            <a:ext cx="366389" cy="2066591"/>
          </a:xfrm>
          <a:prstGeom prst="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77" name="Rectangle 76">
            <a:extLst>
              <a:ext uri="{FF2B5EF4-FFF2-40B4-BE49-F238E27FC236}">
                <a16:creationId xmlns:a16="http://schemas.microsoft.com/office/drawing/2014/main" id="{7ED891D5-9A9A-474C-973C-DC51F5AD36AC}"/>
              </a:ext>
            </a:extLst>
          </p:cNvPr>
          <p:cNvSpPr/>
          <p:nvPr/>
        </p:nvSpPr>
        <p:spPr>
          <a:xfrm>
            <a:off x="2887359" y="8745417"/>
            <a:ext cx="366389" cy="2066591"/>
          </a:xfrm>
          <a:prstGeom prst="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80" name="Flowchart: Manual Operation 61">
            <a:extLst>
              <a:ext uri="{FF2B5EF4-FFF2-40B4-BE49-F238E27FC236}">
                <a16:creationId xmlns:a16="http://schemas.microsoft.com/office/drawing/2014/main" id="{D874E2D6-FEE3-4F7F-AEB3-5CB14C5802A2}"/>
              </a:ext>
            </a:extLst>
          </p:cNvPr>
          <p:cNvSpPr/>
          <p:nvPr/>
        </p:nvSpPr>
        <p:spPr>
          <a:xfrm flipV="1">
            <a:off x="2874990" y="8716329"/>
            <a:ext cx="3803277" cy="731632"/>
          </a:xfrm>
          <a:custGeom>
            <a:avLst/>
            <a:gdLst>
              <a:gd name="connsiteX0" fmla="*/ 0 w 10000"/>
              <a:gd name="connsiteY0" fmla="*/ 0 h 10000"/>
              <a:gd name="connsiteX1" fmla="*/ 10000 w 10000"/>
              <a:gd name="connsiteY1" fmla="*/ 0 h 10000"/>
              <a:gd name="connsiteX2" fmla="*/ 8000 w 10000"/>
              <a:gd name="connsiteY2" fmla="*/ 10000 h 10000"/>
              <a:gd name="connsiteX3" fmla="*/ 2000 w 10000"/>
              <a:gd name="connsiteY3" fmla="*/ 10000 h 10000"/>
              <a:gd name="connsiteX4" fmla="*/ 0 w 10000"/>
              <a:gd name="connsiteY4" fmla="*/ 0 h 10000"/>
              <a:gd name="connsiteX0" fmla="*/ 213 w 8000"/>
              <a:gd name="connsiteY0" fmla="*/ 0 h 10406"/>
              <a:gd name="connsiteX1" fmla="*/ 8000 w 8000"/>
              <a:gd name="connsiteY1" fmla="*/ 406 h 10406"/>
              <a:gd name="connsiteX2" fmla="*/ 6000 w 8000"/>
              <a:gd name="connsiteY2" fmla="*/ 10406 h 10406"/>
              <a:gd name="connsiteX3" fmla="*/ 0 w 8000"/>
              <a:gd name="connsiteY3" fmla="*/ 10406 h 10406"/>
              <a:gd name="connsiteX4" fmla="*/ 213 w 8000"/>
              <a:gd name="connsiteY4" fmla="*/ 0 h 10406"/>
              <a:gd name="connsiteX0" fmla="*/ 309 w 10000"/>
              <a:gd name="connsiteY0" fmla="*/ 0 h 9829"/>
              <a:gd name="connsiteX1" fmla="*/ 10000 w 10000"/>
              <a:gd name="connsiteY1" fmla="*/ 219 h 9829"/>
              <a:gd name="connsiteX2" fmla="*/ 7500 w 10000"/>
              <a:gd name="connsiteY2" fmla="*/ 9829 h 9829"/>
              <a:gd name="connsiteX3" fmla="*/ 0 w 10000"/>
              <a:gd name="connsiteY3" fmla="*/ 9829 h 9829"/>
              <a:gd name="connsiteX4" fmla="*/ 309 w 10000"/>
              <a:gd name="connsiteY4" fmla="*/ 0 h 9829"/>
              <a:gd name="connsiteX0" fmla="*/ 1379 w 10000"/>
              <a:gd name="connsiteY0" fmla="*/ 0 h 10000"/>
              <a:gd name="connsiteX1" fmla="*/ 10000 w 10000"/>
              <a:gd name="connsiteY1" fmla="*/ 223 h 10000"/>
              <a:gd name="connsiteX2" fmla="*/ 7500 w 10000"/>
              <a:gd name="connsiteY2" fmla="*/ 10000 h 10000"/>
              <a:gd name="connsiteX3" fmla="*/ 0 w 10000"/>
              <a:gd name="connsiteY3" fmla="*/ 10000 h 10000"/>
              <a:gd name="connsiteX4" fmla="*/ 1379 w 10000"/>
              <a:gd name="connsiteY4" fmla="*/ 0 h 10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0000" h="10000">
                <a:moveTo>
                  <a:pt x="1379" y="0"/>
                </a:moveTo>
                <a:lnTo>
                  <a:pt x="10000" y="223"/>
                </a:lnTo>
                <a:lnTo>
                  <a:pt x="7500" y="10000"/>
                </a:lnTo>
                <a:lnTo>
                  <a:pt x="0" y="10000"/>
                </a:lnTo>
                <a:lnTo>
                  <a:pt x="1379" y="0"/>
                </a:lnTo>
                <a:close/>
              </a:path>
            </a:pathLst>
          </a:cu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04" name="Group 103">
            <a:extLst>
              <a:ext uri="{FF2B5EF4-FFF2-40B4-BE49-F238E27FC236}">
                <a16:creationId xmlns:a16="http://schemas.microsoft.com/office/drawing/2014/main" id="{5AD2AE17-1C43-4409-A5F9-C4B209AEF0FF}"/>
              </a:ext>
            </a:extLst>
          </p:cNvPr>
          <p:cNvGrpSpPr/>
          <p:nvPr/>
        </p:nvGrpSpPr>
        <p:grpSpPr>
          <a:xfrm>
            <a:off x="2781097" y="5452709"/>
            <a:ext cx="3666128" cy="3445811"/>
            <a:chOff x="1278892" y="3682307"/>
            <a:chExt cx="1569188" cy="1474887"/>
          </a:xfrm>
        </p:grpSpPr>
        <p:grpSp>
          <p:nvGrpSpPr>
            <p:cNvPr id="105" name="Group 104">
              <a:extLst>
                <a:ext uri="{FF2B5EF4-FFF2-40B4-BE49-F238E27FC236}">
                  <a16:creationId xmlns:a16="http://schemas.microsoft.com/office/drawing/2014/main" id="{C33B388D-FC66-426F-BD71-05E29E16FC01}"/>
                </a:ext>
              </a:extLst>
            </p:cNvPr>
            <p:cNvGrpSpPr/>
            <p:nvPr/>
          </p:nvGrpSpPr>
          <p:grpSpPr>
            <a:xfrm>
              <a:off x="1664766" y="5065392"/>
              <a:ext cx="588812" cy="71200"/>
              <a:chOff x="10154656" y="4567687"/>
              <a:chExt cx="588812" cy="71200"/>
            </a:xfrm>
          </p:grpSpPr>
          <p:cxnSp>
            <p:nvCxnSpPr>
              <p:cNvPr id="127" name="Straight Connector 126">
                <a:extLst>
                  <a:ext uri="{FF2B5EF4-FFF2-40B4-BE49-F238E27FC236}">
                    <a16:creationId xmlns:a16="http://schemas.microsoft.com/office/drawing/2014/main" id="{1FEFB8DA-6146-4EAD-A784-E09883920DC2}"/>
                  </a:ext>
                </a:extLst>
              </p:cNvPr>
              <p:cNvCxnSpPr>
                <a:cxnSpLocks/>
                <a:endCxn id="75" idx="3"/>
              </p:cNvCxnSpPr>
              <p:nvPr/>
            </p:nvCxnSpPr>
            <p:spPr>
              <a:xfrm flipH="1" flipV="1">
                <a:off x="10154656" y="4584851"/>
                <a:ext cx="281438" cy="31446"/>
              </a:xfrm>
              <a:prstGeom prst="line">
                <a:avLst/>
              </a:prstGeom>
              <a:noFill/>
              <a:ln w="57150" cap="flat" cmpd="sng" algn="ctr">
                <a:solidFill>
                  <a:sysClr val="windowText" lastClr="000000"/>
                </a:solidFill>
                <a:prstDash val="solid"/>
                <a:miter lim="800000"/>
              </a:ln>
              <a:effectLst/>
            </p:spPr>
          </p:cxnSp>
          <p:cxnSp>
            <p:nvCxnSpPr>
              <p:cNvPr id="129" name="Straight Connector 128">
                <a:extLst>
                  <a:ext uri="{FF2B5EF4-FFF2-40B4-BE49-F238E27FC236}">
                    <a16:creationId xmlns:a16="http://schemas.microsoft.com/office/drawing/2014/main" id="{359A60A1-1A23-413B-A49D-C2A9B6371A46}"/>
                  </a:ext>
                </a:extLst>
              </p:cNvPr>
              <p:cNvCxnSpPr>
                <a:cxnSpLocks/>
              </p:cNvCxnSpPr>
              <p:nvPr/>
            </p:nvCxnSpPr>
            <p:spPr>
              <a:xfrm flipH="1" flipV="1">
                <a:off x="10419883" y="4567687"/>
                <a:ext cx="323585" cy="71200"/>
              </a:xfrm>
              <a:prstGeom prst="line">
                <a:avLst/>
              </a:prstGeom>
              <a:noFill/>
              <a:ln w="57150" cap="flat" cmpd="sng" algn="ctr">
                <a:solidFill>
                  <a:sysClr val="windowText" lastClr="000000"/>
                </a:solidFill>
                <a:prstDash val="solid"/>
                <a:miter lim="800000"/>
              </a:ln>
              <a:effectLst/>
            </p:spPr>
          </p:cxnSp>
        </p:grpSp>
        <p:grpSp>
          <p:nvGrpSpPr>
            <p:cNvPr id="106" name="Group 105">
              <a:extLst>
                <a:ext uri="{FF2B5EF4-FFF2-40B4-BE49-F238E27FC236}">
                  <a16:creationId xmlns:a16="http://schemas.microsoft.com/office/drawing/2014/main" id="{1382FA8D-077B-46E2-B85E-3B2ED79794BA}"/>
                </a:ext>
              </a:extLst>
            </p:cNvPr>
            <p:cNvGrpSpPr/>
            <p:nvPr/>
          </p:nvGrpSpPr>
          <p:grpSpPr>
            <a:xfrm>
              <a:off x="1278892" y="3682307"/>
              <a:ext cx="1569188" cy="1474887"/>
              <a:chOff x="8436347" y="151226"/>
              <a:chExt cx="1569188" cy="1474887"/>
            </a:xfrm>
          </p:grpSpPr>
          <p:sp>
            <p:nvSpPr>
              <p:cNvPr id="117" name="Freeform: Shape 116">
                <a:extLst>
                  <a:ext uri="{FF2B5EF4-FFF2-40B4-BE49-F238E27FC236}">
                    <a16:creationId xmlns:a16="http://schemas.microsoft.com/office/drawing/2014/main" id="{2D67ABF4-9411-442E-A2E5-E3E911F68F17}"/>
                  </a:ext>
                </a:extLst>
              </p:cNvPr>
              <p:cNvSpPr/>
              <p:nvPr/>
            </p:nvSpPr>
            <p:spPr>
              <a:xfrm rot="11048408">
                <a:off x="8436347" y="1135856"/>
                <a:ext cx="369493" cy="289419"/>
              </a:xfrm>
              <a:custGeom>
                <a:avLst/>
                <a:gdLst>
                  <a:gd name="connsiteX0" fmla="*/ 115393 w 649909"/>
                  <a:gd name="connsiteY0" fmla="*/ 0 h 923977"/>
                  <a:gd name="connsiteX1" fmla="*/ 29668 w 649909"/>
                  <a:gd name="connsiteY1" fmla="*/ 438150 h 923977"/>
                  <a:gd name="connsiteX2" fmla="*/ 563068 w 649909"/>
                  <a:gd name="connsiteY2" fmla="*/ 847725 h 923977"/>
                  <a:gd name="connsiteX3" fmla="*/ 648793 w 649909"/>
                  <a:gd name="connsiteY3" fmla="*/ 923925 h 923977"/>
                  <a:gd name="connsiteX4" fmla="*/ 648793 w 649909"/>
                  <a:gd name="connsiteY4" fmla="*/ 923925 h 923977"/>
                  <a:gd name="connsiteX0" fmla="*/ 0 w 620241"/>
                  <a:gd name="connsiteY0" fmla="*/ 0 h 485827"/>
                  <a:gd name="connsiteX1" fmla="*/ 533400 w 620241"/>
                  <a:gd name="connsiteY1" fmla="*/ 409575 h 485827"/>
                  <a:gd name="connsiteX2" fmla="*/ 619125 w 620241"/>
                  <a:gd name="connsiteY2" fmla="*/ 485775 h 485827"/>
                  <a:gd name="connsiteX3" fmla="*/ 619125 w 620241"/>
                  <a:gd name="connsiteY3" fmla="*/ 485775 h 48582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620241" h="485827">
                    <a:moveTo>
                      <a:pt x="0" y="0"/>
                    </a:moveTo>
                    <a:cubicBezTo>
                      <a:pt x="74612" y="141288"/>
                      <a:pt x="430213" y="328613"/>
                      <a:pt x="533400" y="409575"/>
                    </a:cubicBezTo>
                    <a:cubicBezTo>
                      <a:pt x="636587" y="490537"/>
                      <a:pt x="619125" y="485775"/>
                      <a:pt x="619125" y="485775"/>
                    </a:cubicBezTo>
                    <a:lnTo>
                      <a:pt x="619125" y="485775"/>
                    </a:lnTo>
                  </a:path>
                </a:pathLst>
              </a:custGeom>
              <a:noFill/>
              <a:ln w="38100" cap="flat" cmpd="sng" algn="ctr">
                <a:solidFill>
                  <a:sysClr val="windowText" lastClr="000000"/>
                </a:solidFill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457211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1" b="0" i="0" u="none" strike="noStrike" kern="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</a:endParaRPr>
              </a:p>
            </p:txBody>
          </p:sp>
          <p:sp>
            <p:nvSpPr>
              <p:cNvPr id="113" name="Oval 112">
                <a:extLst>
                  <a:ext uri="{FF2B5EF4-FFF2-40B4-BE49-F238E27FC236}">
                    <a16:creationId xmlns:a16="http://schemas.microsoft.com/office/drawing/2014/main" id="{6F8F0D68-969E-47FD-8AFE-A42E1AA0C40B}"/>
                  </a:ext>
                </a:extLst>
              </p:cNvPr>
              <p:cNvSpPr/>
              <p:nvPr/>
            </p:nvSpPr>
            <p:spPr>
              <a:xfrm flipH="1">
                <a:off x="8494258" y="167914"/>
                <a:ext cx="1511277" cy="1458199"/>
              </a:xfrm>
              <a:prstGeom prst="ellipse">
                <a:avLst/>
              </a:prstGeom>
              <a:solidFill>
                <a:schemeClr val="bg1"/>
              </a:solidFill>
              <a:ln w="12700" cap="flat" cmpd="sng" algn="ctr">
                <a:noFill/>
                <a:prstDash val="solid"/>
                <a:miter lim="800000"/>
              </a:ln>
              <a:effectLst>
                <a:outerShdw blurRad="63500" sx="102000" sy="102000" algn="ctr" rotWithShape="0">
                  <a:prstClr val="black">
                    <a:alpha val="40000"/>
                  </a:prstClr>
                </a:outerShdw>
              </a:effectLst>
            </p:spPr>
            <p:txBody>
              <a:bodyPr rtlCol="0" anchor="ctr"/>
              <a:lstStyle/>
              <a:p>
                <a:pPr marL="0" marR="0" lvl="0" indent="0" algn="ctr" defTabSz="457211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1" b="0" i="0" u="none" strike="noStrike" kern="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</a:endParaRPr>
              </a:p>
            </p:txBody>
          </p:sp>
          <p:sp>
            <p:nvSpPr>
              <p:cNvPr id="122" name="Freeform: Shape 121">
                <a:extLst>
                  <a:ext uri="{FF2B5EF4-FFF2-40B4-BE49-F238E27FC236}">
                    <a16:creationId xmlns:a16="http://schemas.microsoft.com/office/drawing/2014/main" id="{9F3AF786-EADD-439B-9589-557D9753457E}"/>
                  </a:ext>
                </a:extLst>
              </p:cNvPr>
              <p:cNvSpPr/>
              <p:nvPr/>
            </p:nvSpPr>
            <p:spPr>
              <a:xfrm rot="21354287">
                <a:off x="9770611" y="461319"/>
                <a:ext cx="202070" cy="256470"/>
              </a:xfrm>
              <a:custGeom>
                <a:avLst/>
                <a:gdLst>
                  <a:gd name="connsiteX0" fmla="*/ 0 w 205192"/>
                  <a:gd name="connsiteY0" fmla="*/ 0 h 305266"/>
                  <a:gd name="connsiteX1" fmla="*/ 95531 w 205192"/>
                  <a:gd name="connsiteY1" fmla="*/ 0 h 305266"/>
                  <a:gd name="connsiteX2" fmla="*/ 149297 w 205192"/>
                  <a:gd name="connsiteY2" fmla="*/ 95577 h 305266"/>
                  <a:gd name="connsiteX3" fmla="*/ 194007 w 205192"/>
                  <a:gd name="connsiteY3" fmla="*/ 234551 h 305266"/>
                  <a:gd name="connsiteX4" fmla="*/ 205192 w 205192"/>
                  <a:gd name="connsiteY4" fmla="*/ 305266 h 305266"/>
                  <a:gd name="connsiteX5" fmla="*/ 0 w 205192"/>
                  <a:gd name="connsiteY5" fmla="*/ 305266 h 305266"/>
                  <a:gd name="connsiteX6" fmla="*/ 0 w 205192"/>
                  <a:gd name="connsiteY6" fmla="*/ 0 h 30526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205192" h="305266">
                    <a:moveTo>
                      <a:pt x="0" y="0"/>
                    </a:moveTo>
                    <a:lnTo>
                      <a:pt x="95531" y="0"/>
                    </a:lnTo>
                    <a:lnTo>
                      <a:pt x="149297" y="95577"/>
                    </a:lnTo>
                    <a:cubicBezTo>
                      <a:pt x="168711" y="139865"/>
                      <a:pt x="183786" y="186355"/>
                      <a:pt x="194007" y="234551"/>
                    </a:cubicBezTo>
                    <a:lnTo>
                      <a:pt x="205192" y="305266"/>
                    </a:lnTo>
                    <a:lnTo>
                      <a:pt x="0" y="305266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ysClr val="windowText" lastClr="000000"/>
              </a:solidFill>
              <a:ln w="12700" cap="flat" cmpd="sng" algn="ctr">
                <a:solidFill>
                  <a:sysClr val="windowText" lastClr="000000"/>
                </a:solidFill>
                <a:prstDash val="solid"/>
                <a:miter lim="800000"/>
              </a:ln>
              <a:effectLst/>
            </p:spPr>
            <p:txBody>
              <a:bodyPr rot="0" spcFirstLastPara="0" vertOverflow="overflow" horzOverflow="overflow" vert="horz" wrap="square" lIns="162560" tIns="81280" rIns="162560" bIns="8128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3200" b="0" i="0" u="none" strike="noStrike" kern="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</a:endParaRPr>
              </a:p>
            </p:txBody>
          </p:sp>
          <p:sp>
            <p:nvSpPr>
              <p:cNvPr id="123" name="Freeform: Shape 122">
                <a:extLst>
                  <a:ext uri="{FF2B5EF4-FFF2-40B4-BE49-F238E27FC236}">
                    <a16:creationId xmlns:a16="http://schemas.microsoft.com/office/drawing/2014/main" id="{59293083-2A40-4154-9BDB-A077BCF436C3}"/>
                  </a:ext>
                </a:extLst>
              </p:cNvPr>
              <p:cNvSpPr/>
              <p:nvPr/>
            </p:nvSpPr>
            <p:spPr>
              <a:xfrm rot="19829129" flipH="1">
                <a:off x="8475677" y="421604"/>
                <a:ext cx="426953" cy="322440"/>
              </a:xfrm>
              <a:custGeom>
                <a:avLst/>
                <a:gdLst>
                  <a:gd name="connsiteX0" fmla="*/ 27335 w 122225"/>
                  <a:gd name="connsiteY0" fmla="*/ 0 h 264148"/>
                  <a:gd name="connsiteX1" fmla="*/ 0 w 122225"/>
                  <a:gd name="connsiteY1" fmla="*/ 0 h 264148"/>
                  <a:gd name="connsiteX2" fmla="*/ 43973 w 122225"/>
                  <a:gd name="connsiteY2" fmla="*/ 88634 h 264148"/>
                  <a:gd name="connsiteX3" fmla="*/ 82660 w 122225"/>
                  <a:gd name="connsiteY3" fmla="*/ 224990 h 264148"/>
                  <a:gd name="connsiteX4" fmla="*/ 88122 w 122225"/>
                  <a:gd name="connsiteY4" fmla="*/ 264148 h 264148"/>
                  <a:gd name="connsiteX5" fmla="*/ 122225 w 122225"/>
                  <a:gd name="connsiteY5" fmla="*/ 264148 h 264148"/>
                  <a:gd name="connsiteX6" fmla="*/ 112547 w 122225"/>
                  <a:gd name="connsiteY6" fmla="*/ 202958 h 264148"/>
                  <a:gd name="connsiteX7" fmla="*/ 73859 w 122225"/>
                  <a:gd name="connsiteY7" fmla="*/ 82703 h 264148"/>
                  <a:gd name="connsiteX8" fmla="*/ 27335 w 122225"/>
                  <a:gd name="connsiteY8" fmla="*/ 0 h 264148"/>
                  <a:gd name="connsiteX0" fmla="*/ 27335 w 122225"/>
                  <a:gd name="connsiteY0" fmla="*/ 0 h 335347"/>
                  <a:gd name="connsiteX1" fmla="*/ 0 w 122225"/>
                  <a:gd name="connsiteY1" fmla="*/ 0 h 335347"/>
                  <a:gd name="connsiteX2" fmla="*/ 43973 w 122225"/>
                  <a:gd name="connsiteY2" fmla="*/ 88634 h 335347"/>
                  <a:gd name="connsiteX3" fmla="*/ 82660 w 122225"/>
                  <a:gd name="connsiteY3" fmla="*/ 224990 h 335347"/>
                  <a:gd name="connsiteX4" fmla="*/ 87054 w 122225"/>
                  <a:gd name="connsiteY4" fmla="*/ 335347 h 335347"/>
                  <a:gd name="connsiteX5" fmla="*/ 122225 w 122225"/>
                  <a:gd name="connsiteY5" fmla="*/ 264148 h 335347"/>
                  <a:gd name="connsiteX6" fmla="*/ 112547 w 122225"/>
                  <a:gd name="connsiteY6" fmla="*/ 202958 h 335347"/>
                  <a:gd name="connsiteX7" fmla="*/ 73859 w 122225"/>
                  <a:gd name="connsiteY7" fmla="*/ 82703 h 335347"/>
                  <a:gd name="connsiteX8" fmla="*/ 27335 w 122225"/>
                  <a:gd name="connsiteY8" fmla="*/ 0 h 335347"/>
                  <a:gd name="connsiteX0" fmla="*/ 0 w 94890"/>
                  <a:gd name="connsiteY0" fmla="*/ 0 h 335347"/>
                  <a:gd name="connsiteX1" fmla="*/ 16638 w 94890"/>
                  <a:gd name="connsiteY1" fmla="*/ 88634 h 335347"/>
                  <a:gd name="connsiteX2" fmla="*/ 55325 w 94890"/>
                  <a:gd name="connsiteY2" fmla="*/ 224990 h 335347"/>
                  <a:gd name="connsiteX3" fmla="*/ 59719 w 94890"/>
                  <a:gd name="connsiteY3" fmla="*/ 335347 h 335347"/>
                  <a:gd name="connsiteX4" fmla="*/ 94890 w 94890"/>
                  <a:gd name="connsiteY4" fmla="*/ 264148 h 335347"/>
                  <a:gd name="connsiteX5" fmla="*/ 85212 w 94890"/>
                  <a:gd name="connsiteY5" fmla="*/ 202958 h 335347"/>
                  <a:gd name="connsiteX6" fmla="*/ 46524 w 94890"/>
                  <a:gd name="connsiteY6" fmla="*/ 82703 h 335347"/>
                  <a:gd name="connsiteX7" fmla="*/ 0 w 94890"/>
                  <a:gd name="connsiteY7" fmla="*/ 0 h 335347"/>
                  <a:gd name="connsiteX0" fmla="*/ 29886 w 78252"/>
                  <a:gd name="connsiteY0" fmla="*/ 0 h 252644"/>
                  <a:gd name="connsiteX1" fmla="*/ 0 w 78252"/>
                  <a:gd name="connsiteY1" fmla="*/ 5931 h 252644"/>
                  <a:gd name="connsiteX2" fmla="*/ 38687 w 78252"/>
                  <a:gd name="connsiteY2" fmla="*/ 142287 h 252644"/>
                  <a:gd name="connsiteX3" fmla="*/ 43081 w 78252"/>
                  <a:gd name="connsiteY3" fmla="*/ 252644 h 252644"/>
                  <a:gd name="connsiteX4" fmla="*/ 78252 w 78252"/>
                  <a:gd name="connsiteY4" fmla="*/ 181445 h 252644"/>
                  <a:gd name="connsiteX5" fmla="*/ 68574 w 78252"/>
                  <a:gd name="connsiteY5" fmla="*/ 120255 h 252644"/>
                  <a:gd name="connsiteX6" fmla="*/ 29886 w 78252"/>
                  <a:gd name="connsiteY6" fmla="*/ 0 h 252644"/>
                  <a:gd name="connsiteX0" fmla="*/ 29886 w 78252"/>
                  <a:gd name="connsiteY0" fmla="*/ 0 h 292095"/>
                  <a:gd name="connsiteX1" fmla="*/ 0 w 78252"/>
                  <a:gd name="connsiteY1" fmla="*/ 5931 h 292095"/>
                  <a:gd name="connsiteX2" fmla="*/ 38687 w 78252"/>
                  <a:gd name="connsiteY2" fmla="*/ 142287 h 292095"/>
                  <a:gd name="connsiteX3" fmla="*/ 44864 w 78252"/>
                  <a:gd name="connsiteY3" fmla="*/ 292095 h 292095"/>
                  <a:gd name="connsiteX4" fmla="*/ 78252 w 78252"/>
                  <a:gd name="connsiteY4" fmla="*/ 181445 h 292095"/>
                  <a:gd name="connsiteX5" fmla="*/ 68574 w 78252"/>
                  <a:gd name="connsiteY5" fmla="*/ 120255 h 292095"/>
                  <a:gd name="connsiteX6" fmla="*/ 29886 w 78252"/>
                  <a:gd name="connsiteY6" fmla="*/ 0 h 292095"/>
                  <a:gd name="connsiteX0" fmla="*/ 29886 w 79844"/>
                  <a:gd name="connsiteY0" fmla="*/ 0 h 292095"/>
                  <a:gd name="connsiteX1" fmla="*/ 0 w 79844"/>
                  <a:gd name="connsiteY1" fmla="*/ 5931 h 292095"/>
                  <a:gd name="connsiteX2" fmla="*/ 38687 w 79844"/>
                  <a:gd name="connsiteY2" fmla="*/ 142287 h 292095"/>
                  <a:gd name="connsiteX3" fmla="*/ 44864 w 79844"/>
                  <a:gd name="connsiteY3" fmla="*/ 292095 h 292095"/>
                  <a:gd name="connsiteX4" fmla="*/ 79844 w 79844"/>
                  <a:gd name="connsiteY4" fmla="*/ 177056 h 292095"/>
                  <a:gd name="connsiteX5" fmla="*/ 68574 w 79844"/>
                  <a:gd name="connsiteY5" fmla="*/ 120255 h 292095"/>
                  <a:gd name="connsiteX6" fmla="*/ 29886 w 79844"/>
                  <a:gd name="connsiteY6" fmla="*/ 0 h 292095"/>
                  <a:gd name="connsiteX0" fmla="*/ 68574 w 79844"/>
                  <a:gd name="connsiteY0" fmla="*/ 114434 h 286274"/>
                  <a:gd name="connsiteX1" fmla="*/ 0 w 79844"/>
                  <a:gd name="connsiteY1" fmla="*/ 110 h 286274"/>
                  <a:gd name="connsiteX2" fmla="*/ 38687 w 79844"/>
                  <a:gd name="connsiteY2" fmla="*/ 136466 h 286274"/>
                  <a:gd name="connsiteX3" fmla="*/ 44864 w 79844"/>
                  <a:gd name="connsiteY3" fmla="*/ 286274 h 286274"/>
                  <a:gd name="connsiteX4" fmla="*/ 79844 w 79844"/>
                  <a:gd name="connsiteY4" fmla="*/ 171235 h 286274"/>
                  <a:gd name="connsiteX5" fmla="*/ 68574 w 79844"/>
                  <a:gd name="connsiteY5" fmla="*/ 114434 h 286274"/>
                  <a:gd name="connsiteX0" fmla="*/ 68574 w 79844"/>
                  <a:gd name="connsiteY0" fmla="*/ 121770 h 293610"/>
                  <a:gd name="connsiteX1" fmla="*/ 0 w 79844"/>
                  <a:gd name="connsiteY1" fmla="*/ 7446 h 293610"/>
                  <a:gd name="connsiteX2" fmla="*/ 38687 w 79844"/>
                  <a:gd name="connsiteY2" fmla="*/ 143802 h 293610"/>
                  <a:gd name="connsiteX3" fmla="*/ 44864 w 79844"/>
                  <a:gd name="connsiteY3" fmla="*/ 293610 h 293610"/>
                  <a:gd name="connsiteX4" fmla="*/ 79844 w 79844"/>
                  <a:gd name="connsiteY4" fmla="*/ 178571 h 293610"/>
                  <a:gd name="connsiteX5" fmla="*/ 68574 w 79844"/>
                  <a:gd name="connsiteY5" fmla="*/ 121770 h 29361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79844" h="293610">
                    <a:moveTo>
                      <a:pt x="68574" y="121770"/>
                    </a:moveTo>
                    <a:cubicBezTo>
                      <a:pt x="24659" y="-37387"/>
                      <a:pt x="4981" y="3774"/>
                      <a:pt x="0" y="7446"/>
                    </a:cubicBezTo>
                    <a:cubicBezTo>
                      <a:pt x="16799" y="50900"/>
                      <a:pt x="29843" y="96514"/>
                      <a:pt x="38687" y="143802"/>
                    </a:cubicBezTo>
                    <a:lnTo>
                      <a:pt x="44864" y="293610"/>
                    </a:lnTo>
                    <a:lnTo>
                      <a:pt x="79844" y="178571"/>
                    </a:lnTo>
                    <a:lnTo>
                      <a:pt x="68574" y="121770"/>
                    </a:lnTo>
                    <a:close/>
                  </a:path>
                </a:pathLst>
              </a:custGeom>
              <a:solidFill>
                <a:sysClr val="windowText" lastClr="000000"/>
              </a:solidFill>
              <a:ln w="12700" cap="flat" cmpd="sng" algn="ctr">
                <a:solidFill>
                  <a:sysClr val="windowText" lastClr="000000"/>
                </a:solidFill>
                <a:prstDash val="solid"/>
                <a:miter lim="800000"/>
              </a:ln>
              <a:effectLst/>
            </p:spPr>
            <p:txBody>
              <a:bodyPr rot="0" spcFirstLastPara="0" vertOverflow="overflow" horzOverflow="overflow" vert="horz" wrap="square" lIns="162560" tIns="81280" rIns="162560" bIns="8128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3200" b="0" i="0" u="none" strike="noStrike" kern="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</a:endParaRPr>
              </a:p>
            </p:txBody>
          </p:sp>
          <p:sp>
            <p:nvSpPr>
              <p:cNvPr id="124" name="Freeform: Shape 123">
                <a:extLst>
                  <a:ext uri="{FF2B5EF4-FFF2-40B4-BE49-F238E27FC236}">
                    <a16:creationId xmlns:a16="http://schemas.microsoft.com/office/drawing/2014/main" id="{ADE6B87C-1BD1-44DA-96B5-23F3591ADE22}"/>
                  </a:ext>
                </a:extLst>
              </p:cNvPr>
              <p:cNvSpPr/>
              <p:nvPr/>
            </p:nvSpPr>
            <p:spPr>
              <a:xfrm>
                <a:off x="8635605" y="151226"/>
                <a:ext cx="1228582" cy="315649"/>
              </a:xfrm>
              <a:custGeom>
                <a:avLst/>
                <a:gdLst>
                  <a:gd name="connsiteX0" fmla="*/ 647190 w 1294381"/>
                  <a:gd name="connsiteY0" fmla="*/ 0 h 358077"/>
                  <a:gd name="connsiteX1" fmla="*/ 1273778 w 1294381"/>
                  <a:gd name="connsiteY1" fmla="*/ 321453 h 358077"/>
                  <a:gd name="connsiteX2" fmla="*/ 1294381 w 1294381"/>
                  <a:gd name="connsiteY2" fmla="*/ 358077 h 358077"/>
                  <a:gd name="connsiteX3" fmla="*/ 0 w 1294381"/>
                  <a:gd name="connsiteY3" fmla="*/ 358077 h 358077"/>
                  <a:gd name="connsiteX4" fmla="*/ 20602 w 1294381"/>
                  <a:gd name="connsiteY4" fmla="*/ 321453 h 358077"/>
                  <a:gd name="connsiteX5" fmla="*/ 647190 w 1294381"/>
                  <a:gd name="connsiteY5" fmla="*/ 0 h 35807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1294381" h="358077">
                    <a:moveTo>
                      <a:pt x="647190" y="0"/>
                    </a:moveTo>
                    <a:cubicBezTo>
                      <a:pt x="908020" y="0"/>
                      <a:pt x="1137984" y="127511"/>
                      <a:pt x="1273778" y="321453"/>
                    </a:cubicBezTo>
                    <a:lnTo>
                      <a:pt x="1294381" y="358077"/>
                    </a:lnTo>
                    <a:lnTo>
                      <a:pt x="0" y="358077"/>
                    </a:lnTo>
                    <a:lnTo>
                      <a:pt x="20602" y="321453"/>
                    </a:lnTo>
                    <a:cubicBezTo>
                      <a:pt x="156396" y="127511"/>
                      <a:pt x="386360" y="0"/>
                      <a:pt x="647190" y="0"/>
                    </a:cubicBezTo>
                    <a:close/>
                  </a:path>
                </a:pathLst>
              </a:custGeom>
              <a:solidFill>
                <a:sysClr val="windowText" lastClr="000000"/>
              </a:solidFill>
              <a:ln w="57150" cap="flat" cmpd="sng" algn="ctr">
                <a:noFill/>
                <a:prstDash val="solid"/>
                <a:miter lim="800000"/>
              </a:ln>
              <a:effectLst/>
            </p:spPr>
            <p:txBody>
              <a:bodyPr wrap="square" rtlCol="0" anchor="ctr">
                <a:noAutofit/>
              </a:bodyPr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</p:grpSp>
      </p:grpSp>
      <p:sp>
        <p:nvSpPr>
          <p:cNvPr id="73" name="Rectangle 72">
            <a:extLst>
              <a:ext uri="{FF2B5EF4-FFF2-40B4-BE49-F238E27FC236}">
                <a16:creationId xmlns:a16="http://schemas.microsoft.com/office/drawing/2014/main" id="{F78AAEE3-C0B6-439F-9A0B-4EB9361C0906}"/>
              </a:ext>
            </a:extLst>
          </p:cNvPr>
          <p:cNvSpPr/>
          <p:nvPr/>
        </p:nvSpPr>
        <p:spPr>
          <a:xfrm rot="5400000">
            <a:off x="4502299" y="4860620"/>
            <a:ext cx="1097614" cy="3053946"/>
          </a:xfrm>
          <a:prstGeom prst="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74" name="Rectangle 73">
            <a:extLst>
              <a:ext uri="{FF2B5EF4-FFF2-40B4-BE49-F238E27FC236}">
                <a16:creationId xmlns:a16="http://schemas.microsoft.com/office/drawing/2014/main" id="{3627EC73-FFA6-4321-B142-0DBF3D4FD889}"/>
              </a:ext>
            </a:extLst>
          </p:cNvPr>
          <p:cNvSpPr/>
          <p:nvPr/>
        </p:nvSpPr>
        <p:spPr>
          <a:xfrm rot="5400000">
            <a:off x="4924124" y="6486339"/>
            <a:ext cx="366389" cy="3166373"/>
          </a:xfrm>
          <a:prstGeom prst="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75" name="Rectangle 74">
            <a:extLst>
              <a:ext uri="{FF2B5EF4-FFF2-40B4-BE49-F238E27FC236}">
                <a16:creationId xmlns:a16="http://schemas.microsoft.com/office/drawing/2014/main" id="{CD57AAE5-ED36-4C76-AE60-0949743D3DB8}"/>
              </a:ext>
            </a:extLst>
          </p:cNvPr>
          <p:cNvSpPr/>
          <p:nvPr/>
        </p:nvSpPr>
        <p:spPr>
          <a:xfrm>
            <a:off x="3371735" y="5838066"/>
            <a:ext cx="310888" cy="5772150"/>
          </a:xfrm>
          <a:prstGeom prst="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6" name="Rectangle 75">
            <a:extLst>
              <a:ext uri="{FF2B5EF4-FFF2-40B4-BE49-F238E27FC236}">
                <a16:creationId xmlns:a16="http://schemas.microsoft.com/office/drawing/2014/main" id="{51FA4BB7-CE79-49FB-A4D3-9D82D4D2D56F}"/>
              </a:ext>
            </a:extLst>
          </p:cNvPr>
          <p:cNvSpPr/>
          <p:nvPr/>
        </p:nvSpPr>
        <p:spPr>
          <a:xfrm>
            <a:off x="6379617" y="5837848"/>
            <a:ext cx="310888" cy="5772150"/>
          </a:xfrm>
          <a:prstGeom prst="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9" name="Rectangle 69">
            <a:extLst>
              <a:ext uri="{FF2B5EF4-FFF2-40B4-BE49-F238E27FC236}">
                <a16:creationId xmlns:a16="http://schemas.microsoft.com/office/drawing/2014/main" id="{49662BCA-0EBB-4505-9A03-AF91F6029EEA}"/>
              </a:ext>
            </a:extLst>
          </p:cNvPr>
          <p:cNvSpPr/>
          <p:nvPr/>
        </p:nvSpPr>
        <p:spPr>
          <a:xfrm>
            <a:off x="2887359" y="8723923"/>
            <a:ext cx="592732" cy="949226"/>
          </a:xfrm>
          <a:custGeom>
            <a:avLst/>
            <a:gdLst>
              <a:gd name="connsiteX0" fmla="*/ 0 w 699888"/>
              <a:gd name="connsiteY0" fmla="*/ 0 h 234057"/>
              <a:gd name="connsiteX1" fmla="*/ 699888 w 699888"/>
              <a:gd name="connsiteY1" fmla="*/ 0 h 234057"/>
              <a:gd name="connsiteX2" fmla="*/ 699888 w 699888"/>
              <a:gd name="connsiteY2" fmla="*/ 234057 h 234057"/>
              <a:gd name="connsiteX3" fmla="*/ 0 w 699888"/>
              <a:gd name="connsiteY3" fmla="*/ 234057 h 234057"/>
              <a:gd name="connsiteX4" fmla="*/ 0 w 699888"/>
              <a:gd name="connsiteY4" fmla="*/ 0 h 234057"/>
              <a:gd name="connsiteX0" fmla="*/ 0 w 699888"/>
              <a:gd name="connsiteY0" fmla="*/ 0 h 970657"/>
              <a:gd name="connsiteX1" fmla="*/ 699888 w 699888"/>
              <a:gd name="connsiteY1" fmla="*/ 0 h 970657"/>
              <a:gd name="connsiteX2" fmla="*/ 604638 w 699888"/>
              <a:gd name="connsiteY2" fmla="*/ 970657 h 970657"/>
              <a:gd name="connsiteX3" fmla="*/ 0 w 699888"/>
              <a:gd name="connsiteY3" fmla="*/ 234057 h 970657"/>
              <a:gd name="connsiteX4" fmla="*/ 0 w 699888"/>
              <a:gd name="connsiteY4" fmla="*/ 0 h 970657"/>
              <a:gd name="connsiteX0" fmla="*/ 0 w 630038"/>
              <a:gd name="connsiteY0" fmla="*/ 0 h 970657"/>
              <a:gd name="connsiteX1" fmla="*/ 630038 w 630038"/>
              <a:gd name="connsiteY1" fmla="*/ 723900 h 970657"/>
              <a:gd name="connsiteX2" fmla="*/ 604638 w 630038"/>
              <a:gd name="connsiteY2" fmla="*/ 970657 h 970657"/>
              <a:gd name="connsiteX3" fmla="*/ 0 w 630038"/>
              <a:gd name="connsiteY3" fmla="*/ 234057 h 970657"/>
              <a:gd name="connsiteX4" fmla="*/ 0 w 630038"/>
              <a:gd name="connsiteY4" fmla="*/ 0 h 970657"/>
              <a:gd name="connsiteX0" fmla="*/ 0 w 604638"/>
              <a:gd name="connsiteY0" fmla="*/ 0 h 970657"/>
              <a:gd name="connsiteX1" fmla="*/ 587175 w 604638"/>
              <a:gd name="connsiteY1" fmla="*/ 726282 h 970657"/>
              <a:gd name="connsiteX2" fmla="*/ 604638 w 604638"/>
              <a:gd name="connsiteY2" fmla="*/ 970657 h 970657"/>
              <a:gd name="connsiteX3" fmla="*/ 0 w 604638"/>
              <a:gd name="connsiteY3" fmla="*/ 234057 h 970657"/>
              <a:gd name="connsiteX4" fmla="*/ 0 w 604638"/>
              <a:gd name="connsiteY4" fmla="*/ 0 h 970657"/>
              <a:gd name="connsiteX0" fmla="*/ 0 w 592732"/>
              <a:gd name="connsiteY0" fmla="*/ 0 h 961132"/>
              <a:gd name="connsiteX1" fmla="*/ 587175 w 592732"/>
              <a:gd name="connsiteY1" fmla="*/ 726282 h 961132"/>
              <a:gd name="connsiteX2" fmla="*/ 592732 w 592732"/>
              <a:gd name="connsiteY2" fmla="*/ 961132 h 961132"/>
              <a:gd name="connsiteX3" fmla="*/ 0 w 592732"/>
              <a:gd name="connsiteY3" fmla="*/ 234057 h 961132"/>
              <a:gd name="connsiteX4" fmla="*/ 0 w 592732"/>
              <a:gd name="connsiteY4" fmla="*/ 0 h 961132"/>
              <a:gd name="connsiteX0" fmla="*/ 0 w 592732"/>
              <a:gd name="connsiteY0" fmla="*/ 0 h 949226"/>
              <a:gd name="connsiteX1" fmla="*/ 587175 w 592732"/>
              <a:gd name="connsiteY1" fmla="*/ 726282 h 949226"/>
              <a:gd name="connsiteX2" fmla="*/ 592732 w 592732"/>
              <a:gd name="connsiteY2" fmla="*/ 949226 h 949226"/>
              <a:gd name="connsiteX3" fmla="*/ 0 w 592732"/>
              <a:gd name="connsiteY3" fmla="*/ 234057 h 949226"/>
              <a:gd name="connsiteX4" fmla="*/ 0 w 592732"/>
              <a:gd name="connsiteY4" fmla="*/ 0 h 94922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92732" h="949226">
                <a:moveTo>
                  <a:pt x="0" y="0"/>
                </a:moveTo>
                <a:lnTo>
                  <a:pt x="587175" y="726282"/>
                </a:lnTo>
                <a:lnTo>
                  <a:pt x="592732" y="949226"/>
                </a:lnTo>
                <a:lnTo>
                  <a:pt x="0" y="234057"/>
                </a:lnTo>
                <a:lnTo>
                  <a:pt x="0" y="0"/>
                </a:lnTo>
                <a:close/>
              </a:path>
            </a:pathLst>
          </a:cu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1" name="Rectangle 80">
            <a:extLst>
              <a:ext uri="{FF2B5EF4-FFF2-40B4-BE49-F238E27FC236}">
                <a16:creationId xmlns:a16="http://schemas.microsoft.com/office/drawing/2014/main" id="{3D37019F-C88A-4819-AE52-3F06041B64E7}"/>
              </a:ext>
            </a:extLst>
          </p:cNvPr>
          <p:cNvSpPr/>
          <p:nvPr/>
        </p:nvSpPr>
        <p:spPr>
          <a:xfrm>
            <a:off x="3524132" y="9403660"/>
            <a:ext cx="2937384" cy="319521"/>
          </a:xfrm>
          <a:prstGeom prst="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9" name="Oval 138">
            <a:extLst>
              <a:ext uri="{FF2B5EF4-FFF2-40B4-BE49-F238E27FC236}">
                <a16:creationId xmlns:a16="http://schemas.microsoft.com/office/drawing/2014/main" id="{E157D29A-B30D-4CEB-AB91-BAAF10BDE963}"/>
              </a:ext>
            </a:extLst>
          </p:cNvPr>
          <p:cNvSpPr/>
          <p:nvPr/>
        </p:nvSpPr>
        <p:spPr>
          <a:xfrm flipH="1">
            <a:off x="1300551" y="7343187"/>
            <a:ext cx="1238141" cy="203106"/>
          </a:xfrm>
          <a:prstGeom prst="ellipse">
            <a:avLst/>
          </a:prstGeom>
          <a:solidFill>
            <a:sysClr val="window" lastClr="FFFFFF"/>
          </a:solidFill>
          <a:ln w="28575" cap="flat" cmpd="sng" algn="ctr">
            <a:solidFill>
              <a:sysClr val="windowText" lastClr="000000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grpSp>
        <p:nvGrpSpPr>
          <p:cNvPr id="15" name="Group 14">
            <a:extLst>
              <a:ext uri="{FF2B5EF4-FFF2-40B4-BE49-F238E27FC236}">
                <a16:creationId xmlns:a16="http://schemas.microsoft.com/office/drawing/2014/main" id="{F444ACE2-6555-48A5-8EB6-A3036AC6700F}"/>
              </a:ext>
            </a:extLst>
          </p:cNvPr>
          <p:cNvGrpSpPr/>
          <p:nvPr/>
        </p:nvGrpSpPr>
        <p:grpSpPr>
          <a:xfrm>
            <a:off x="1371920" y="6522020"/>
            <a:ext cx="1162958" cy="648154"/>
            <a:chOff x="1295642" y="6841405"/>
            <a:chExt cx="1162958" cy="648154"/>
          </a:xfrm>
        </p:grpSpPr>
        <p:sp>
          <p:nvSpPr>
            <p:cNvPr id="138" name="Block Arc 137">
              <a:extLst>
                <a:ext uri="{FF2B5EF4-FFF2-40B4-BE49-F238E27FC236}">
                  <a16:creationId xmlns:a16="http://schemas.microsoft.com/office/drawing/2014/main" id="{A7926AF4-DB16-4FBD-8C62-ADE294EBBD5C}"/>
                </a:ext>
              </a:extLst>
            </p:cNvPr>
            <p:cNvSpPr/>
            <p:nvPr/>
          </p:nvSpPr>
          <p:spPr>
            <a:xfrm rot="13057189" flipH="1">
              <a:off x="1295642" y="6932195"/>
              <a:ext cx="357895" cy="296588"/>
            </a:xfrm>
            <a:prstGeom prst="blockArc">
              <a:avLst>
                <a:gd name="adj1" fmla="val 9254143"/>
                <a:gd name="adj2" fmla="val 19683396"/>
                <a:gd name="adj3" fmla="val 15644"/>
              </a:avLst>
            </a:prstGeom>
            <a:solidFill>
              <a:sysClr val="window" lastClr="FFFFFF"/>
            </a:solidFill>
            <a:ln w="12700" cap="flat" cmpd="sng" algn="ctr">
              <a:solidFill>
                <a:sysClr val="windowText" lastClr="000000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40" name="Oval 493">
              <a:extLst>
                <a:ext uri="{FF2B5EF4-FFF2-40B4-BE49-F238E27FC236}">
                  <a16:creationId xmlns:a16="http://schemas.microsoft.com/office/drawing/2014/main" id="{6CDBB072-63BF-4308-A231-B9F29D38015D}"/>
                </a:ext>
              </a:extLst>
            </p:cNvPr>
            <p:cNvSpPr/>
            <p:nvPr/>
          </p:nvSpPr>
          <p:spPr>
            <a:xfrm flipH="1">
              <a:off x="1404778" y="6841405"/>
              <a:ext cx="1053822" cy="648154"/>
            </a:xfrm>
            <a:custGeom>
              <a:avLst/>
              <a:gdLst>
                <a:gd name="connsiteX0" fmla="*/ 0 w 620419"/>
                <a:gd name="connsiteY0" fmla="*/ 22860 h 45719"/>
                <a:gd name="connsiteX1" fmla="*/ 310210 w 620419"/>
                <a:gd name="connsiteY1" fmla="*/ 0 h 45719"/>
                <a:gd name="connsiteX2" fmla="*/ 620420 w 620419"/>
                <a:gd name="connsiteY2" fmla="*/ 22860 h 45719"/>
                <a:gd name="connsiteX3" fmla="*/ 310210 w 620419"/>
                <a:gd name="connsiteY3" fmla="*/ 45720 h 45719"/>
                <a:gd name="connsiteX4" fmla="*/ 0 w 620419"/>
                <a:gd name="connsiteY4" fmla="*/ 22860 h 45719"/>
                <a:gd name="connsiteX0" fmla="*/ 0 w 620420"/>
                <a:gd name="connsiteY0" fmla="*/ 34880 h 381590"/>
                <a:gd name="connsiteX1" fmla="*/ 310210 w 620420"/>
                <a:gd name="connsiteY1" fmla="*/ 12020 h 381590"/>
                <a:gd name="connsiteX2" fmla="*/ 620420 w 620420"/>
                <a:gd name="connsiteY2" fmla="*/ 34880 h 381590"/>
                <a:gd name="connsiteX3" fmla="*/ 310210 w 620420"/>
                <a:gd name="connsiteY3" fmla="*/ 381590 h 381590"/>
                <a:gd name="connsiteX4" fmla="*/ 0 w 620420"/>
                <a:gd name="connsiteY4" fmla="*/ 34880 h 381590"/>
                <a:gd name="connsiteX0" fmla="*/ 0 w 620420"/>
                <a:gd name="connsiteY0" fmla="*/ 34880 h 381590"/>
                <a:gd name="connsiteX1" fmla="*/ 310210 w 620420"/>
                <a:gd name="connsiteY1" fmla="*/ 12020 h 381590"/>
                <a:gd name="connsiteX2" fmla="*/ 620420 w 620420"/>
                <a:gd name="connsiteY2" fmla="*/ 34880 h 381590"/>
                <a:gd name="connsiteX3" fmla="*/ 310210 w 620420"/>
                <a:gd name="connsiteY3" fmla="*/ 381590 h 381590"/>
                <a:gd name="connsiteX4" fmla="*/ 0 w 620420"/>
                <a:gd name="connsiteY4" fmla="*/ 34880 h 38159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20420" h="381590">
                  <a:moveTo>
                    <a:pt x="0" y="34880"/>
                  </a:moveTo>
                  <a:cubicBezTo>
                    <a:pt x="0" y="-26715"/>
                    <a:pt x="138886" y="12020"/>
                    <a:pt x="310210" y="12020"/>
                  </a:cubicBezTo>
                  <a:cubicBezTo>
                    <a:pt x="481534" y="12020"/>
                    <a:pt x="620420" y="22255"/>
                    <a:pt x="620420" y="34880"/>
                  </a:cubicBezTo>
                  <a:cubicBezTo>
                    <a:pt x="620420" y="47505"/>
                    <a:pt x="557734" y="381590"/>
                    <a:pt x="310210" y="381590"/>
                  </a:cubicBezTo>
                  <a:cubicBezTo>
                    <a:pt x="62686" y="381590"/>
                    <a:pt x="0" y="96475"/>
                    <a:pt x="0" y="34880"/>
                  </a:cubicBezTo>
                  <a:close/>
                </a:path>
              </a:pathLst>
            </a:custGeom>
            <a:solidFill>
              <a:sysClr val="window" lastClr="FFFFFF"/>
            </a:solidFill>
            <a:ln w="12700" cap="flat" cmpd="sng" algn="ctr">
              <a:solidFill>
                <a:sysClr val="windowText" lastClr="000000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</p:grpSp>
      <p:sp>
        <p:nvSpPr>
          <p:cNvPr id="16" name="Arc 15">
            <a:extLst>
              <a:ext uri="{FF2B5EF4-FFF2-40B4-BE49-F238E27FC236}">
                <a16:creationId xmlns:a16="http://schemas.microsoft.com/office/drawing/2014/main" id="{C9205002-FD5C-4E67-8BB6-9AA87B65EA7A}"/>
              </a:ext>
            </a:extLst>
          </p:cNvPr>
          <p:cNvSpPr/>
          <p:nvPr/>
        </p:nvSpPr>
        <p:spPr>
          <a:xfrm rot="8243857">
            <a:off x="1744054" y="5783854"/>
            <a:ext cx="384909" cy="384909"/>
          </a:xfrm>
          <a:prstGeom prst="arc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7" name="deep-laugh-chucklemp3-14518">
            <a:hlinkClick r:id="" action="ppaction://media"/>
            <a:extLst>
              <a:ext uri="{FF2B5EF4-FFF2-40B4-BE49-F238E27FC236}">
                <a16:creationId xmlns:a16="http://schemas.microsoft.com/office/drawing/2014/main" id="{8BE3F228-6737-47B4-9A24-CE7D14C0DE7F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3124200" y="5791200"/>
            <a:ext cx="609600" cy="609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10134841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3000"/>
    </mc:Choice>
    <mc:Fallback>
      <p:transition spd="slow" advTm="300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176" fill="hold"/>
                                        <p:tgtEl>
                                          <p:spTgt spid="17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80000" showWhenStopped="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17"/>
                </p:tgtEl>
              </p:cMediaNode>
            </p:audio>
          </p:childTnLst>
        </p:cTn>
      </p:par>
    </p:tnLst>
  </p:timing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114</TotalTime>
  <Words>0</Words>
  <Application>Microsoft Office PowerPoint</Application>
  <PresentationFormat>Widescreen</PresentationFormat>
  <Paragraphs>0</Paragraphs>
  <Slides>7</Slides>
  <Notes>0</Notes>
  <HiddenSlides>0</HiddenSlides>
  <MMClips>13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1" baseType="lpstr">
      <vt:lpstr>Arial</vt:lpstr>
      <vt:lpstr>Calibri</vt:lpstr>
      <vt:lpstr>Calibri Light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hellotuners1@outlook.com</dc:creator>
  <cp:lastModifiedBy>hellotuners1@outlook.com</cp:lastModifiedBy>
  <cp:revision>14</cp:revision>
  <dcterms:created xsi:type="dcterms:W3CDTF">2025-01-12T20:16:07Z</dcterms:created>
  <dcterms:modified xsi:type="dcterms:W3CDTF">2025-01-12T22:10:26Z</dcterms:modified>
</cp:coreProperties>
</file>