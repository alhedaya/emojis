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2"/>
  </p:notesMasterIdLst>
  <p:sldIdLst>
    <p:sldId id="292" r:id="rId3"/>
    <p:sldId id="293" r:id="rId4"/>
    <p:sldId id="294" r:id="rId5"/>
    <p:sldId id="295" r:id="rId6"/>
    <p:sldId id="296" r:id="rId7"/>
    <p:sldId id="297" r:id="rId8"/>
    <p:sldId id="298" r:id="rId9"/>
    <p:sldId id="300" r:id="rId10"/>
    <p:sldId id="301" r:id="rId11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2340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B92F2-2EA9-4EB7-A6CF-AFC7A2C0CB7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3D6E2-104E-45F6-BD92-9D31F1449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7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3D6E2-104E-45F6-BD92-9D31F14498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90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3D6E2-104E-45F6-BD92-9D31F14498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53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2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40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6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4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01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3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28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6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7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57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9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1B03-5262-4E9D-B6B7-90CE3653C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A3BD7-79C0-4E38-9B37-9724BFE3F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98352-DF05-4B9D-8675-067BF289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26F2E-F4EE-4741-B345-B8D0CF54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84A16-AE14-4DF5-AC61-4DADA782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12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2949-4C55-4DEE-BEF6-DD5E7EC4B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DF1E5-1296-4916-8051-07B3FAE76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9F8BC-296F-43EB-A132-46FFACFA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A463B-87C3-4292-BABB-FD42B9F7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B13AE-6005-41BC-9746-3D6E9FEC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99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ABE9E-AF10-420B-B525-FCDF7AC0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0A7C2-ADEA-4612-A2DD-5F10EA7A9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F1542-850A-47A0-9354-E0CE4C66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E177-4B8C-4BC4-9C2F-55311D5E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5635C-BB74-4DE9-A683-4BE9E4B5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67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6872-634A-4992-A87C-0ABF073B4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91EC4-056B-47F5-836D-B2DF636BC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7DDF1-9CDB-4ED9-B38C-4CDFD0F7D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19200-5F73-4AC2-864D-3037C711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75F58-E37E-4E1F-ABF9-07F5CC35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DD748-F8A6-4C3A-A8E7-9579340E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34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0466-B91C-4D15-84E0-A1258467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31962-4154-47BC-B8A5-4121975D9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BAEA5-085B-403B-BDB9-A95EDB1A3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6C1D59-BA63-41DF-9204-00B59F5D7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0853F-7774-4391-A7FE-39D9E2A7A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78BA3-59D3-4FDE-B6CD-7F71DCBD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A3CB7-C6A5-4392-9654-0E1C40BCC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56280-08F3-4715-86FA-1254EA6B4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32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00806-3FEF-41C6-87DE-10D767F0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95C0C-AFA8-4689-BF4B-9F327E8A5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00A22-487F-4791-A05B-5654F188F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70D70-2CCA-4EE1-9CA3-2F1BD42E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10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724C5-7DF6-4344-AFF0-96432B4A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A5A42-5382-42C8-AC78-5E5DD36B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CA5F5-994E-4080-9271-570028A6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27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A7253-B033-4855-949A-5B6DD7ED8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A9041-D2FD-4B4A-824F-BFA65406D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66AE5-9EE6-434D-BC18-F37C6557A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A6360-3E36-4219-A500-2136346C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A7679-0324-44C1-9940-C6935422B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79B2D-D239-4512-ADD8-58520910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72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A385A-9314-4866-AE15-9B41FE79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3A8E7-786A-4937-B6C8-159D990FF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6D017-FF16-4885-A46A-58F1EA90E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E31EE-3C6D-47E6-971D-70502500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66985-52DB-403B-83C4-68439DBF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0369A-B65B-4390-8A3A-AAF3200A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53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8AFC-2AA0-4FA1-9A93-489B18F1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E2CD2-BC49-4754-9A4A-6C64CD643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B195-D95E-40E1-A216-4D2E9FEF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D989B-EFF0-45C5-BB2E-C8D5B6FB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5197D-E421-4E75-9280-B4C1AD01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410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A4C1F-A417-4FD9-AF25-B5C3FE1F0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5B462-E44B-455D-98A7-76115B539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DC102-B2EF-48A9-BD06-1615A428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5CF22-33C4-4F05-98D5-C5B4AFB6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4872-8C9C-4C4F-8E02-33595499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9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1A6EA-1E24-4EFF-8FBC-CF3151685B41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B19B1-F49A-4498-8D27-01C4ED7F83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3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01838-9C9B-412B-A8B9-35FBF32F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9DE9A-82D9-4204-9192-9C699FB4C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9C54E-D55F-4A0E-95CB-E7C2220DA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C8593-8409-485D-985B-0CB6813AD6E2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A1F4D-543D-430C-B9D2-5D79B67EB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7CBFD-833D-4219-A855-48DB29626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FA36C-C382-47AF-B028-A1566B25B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3.mp3"/><Relationship Id="rId7" Type="http://schemas.openxmlformats.org/officeDocument/2006/relationships/image" Target="../media/image1.pn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mp3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video" Target="NULL" TargetMode="External"/><Relationship Id="rId7" Type="http://schemas.openxmlformats.org/officeDocument/2006/relationships/image" Target="../media/image2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microsoft.com/office/2007/relationships/media" Target="../media/media2.mp4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5.mp3"/><Relationship Id="rId1" Type="http://schemas.openxmlformats.org/officeDocument/2006/relationships/audio" Target="NULL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6.mp3"/><Relationship Id="rId7" Type="http://schemas.openxmlformats.org/officeDocument/2006/relationships/image" Target="../media/image1.pn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6.mp3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7.mp3"/><Relationship Id="rId7" Type="http://schemas.openxmlformats.org/officeDocument/2006/relationships/image" Target="../media/image1.pn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7.mp3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8.mp3"/><Relationship Id="rId7" Type="http://schemas.openxmlformats.org/officeDocument/2006/relationships/image" Target="../media/image2.pn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8.mp3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9.mp3"/><Relationship Id="rId7" Type="http://schemas.openxmlformats.org/officeDocument/2006/relationships/image" Target="../media/image2.png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8.xml"/><Relationship Id="rId4" Type="http://schemas.openxmlformats.org/officeDocument/2006/relationships/audio" Target="../media/media9.mp3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E2A20E5-BB8A-51AA-89BE-E00159A6D7D8}"/>
              </a:ext>
            </a:extLst>
          </p:cNvPr>
          <p:cNvGrpSpPr/>
          <p:nvPr/>
        </p:nvGrpSpPr>
        <p:grpSpPr>
          <a:xfrm flipH="1">
            <a:off x="168049" y="5258450"/>
            <a:ext cx="1511277" cy="2380132"/>
            <a:chOff x="8494258" y="151226"/>
            <a:chExt cx="1511277" cy="2380132"/>
          </a:xfrm>
        </p:grpSpPr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96B9984A-4151-A95A-45BC-76A82734DFE0}"/>
                </a:ext>
              </a:extLst>
            </p:cNvPr>
            <p:cNvCxnSpPr>
              <a:cxnSpLocks/>
            </p:cNvCxnSpPr>
            <p:nvPr/>
          </p:nvCxnSpPr>
          <p:spPr>
            <a:xfrm>
              <a:off x="9428832" y="1626113"/>
              <a:ext cx="0" cy="85488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A90F7C8-F072-E7BD-7304-B638EE5C9772}"/>
                </a:ext>
              </a:extLst>
            </p:cNvPr>
            <p:cNvCxnSpPr>
              <a:cxnSpLocks/>
            </p:cNvCxnSpPr>
            <p:nvPr/>
          </p:nvCxnSpPr>
          <p:spPr>
            <a:xfrm>
              <a:off x="9041139" y="1626113"/>
              <a:ext cx="21986" cy="77736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FA69D37-0072-C26B-B9FB-A182BEE57585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1A4ED34-2889-CF8D-19F3-26B3FE7A5628}"/>
                </a:ext>
              </a:extLst>
            </p:cNvPr>
            <p:cNvSpPr/>
            <p:nvPr/>
          </p:nvSpPr>
          <p:spPr>
            <a:xfrm flipH="1">
              <a:off x="9351201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8" name="Rectangle: Top Corners Rounded 267">
              <a:extLst>
                <a:ext uri="{FF2B5EF4-FFF2-40B4-BE49-F238E27FC236}">
                  <a16:creationId xmlns:a16="http://schemas.microsoft.com/office/drawing/2014/main" id="{CB81097D-B65F-24E0-0F5B-C3D70006C6B8}"/>
                </a:ext>
              </a:extLst>
            </p:cNvPr>
            <p:cNvSpPr/>
            <p:nvPr/>
          </p:nvSpPr>
          <p:spPr>
            <a:xfrm flipH="1">
              <a:off x="8790978" y="2307394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9" name="Rectangle: Top Corners Rounded 268">
              <a:extLst>
                <a:ext uri="{FF2B5EF4-FFF2-40B4-BE49-F238E27FC236}">
                  <a16:creationId xmlns:a16="http://schemas.microsoft.com/office/drawing/2014/main" id="{1CFF8177-3490-851F-E589-AAEC9B2D6EC2}"/>
                </a:ext>
              </a:extLst>
            </p:cNvPr>
            <p:cNvSpPr/>
            <p:nvPr/>
          </p:nvSpPr>
          <p:spPr>
            <a:xfrm flipH="1">
              <a:off x="914483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77C98C2-387F-E29D-9242-4A19A18315A0}"/>
                </a:ext>
              </a:extLst>
            </p:cNvPr>
            <p:cNvSpPr/>
            <p:nvPr/>
          </p:nvSpPr>
          <p:spPr>
            <a:xfrm rot="20295679" flipH="1">
              <a:off x="9454270" y="1154643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62E0AE8-5005-A073-C691-AC0AAD2E89B9}"/>
                </a:ext>
              </a:extLst>
            </p:cNvPr>
            <p:cNvSpPr/>
            <p:nvPr/>
          </p:nvSpPr>
          <p:spPr>
            <a:xfrm>
              <a:off x="8648131" y="1349608"/>
              <a:ext cx="369493" cy="28941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241" h="485827">
                  <a:moveTo>
                    <a:pt x="0" y="0"/>
                  </a:moveTo>
                  <a:cubicBezTo>
                    <a:pt x="74612" y="141288"/>
                    <a:pt x="430213" y="328613"/>
                    <a:pt x="533400" y="409575"/>
                  </a:cubicBezTo>
                  <a:cubicBezTo>
                    <a:pt x="636587" y="490537"/>
                    <a:pt x="619125" y="485775"/>
                    <a:pt x="619125" y="485775"/>
                  </a:cubicBezTo>
                  <a:lnTo>
                    <a:pt x="619125" y="48577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AAF2FA5-D37D-6931-9104-A24F1238FF57}"/>
                </a:ext>
              </a:extLst>
            </p:cNvPr>
            <p:cNvSpPr/>
            <p:nvPr/>
          </p:nvSpPr>
          <p:spPr>
            <a:xfrm flipH="1">
              <a:off x="9041139" y="96170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FCF83AC-9064-B5E6-A598-0EF45376A58E}"/>
                </a:ext>
              </a:extLst>
            </p:cNvPr>
            <p:cNvSpPr/>
            <p:nvPr/>
          </p:nvSpPr>
          <p:spPr>
            <a:xfrm flipH="1">
              <a:off x="8825419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492681AB-3CCE-6A25-2033-130E4A53B3BB}"/>
                </a:ext>
              </a:extLst>
            </p:cNvPr>
            <p:cNvSpPr/>
            <p:nvPr/>
          </p:nvSpPr>
          <p:spPr>
            <a:xfrm flipH="1">
              <a:off x="9363350" y="734412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8580D082-4DF2-9088-0480-79A841EB4D83}"/>
                </a:ext>
              </a:extLst>
            </p:cNvPr>
            <p:cNvSpPr/>
            <p:nvPr/>
          </p:nvSpPr>
          <p:spPr>
            <a:xfrm flipH="1">
              <a:off x="8843667" y="73106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3387448C-0EF7-0619-F931-D91567EEEE87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8CF329-D37B-AEB3-6390-42F102994E83}"/>
                </a:ext>
              </a:extLst>
            </p:cNvPr>
            <p:cNvSpPr/>
            <p:nvPr/>
          </p:nvSpPr>
          <p:spPr>
            <a:xfrm rot="233026" flipH="1">
              <a:off x="8532084" y="457617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9F91D7F1-7B75-4445-3D6F-989B53F82720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1696995" y="-38610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2879416" y="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5E2661A-C5FB-DA5A-5340-5AC5D63F1CB5}"/>
              </a:ext>
            </a:extLst>
          </p:cNvPr>
          <p:cNvGrpSpPr/>
          <p:nvPr/>
        </p:nvGrpSpPr>
        <p:grpSpPr>
          <a:xfrm>
            <a:off x="2153068" y="6791935"/>
            <a:ext cx="1274020" cy="1821037"/>
            <a:chOff x="3685243" y="1308751"/>
            <a:chExt cx="3758176" cy="5371796"/>
          </a:xfrm>
          <a:solidFill>
            <a:srgbClr val="E5BE97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A56050A-EADC-874E-AB7E-C31A7C8480C0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63639F7-68C0-3935-6FC5-D4E42707C679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77B3AF6-0E67-B93F-C25C-52541ABD1537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B9857C2-6F5E-4C64-B09D-046B0850FDF0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54F3882-9112-33A2-F024-70CE4BB0F626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20CCF8E5-4A21-C090-59D0-02048B6B94C9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Rectangle 40">
              <a:extLst>
                <a:ext uri="{FF2B5EF4-FFF2-40B4-BE49-F238E27FC236}">
                  <a16:creationId xmlns:a16="http://schemas.microsoft.com/office/drawing/2014/main" id="{5472D289-C1E1-1CF7-4356-332E8B029B40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16793EE-D080-DDBC-FC7B-077C27E6E938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Rectangle 41">
              <a:extLst>
                <a:ext uri="{FF2B5EF4-FFF2-40B4-BE49-F238E27FC236}">
                  <a16:creationId xmlns:a16="http://schemas.microsoft.com/office/drawing/2014/main" id="{893E4494-7DA3-6AA4-B5B7-BA23A8BE7C8E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Rectangle 41">
              <a:extLst>
                <a:ext uri="{FF2B5EF4-FFF2-40B4-BE49-F238E27FC236}">
                  <a16:creationId xmlns:a16="http://schemas.microsoft.com/office/drawing/2014/main" id="{576CB754-41B4-B744-C5DF-364979E7C96F}"/>
                </a:ext>
              </a:extLst>
            </p:cNvPr>
            <p:cNvSpPr/>
            <p:nvPr/>
          </p:nvSpPr>
          <p:spPr>
            <a:xfrm>
              <a:off x="4154382" y="1308751"/>
              <a:ext cx="2762996" cy="283252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998" h="1461450">
                  <a:moveTo>
                    <a:pt x="177425" y="8247"/>
                  </a:moveTo>
                  <a:lnTo>
                    <a:pt x="2652785" y="0"/>
                  </a:lnTo>
                  <a:lnTo>
                    <a:pt x="2762998" y="1461450"/>
                  </a:lnTo>
                  <a:lnTo>
                    <a:pt x="0" y="1458284"/>
                  </a:lnTo>
                  <a:lnTo>
                    <a:pt x="177425" y="8247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B3414D5-6E4C-DF8F-E0E8-C7D4E785A00A}"/>
              </a:ext>
            </a:extLst>
          </p:cNvPr>
          <p:cNvGrpSpPr/>
          <p:nvPr/>
        </p:nvGrpSpPr>
        <p:grpSpPr>
          <a:xfrm>
            <a:off x="4701301" y="7257914"/>
            <a:ext cx="1948568" cy="2406111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08ECE98-9A14-3C3C-9641-C8F04B0DE5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ECF2420-A184-891A-306A-641291EB6F3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EB237A3-7E3D-5BA1-7185-123E6962E319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8C3BDFB-B70E-FB33-9B83-5ACBDF8F31A3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AA50A857-91FA-9D08-081D-2826C553B5CC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Rectangle 40">
              <a:extLst>
                <a:ext uri="{FF2B5EF4-FFF2-40B4-BE49-F238E27FC236}">
                  <a16:creationId xmlns:a16="http://schemas.microsoft.com/office/drawing/2014/main" id="{1F8A68F1-DCAF-491A-8838-F04303287E6D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Rectangle 40">
              <a:extLst>
                <a:ext uri="{FF2B5EF4-FFF2-40B4-BE49-F238E27FC236}">
                  <a16:creationId xmlns:a16="http://schemas.microsoft.com/office/drawing/2014/main" id="{BD3DB2B9-54C0-BFB3-BFF6-BFE389C44634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295E9BB0-3D19-58A6-9E61-21F8E1681CCD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Rectangle 41">
              <a:extLst>
                <a:ext uri="{FF2B5EF4-FFF2-40B4-BE49-F238E27FC236}">
                  <a16:creationId xmlns:a16="http://schemas.microsoft.com/office/drawing/2014/main" id="{2151D446-E61B-C332-D78F-DFB1EC4B7DE8}"/>
                </a:ext>
              </a:extLst>
            </p:cNvPr>
            <p:cNvSpPr/>
            <p:nvPr/>
          </p:nvSpPr>
          <p:spPr>
            <a:xfrm>
              <a:off x="3689962" y="4154915"/>
              <a:ext cx="3736237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Rectangle 41">
              <a:extLst>
                <a:ext uri="{FF2B5EF4-FFF2-40B4-BE49-F238E27FC236}">
                  <a16:creationId xmlns:a16="http://schemas.microsoft.com/office/drawing/2014/main" id="{1CC34EAE-BD7C-21C7-7030-7B5B74CB88FA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A4331D6-9678-B9A2-5C78-716AF76FBE8D}"/>
              </a:ext>
            </a:extLst>
          </p:cNvPr>
          <p:cNvGrpSpPr/>
          <p:nvPr/>
        </p:nvGrpSpPr>
        <p:grpSpPr>
          <a:xfrm flipH="1">
            <a:off x="164195" y="7221335"/>
            <a:ext cx="1948568" cy="2406111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356CF789-1DF6-1DF6-E565-D9713A19D4CE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0FD148F-6A67-0DDC-A97B-4C2C7D577B4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CEB6221-FA75-755B-E04E-53EB2971A174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0DA7946F-B1C7-47B6-D097-2CEE81BEA6A2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0D3EF713-6D36-7C45-9D19-A47225955CDD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Rectangle 40">
              <a:extLst>
                <a:ext uri="{FF2B5EF4-FFF2-40B4-BE49-F238E27FC236}">
                  <a16:creationId xmlns:a16="http://schemas.microsoft.com/office/drawing/2014/main" id="{6CC0ADCE-D5AF-F7FE-2ADF-256921EBDCE6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Rectangle 40">
              <a:extLst>
                <a:ext uri="{FF2B5EF4-FFF2-40B4-BE49-F238E27FC236}">
                  <a16:creationId xmlns:a16="http://schemas.microsoft.com/office/drawing/2014/main" id="{9CC087BA-30AB-272E-A7EE-8D9F3233501F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B4EF098A-88C7-8684-9674-2E0467BFCF07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0" name="Rectangle 41">
              <a:extLst>
                <a:ext uri="{FF2B5EF4-FFF2-40B4-BE49-F238E27FC236}">
                  <a16:creationId xmlns:a16="http://schemas.microsoft.com/office/drawing/2014/main" id="{884F3D93-E3F3-B7F0-B892-758851FDF7B6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Rectangle 41">
              <a:extLst>
                <a:ext uri="{FF2B5EF4-FFF2-40B4-BE49-F238E27FC236}">
                  <a16:creationId xmlns:a16="http://schemas.microsoft.com/office/drawing/2014/main" id="{B8787A3E-630F-E04D-3DFC-5E5387FE23C3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5A01534-0A84-612B-6A29-14723DA977D6}"/>
              </a:ext>
            </a:extLst>
          </p:cNvPr>
          <p:cNvGrpSpPr/>
          <p:nvPr/>
        </p:nvGrpSpPr>
        <p:grpSpPr>
          <a:xfrm>
            <a:off x="4807418" y="8501233"/>
            <a:ext cx="918640" cy="960522"/>
            <a:chOff x="10127150" y="4575203"/>
            <a:chExt cx="918640" cy="960522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70AAD13-EA36-21BD-ADF5-8427773E24AC}"/>
                </a:ext>
              </a:extLst>
            </p:cNvPr>
            <p:cNvCxnSpPr>
              <a:cxnSpLocks/>
            </p:cNvCxnSpPr>
            <p:nvPr/>
          </p:nvCxnSpPr>
          <p:spPr>
            <a:xfrm>
              <a:off x="10667732" y="4818159"/>
              <a:ext cx="19885" cy="673312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841C3579-C533-8FEC-192D-57B18F633EF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6960" y="4740309"/>
              <a:ext cx="19319" cy="68304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59" name="Rectangle: Top Corners Rounded 258">
              <a:extLst>
                <a:ext uri="{FF2B5EF4-FFF2-40B4-BE49-F238E27FC236}">
                  <a16:creationId xmlns:a16="http://schemas.microsoft.com/office/drawing/2014/main" id="{123C561E-0986-8F92-4FC9-CD3AE6E867E9}"/>
                </a:ext>
              </a:extLst>
            </p:cNvPr>
            <p:cNvSpPr/>
            <p:nvPr/>
          </p:nvSpPr>
          <p:spPr>
            <a:xfrm flipH="1">
              <a:off x="10127150" y="533893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0" name="Rectangle: Top Corners Rounded 259">
              <a:extLst>
                <a:ext uri="{FF2B5EF4-FFF2-40B4-BE49-F238E27FC236}">
                  <a16:creationId xmlns:a16="http://schemas.microsoft.com/office/drawing/2014/main" id="{252739BD-65C0-E505-D147-9F39A2940370}"/>
                </a:ext>
              </a:extLst>
            </p:cNvPr>
            <p:cNvSpPr/>
            <p:nvPr/>
          </p:nvSpPr>
          <p:spPr>
            <a:xfrm flipH="1">
              <a:off x="10438075" y="543087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4698E7F-F376-FDF8-D93A-D167CA9FA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8057" y="4575203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B42CD470-4FB4-A29F-124D-CAC155162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2444" y="4645642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428D7DA9-1A9C-CF13-5366-885F0A84492F}"/>
              </a:ext>
            </a:extLst>
          </p:cNvPr>
          <p:cNvGrpSpPr/>
          <p:nvPr/>
        </p:nvGrpSpPr>
        <p:grpSpPr>
          <a:xfrm flipH="1">
            <a:off x="4592323" y="6554363"/>
            <a:ext cx="2013550" cy="2050136"/>
            <a:chOff x="1037066" y="3573580"/>
            <a:chExt cx="1418627" cy="1444403"/>
          </a:xfrm>
        </p:grpSpPr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D01DEFE1-E88C-0D67-2C7C-830762C81927}"/>
                </a:ext>
              </a:extLst>
            </p:cNvPr>
            <p:cNvGrpSpPr/>
            <p:nvPr/>
          </p:nvGrpSpPr>
          <p:grpSpPr>
            <a:xfrm>
              <a:off x="1037066" y="3573580"/>
              <a:ext cx="1418627" cy="1444403"/>
              <a:chOff x="1035568" y="2654171"/>
              <a:chExt cx="2211507" cy="2251689"/>
            </a:xfrm>
          </p:grpSpPr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0AFB646B-9D9B-2B9E-8EDE-05651094D48E}"/>
                  </a:ext>
                </a:extLst>
              </p:cNvPr>
              <p:cNvGrpSpPr/>
              <p:nvPr/>
            </p:nvGrpSpPr>
            <p:grpSpPr>
              <a:xfrm>
                <a:off x="1035568" y="2772023"/>
                <a:ext cx="2211507" cy="2133837"/>
                <a:chOff x="3631168" y="4906674"/>
                <a:chExt cx="2536874" cy="2447778"/>
              </a:xfrm>
            </p:grpSpPr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E89108A3-AA4B-162B-100D-B2BD6AB91566}"/>
                    </a:ext>
                  </a:extLst>
                </p:cNvPr>
                <p:cNvSpPr/>
                <p:nvPr/>
              </p:nvSpPr>
              <p:spPr>
                <a:xfrm>
                  <a:off x="3631168" y="4906674"/>
                  <a:ext cx="2536874" cy="2447778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154901DD-6C4A-8F6D-8A18-25DDEEFF44D0}"/>
                    </a:ext>
                  </a:extLst>
                </p:cNvPr>
                <p:cNvSpPr/>
                <p:nvPr/>
              </p:nvSpPr>
              <p:spPr>
                <a:xfrm>
                  <a:off x="4468273" y="5794816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F4721FA4-E6AD-BD0F-5211-66D08657353B}"/>
                    </a:ext>
                  </a:extLst>
                </p:cNvPr>
                <p:cNvSpPr/>
                <p:nvPr/>
              </p:nvSpPr>
              <p:spPr>
                <a:xfrm rot="20548923">
                  <a:off x="5089990" y="6162953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77CF09FC-AF2D-E6F6-7E16-829CCA3FEA5F}"/>
                    </a:ext>
                  </a:extLst>
                </p:cNvPr>
                <p:cNvSpPr/>
                <p:nvPr/>
              </p:nvSpPr>
              <p:spPr>
                <a:xfrm>
                  <a:off x="5350866" y="5794815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99034302-3709-9440-79B6-500BF8B873F0}"/>
                    </a:ext>
                  </a:extLst>
                </p:cNvPr>
                <p:cNvSpPr/>
                <p:nvPr/>
              </p:nvSpPr>
              <p:spPr>
                <a:xfrm>
                  <a:off x="4609151" y="5857615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FB9A0D61-5F9C-C48C-AB00-AA0F0392D6BF}"/>
                    </a:ext>
                  </a:extLst>
                </p:cNvPr>
                <p:cNvSpPr/>
                <p:nvPr/>
              </p:nvSpPr>
              <p:spPr>
                <a:xfrm>
                  <a:off x="5440338" y="5852372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5994BB79-2636-0B68-EC69-2144C844F3C5}"/>
                  </a:ext>
                </a:extLst>
              </p:cNvPr>
              <p:cNvGrpSpPr/>
              <p:nvPr/>
            </p:nvGrpSpPr>
            <p:grpSpPr>
              <a:xfrm flipH="1">
                <a:off x="1155138" y="2654171"/>
                <a:ext cx="1972366" cy="622593"/>
                <a:chOff x="914840" y="1896670"/>
                <a:chExt cx="1972366" cy="622593"/>
              </a:xfrm>
            </p:grpSpPr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F08E827F-BBE8-916A-F7F5-70A698E3DAEF}"/>
                    </a:ext>
                  </a:extLst>
                </p:cNvPr>
                <p:cNvSpPr/>
                <p:nvPr/>
              </p:nvSpPr>
              <p:spPr>
                <a:xfrm flipH="1">
                  <a:off x="914840" y="2386707"/>
                  <a:ext cx="1972366" cy="132556"/>
                </a:xfrm>
                <a:custGeom>
                  <a:avLst/>
                  <a:gdLst>
                    <a:gd name="connsiteX0" fmla="*/ 986183 w 1972366"/>
                    <a:gd name="connsiteY0" fmla="*/ 0 h 132556"/>
                    <a:gd name="connsiteX1" fmla="*/ 69274 w 1972366"/>
                    <a:gd name="connsiteY1" fmla="*/ 29221 h 132556"/>
                    <a:gd name="connsiteX2" fmla="*/ 36471 w 1972366"/>
                    <a:gd name="connsiteY2" fmla="*/ 32458 h 132556"/>
                    <a:gd name="connsiteX3" fmla="*/ 13888 w 1972366"/>
                    <a:gd name="connsiteY3" fmla="*/ 68325 h 132556"/>
                    <a:gd name="connsiteX4" fmla="*/ 0 w 1972366"/>
                    <a:gd name="connsiteY4" fmla="*/ 96142 h 132556"/>
                    <a:gd name="connsiteX5" fmla="*/ 13888 w 1972366"/>
                    <a:gd name="connsiteY5" fmla="*/ 97870 h 132556"/>
                    <a:gd name="connsiteX6" fmla="*/ 986183 w 1972366"/>
                    <a:gd name="connsiteY6" fmla="*/ 132556 h 132556"/>
                    <a:gd name="connsiteX7" fmla="*/ 1958478 w 1972366"/>
                    <a:gd name="connsiteY7" fmla="*/ 97870 h 132556"/>
                    <a:gd name="connsiteX8" fmla="*/ 1972366 w 1972366"/>
                    <a:gd name="connsiteY8" fmla="*/ 96142 h 132556"/>
                    <a:gd name="connsiteX9" fmla="*/ 1958478 w 1972366"/>
                    <a:gd name="connsiteY9" fmla="*/ 68325 h 132556"/>
                    <a:gd name="connsiteX10" fmla="*/ 1935895 w 1972366"/>
                    <a:gd name="connsiteY10" fmla="*/ 32458 h 132556"/>
                    <a:gd name="connsiteX11" fmla="*/ 1903092 w 1972366"/>
                    <a:gd name="connsiteY11" fmla="*/ 29221 h 132556"/>
                    <a:gd name="connsiteX12" fmla="*/ 986183 w 1972366"/>
                    <a:gd name="connsiteY12" fmla="*/ 0 h 132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972366" h="132556">
                      <a:moveTo>
                        <a:pt x="986183" y="0"/>
                      </a:moveTo>
                      <a:cubicBezTo>
                        <a:pt x="604501" y="0"/>
                        <a:pt x="267987" y="11592"/>
                        <a:pt x="69274" y="29221"/>
                      </a:cubicBezTo>
                      <a:lnTo>
                        <a:pt x="36471" y="32458"/>
                      </a:lnTo>
                      <a:lnTo>
                        <a:pt x="13888" y="68325"/>
                      </a:lnTo>
                      <a:lnTo>
                        <a:pt x="0" y="96142"/>
                      </a:lnTo>
                      <a:lnTo>
                        <a:pt x="13888" y="97870"/>
                      </a:lnTo>
                      <a:cubicBezTo>
                        <a:pt x="201135" y="118531"/>
                        <a:pt x="566333" y="132556"/>
                        <a:pt x="986183" y="132556"/>
                      </a:cubicBezTo>
                      <a:cubicBezTo>
                        <a:pt x="1406033" y="132556"/>
                        <a:pt x="1771231" y="118531"/>
                        <a:pt x="1958478" y="97870"/>
                      </a:cubicBezTo>
                      <a:lnTo>
                        <a:pt x="1972366" y="96142"/>
                      </a:lnTo>
                      <a:lnTo>
                        <a:pt x="1958478" y="68325"/>
                      </a:lnTo>
                      <a:lnTo>
                        <a:pt x="1935895" y="32458"/>
                      </a:lnTo>
                      <a:lnTo>
                        <a:pt x="1903092" y="29221"/>
                      </a:lnTo>
                      <a:cubicBezTo>
                        <a:pt x="1704380" y="11592"/>
                        <a:pt x="1367865" y="0"/>
                        <a:pt x="986183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DC48BAFE-8963-AE27-3D03-DA304FB13817}"/>
                    </a:ext>
                  </a:extLst>
                </p:cNvPr>
                <p:cNvSpPr/>
                <p:nvPr/>
              </p:nvSpPr>
              <p:spPr>
                <a:xfrm flipH="1">
                  <a:off x="951310" y="1896670"/>
                  <a:ext cx="1899425" cy="522495"/>
                </a:xfrm>
                <a:custGeom>
                  <a:avLst/>
                  <a:gdLst>
                    <a:gd name="connsiteX0" fmla="*/ 949712 w 1899424"/>
                    <a:gd name="connsiteY0" fmla="*/ 0 h 522495"/>
                    <a:gd name="connsiteX1" fmla="*/ 32803 w 1899424"/>
                    <a:gd name="connsiteY1" fmla="*/ 470394 h 522495"/>
                    <a:gd name="connsiteX2" fmla="*/ 0 w 1899424"/>
                    <a:gd name="connsiteY2" fmla="*/ 522495 h 522495"/>
                    <a:gd name="connsiteX3" fmla="*/ 32803 w 1899424"/>
                    <a:gd name="connsiteY3" fmla="*/ 519258 h 522495"/>
                    <a:gd name="connsiteX4" fmla="*/ 949712 w 1899424"/>
                    <a:gd name="connsiteY4" fmla="*/ 490037 h 522495"/>
                    <a:gd name="connsiteX5" fmla="*/ 1866621 w 1899424"/>
                    <a:gd name="connsiteY5" fmla="*/ 519258 h 522495"/>
                    <a:gd name="connsiteX6" fmla="*/ 1899424 w 1899424"/>
                    <a:gd name="connsiteY6" fmla="*/ 522495 h 522495"/>
                    <a:gd name="connsiteX7" fmla="*/ 1866621 w 1899424"/>
                    <a:gd name="connsiteY7" fmla="*/ 470394 h 522495"/>
                    <a:gd name="connsiteX8" fmla="*/ 949712 w 1899424"/>
                    <a:gd name="connsiteY8" fmla="*/ 0 h 522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99424" h="522495">
                      <a:moveTo>
                        <a:pt x="949712" y="0"/>
                      </a:moveTo>
                      <a:cubicBezTo>
                        <a:pt x="568030" y="0"/>
                        <a:pt x="231516" y="186592"/>
                        <a:pt x="32803" y="470394"/>
                      </a:cubicBezTo>
                      <a:lnTo>
                        <a:pt x="0" y="522495"/>
                      </a:lnTo>
                      <a:lnTo>
                        <a:pt x="32803" y="519258"/>
                      </a:lnTo>
                      <a:cubicBezTo>
                        <a:pt x="231516" y="501629"/>
                        <a:pt x="568030" y="490037"/>
                        <a:pt x="949712" y="490037"/>
                      </a:cubicBezTo>
                      <a:cubicBezTo>
                        <a:pt x="1331394" y="490037"/>
                        <a:pt x="1667909" y="501629"/>
                        <a:pt x="1866621" y="519258"/>
                      </a:cubicBezTo>
                      <a:lnTo>
                        <a:pt x="1899424" y="522495"/>
                      </a:lnTo>
                      <a:lnTo>
                        <a:pt x="1866621" y="470394"/>
                      </a:lnTo>
                      <a:cubicBezTo>
                        <a:pt x="1667909" y="186592"/>
                        <a:pt x="1331394" y="0"/>
                        <a:pt x="949712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A0EFAED0-A19B-4C74-E4BE-90FC15B4BF61}"/>
                    </a:ext>
                  </a:extLst>
                </p:cNvPr>
                <p:cNvSpPr/>
                <p:nvPr/>
              </p:nvSpPr>
              <p:spPr>
                <a:xfrm flipH="1">
                  <a:off x="1432708" y="2347203"/>
                  <a:ext cx="156043" cy="63684"/>
                </a:xfrm>
                <a:custGeom>
                  <a:avLst/>
                  <a:gdLst>
                    <a:gd name="connsiteX0" fmla="*/ 156042 w 156042"/>
                    <a:gd name="connsiteY0" fmla="*/ 0 h 63684"/>
                    <a:gd name="connsiteX1" fmla="*/ 133459 w 156042"/>
                    <a:gd name="connsiteY1" fmla="*/ 2228 h 63684"/>
                    <a:gd name="connsiteX2" fmla="*/ 0 w 156042"/>
                    <a:gd name="connsiteY2" fmla="*/ 33820 h 63684"/>
                    <a:gd name="connsiteX3" fmla="*/ 86896 w 156042"/>
                    <a:gd name="connsiteY3" fmla="*/ 59618 h 63684"/>
                    <a:gd name="connsiteX4" fmla="*/ 119571 w 156042"/>
                    <a:gd name="connsiteY4" fmla="*/ 63684 h 63684"/>
                    <a:gd name="connsiteX5" fmla="*/ 133459 w 156042"/>
                    <a:gd name="connsiteY5" fmla="*/ 35867 h 63684"/>
                    <a:gd name="connsiteX6" fmla="*/ 156042 w 156042"/>
                    <a:gd name="connsiteY6" fmla="*/ 0 h 63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6042" h="63684">
                      <a:moveTo>
                        <a:pt x="156042" y="0"/>
                      </a:moveTo>
                      <a:lnTo>
                        <a:pt x="133459" y="2228"/>
                      </a:lnTo>
                      <a:cubicBezTo>
                        <a:pt x="48346" y="11619"/>
                        <a:pt x="0" y="22381"/>
                        <a:pt x="0" y="33820"/>
                      </a:cubicBezTo>
                      <a:cubicBezTo>
                        <a:pt x="0" y="42971"/>
                        <a:pt x="30942" y="51689"/>
                        <a:pt x="86896" y="59618"/>
                      </a:cubicBezTo>
                      <a:lnTo>
                        <a:pt x="119571" y="63684"/>
                      </a:lnTo>
                      <a:lnTo>
                        <a:pt x="133459" y="35867"/>
                      </a:lnTo>
                      <a:lnTo>
                        <a:pt x="156042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237" name="Arc 236">
              <a:extLst>
                <a:ext uri="{FF2B5EF4-FFF2-40B4-BE49-F238E27FC236}">
                  <a16:creationId xmlns:a16="http://schemas.microsoft.com/office/drawing/2014/main" id="{C0847247-C8C6-8D8B-AFF2-AD382ED0AA3A}"/>
                </a:ext>
              </a:extLst>
            </p:cNvPr>
            <p:cNvSpPr/>
            <p:nvPr/>
          </p:nvSpPr>
          <p:spPr>
            <a:xfrm rot="20364936">
              <a:off x="1404125" y="4304606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Arc 237">
              <a:extLst>
                <a:ext uri="{FF2B5EF4-FFF2-40B4-BE49-F238E27FC236}">
                  <a16:creationId xmlns:a16="http://schemas.microsoft.com/office/drawing/2014/main" id="{F25573AA-A6E0-99B2-6905-62BBE20A243A}"/>
                </a:ext>
              </a:extLst>
            </p:cNvPr>
            <p:cNvSpPr/>
            <p:nvPr/>
          </p:nvSpPr>
          <p:spPr>
            <a:xfrm rot="20364936">
              <a:off x="1898048" y="4302297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9" name="Arc 238">
              <a:extLst>
                <a:ext uri="{FF2B5EF4-FFF2-40B4-BE49-F238E27FC236}">
                  <a16:creationId xmlns:a16="http://schemas.microsoft.com/office/drawing/2014/main" id="{7924F984-3420-03D5-800E-28DC2E348773}"/>
                </a:ext>
              </a:extLst>
            </p:cNvPr>
            <p:cNvSpPr/>
            <p:nvPr/>
          </p:nvSpPr>
          <p:spPr>
            <a:xfrm rot="10320247">
              <a:off x="1771428" y="4514880"/>
              <a:ext cx="143119" cy="60986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4B41975-83E4-22F1-93DB-D450338A1E9D}"/>
              </a:ext>
            </a:extLst>
          </p:cNvPr>
          <p:cNvGrpSpPr/>
          <p:nvPr/>
        </p:nvGrpSpPr>
        <p:grpSpPr>
          <a:xfrm>
            <a:off x="582119" y="7625321"/>
            <a:ext cx="4412744" cy="2965525"/>
            <a:chOff x="3685243" y="4154915"/>
            <a:chExt cx="3758176" cy="2525632"/>
          </a:xfrm>
          <a:solidFill>
            <a:srgbClr val="E5BE97"/>
          </a:solidFill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4F3FFE-6BC1-7559-B3A5-B19259FEA829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FE86726-7525-25BD-D879-C64D02A5863C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4FCC12-A1F4-C0E0-E468-BC945D11B77E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40">
              <a:extLst>
                <a:ext uri="{FF2B5EF4-FFF2-40B4-BE49-F238E27FC236}">
                  <a16:creationId xmlns:a16="http://schemas.microsoft.com/office/drawing/2014/main" id="{05681724-5722-52DE-3035-53EA87677C6E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40">
              <a:extLst>
                <a:ext uri="{FF2B5EF4-FFF2-40B4-BE49-F238E27FC236}">
                  <a16:creationId xmlns:a16="http://schemas.microsoft.com/office/drawing/2014/main" id="{C2472DB1-58BD-12F3-F68E-5FA53A726AA7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265569-A63F-6D38-6F61-BFFFCDF816EB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6F7DA882-6671-0716-DA62-5FB3029313DB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79" name="intro-sound-bell-269297">
            <a:hlinkClick r:id="" action="ppaction://media"/>
            <a:extLst>
              <a:ext uri="{FF2B5EF4-FFF2-40B4-BE49-F238E27FC236}">
                <a16:creationId xmlns:a16="http://schemas.microsoft.com/office/drawing/2014/main" id="{C5AB9F7F-6874-4FB6-9B90-DB7D31EF37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sp>
        <p:nvSpPr>
          <p:cNvPr id="280" name="Freeform: Shape 279">
            <a:extLst>
              <a:ext uri="{FF2B5EF4-FFF2-40B4-BE49-F238E27FC236}">
                <a16:creationId xmlns:a16="http://schemas.microsoft.com/office/drawing/2014/main" id="{B4E9CB88-A53D-C4EB-76D8-6C4705EA5995}"/>
              </a:ext>
            </a:extLst>
          </p:cNvPr>
          <p:cNvSpPr/>
          <p:nvPr/>
        </p:nvSpPr>
        <p:spPr>
          <a:xfrm rot="3037720" flipH="1">
            <a:off x="5331758" y="7565239"/>
            <a:ext cx="765910" cy="1088897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81" name="Freeform: Shape 280">
            <a:extLst>
              <a:ext uri="{FF2B5EF4-FFF2-40B4-BE49-F238E27FC236}">
                <a16:creationId xmlns:a16="http://schemas.microsoft.com/office/drawing/2014/main" id="{91E10E89-DBCB-8BD4-DD8A-96DF06F0E066}"/>
              </a:ext>
            </a:extLst>
          </p:cNvPr>
          <p:cNvSpPr/>
          <p:nvPr/>
        </p:nvSpPr>
        <p:spPr>
          <a:xfrm rot="18562280">
            <a:off x="4939313" y="7526583"/>
            <a:ext cx="765910" cy="1088897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82" name="Arc 281">
            <a:extLst>
              <a:ext uri="{FF2B5EF4-FFF2-40B4-BE49-F238E27FC236}">
                <a16:creationId xmlns:a16="http://schemas.microsoft.com/office/drawing/2014/main" id="{A3B0293E-94DF-0345-1813-BDC271FC5B6C}"/>
              </a:ext>
            </a:extLst>
          </p:cNvPr>
          <p:cNvSpPr/>
          <p:nvPr/>
        </p:nvSpPr>
        <p:spPr>
          <a:xfrm rot="13426147" flipH="1">
            <a:off x="904373" y="6189355"/>
            <a:ext cx="203138" cy="86561"/>
          </a:xfrm>
          <a:prstGeom prst="arc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36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3" fill="hold"/>
                                        <p:tgtEl>
                                          <p:spTgt spid="2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174099" y="-761331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E2A20E5-BB8A-51AA-89BE-E00159A6D7D8}"/>
              </a:ext>
            </a:extLst>
          </p:cNvPr>
          <p:cNvGrpSpPr/>
          <p:nvPr/>
        </p:nvGrpSpPr>
        <p:grpSpPr>
          <a:xfrm flipH="1">
            <a:off x="168048" y="2930091"/>
            <a:ext cx="2989680" cy="4708491"/>
            <a:chOff x="8494258" y="151226"/>
            <a:chExt cx="1511277" cy="2380132"/>
          </a:xfrm>
        </p:grpSpPr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96B9984A-4151-A95A-45BC-76A82734DFE0}"/>
                </a:ext>
              </a:extLst>
            </p:cNvPr>
            <p:cNvCxnSpPr>
              <a:cxnSpLocks/>
            </p:cNvCxnSpPr>
            <p:nvPr/>
          </p:nvCxnSpPr>
          <p:spPr>
            <a:xfrm>
              <a:off x="9428832" y="1626113"/>
              <a:ext cx="0" cy="85488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A90F7C8-F072-E7BD-7304-B638EE5C9772}"/>
                </a:ext>
              </a:extLst>
            </p:cNvPr>
            <p:cNvCxnSpPr>
              <a:cxnSpLocks/>
            </p:cNvCxnSpPr>
            <p:nvPr/>
          </p:nvCxnSpPr>
          <p:spPr>
            <a:xfrm>
              <a:off x="9041139" y="1626113"/>
              <a:ext cx="21986" cy="77736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FA69D37-0072-C26B-B9FB-A182BEE57585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1A4ED34-2889-CF8D-19F3-26B3FE7A5628}"/>
                </a:ext>
              </a:extLst>
            </p:cNvPr>
            <p:cNvSpPr/>
            <p:nvPr/>
          </p:nvSpPr>
          <p:spPr>
            <a:xfrm flipH="1">
              <a:off x="9351201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8" name="Rectangle: Top Corners Rounded 267">
              <a:extLst>
                <a:ext uri="{FF2B5EF4-FFF2-40B4-BE49-F238E27FC236}">
                  <a16:creationId xmlns:a16="http://schemas.microsoft.com/office/drawing/2014/main" id="{CB81097D-B65F-24E0-0F5B-C3D70006C6B8}"/>
                </a:ext>
              </a:extLst>
            </p:cNvPr>
            <p:cNvSpPr/>
            <p:nvPr/>
          </p:nvSpPr>
          <p:spPr>
            <a:xfrm flipH="1">
              <a:off x="8790978" y="2307394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9" name="Rectangle: Top Corners Rounded 268">
              <a:extLst>
                <a:ext uri="{FF2B5EF4-FFF2-40B4-BE49-F238E27FC236}">
                  <a16:creationId xmlns:a16="http://schemas.microsoft.com/office/drawing/2014/main" id="{1CFF8177-3490-851F-E589-AAEC9B2D6EC2}"/>
                </a:ext>
              </a:extLst>
            </p:cNvPr>
            <p:cNvSpPr/>
            <p:nvPr/>
          </p:nvSpPr>
          <p:spPr>
            <a:xfrm flipH="1">
              <a:off x="914483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77C98C2-387F-E29D-9242-4A19A18315A0}"/>
                </a:ext>
              </a:extLst>
            </p:cNvPr>
            <p:cNvSpPr/>
            <p:nvPr/>
          </p:nvSpPr>
          <p:spPr>
            <a:xfrm rot="20295679" flipH="1">
              <a:off x="9454270" y="1154643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62E0AE8-5005-A073-C691-AC0AAD2E89B9}"/>
                </a:ext>
              </a:extLst>
            </p:cNvPr>
            <p:cNvSpPr/>
            <p:nvPr/>
          </p:nvSpPr>
          <p:spPr>
            <a:xfrm>
              <a:off x="8648131" y="1349608"/>
              <a:ext cx="369493" cy="28941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241" h="485827">
                  <a:moveTo>
                    <a:pt x="0" y="0"/>
                  </a:moveTo>
                  <a:cubicBezTo>
                    <a:pt x="74612" y="141288"/>
                    <a:pt x="430213" y="328613"/>
                    <a:pt x="533400" y="409575"/>
                  </a:cubicBezTo>
                  <a:cubicBezTo>
                    <a:pt x="636587" y="490537"/>
                    <a:pt x="619125" y="485775"/>
                    <a:pt x="619125" y="485775"/>
                  </a:cubicBezTo>
                  <a:lnTo>
                    <a:pt x="619125" y="48577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AAF2FA5-D37D-6931-9104-A24F1238FF57}"/>
                </a:ext>
              </a:extLst>
            </p:cNvPr>
            <p:cNvSpPr/>
            <p:nvPr/>
          </p:nvSpPr>
          <p:spPr>
            <a:xfrm flipH="1">
              <a:off x="9041139" y="96170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FCF83AC-9064-B5E6-A598-0EF45376A58E}"/>
                </a:ext>
              </a:extLst>
            </p:cNvPr>
            <p:cNvSpPr/>
            <p:nvPr/>
          </p:nvSpPr>
          <p:spPr>
            <a:xfrm flipH="1">
              <a:off x="8825419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492681AB-3CCE-6A25-2033-130E4A53B3BB}"/>
                </a:ext>
              </a:extLst>
            </p:cNvPr>
            <p:cNvSpPr/>
            <p:nvPr/>
          </p:nvSpPr>
          <p:spPr>
            <a:xfrm flipH="1">
              <a:off x="9363350" y="734412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8580D082-4DF2-9088-0480-79A841EB4D83}"/>
                </a:ext>
              </a:extLst>
            </p:cNvPr>
            <p:cNvSpPr/>
            <p:nvPr/>
          </p:nvSpPr>
          <p:spPr>
            <a:xfrm flipH="1">
              <a:off x="8843667" y="73106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3387448C-0EF7-0619-F931-D91567EEEE87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8CF329-D37B-AEB3-6390-42F102994E83}"/>
                </a:ext>
              </a:extLst>
            </p:cNvPr>
            <p:cNvSpPr/>
            <p:nvPr/>
          </p:nvSpPr>
          <p:spPr>
            <a:xfrm rot="233026" flipH="1">
              <a:off x="8532084" y="457617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9F91D7F1-7B75-4445-3D6F-989B53F82720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4152313" y="-140558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C1C75B6-3F9A-7466-178F-BF88BF0F9D13}"/>
              </a:ext>
            </a:extLst>
          </p:cNvPr>
          <p:cNvGrpSpPr/>
          <p:nvPr/>
        </p:nvGrpSpPr>
        <p:grpSpPr>
          <a:xfrm>
            <a:off x="1355894" y="5483338"/>
            <a:ext cx="10283040" cy="6399846"/>
            <a:chOff x="164195" y="6554363"/>
            <a:chExt cx="6485674" cy="4036483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75E2661A-C5FB-DA5A-5340-5AC5D63F1CB5}"/>
                </a:ext>
              </a:extLst>
            </p:cNvPr>
            <p:cNvGrpSpPr/>
            <p:nvPr/>
          </p:nvGrpSpPr>
          <p:grpSpPr>
            <a:xfrm>
              <a:off x="2153068" y="6791935"/>
              <a:ext cx="1274020" cy="1821037"/>
              <a:chOff x="3685243" y="1308751"/>
              <a:chExt cx="3758176" cy="5371796"/>
            </a:xfrm>
            <a:solidFill>
              <a:srgbClr val="E5BE97"/>
            </a:solidFill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2A56050A-EADC-874E-AB7E-C31A7C8480C0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63639F7-68C0-3935-6FC5-D4E42707C679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77B3AF6-0E67-B93F-C25C-52541ABD1537}"/>
                  </a:ext>
                </a:extLst>
              </p:cNvPr>
              <p:cNvSpPr/>
              <p:nvPr/>
            </p:nvSpPr>
            <p:spPr>
              <a:xfrm>
                <a:off x="424687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6B9857C2-6F5E-4C64-B09D-046B0850FDF0}"/>
                  </a:ext>
                </a:extLst>
              </p:cNvPr>
              <p:cNvSpPr/>
              <p:nvPr/>
            </p:nvSpPr>
            <p:spPr>
              <a:xfrm>
                <a:off x="6883136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754F3882-9112-33A2-F024-70CE4BB0F626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Rectangle 40">
                <a:extLst>
                  <a:ext uri="{FF2B5EF4-FFF2-40B4-BE49-F238E27FC236}">
                    <a16:creationId xmlns:a16="http://schemas.microsoft.com/office/drawing/2014/main" id="{20CCF8E5-4A21-C090-59D0-02048B6B94C9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Rectangle 40">
                <a:extLst>
                  <a:ext uri="{FF2B5EF4-FFF2-40B4-BE49-F238E27FC236}">
                    <a16:creationId xmlns:a16="http://schemas.microsoft.com/office/drawing/2014/main" id="{5472D289-C1E1-1CF7-4356-332E8B029B40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C16793EE-D080-DDBC-FC7B-077C27E6E938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Rectangle 41">
                <a:extLst>
                  <a:ext uri="{FF2B5EF4-FFF2-40B4-BE49-F238E27FC236}">
                    <a16:creationId xmlns:a16="http://schemas.microsoft.com/office/drawing/2014/main" id="{893E4494-7DA3-6AA4-B5B7-BA23A8BE7C8E}"/>
                  </a:ext>
                </a:extLst>
              </p:cNvPr>
              <p:cNvSpPr/>
              <p:nvPr/>
            </p:nvSpPr>
            <p:spPr>
              <a:xfrm>
                <a:off x="3689961" y="4154915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Rectangle 41">
                <a:extLst>
                  <a:ext uri="{FF2B5EF4-FFF2-40B4-BE49-F238E27FC236}">
                    <a16:creationId xmlns:a16="http://schemas.microsoft.com/office/drawing/2014/main" id="{576CB754-41B4-B744-C5DF-364979E7C96F}"/>
                  </a:ext>
                </a:extLst>
              </p:cNvPr>
              <p:cNvSpPr/>
              <p:nvPr/>
            </p:nvSpPr>
            <p:spPr>
              <a:xfrm>
                <a:off x="4154382" y="1308751"/>
                <a:ext cx="2762996" cy="283252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290859"/>
                  <a:gd name="connsiteY0" fmla="*/ 0 h 900601"/>
                  <a:gd name="connsiteX1" fmla="*/ 3221888 w 3290859"/>
                  <a:gd name="connsiteY1" fmla="*/ 0 h 900601"/>
                  <a:gd name="connsiteX2" fmla="*/ 3290859 w 3290859"/>
                  <a:gd name="connsiteY2" fmla="*/ 900601 h 900601"/>
                  <a:gd name="connsiteX3" fmla="*/ 0 w 3290859"/>
                  <a:gd name="connsiteY3" fmla="*/ 856197 h 900601"/>
                  <a:gd name="connsiteX4" fmla="*/ 482600 w 3290859"/>
                  <a:gd name="connsiteY4" fmla="*/ 0 h 900601"/>
                  <a:gd name="connsiteX0" fmla="*/ 482600 w 3257868"/>
                  <a:gd name="connsiteY0" fmla="*/ 0 h 856197"/>
                  <a:gd name="connsiteX1" fmla="*/ 3221888 w 3257868"/>
                  <a:gd name="connsiteY1" fmla="*/ 0 h 856197"/>
                  <a:gd name="connsiteX2" fmla="*/ 3257868 w 3257868"/>
                  <a:gd name="connsiteY2" fmla="*/ 818125 h 856197"/>
                  <a:gd name="connsiteX3" fmla="*/ 0 w 3257868"/>
                  <a:gd name="connsiteY3" fmla="*/ 856197 h 856197"/>
                  <a:gd name="connsiteX4" fmla="*/ 482600 w 3257868"/>
                  <a:gd name="connsiteY4" fmla="*/ 0 h 856197"/>
                  <a:gd name="connsiteX0" fmla="*/ 482600 w 3257868"/>
                  <a:gd name="connsiteY0" fmla="*/ 610334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482600 w 3257868"/>
                  <a:gd name="connsiteY4" fmla="*/ 610334 h 1466531"/>
                  <a:gd name="connsiteX0" fmla="*/ 1043449 w 3257868"/>
                  <a:gd name="connsiteY0" fmla="*/ 148458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1043449 w 3257868"/>
                  <a:gd name="connsiteY4" fmla="*/ 148458 h 1466531"/>
                  <a:gd name="connsiteX0" fmla="*/ 598067 w 2812486"/>
                  <a:gd name="connsiteY0" fmla="*/ 148458 h 1450034"/>
                  <a:gd name="connsiteX1" fmla="*/ 2661035 w 2812486"/>
                  <a:gd name="connsiteY1" fmla="*/ 0 h 1450034"/>
                  <a:gd name="connsiteX2" fmla="*/ 2812486 w 2812486"/>
                  <a:gd name="connsiteY2" fmla="*/ 1428459 h 1450034"/>
                  <a:gd name="connsiteX3" fmla="*/ 0 w 2812486"/>
                  <a:gd name="connsiteY3" fmla="*/ 1450034 h 1450034"/>
                  <a:gd name="connsiteX4" fmla="*/ 598067 w 2812486"/>
                  <a:gd name="connsiteY4" fmla="*/ 148458 h 1450034"/>
                  <a:gd name="connsiteX0" fmla="*/ 598067 w 2779495"/>
                  <a:gd name="connsiteY0" fmla="*/ 148458 h 1469697"/>
                  <a:gd name="connsiteX1" fmla="*/ 2661035 w 2779495"/>
                  <a:gd name="connsiteY1" fmla="*/ 0 h 1469697"/>
                  <a:gd name="connsiteX2" fmla="*/ 2779495 w 2779495"/>
                  <a:gd name="connsiteY2" fmla="*/ 1469697 h 1469697"/>
                  <a:gd name="connsiteX3" fmla="*/ 0 w 2779495"/>
                  <a:gd name="connsiteY3" fmla="*/ 1450034 h 1469697"/>
                  <a:gd name="connsiteX4" fmla="*/ 598067 w 2779495"/>
                  <a:gd name="connsiteY4" fmla="*/ 148458 h 1469697"/>
                  <a:gd name="connsiteX0" fmla="*/ 581570 w 2762998"/>
                  <a:gd name="connsiteY0" fmla="*/ 148458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581570 w 2762998"/>
                  <a:gd name="connsiteY4" fmla="*/ 148458 h 1469697"/>
                  <a:gd name="connsiteX0" fmla="*/ 177425 w 2762998"/>
                  <a:gd name="connsiteY0" fmla="*/ 16494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177425 w 2762998"/>
                  <a:gd name="connsiteY4" fmla="*/ 16494 h 1469697"/>
                  <a:gd name="connsiteX0" fmla="*/ 177425 w 2762998"/>
                  <a:gd name="connsiteY0" fmla="*/ 8247 h 1461450"/>
                  <a:gd name="connsiteX1" fmla="*/ 2496076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177425 w 2762998"/>
                  <a:gd name="connsiteY0" fmla="*/ 8247 h 1461450"/>
                  <a:gd name="connsiteX1" fmla="*/ 2652785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2998" h="1461450">
                    <a:moveTo>
                      <a:pt x="177425" y="8247"/>
                    </a:moveTo>
                    <a:lnTo>
                      <a:pt x="2652785" y="0"/>
                    </a:lnTo>
                    <a:lnTo>
                      <a:pt x="2762998" y="1461450"/>
                    </a:lnTo>
                    <a:lnTo>
                      <a:pt x="0" y="1458284"/>
                    </a:lnTo>
                    <a:lnTo>
                      <a:pt x="177425" y="8247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1B3414D5-6E4C-DF8F-E0E8-C7D4E785A00A}"/>
                </a:ext>
              </a:extLst>
            </p:cNvPr>
            <p:cNvGrpSpPr/>
            <p:nvPr/>
          </p:nvGrpSpPr>
          <p:grpSpPr>
            <a:xfrm>
              <a:off x="4701301" y="7257914"/>
              <a:ext cx="1948568" cy="2406111"/>
              <a:chOff x="3685243" y="1414202"/>
              <a:chExt cx="4264905" cy="5266345"/>
            </a:xfrm>
            <a:solidFill>
              <a:srgbClr val="E5BE97"/>
            </a:solidFill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908ECE98-9A14-3C3C-9641-C8F04B0DE5D1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ECF2420-A184-891A-306A-641291EB6F32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3EB237A3-7E3D-5BA1-7185-123E6962E319}"/>
                  </a:ext>
                </a:extLst>
              </p:cNvPr>
              <p:cNvSpPr/>
              <p:nvPr/>
            </p:nvSpPr>
            <p:spPr>
              <a:xfrm>
                <a:off x="424687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08C3BDFB-B70E-FB33-9B83-5ACBDF8F31A3}"/>
                  </a:ext>
                </a:extLst>
              </p:cNvPr>
              <p:cNvSpPr/>
              <p:nvPr/>
            </p:nvSpPr>
            <p:spPr>
              <a:xfrm>
                <a:off x="6883136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AA50A857-91FA-9D08-081D-2826C553B5CC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Rectangle 40">
                <a:extLst>
                  <a:ext uri="{FF2B5EF4-FFF2-40B4-BE49-F238E27FC236}">
                    <a16:creationId xmlns:a16="http://schemas.microsoft.com/office/drawing/2014/main" id="{1F8A68F1-DCAF-491A-8838-F04303287E6D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Rectangle 40">
                <a:extLst>
                  <a:ext uri="{FF2B5EF4-FFF2-40B4-BE49-F238E27FC236}">
                    <a16:creationId xmlns:a16="http://schemas.microsoft.com/office/drawing/2014/main" id="{BD3DB2B9-54C0-BFB3-BFF6-BFE389C44634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295E9BB0-3D19-58A6-9E61-21F8E1681CCD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Rectangle 41">
                <a:extLst>
                  <a:ext uri="{FF2B5EF4-FFF2-40B4-BE49-F238E27FC236}">
                    <a16:creationId xmlns:a16="http://schemas.microsoft.com/office/drawing/2014/main" id="{2151D446-E61B-C332-D78F-DFB1EC4B7DE8}"/>
                  </a:ext>
                </a:extLst>
              </p:cNvPr>
              <p:cNvSpPr/>
              <p:nvPr/>
            </p:nvSpPr>
            <p:spPr>
              <a:xfrm>
                <a:off x="3689962" y="4154915"/>
                <a:ext cx="3736237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Rectangle 41">
                <a:extLst>
                  <a:ext uri="{FF2B5EF4-FFF2-40B4-BE49-F238E27FC236}">
                    <a16:creationId xmlns:a16="http://schemas.microsoft.com/office/drawing/2014/main" id="{1CC34EAE-BD7C-21C7-7030-7B5B74CB88FA}"/>
                  </a:ext>
                </a:extLst>
              </p:cNvPr>
              <p:cNvSpPr/>
              <p:nvPr/>
            </p:nvSpPr>
            <p:spPr>
              <a:xfrm>
                <a:off x="6938676" y="1414202"/>
                <a:ext cx="1011472" cy="3575339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290859"/>
                  <a:gd name="connsiteY0" fmla="*/ 0 h 900601"/>
                  <a:gd name="connsiteX1" fmla="*/ 3221888 w 3290859"/>
                  <a:gd name="connsiteY1" fmla="*/ 0 h 900601"/>
                  <a:gd name="connsiteX2" fmla="*/ 3290859 w 3290859"/>
                  <a:gd name="connsiteY2" fmla="*/ 900601 h 900601"/>
                  <a:gd name="connsiteX3" fmla="*/ 0 w 3290859"/>
                  <a:gd name="connsiteY3" fmla="*/ 856197 h 900601"/>
                  <a:gd name="connsiteX4" fmla="*/ 482600 w 3290859"/>
                  <a:gd name="connsiteY4" fmla="*/ 0 h 900601"/>
                  <a:gd name="connsiteX0" fmla="*/ 482600 w 3257868"/>
                  <a:gd name="connsiteY0" fmla="*/ 0 h 856197"/>
                  <a:gd name="connsiteX1" fmla="*/ 3221888 w 3257868"/>
                  <a:gd name="connsiteY1" fmla="*/ 0 h 856197"/>
                  <a:gd name="connsiteX2" fmla="*/ 3257868 w 3257868"/>
                  <a:gd name="connsiteY2" fmla="*/ 818125 h 856197"/>
                  <a:gd name="connsiteX3" fmla="*/ 0 w 3257868"/>
                  <a:gd name="connsiteY3" fmla="*/ 856197 h 856197"/>
                  <a:gd name="connsiteX4" fmla="*/ 482600 w 3257868"/>
                  <a:gd name="connsiteY4" fmla="*/ 0 h 856197"/>
                  <a:gd name="connsiteX0" fmla="*/ 482600 w 3257868"/>
                  <a:gd name="connsiteY0" fmla="*/ 610334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482600 w 3257868"/>
                  <a:gd name="connsiteY4" fmla="*/ 610334 h 1466531"/>
                  <a:gd name="connsiteX0" fmla="*/ 1043449 w 3257868"/>
                  <a:gd name="connsiteY0" fmla="*/ 148458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1043449 w 3257868"/>
                  <a:gd name="connsiteY4" fmla="*/ 148458 h 1466531"/>
                  <a:gd name="connsiteX0" fmla="*/ 598067 w 2812486"/>
                  <a:gd name="connsiteY0" fmla="*/ 148458 h 1450034"/>
                  <a:gd name="connsiteX1" fmla="*/ 2661035 w 2812486"/>
                  <a:gd name="connsiteY1" fmla="*/ 0 h 1450034"/>
                  <a:gd name="connsiteX2" fmla="*/ 2812486 w 2812486"/>
                  <a:gd name="connsiteY2" fmla="*/ 1428459 h 1450034"/>
                  <a:gd name="connsiteX3" fmla="*/ 0 w 2812486"/>
                  <a:gd name="connsiteY3" fmla="*/ 1450034 h 1450034"/>
                  <a:gd name="connsiteX4" fmla="*/ 598067 w 2812486"/>
                  <a:gd name="connsiteY4" fmla="*/ 148458 h 1450034"/>
                  <a:gd name="connsiteX0" fmla="*/ 598067 w 2779495"/>
                  <a:gd name="connsiteY0" fmla="*/ 148458 h 1469697"/>
                  <a:gd name="connsiteX1" fmla="*/ 2661035 w 2779495"/>
                  <a:gd name="connsiteY1" fmla="*/ 0 h 1469697"/>
                  <a:gd name="connsiteX2" fmla="*/ 2779495 w 2779495"/>
                  <a:gd name="connsiteY2" fmla="*/ 1469697 h 1469697"/>
                  <a:gd name="connsiteX3" fmla="*/ 0 w 2779495"/>
                  <a:gd name="connsiteY3" fmla="*/ 1450034 h 1469697"/>
                  <a:gd name="connsiteX4" fmla="*/ 598067 w 2779495"/>
                  <a:gd name="connsiteY4" fmla="*/ 148458 h 1469697"/>
                  <a:gd name="connsiteX0" fmla="*/ 581570 w 2762998"/>
                  <a:gd name="connsiteY0" fmla="*/ 148458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581570 w 2762998"/>
                  <a:gd name="connsiteY4" fmla="*/ 148458 h 1469697"/>
                  <a:gd name="connsiteX0" fmla="*/ 177425 w 2762998"/>
                  <a:gd name="connsiteY0" fmla="*/ 16494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177425 w 2762998"/>
                  <a:gd name="connsiteY4" fmla="*/ 16494 h 1469697"/>
                  <a:gd name="connsiteX0" fmla="*/ 177425 w 2762998"/>
                  <a:gd name="connsiteY0" fmla="*/ 8247 h 1461450"/>
                  <a:gd name="connsiteX1" fmla="*/ 2496076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177425 w 2762998"/>
                  <a:gd name="connsiteY0" fmla="*/ 8247 h 1461450"/>
                  <a:gd name="connsiteX1" fmla="*/ 2652785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0 w 2585573"/>
                  <a:gd name="connsiteY0" fmla="*/ 8247 h 1461450"/>
                  <a:gd name="connsiteX1" fmla="*/ 2475360 w 2585573"/>
                  <a:gd name="connsiteY1" fmla="*/ 0 h 1461450"/>
                  <a:gd name="connsiteX2" fmla="*/ 2585573 w 2585573"/>
                  <a:gd name="connsiteY2" fmla="*/ 1461450 h 1461450"/>
                  <a:gd name="connsiteX3" fmla="*/ 1397905 w 2585573"/>
                  <a:gd name="connsiteY3" fmla="*/ 1441261 h 1461450"/>
                  <a:gd name="connsiteX4" fmla="*/ 0 w 2585573"/>
                  <a:gd name="connsiteY4" fmla="*/ 8247 h 1461450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397905 w 2475360"/>
                  <a:gd name="connsiteY3" fmla="*/ 1441261 h 1830257"/>
                  <a:gd name="connsiteX4" fmla="*/ 0 w 2475360"/>
                  <a:gd name="connsiteY4" fmla="*/ 8247 h 1830257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507875 w 2475360"/>
                  <a:gd name="connsiteY3" fmla="*/ 1418566 h 1830257"/>
                  <a:gd name="connsiteX4" fmla="*/ 0 w 2475360"/>
                  <a:gd name="connsiteY4" fmla="*/ 8247 h 1830257"/>
                  <a:gd name="connsiteX0" fmla="*/ 361625 w 967485"/>
                  <a:gd name="connsiteY0" fmla="*/ 0 h 1839032"/>
                  <a:gd name="connsiteX1" fmla="*/ 967485 w 967485"/>
                  <a:gd name="connsiteY1" fmla="*/ 8775 h 1839032"/>
                  <a:gd name="connsiteX2" fmla="*/ 450866 w 967485"/>
                  <a:gd name="connsiteY2" fmla="*/ 1839032 h 1839032"/>
                  <a:gd name="connsiteX3" fmla="*/ 0 w 967485"/>
                  <a:gd name="connsiteY3" fmla="*/ 1427341 h 1839032"/>
                  <a:gd name="connsiteX4" fmla="*/ 361625 w 967485"/>
                  <a:gd name="connsiteY4" fmla="*/ 0 h 1839032"/>
                  <a:gd name="connsiteX0" fmla="*/ 427607 w 967485"/>
                  <a:gd name="connsiteY0" fmla="*/ 0 h 1844706"/>
                  <a:gd name="connsiteX1" fmla="*/ 967485 w 967485"/>
                  <a:gd name="connsiteY1" fmla="*/ 14449 h 1844706"/>
                  <a:gd name="connsiteX2" fmla="*/ 450866 w 967485"/>
                  <a:gd name="connsiteY2" fmla="*/ 1844706 h 1844706"/>
                  <a:gd name="connsiteX3" fmla="*/ 0 w 967485"/>
                  <a:gd name="connsiteY3" fmla="*/ 1433015 h 1844706"/>
                  <a:gd name="connsiteX4" fmla="*/ 427607 w 967485"/>
                  <a:gd name="connsiteY4" fmla="*/ 0 h 1844706"/>
                  <a:gd name="connsiteX0" fmla="*/ 471595 w 1011473"/>
                  <a:gd name="connsiteY0" fmla="*/ 0 h 1844706"/>
                  <a:gd name="connsiteX1" fmla="*/ 1011473 w 1011473"/>
                  <a:gd name="connsiteY1" fmla="*/ 14449 h 1844706"/>
                  <a:gd name="connsiteX2" fmla="*/ 494854 w 1011473"/>
                  <a:gd name="connsiteY2" fmla="*/ 1844706 h 1844706"/>
                  <a:gd name="connsiteX3" fmla="*/ 0 w 1011473"/>
                  <a:gd name="connsiteY3" fmla="*/ 1410319 h 1844706"/>
                  <a:gd name="connsiteX4" fmla="*/ 471595 w 1011473"/>
                  <a:gd name="connsiteY4" fmla="*/ 0 h 1844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1473" h="1844706">
                    <a:moveTo>
                      <a:pt x="471595" y="0"/>
                    </a:moveTo>
                    <a:lnTo>
                      <a:pt x="1011473" y="14449"/>
                    </a:lnTo>
                    <a:lnTo>
                      <a:pt x="494854" y="1844706"/>
                    </a:lnTo>
                    <a:lnTo>
                      <a:pt x="0" y="1410319"/>
                    </a:lnTo>
                    <a:lnTo>
                      <a:pt x="471595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A4331D6-9678-B9A2-5C78-716AF76FBE8D}"/>
                </a:ext>
              </a:extLst>
            </p:cNvPr>
            <p:cNvGrpSpPr/>
            <p:nvPr/>
          </p:nvGrpSpPr>
          <p:grpSpPr>
            <a:xfrm flipH="1">
              <a:off x="164195" y="7221335"/>
              <a:ext cx="1948568" cy="2406111"/>
              <a:chOff x="3685243" y="1414202"/>
              <a:chExt cx="4264905" cy="5266345"/>
            </a:xfrm>
            <a:solidFill>
              <a:srgbClr val="E5BE97"/>
            </a:solidFill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356CF789-1DF6-1DF6-E565-D9713A19D4CE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50FD148F-6A67-0DDC-A97B-4C2C7D577B42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BCEB6221-FA75-755B-E04E-53EB2971A174}"/>
                  </a:ext>
                </a:extLst>
              </p:cNvPr>
              <p:cNvSpPr/>
              <p:nvPr/>
            </p:nvSpPr>
            <p:spPr>
              <a:xfrm>
                <a:off x="424687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DA7946F-B1C7-47B6-D097-2CEE81BEA6A2}"/>
                  </a:ext>
                </a:extLst>
              </p:cNvPr>
              <p:cNvSpPr/>
              <p:nvPr/>
            </p:nvSpPr>
            <p:spPr>
              <a:xfrm>
                <a:off x="6883136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0D3EF713-6D36-7C45-9D19-A47225955CDD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Rectangle 40">
                <a:extLst>
                  <a:ext uri="{FF2B5EF4-FFF2-40B4-BE49-F238E27FC236}">
                    <a16:creationId xmlns:a16="http://schemas.microsoft.com/office/drawing/2014/main" id="{6CC0ADCE-D5AF-F7FE-2ADF-256921EBDCE6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Rectangle 40">
                <a:extLst>
                  <a:ext uri="{FF2B5EF4-FFF2-40B4-BE49-F238E27FC236}">
                    <a16:creationId xmlns:a16="http://schemas.microsoft.com/office/drawing/2014/main" id="{9CC087BA-30AB-272E-A7EE-8D9F3233501F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B4EF098A-88C7-8684-9674-2E0467BFCF07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Rectangle 41">
                <a:extLst>
                  <a:ext uri="{FF2B5EF4-FFF2-40B4-BE49-F238E27FC236}">
                    <a16:creationId xmlns:a16="http://schemas.microsoft.com/office/drawing/2014/main" id="{884F3D93-E3F3-B7F0-B892-758851FDF7B6}"/>
                  </a:ext>
                </a:extLst>
              </p:cNvPr>
              <p:cNvSpPr/>
              <p:nvPr/>
            </p:nvSpPr>
            <p:spPr>
              <a:xfrm>
                <a:off x="3689961" y="4154915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Rectangle 41">
                <a:extLst>
                  <a:ext uri="{FF2B5EF4-FFF2-40B4-BE49-F238E27FC236}">
                    <a16:creationId xmlns:a16="http://schemas.microsoft.com/office/drawing/2014/main" id="{B8787A3E-630F-E04D-3DFC-5E5387FE23C3}"/>
                  </a:ext>
                </a:extLst>
              </p:cNvPr>
              <p:cNvSpPr/>
              <p:nvPr/>
            </p:nvSpPr>
            <p:spPr>
              <a:xfrm>
                <a:off x="6938676" y="1414202"/>
                <a:ext cx="1011472" cy="3575339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290859"/>
                  <a:gd name="connsiteY0" fmla="*/ 0 h 900601"/>
                  <a:gd name="connsiteX1" fmla="*/ 3221888 w 3290859"/>
                  <a:gd name="connsiteY1" fmla="*/ 0 h 900601"/>
                  <a:gd name="connsiteX2" fmla="*/ 3290859 w 3290859"/>
                  <a:gd name="connsiteY2" fmla="*/ 900601 h 900601"/>
                  <a:gd name="connsiteX3" fmla="*/ 0 w 3290859"/>
                  <a:gd name="connsiteY3" fmla="*/ 856197 h 900601"/>
                  <a:gd name="connsiteX4" fmla="*/ 482600 w 3290859"/>
                  <a:gd name="connsiteY4" fmla="*/ 0 h 900601"/>
                  <a:gd name="connsiteX0" fmla="*/ 482600 w 3257868"/>
                  <a:gd name="connsiteY0" fmla="*/ 0 h 856197"/>
                  <a:gd name="connsiteX1" fmla="*/ 3221888 w 3257868"/>
                  <a:gd name="connsiteY1" fmla="*/ 0 h 856197"/>
                  <a:gd name="connsiteX2" fmla="*/ 3257868 w 3257868"/>
                  <a:gd name="connsiteY2" fmla="*/ 818125 h 856197"/>
                  <a:gd name="connsiteX3" fmla="*/ 0 w 3257868"/>
                  <a:gd name="connsiteY3" fmla="*/ 856197 h 856197"/>
                  <a:gd name="connsiteX4" fmla="*/ 482600 w 3257868"/>
                  <a:gd name="connsiteY4" fmla="*/ 0 h 856197"/>
                  <a:gd name="connsiteX0" fmla="*/ 482600 w 3257868"/>
                  <a:gd name="connsiteY0" fmla="*/ 610334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482600 w 3257868"/>
                  <a:gd name="connsiteY4" fmla="*/ 610334 h 1466531"/>
                  <a:gd name="connsiteX0" fmla="*/ 1043449 w 3257868"/>
                  <a:gd name="connsiteY0" fmla="*/ 148458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1043449 w 3257868"/>
                  <a:gd name="connsiteY4" fmla="*/ 148458 h 1466531"/>
                  <a:gd name="connsiteX0" fmla="*/ 598067 w 2812486"/>
                  <a:gd name="connsiteY0" fmla="*/ 148458 h 1450034"/>
                  <a:gd name="connsiteX1" fmla="*/ 2661035 w 2812486"/>
                  <a:gd name="connsiteY1" fmla="*/ 0 h 1450034"/>
                  <a:gd name="connsiteX2" fmla="*/ 2812486 w 2812486"/>
                  <a:gd name="connsiteY2" fmla="*/ 1428459 h 1450034"/>
                  <a:gd name="connsiteX3" fmla="*/ 0 w 2812486"/>
                  <a:gd name="connsiteY3" fmla="*/ 1450034 h 1450034"/>
                  <a:gd name="connsiteX4" fmla="*/ 598067 w 2812486"/>
                  <a:gd name="connsiteY4" fmla="*/ 148458 h 1450034"/>
                  <a:gd name="connsiteX0" fmla="*/ 598067 w 2779495"/>
                  <a:gd name="connsiteY0" fmla="*/ 148458 h 1469697"/>
                  <a:gd name="connsiteX1" fmla="*/ 2661035 w 2779495"/>
                  <a:gd name="connsiteY1" fmla="*/ 0 h 1469697"/>
                  <a:gd name="connsiteX2" fmla="*/ 2779495 w 2779495"/>
                  <a:gd name="connsiteY2" fmla="*/ 1469697 h 1469697"/>
                  <a:gd name="connsiteX3" fmla="*/ 0 w 2779495"/>
                  <a:gd name="connsiteY3" fmla="*/ 1450034 h 1469697"/>
                  <a:gd name="connsiteX4" fmla="*/ 598067 w 2779495"/>
                  <a:gd name="connsiteY4" fmla="*/ 148458 h 1469697"/>
                  <a:gd name="connsiteX0" fmla="*/ 581570 w 2762998"/>
                  <a:gd name="connsiteY0" fmla="*/ 148458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581570 w 2762998"/>
                  <a:gd name="connsiteY4" fmla="*/ 148458 h 1469697"/>
                  <a:gd name="connsiteX0" fmla="*/ 177425 w 2762998"/>
                  <a:gd name="connsiteY0" fmla="*/ 16494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177425 w 2762998"/>
                  <a:gd name="connsiteY4" fmla="*/ 16494 h 1469697"/>
                  <a:gd name="connsiteX0" fmla="*/ 177425 w 2762998"/>
                  <a:gd name="connsiteY0" fmla="*/ 8247 h 1461450"/>
                  <a:gd name="connsiteX1" fmla="*/ 2496076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177425 w 2762998"/>
                  <a:gd name="connsiteY0" fmla="*/ 8247 h 1461450"/>
                  <a:gd name="connsiteX1" fmla="*/ 2652785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0 w 2585573"/>
                  <a:gd name="connsiteY0" fmla="*/ 8247 h 1461450"/>
                  <a:gd name="connsiteX1" fmla="*/ 2475360 w 2585573"/>
                  <a:gd name="connsiteY1" fmla="*/ 0 h 1461450"/>
                  <a:gd name="connsiteX2" fmla="*/ 2585573 w 2585573"/>
                  <a:gd name="connsiteY2" fmla="*/ 1461450 h 1461450"/>
                  <a:gd name="connsiteX3" fmla="*/ 1397905 w 2585573"/>
                  <a:gd name="connsiteY3" fmla="*/ 1441261 h 1461450"/>
                  <a:gd name="connsiteX4" fmla="*/ 0 w 2585573"/>
                  <a:gd name="connsiteY4" fmla="*/ 8247 h 1461450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397905 w 2475360"/>
                  <a:gd name="connsiteY3" fmla="*/ 1441261 h 1830257"/>
                  <a:gd name="connsiteX4" fmla="*/ 0 w 2475360"/>
                  <a:gd name="connsiteY4" fmla="*/ 8247 h 1830257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507875 w 2475360"/>
                  <a:gd name="connsiteY3" fmla="*/ 1418566 h 1830257"/>
                  <a:gd name="connsiteX4" fmla="*/ 0 w 2475360"/>
                  <a:gd name="connsiteY4" fmla="*/ 8247 h 1830257"/>
                  <a:gd name="connsiteX0" fmla="*/ 361625 w 967485"/>
                  <a:gd name="connsiteY0" fmla="*/ 0 h 1839032"/>
                  <a:gd name="connsiteX1" fmla="*/ 967485 w 967485"/>
                  <a:gd name="connsiteY1" fmla="*/ 8775 h 1839032"/>
                  <a:gd name="connsiteX2" fmla="*/ 450866 w 967485"/>
                  <a:gd name="connsiteY2" fmla="*/ 1839032 h 1839032"/>
                  <a:gd name="connsiteX3" fmla="*/ 0 w 967485"/>
                  <a:gd name="connsiteY3" fmla="*/ 1427341 h 1839032"/>
                  <a:gd name="connsiteX4" fmla="*/ 361625 w 967485"/>
                  <a:gd name="connsiteY4" fmla="*/ 0 h 1839032"/>
                  <a:gd name="connsiteX0" fmla="*/ 427607 w 967485"/>
                  <a:gd name="connsiteY0" fmla="*/ 0 h 1844706"/>
                  <a:gd name="connsiteX1" fmla="*/ 967485 w 967485"/>
                  <a:gd name="connsiteY1" fmla="*/ 14449 h 1844706"/>
                  <a:gd name="connsiteX2" fmla="*/ 450866 w 967485"/>
                  <a:gd name="connsiteY2" fmla="*/ 1844706 h 1844706"/>
                  <a:gd name="connsiteX3" fmla="*/ 0 w 967485"/>
                  <a:gd name="connsiteY3" fmla="*/ 1433015 h 1844706"/>
                  <a:gd name="connsiteX4" fmla="*/ 427607 w 967485"/>
                  <a:gd name="connsiteY4" fmla="*/ 0 h 1844706"/>
                  <a:gd name="connsiteX0" fmla="*/ 471595 w 1011473"/>
                  <a:gd name="connsiteY0" fmla="*/ 0 h 1844706"/>
                  <a:gd name="connsiteX1" fmla="*/ 1011473 w 1011473"/>
                  <a:gd name="connsiteY1" fmla="*/ 14449 h 1844706"/>
                  <a:gd name="connsiteX2" fmla="*/ 494854 w 1011473"/>
                  <a:gd name="connsiteY2" fmla="*/ 1844706 h 1844706"/>
                  <a:gd name="connsiteX3" fmla="*/ 0 w 1011473"/>
                  <a:gd name="connsiteY3" fmla="*/ 1410319 h 1844706"/>
                  <a:gd name="connsiteX4" fmla="*/ 471595 w 1011473"/>
                  <a:gd name="connsiteY4" fmla="*/ 0 h 1844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1473" h="1844706">
                    <a:moveTo>
                      <a:pt x="471595" y="0"/>
                    </a:moveTo>
                    <a:lnTo>
                      <a:pt x="1011473" y="14449"/>
                    </a:lnTo>
                    <a:lnTo>
                      <a:pt x="494854" y="1844706"/>
                    </a:lnTo>
                    <a:lnTo>
                      <a:pt x="0" y="1410319"/>
                    </a:lnTo>
                    <a:lnTo>
                      <a:pt x="471595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E5A01534-0A84-612B-6A29-14723DA977D6}"/>
                </a:ext>
              </a:extLst>
            </p:cNvPr>
            <p:cNvGrpSpPr/>
            <p:nvPr/>
          </p:nvGrpSpPr>
          <p:grpSpPr>
            <a:xfrm>
              <a:off x="4807418" y="8501233"/>
              <a:ext cx="918640" cy="960522"/>
              <a:chOff x="10127150" y="4575203"/>
              <a:chExt cx="918640" cy="960522"/>
            </a:xfrm>
          </p:grpSpPr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970AAD13-EA36-21BD-ADF5-8427773E24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7732" y="4818159"/>
                <a:ext cx="19885" cy="673312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841C3579-C533-8FEC-192D-57B18F633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6960" y="4740309"/>
                <a:ext cx="19319" cy="68304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59" name="Rectangle: Top Corners Rounded 258">
                <a:extLst>
                  <a:ext uri="{FF2B5EF4-FFF2-40B4-BE49-F238E27FC236}">
                    <a16:creationId xmlns:a16="http://schemas.microsoft.com/office/drawing/2014/main" id="{123C561E-0986-8F92-4FC9-CD3AE6E867E9}"/>
                  </a:ext>
                </a:extLst>
              </p:cNvPr>
              <p:cNvSpPr/>
              <p:nvPr/>
            </p:nvSpPr>
            <p:spPr>
              <a:xfrm flipH="1">
                <a:off x="10127150" y="533893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0" name="Rectangle: Top Corners Rounded 259">
                <a:extLst>
                  <a:ext uri="{FF2B5EF4-FFF2-40B4-BE49-F238E27FC236}">
                    <a16:creationId xmlns:a16="http://schemas.microsoft.com/office/drawing/2014/main" id="{252739BD-65C0-E505-D147-9F39A2940370}"/>
                  </a:ext>
                </a:extLst>
              </p:cNvPr>
              <p:cNvSpPr/>
              <p:nvPr/>
            </p:nvSpPr>
            <p:spPr>
              <a:xfrm flipH="1">
                <a:off x="10438075" y="543087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64698E7F-F376-FDF8-D93A-D167CA9FAF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28057" y="4575203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B42CD470-4FB4-A29F-124D-CAC1551622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52444" y="4645642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28D7DA9-1A9C-CF13-5366-885F0A84492F}"/>
                </a:ext>
              </a:extLst>
            </p:cNvPr>
            <p:cNvGrpSpPr/>
            <p:nvPr/>
          </p:nvGrpSpPr>
          <p:grpSpPr>
            <a:xfrm flipH="1">
              <a:off x="4592323" y="6554363"/>
              <a:ext cx="2013550" cy="2050136"/>
              <a:chOff x="1037066" y="3573580"/>
              <a:chExt cx="1418627" cy="1444403"/>
            </a:xfrm>
          </p:grpSpPr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D01DEFE1-E88C-0D67-2C7C-830762C81927}"/>
                  </a:ext>
                </a:extLst>
              </p:cNvPr>
              <p:cNvGrpSpPr/>
              <p:nvPr/>
            </p:nvGrpSpPr>
            <p:grpSpPr>
              <a:xfrm>
                <a:off x="1037066" y="3573580"/>
                <a:ext cx="1418627" cy="1444403"/>
                <a:chOff x="1035568" y="2654171"/>
                <a:chExt cx="2211507" cy="2251689"/>
              </a:xfrm>
            </p:grpSpPr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0AFB646B-9D9B-2B9E-8EDE-05651094D48E}"/>
                    </a:ext>
                  </a:extLst>
                </p:cNvPr>
                <p:cNvGrpSpPr/>
                <p:nvPr/>
              </p:nvGrpSpPr>
              <p:grpSpPr>
                <a:xfrm>
                  <a:off x="1035568" y="2772023"/>
                  <a:ext cx="2211507" cy="2133837"/>
                  <a:chOff x="3631168" y="4906674"/>
                  <a:chExt cx="2536874" cy="2447778"/>
                </a:xfrm>
              </p:grpSpPr>
              <p:sp>
                <p:nvSpPr>
                  <p:cNvPr id="247" name="Oval 246">
                    <a:extLst>
                      <a:ext uri="{FF2B5EF4-FFF2-40B4-BE49-F238E27FC236}">
                        <a16:creationId xmlns:a16="http://schemas.microsoft.com/office/drawing/2014/main" id="{E89108A3-AA4B-162B-100D-B2BD6AB91566}"/>
                      </a:ext>
                    </a:extLst>
                  </p:cNvPr>
                  <p:cNvSpPr/>
                  <p:nvPr/>
                </p:nvSpPr>
                <p:spPr>
                  <a:xfrm>
                    <a:off x="3631168" y="4906674"/>
                    <a:ext cx="2536874" cy="2447778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154901DD-6C4A-8F6D-8A18-25DDEEFF44D0}"/>
                      </a:ext>
                    </a:extLst>
                  </p:cNvPr>
                  <p:cNvSpPr/>
                  <p:nvPr/>
                </p:nvSpPr>
                <p:spPr>
                  <a:xfrm>
                    <a:off x="4468273" y="5794816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2" name="Freeform: Shape 251">
                    <a:extLst>
                      <a:ext uri="{FF2B5EF4-FFF2-40B4-BE49-F238E27FC236}">
                        <a16:creationId xmlns:a16="http://schemas.microsoft.com/office/drawing/2014/main" id="{F4721FA4-E6AD-BD0F-5211-66D08657353B}"/>
                      </a:ext>
                    </a:extLst>
                  </p:cNvPr>
                  <p:cNvSpPr/>
                  <p:nvPr/>
                </p:nvSpPr>
                <p:spPr>
                  <a:xfrm rot="20548923">
                    <a:off x="5089990" y="6162953"/>
                    <a:ext cx="184935" cy="190500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7CF09FC-AF2D-E6F6-7E16-829CCA3FEA5F}"/>
                      </a:ext>
                    </a:extLst>
                  </p:cNvPr>
                  <p:cNvSpPr/>
                  <p:nvPr/>
                </p:nvSpPr>
                <p:spPr>
                  <a:xfrm>
                    <a:off x="5350866" y="5794815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4" name="Oval 253">
                    <a:extLst>
                      <a:ext uri="{FF2B5EF4-FFF2-40B4-BE49-F238E27FC236}">
                        <a16:creationId xmlns:a16="http://schemas.microsoft.com/office/drawing/2014/main" id="{99034302-3709-9440-79B6-500BF8B873F0}"/>
                      </a:ext>
                    </a:extLst>
                  </p:cNvPr>
                  <p:cNvSpPr/>
                  <p:nvPr/>
                </p:nvSpPr>
                <p:spPr>
                  <a:xfrm>
                    <a:off x="4609151" y="5857615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5" name="Oval 254">
                    <a:extLst>
                      <a:ext uri="{FF2B5EF4-FFF2-40B4-BE49-F238E27FC236}">
                        <a16:creationId xmlns:a16="http://schemas.microsoft.com/office/drawing/2014/main" id="{FB9A0D61-5F9C-C48C-AB00-AA0F0392D6BF}"/>
                      </a:ext>
                    </a:extLst>
                  </p:cNvPr>
                  <p:cNvSpPr/>
                  <p:nvPr/>
                </p:nvSpPr>
                <p:spPr>
                  <a:xfrm>
                    <a:off x="5440338" y="5852372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5994BB79-2636-0B68-EC69-2144C844F3C5}"/>
                    </a:ext>
                  </a:extLst>
                </p:cNvPr>
                <p:cNvGrpSpPr/>
                <p:nvPr/>
              </p:nvGrpSpPr>
              <p:grpSpPr>
                <a:xfrm flipH="1">
                  <a:off x="1155138" y="2654171"/>
                  <a:ext cx="1972366" cy="622593"/>
                  <a:chOff x="914840" y="1896670"/>
                  <a:chExt cx="1972366" cy="622593"/>
                </a:xfrm>
              </p:grpSpPr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F08E827F-BBE8-916A-F7F5-70A698E3DAEF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0" y="2386707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3" name="Freeform: Shape 242">
                    <a:extLst>
                      <a:ext uri="{FF2B5EF4-FFF2-40B4-BE49-F238E27FC236}">
                        <a16:creationId xmlns:a16="http://schemas.microsoft.com/office/drawing/2014/main" id="{DC48BAFE-8963-AE27-3D03-DA304FB13817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70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A0EFAED0-A19B-4C74-E4BE-90FC15B4BF61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237" name="Arc 236">
                <a:extLst>
                  <a:ext uri="{FF2B5EF4-FFF2-40B4-BE49-F238E27FC236}">
                    <a16:creationId xmlns:a16="http://schemas.microsoft.com/office/drawing/2014/main" id="{C0847247-C8C6-8D8B-AFF2-AD382ED0AA3A}"/>
                  </a:ext>
                </a:extLst>
              </p:cNvPr>
              <p:cNvSpPr/>
              <p:nvPr/>
            </p:nvSpPr>
            <p:spPr>
              <a:xfrm rot="20364936">
                <a:off x="1404125" y="4304606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Arc 237">
                <a:extLst>
                  <a:ext uri="{FF2B5EF4-FFF2-40B4-BE49-F238E27FC236}">
                    <a16:creationId xmlns:a16="http://schemas.microsoft.com/office/drawing/2014/main" id="{F25573AA-A6E0-99B2-6905-62BBE20A243A}"/>
                  </a:ext>
                </a:extLst>
              </p:cNvPr>
              <p:cNvSpPr/>
              <p:nvPr/>
            </p:nvSpPr>
            <p:spPr>
              <a:xfrm rot="20364936">
                <a:off x="1898048" y="4302297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Arc 238">
                <a:extLst>
                  <a:ext uri="{FF2B5EF4-FFF2-40B4-BE49-F238E27FC236}">
                    <a16:creationId xmlns:a16="http://schemas.microsoft.com/office/drawing/2014/main" id="{7924F984-3420-03D5-800E-28DC2E348773}"/>
                  </a:ext>
                </a:extLst>
              </p:cNvPr>
              <p:cNvSpPr/>
              <p:nvPr/>
            </p:nvSpPr>
            <p:spPr>
              <a:xfrm rot="10320247">
                <a:off x="1771428" y="4514880"/>
                <a:ext cx="143119" cy="60986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4B41975-83E4-22F1-93DB-D450338A1E9D}"/>
                </a:ext>
              </a:extLst>
            </p:cNvPr>
            <p:cNvGrpSpPr/>
            <p:nvPr/>
          </p:nvGrpSpPr>
          <p:grpSpPr>
            <a:xfrm>
              <a:off x="582119" y="7625321"/>
              <a:ext cx="4412744" cy="2965525"/>
              <a:chOff x="3685243" y="4154915"/>
              <a:chExt cx="3758176" cy="2525632"/>
            </a:xfrm>
            <a:solidFill>
              <a:srgbClr val="E5BE97"/>
            </a:solidFill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E4F3FFE-6BC1-7559-B3A5-B19259FEA829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FE86726-7525-25BD-D879-C64D02A5863C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04FCC12-A1F4-C0E0-E468-BC945D11B77E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40">
                <a:extLst>
                  <a:ext uri="{FF2B5EF4-FFF2-40B4-BE49-F238E27FC236}">
                    <a16:creationId xmlns:a16="http://schemas.microsoft.com/office/drawing/2014/main" id="{05681724-5722-52DE-3035-53EA87677C6E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Rectangle 40">
                <a:extLst>
                  <a:ext uri="{FF2B5EF4-FFF2-40B4-BE49-F238E27FC236}">
                    <a16:creationId xmlns:a16="http://schemas.microsoft.com/office/drawing/2014/main" id="{C2472DB1-58BD-12F3-F68E-5FA53A726AA7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D265569-A63F-6D38-6F61-BFFFCDF816EB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 41">
                <a:extLst>
                  <a:ext uri="{FF2B5EF4-FFF2-40B4-BE49-F238E27FC236}">
                    <a16:creationId xmlns:a16="http://schemas.microsoft.com/office/drawing/2014/main" id="{6F7DA882-6671-0716-DA62-5FB3029313DB}"/>
                  </a:ext>
                </a:extLst>
              </p:cNvPr>
              <p:cNvSpPr/>
              <p:nvPr/>
            </p:nvSpPr>
            <p:spPr>
              <a:xfrm>
                <a:off x="3689961" y="4154915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" name="emojimouth">
            <a:hlinkClick r:id="" action="ppaction://media"/>
            <a:extLst>
              <a:ext uri="{FF2B5EF4-FFF2-40B4-BE49-F238E27FC236}">
                <a16:creationId xmlns:a16="http://schemas.microsoft.com/office/drawing/2014/main" id="{819D49AE-B394-E7F6-4803-69D18C1AF2D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>
            <a:off x="1722244" y="4924883"/>
            <a:ext cx="299110" cy="218820"/>
          </a:xfrm>
          <a:prstGeom prst="rect">
            <a:avLst/>
          </a:prstGeom>
        </p:spPr>
      </p:pic>
      <p:pic>
        <p:nvPicPr>
          <p:cNvPr id="4" name="ttsMP3.com_VoiceText_2024-12-22_21-52-0">
            <a:hlinkClick r:id="" action="ppaction://media"/>
            <a:extLst>
              <a:ext uri="{FF2B5EF4-FFF2-40B4-BE49-F238E27FC236}">
                <a16:creationId xmlns:a16="http://schemas.microsoft.com/office/drawing/2014/main" id="{6F01C6D0-B393-EB2F-CF25-9A57C92EC0A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4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1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174099" y="-761331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4152313" y="-140558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5E2661A-C5FB-DA5A-5340-5AC5D63F1CB5}"/>
              </a:ext>
            </a:extLst>
          </p:cNvPr>
          <p:cNvGrpSpPr/>
          <p:nvPr/>
        </p:nvGrpSpPr>
        <p:grpSpPr>
          <a:xfrm>
            <a:off x="-540494" y="4745993"/>
            <a:ext cx="2019959" cy="2887255"/>
            <a:chOff x="3685243" y="1308751"/>
            <a:chExt cx="3758176" cy="5371796"/>
          </a:xfrm>
          <a:solidFill>
            <a:srgbClr val="E5BE97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A56050A-EADC-874E-AB7E-C31A7C8480C0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63639F7-68C0-3935-6FC5-D4E42707C679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77B3AF6-0E67-B93F-C25C-52541ABD1537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B9857C2-6F5E-4C64-B09D-046B0850FDF0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54F3882-9112-33A2-F024-70CE4BB0F626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20CCF8E5-4A21-C090-59D0-02048B6B94C9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Rectangle 40">
              <a:extLst>
                <a:ext uri="{FF2B5EF4-FFF2-40B4-BE49-F238E27FC236}">
                  <a16:creationId xmlns:a16="http://schemas.microsoft.com/office/drawing/2014/main" id="{5472D289-C1E1-1CF7-4356-332E8B029B40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16793EE-D080-DDBC-FC7B-077C27E6E938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Rectangle 41">
              <a:extLst>
                <a:ext uri="{FF2B5EF4-FFF2-40B4-BE49-F238E27FC236}">
                  <a16:creationId xmlns:a16="http://schemas.microsoft.com/office/drawing/2014/main" id="{893E4494-7DA3-6AA4-B5B7-BA23A8BE7C8E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Rectangle 41">
              <a:extLst>
                <a:ext uri="{FF2B5EF4-FFF2-40B4-BE49-F238E27FC236}">
                  <a16:creationId xmlns:a16="http://schemas.microsoft.com/office/drawing/2014/main" id="{576CB754-41B4-B744-C5DF-364979E7C96F}"/>
                </a:ext>
              </a:extLst>
            </p:cNvPr>
            <p:cNvSpPr/>
            <p:nvPr/>
          </p:nvSpPr>
          <p:spPr>
            <a:xfrm>
              <a:off x="4154382" y="1308751"/>
              <a:ext cx="2762996" cy="283252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998" h="1461450">
                  <a:moveTo>
                    <a:pt x="177425" y="8247"/>
                  </a:moveTo>
                  <a:lnTo>
                    <a:pt x="2652785" y="0"/>
                  </a:lnTo>
                  <a:lnTo>
                    <a:pt x="2762998" y="1461450"/>
                  </a:lnTo>
                  <a:lnTo>
                    <a:pt x="0" y="1458284"/>
                  </a:lnTo>
                  <a:lnTo>
                    <a:pt x="177425" y="8247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B3414D5-6E4C-DF8F-E0E8-C7D4E785A00A}"/>
              </a:ext>
            </a:extLst>
          </p:cNvPr>
          <p:cNvGrpSpPr/>
          <p:nvPr/>
        </p:nvGrpSpPr>
        <p:grpSpPr>
          <a:xfrm>
            <a:off x="3499731" y="5484802"/>
            <a:ext cx="3089456" cy="3814890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08ECE98-9A14-3C3C-9641-C8F04B0DE5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ECF2420-A184-891A-306A-641291EB6F3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EB237A3-7E3D-5BA1-7185-123E6962E319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8C3BDFB-B70E-FB33-9B83-5ACBDF8F31A3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AA50A857-91FA-9D08-081D-2826C553B5CC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Rectangle 40">
              <a:extLst>
                <a:ext uri="{FF2B5EF4-FFF2-40B4-BE49-F238E27FC236}">
                  <a16:creationId xmlns:a16="http://schemas.microsoft.com/office/drawing/2014/main" id="{1F8A68F1-DCAF-491A-8838-F04303287E6D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Rectangle 40">
              <a:extLst>
                <a:ext uri="{FF2B5EF4-FFF2-40B4-BE49-F238E27FC236}">
                  <a16:creationId xmlns:a16="http://schemas.microsoft.com/office/drawing/2014/main" id="{BD3DB2B9-54C0-BFB3-BFF6-BFE389C44634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295E9BB0-3D19-58A6-9E61-21F8E1681CCD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Rectangle 41">
              <a:extLst>
                <a:ext uri="{FF2B5EF4-FFF2-40B4-BE49-F238E27FC236}">
                  <a16:creationId xmlns:a16="http://schemas.microsoft.com/office/drawing/2014/main" id="{2151D446-E61B-C332-D78F-DFB1EC4B7DE8}"/>
                </a:ext>
              </a:extLst>
            </p:cNvPr>
            <p:cNvSpPr/>
            <p:nvPr/>
          </p:nvSpPr>
          <p:spPr>
            <a:xfrm>
              <a:off x="3689962" y="4154915"/>
              <a:ext cx="3736237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Rectangle 41">
              <a:extLst>
                <a:ext uri="{FF2B5EF4-FFF2-40B4-BE49-F238E27FC236}">
                  <a16:creationId xmlns:a16="http://schemas.microsoft.com/office/drawing/2014/main" id="{1CC34EAE-BD7C-21C7-7030-7B5B74CB88FA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A4331D6-9678-B9A2-5C78-716AF76FBE8D}"/>
              </a:ext>
            </a:extLst>
          </p:cNvPr>
          <p:cNvGrpSpPr/>
          <p:nvPr/>
        </p:nvGrpSpPr>
        <p:grpSpPr>
          <a:xfrm flipH="1">
            <a:off x="-3693853" y="5426806"/>
            <a:ext cx="3089456" cy="3814890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356CF789-1DF6-1DF6-E565-D9713A19D4CE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0FD148F-6A67-0DDC-A97B-4C2C7D577B4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CEB6221-FA75-755B-E04E-53EB2971A174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0DA7946F-B1C7-47B6-D097-2CEE81BEA6A2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0D3EF713-6D36-7C45-9D19-A47225955CDD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Rectangle 40">
              <a:extLst>
                <a:ext uri="{FF2B5EF4-FFF2-40B4-BE49-F238E27FC236}">
                  <a16:creationId xmlns:a16="http://schemas.microsoft.com/office/drawing/2014/main" id="{6CC0ADCE-D5AF-F7FE-2ADF-256921EBDCE6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Rectangle 40">
              <a:extLst>
                <a:ext uri="{FF2B5EF4-FFF2-40B4-BE49-F238E27FC236}">
                  <a16:creationId xmlns:a16="http://schemas.microsoft.com/office/drawing/2014/main" id="{9CC087BA-30AB-272E-A7EE-8D9F3233501F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B4EF098A-88C7-8684-9674-2E0467BFCF07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0" name="Rectangle 41">
              <a:extLst>
                <a:ext uri="{FF2B5EF4-FFF2-40B4-BE49-F238E27FC236}">
                  <a16:creationId xmlns:a16="http://schemas.microsoft.com/office/drawing/2014/main" id="{884F3D93-E3F3-B7F0-B892-758851FDF7B6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Rectangle 41">
              <a:extLst>
                <a:ext uri="{FF2B5EF4-FFF2-40B4-BE49-F238E27FC236}">
                  <a16:creationId xmlns:a16="http://schemas.microsoft.com/office/drawing/2014/main" id="{B8787A3E-630F-E04D-3DFC-5E5387FE23C3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5A01534-0A84-612B-6A29-14723DA977D6}"/>
              </a:ext>
            </a:extLst>
          </p:cNvPr>
          <p:cNvGrpSpPr/>
          <p:nvPr/>
        </p:nvGrpSpPr>
        <p:grpSpPr>
          <a:xfrm>
            <a:off x="3667980" y="7456085"/>
            <a:ext cx="1456504" cy="1522908"/>
            <a:chOff x="10127150" y="4575203"/>
            <a:chExt cx="918640" cy="960522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70AAD13-EA36-21BD-ADF5-8427773E24AC}"/>
                </a:ext>
              </a:extLst>
            </p:cNvPr>
            <p:cNvCxnSpPr>
              <a:cxnSpLocks/>
            </p:cNvCxnSpPr>
            <p:nvPr/>
          </p:nvCxnSpPr>
          <p:spPr>
            <a:xfrm>
              <a:off x="10667732" y="4818159"/>
              <a:ext cx="19885" cy="673312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841C3579-C533-8FEC-192D-57B18F633EF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6960" y="4740309"/>
              <a:ext cx="19319" cy="68304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59" name="Rectangle: Top Corners Rounded 258">
              <a:extLst>
                <a:ext uri="{FF2B5EF4-FFF2-40B4-BE49-F238E27FC236}">
                  <a16:creationId xmlns:a16="http://schemas.microsoft.com/office/drawing/2014/main" id="{123C561E-0986-8F92-4FC9-CD3AE6E867E9}"/>
                </a:ext>
              </a:extLst>
            </p:cNvPr>
            <p:cNvSpPr/>
            <p:nvPr/>
          </p:nvSpPr>
          <p:spPr>
            <a:xfrm flipH="1">
              <a:off x="10127150" y="533893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0" name="Rectangle: Top Corners Rounded 259">
              <a:extLst>
                <a:ext uri="{FF2B5EF4-FFF2-40B4-BE49-F238E27FC236}">
                  <a16:creationId xmlns:a16="http://schemas.microsoft.com/office/drawing/2014/main" id="{252739BD-65C0-E505-D147-9F39A2940370}"/>
                </a:ext>
              </a:extLst>
            </p:cNvPr>
            <p:cNvSpPr/>
            <p:nvPr/>
          </p:nvSpPr>
          <p:spPr>
            <a:xfrm flipH="1">
              <a:off x="10438075" y="543087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4698E7F-F376-FDF8-D93A-D167CA9FA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8057" y="4575203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B42CD470-4FB4-A29F-124D-CAC155162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2444" y="4645642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4B41975-83E4-22F1-93DB-D450338A1E9D}"/>
              </a:ext>
            </a:extLst>
          </p:cNvPr>
          <p:cNvGrpSpPr/>
          <p:nvPr/>
        </p:nvGrpSpPr>
        <p:grpSpPr>
          <a:xfrm>
            <a:off x="-3031234" y="6067326"/>
            <a:ext cx="6996408" cy="4701842"/>
            <a:chOff x="3685243" y="4154915"/>
            <a:chExt cx="3758176" cy="2525632"/>
          </a:xfrm>
          <a:solidFill>
            <a:srgbClr val="E5BE97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60C110E-0270-982C-19C8-2D8695885B97}"/>
                </a:ext>
              </a:extLst>
            </p:cNvPr>
            <p:cNvSpPr/>
            <p:nvPr/>
          </p:nvSpPr>
          <p:spPr>
            <a:xfrm>
              <a:off x="6841803" y="4156286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4F3FFE-6BC1-7559-B3A5-B19259FEA829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FE86726-7525-25BD-D879-C64D02A5863C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4FCC12-A1F4-C0E0-E468-BC945D11B77E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40">
              <a:extLst>
                <a:ext uri="{FF2B5EF4-FFF2-40B4-BE49-F238E27FC236}">
                  <a16:creationId xmlns:a16="http://schemas.microsoft.com/office/drawing/2014/main" id="{05681724-5722-52DE-3035-53EA87677C6E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40">
              <a:extLst>
                <a:ext uri="{FF2B5EF4-FFF2-40B4-BE49-F238E27FC236}">
                  <a16:creationId xmlns:a16="http://schemas.microsoft.com/office/drawing/2014/main" id="{C2472DB1-58BD-12F3-F68E-5FA53A726AA7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265569-A63F-6D38-6F61-BFFFCDF816EB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6F7DA882-6671-0716-DA62-5FB3029313DB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" name="ttsMP3.com_VoiceText_2024-12-22_21-54-22">
            <a:hlinkClick r:id="" action="ppaction://media"/>
            <a:extLst>
              <a:ext uri="{FF2B5EF4-FFF2-40B4-BE49-F238E27FC236}">
                <a16:creationId xmlns:a16="http://schemas.microsoft.com/office/drawing/2014/main" id="{307CCB6B-5A76-AC5F-BA38-B454CF73C8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06443" y="4037244"/>
            <a:ext cx="609600" cy="6096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D68EAEC-7F41-8AE1-1E58-2828617E06B9}"/>
              </a:ext>
            </a:extLst>
          </p:cNvPr>
          <p:cNvGrpSpPr/>
          <p:nvPr/>
        </p:nvGrpSpPr>
        <p:grpSpPr>
          <a:xfrm>
            <a:off x="3222323" y="4369321"/>
            <a:ext cx="3297108" cy="3250491"/>
            <a:chOff x="3222323" y="4369321"/>
            <a:chExt cx="3297108" cy="325049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C1B9481-9A48-C7E5-E0CD-5FFD8A90EFBE}"/>
                </a:ext>
              </a:extLst>
            </p:cNvPr>
            <p:cNvSpPr/>
            <p:nvPr/>
          </p:nvSpPr>
          <p:spPr>
            <a:xfrm rot="1304321">
              <a:off x="3222323" y="6159253"/>
              <a:ext cx="765910" cy="1088897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28D7DA9-1A9C-CF13-5366-885F0A84492F}"/>
                </a:ext>
              </a:extLst>
            </p:cNvPr>
            <p:cNvGrpSpPr/>
            <p:nvPr/>
          </p:nvGrpSpPr>
          <p:grpSpPr>
            <a:xfrm flipH="1">
              <a:off x="3326945" y="4369321"/>
              <a:ext cx="3192486" cy="3250491"/>
              <a:chOff x="1037067" y="3573581"/>
              <a:chExt cx="1418628" cy="1444403"/>
            </a:xfrm>
          </p:grpSpPr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D01DEFE1-E88C-0D67-2C7C-830762C81927}"/>
                  </a:ext>
                </a:extLst>
              </p:cNvPr>
              <p:cNvGrpSpPr/>
              <p:nvPr/>
            </p:nvGrpSpPr>
            <p:grpSpPr>
              <a:xfrm>
                <a:off x="1037067" y="3573581"/>
                <a:ext cx="1418628" cy="1444403"/>
                <a:chOff x="1035568" y="2654171"/>
                <a:chExt cx="2211507" cy="2251689"/>
              </a:xfrm>
            </p:grpSpPr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0AFB646B-9D9B-2B9E-8EDE-05651094D48E}"/>
                    </a:ext>
                  </a:extLst>
                </p:cNvPr>
                <p:cNvGrpSpPr/>
                <p:nvPr/>
              </p:nvGrpSpPr>
              <p:grpSpPr>
                <a:xfrm>
                  <a:off x="1035568" y="2772023"/>
                  <a:ext cx="2211507" cy="2133837"/>
                  <a:chOff x="3631168" y="4906674"/>
                  <a:chExt cx="2536874" cy="2447778"/>
                </a:xfrm>
              </p:grpSpPr>
              <p:sp>
                <p:nvSpPr>
                  <p:cNvPr id="247" name="Oval 246">
                    <a:extLst>
                      <a:ext uri="{FF2B5EF4-FFF2-40B4-BE49-F238E27FC236}">
                        <a16:creationId xmlns:a16="http://schemas.microsoft.com/office/drawing/2014/main" id="{E89108A3-AA4B-162B-100D-B2BD6AB91566}"/>
                      </a:ext>
                    </a:extLst>
                  </p:cNvPr>
                  <p:cNvSpPr/>
                  <p:nvPr/>
                </p:nvSpPr>
                <p:spPr>
                  <a:xfrm>
                    <a:off x="3631168" y="4906674"/>
                    <a:ext cx="2536874" cy="2447778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154901DD-6C4A-8F6D-8A18-25DDEEFF44D0}"/>
                      </a:ext>
                    </a:extLst>
                  </p:cNvPr>
                  <p:cNvSpPr/>
                  <p:nvPr/>
                </p:nvSpPr>
                <p:spPr>
                  <a:xfrm>
                    <a:off x="4468273" y="5794816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2" name="Freeform: Shape 251">
                    <a:extLst>
                      <a:ext uri="{FF2B5EF4-FFF2-40B4-BE49-F238E27FC236}">
                        <a16:creationId xmlns:a16="http://schemas.microsoft.com/office/drawing/2014/main" id="{F4721FA4-E6AD-BD0F-5211-66D08657353B}"/>
                      </a:ext>
                    </a:extLst>
                  </p:cNvPr>
                  <p:cNvSpPr/>
                  <p:nvPr/>
                </p:nvSpPr>
                <p:spPr>
                  <a:xfrm rot="20548923">
                    <a:off x="5089990" y="6162953"/>
                    <a:ext cx="184935" cy="190500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7CF09FC-AF2D-E6F6-7E16-829CCA3FEA5F}"/>
                      </a:ext>
                    </a:extLst>
                  </p:cNvPr>
                  <p:cNvSpPr/>
                  <p:nvPr/>
                </p:nvSpPr>
                <p:spPr>
                  <a:xfrm>
                    <a:off x="5350866" y="5794815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4" name="Oval 253">
                    <a:extLst>
                      <a:ext uri="{FF2B5EF4-FFF2-40B4-BE49-F238E27FC236}">
                        <a16:creationId xmlns:a16="http://schemas.microsoft.com/office/drawing/2014/main" id="{99034302-3709-9440-79B6-500BF8B873F0}"/>
                      </a:ext>
                    </a:extLst>
                  </p:cNvPr>
                  <p:cNvSpPr/>
                  <p:nvPr/>
                </p:nvSpPr>
                <p:spPr>
                  <a:xfrm>
                    <a:off x="4609151" y="5857615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5" name="Oval 254">
                    <a:extLst>
                      <a:ext uri="{FF2B5EF4-FFF2-40B4-BE49-F238E27FC236}">
                        <a16:creationId xmlns:a16="http://schemas.microsoft.com/office/drawing/2014/main" id="{FB9A0D61-5F9C-C48C-AB00-AA0F0392D6BF}"/>
                      </a:ext>
                    </a:extLst>
                  </p:cNvPr>
                  <p:cNvSpPr/>
                  <p:nvPr/>
                </p:nvSpPr>
                <p:spPr>
                  <a:xfrm>
                    <a:off x="5440338" y="5852372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5994BB79-2636-0B68-EC69-2144C844F3C5}"/>
                    </a:ext>
                  </a:extLst>
                </p:cNvPr>
                <p:cNvGrpSpPr/>
                <p:nvPr/>
              </p:nvGrpSpPr>
              <p:grpSpPr>
                <a:xfrm flipH="1">
                  <a:off x="1155138" y="2654171"/>
                  <a:ext cx="1972366" cy="622593"/>
                  <a:chOff x="914840" y="1896670"/>
                  <a:chExt cx="1972366" cy="622593"/>
                </a:xfrm>
              </p:grpSpPr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F08E827F-BBE8-916A-F7F5-70A698E3DAEF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0" y="2386707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3" name="Freeform: Shape 242">
                    <a:extLst>
                      <a:ext uri="{FF2B5EF4-FFF2-40B4-BE49-F238E27FC236}">
                        <a16:creationId xmlns:a16="http://schemas.microsoft.com/office/drawing/2014/main" id="{DC48BAFE-8963-AE27-3D03-DA304FB13817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70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A0EFAED0-A19B-4C74-E4BE-90FC15B4BF61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237" name="Arc 236">
                <a:extLst>
                  <a:ext uri="{FF2B5EF4-FFF2-40B4-BE49-F238E27FC236}">
                    <a16:creationId xmlns:a16="http://schemas.microsoft.com/office/drawing/2014/main" id="{C0847247-C8C6-8D8B-AFF2-AD382ED0AA3A}"/>
                  </a:ext>
                </a:extLst>
              </p:cNvPr>
              <p:cNvSpPr/>
              <p:nvPr/>
            </p:nvSpPr>
            <p:spPr>
              <a:xfrm rot="20364936">
                <a:off x="1404126" y="4304609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Arc 237">
                <a:extLst>
                  <a:ext uri="{FF2B5EF4-FFF2-40B4-BE49-F238E27FC236}">
                    <a16:creationId xmlns:a16="http://schemas.microsoft.com/office/drawing/2014/main" id="{F25573AA-A6E0-99B2-6905-62BBE20A243A}"/>
                  </a:ext>
                </a:extLst>
              </p:cNvPr>
              <p:cNvSpPr/>
              <p:nvPr/>
            </p:nvSpPr>
            <p:spPr>
              <a:xfrm rot="20364936">
                <a:off x="1898048" y="4302297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" name="emojimouth">
            <a:hlinkClick r:id="" action="ppaction://media"/>
            <a:extLst>
              <a:ext uri="{FF2B5EF4-FFF2-40B4-BE49-F238E27FC236}">
                <a16:creationId xmlns:a16="http://schemas.microsoft.com/office/drawing/2014/main" id="{819D49AE-B394-E7F6-4803-69D18C1AF2D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300" end="2376.3"/>
                </p14:media>
              </p:ext>
            </p:extLst>
          </p:nvPr>
        </p:nvPicPr>
        <p:blipFill rotWithShape="1">
          <a:blip r:embed="rId7"/>
          <a:srcRect l="49010" t="20632" r="43027" b="69011"/>
          <a:stretch/>
        </p:blipFill>
        <p:spPr>
          <a:xfrm flipH="1">
            <a:off x="4623544" y="6512297"/>
            <a:ext cx="299110" cy="21882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926140D-4A99-C69C-1E71-018EBC535623}"/>
              </a:ext>
            </a:extLst>
          </p:cNvPr>
          <p:cNvSpPr/>
          <p:nvPr/>
        </p:nvSpPr>
        <p:spPr>
          <a:xfrm rot="3037720" flipH="1">
            <a:off x="5090310" y="6386075"/>
            <a:ext cx="765910" cy="1088897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3243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9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174099" y="-761331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4152313" y="-140558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9EEED2-DF6B-F39A-2DBE-3CD7F7882C16}"/>
              </a:ext>
            </a:extLst>
          </p:cNvPr>
          <p:cNvGrpSpPr/>
          <p:nvPr/>
        </p:nvGrpSpPr>
        <p:grpSpPr>
          <a:xfrm>
            <a:off x="-3086910" y="6667256"/>
            <a:ext cx="15607179" cy="9713428"/>
            <a:chOff x="-3693853" y="4369321"/>
            <a:chExt cx="10283039" cy="6399847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75E2661A-C5FB-DA5A-5340-5AC5D63F1CB5}"/>
                </a:ext>
              </a:extLst>
            </p:cNvPr>
            <p:cNvGrpSpPr/>
            <p:nvPr/>
          </p:nvGrpSpPr>
          <p:grpSpPr>
            <a:xfrm>
              <a:off x="-540494" y="4745993"/>
              <a:ext cx="2019959" cy="2887255"/>
              <a:chOff x="3685243" y="1308751"/>
              <a:chExt cx="3758176" cy="5371796"/>
            </a:xfrm>
            <a:solidFill>
              <a:srgbClr val="E5BE97"/>
            </a:solidFill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2A56050A-EADC-874E-AB7E-C31A7C8480C0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63639F7-68C0-3935-6FC5-D4E42707C679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77B3AF6-0E67-B93F-C25C-52541ABD1537}"/>
                  </a:ext>
                </a:extLst>
              </p:cNvPr>
              <p:cNvSpPr/>
              <p:nvPr/>
            </p:nvSpPr>
            <p:spPr>
              <a:xfrm>
                <a:off x="424687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6B9857C2-6F5E-4C64-B09D-046B0850FDF0}"/>
                  </a:ext>
                </a:extLst>
              </p:cNvPr>
              <p:cNvSpPr/>
              <p:nvPr/>
            </p:nvSpPr>
            <p:spPr>
              <a:xfrm>
                <a:off x="6883136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754F3882-9112-33A2-F024-70CE4BB0F626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Rectangle 40">
                <a:extLst>
                  <a:ext uri="{FF2B5EF4-FFF2-40B4-BE49-F238E27FC236}">
                    <a16:creationId xmlns:a16="http://schemas.microsoft.com/office/drawing/2014/main" id="{20CCF8E5-4A21-C090-59D0-02048B6B94C9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Rectangle 40">
                <a:extLst>
                  <a:ext uri="{FF2B5EF4-FFF2-40B4-BE49-F238E27FC236}">
                    <a16:creationId xmlns:a16="http://schemas.microsoft.com/office/drawing/2014/main" id="{5472D289-C1E1-1CF7-4356-332E8B029B40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C16793EE-D080-DDBC-FC7B-077C27E6E938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Rectangle 41">
                <a:extLst>
                  <a:ext uri="{FF2B5EF4-FFF2-40B4-BE49-F238E27FC236}">
                    <a16:creationId xmlns:a16="http://schemas.microsoft.com/office/drawing/2014/main" id="{893E4494-7DA3-6AA4-B5B7-BA23A8BE7C8E}"/>
                  </a:ext>
                </a:extLst>
              </p:cNvPr>
              <p:cNvSpPr/>
              <p:nvPr/>
            </p:nvSpPr>
            <p:spPr>
              <a:xfrm>
                <a:off x="3689961" y="4154915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Rectangle 41">
                <a:extLst>
                  <a:ext uri="{FF2B5EF4-FFF2-40B4-BE49-F238E27FC236}">
                    <a16:creationId xmlns:a16="http://schemas.microsoft.com/office/drawing/2014/main" id="{576CB754-41B4-B744-C5DF-364979E7C96F}"/>
                  </a:ext>
                </a:extLst>
              </p:cNvPr>
              <p:cNvSpPr/>
              <p:nvPr/>
            </p:nvSpPr>
            <p:spPr>
              <a:xfrm>
                <a:off x="4154382" y="1308751"/>
                <a:ext cx="2762996" cy="283252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290859"/>
                  <a:gd name="connsiteY0" fmla="*/ 0 h 900601"/>
                  <a:gd name="connsiteX1" fmla="*/ 3221888 w 3290859"/>
                  <a:gd name="connsiteY1" fmla="*/ 0 h 900601"/>
                  <a:gd name="connsiteX2" fmla="*/ 3290859 w 3290859"/>
                  <a:gd name="connsiteY2" fmla="*/ 900601 h 900601"/>
                  <a:gd name="connsiteX3" fmla="*/ 0 w 3290859"/>
                  <a:gd name="connsiteY3" fmla="*/ 856197 h 900601"/>
                  <a:gd name="connsiteX4" fmla="*/ 482600 w 3290859"/>
                  <a:gd name="connsiteY4" fmla="*/ 0 h 900601"/>
                  <a:gd name="connsiteX0" fmla="*/ 482600 w 3257868"/>
                  <a:gd name="connsiteY0" fmla="*/ 0 h 856197"/>
                  <a:gd name="connsiteX1" fmla="*/ 3221888 w 3257868"/>
                  <a:gd name="connsiteY1" fmla="*/ 0 h 856197"/>
                  <a:gd name="connsiteX2" fmla="*/ 3257868 w 3257868"/>
                  <a:gd name="connsiteY2" fmla="*/ 818125 h 856197"/>
                  <a:gd name="connsiteX3" fmla="*/ 0 w 3257868"/>
                  <a:gd name="connsiteY3" fmla="*/ 856197 h 856197"/>
                  <a:gd name="connsiteX4" fmla="*/ 482600 w 3257868"/>
                  <a:gd name="connsiteY4" fmla="*/ 0 h 856197"/>
                  <a:gd name="connsiteX0" fmla="*/ 482600 w 3257868"/>
                  <a:gd name="connsiteY0" fmla="*/ 610334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482600 w 3257868"/>
                  <a:gd name="connsiteY4" fmla="*/ 610334 h 1466531"/>
                  <a:gd name="connsiteX0" fmla="*/ 1043449 w 3257868"/>
                  <a:gd name="connsiteY0" fmla="*/ 148458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1043449 w 3257868"/>
                  <a:gd name="connsiteY4" fmla="*/ 148458 h 1466531"/>
                  <a:gd name="connsiteX0" fmla="*/ 598067 w 2812486"/>
                  <a:gd name="connsiteY0" fmla="*/ 148458 h 1450034"/>
                  <a:gd name="connsiteX1" fmla="*/ 2661035 w 2812486"/>
                  <a:gd name="connsiteY1" fmla="*/ 0 h 1450034"/>
                  <a:gd name="connsiteX2" fmla="*/ 2812486 w 2812486"/>
                  <a:gd name="connsiteY2" fmla="*/ 1428459 h 1450034"/>
                  <a:gd name="connsiteX3" fmla="*/ 0 w 2812486"/>
                  <a:gd name="connsiteY3" fmla="*/ 1450034 h 1450034"/>
                  <a:gd name="connsiteX4" fmla="*/ 598067 w 2812486"/>
                  <a:gd name="connsiteY4" fmla="*/ 148458 h 1450034"/>
                  <a:gd name="connsiteX0" fmla="*/ 598067 w 2779495"/>
                  <a:gd name="connsiteY0" fmla="*/ 148458 h 1469697"/>
                  <a:gd name="connsiteX1" fmla="*/ 2661035 w 2779495"/>
                  <a:gd name="connsiteY1" fmla="*/ 0 h 1469697"/>
                  <a:gd name="connsiteX2" fmla="*/ 2779495 w 2779495"/>
                  <a:gd name="connsiteY2" fmla="*/ 1469697 h 1469697"/>
                  <a:gd name="connsiteX3" fmla="*/ 0 w 2779495"/>
                  <a:gd name="connsiteY3" fmla="*/ 1450034 h 1469697"/>
                  <a:gd name="connsiteX4" fmla="*/ 598067 w 2779495"/>
                  <a:gd name="connsiteY4" fmla="*/ 148458 h 1469697"/>
                  <a:gd name="connsiteX0" fmla="*/ 581570 w 2762998"/>
                  <a:gd name="connsiteY0" fmla="*/ 148458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581570 w 2762998"/>
                  <a:gd name="connsiteY4" fmla="*/ 148458 h 1469697"/>
                  <a:gd name="connsiteX0" fmla="*/ 177425 w 2762998"/>
                  <a:gd name="connsiteY0" fmla="*/ 16494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177425 w 2762998"/>
                  <a:gd name="connsiteY4" fmla="*/ 16494 h 1469697"/>
                  <a:gd name="connsiteX0" fmla="*/ 177425 w 2762998"/>
                  <a:gd name="connsiteY0" fmla="*/ 8247 h 1461450"/>
                  <a:gd name="connsiteX1" fmla="*/ 2496076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177425 w 2762998"/>
                  <a:gd name="connsiteY0" fmla="*/ 8247 h 1461450"/>
                  <a:gd name="connsiteX1" fmla="*/ 2652785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2998" h="1461450">
                    <a:moveTo>
                      <a:pt x="177425" y="8247"/>
                    </a:moveTo>
                    <a:lnTo>
                      <a:pt x="2652785" y="0"/>
                    </a:lnTo>
                    <a:lnTo>
                      <a:pt x="2762998" y="1461450"/>
                    </a:lnTo>
                    <a:lnTo>
                      <a:pt x="0" y="1458284"/>
                    </a:lnTo>
                    <a:lnTo>
                      <a:pt x="177425" y="8247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1B3414D5-6E4C-DF8F-E0E8-C7D4E785A00A}"/>
                </a:ext>
              </a:extLst>
            </p:cNvPr>
            <p:cNvGrpSpPr/>
            <p:nvPr/>
          </p:nvGrpSpPr>
          <p:grpSpPr>
            <a:xfrm>
              <a:off x="3499731" y="5484802"/>
              <a:ext cx="3089455" cy="3814890"/>
              <a:chOff x="3685243" y="1414202"/>
              <a:chExt cx="4264905" cy="5266344"/>
            </a:xfrm>
            <a:solidFill>
              <a:srgbClr val="E5BE97"/>
            </a:solidFill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908ECE98-9A14-3C3C-9641-C8F04B0DE5D1}"/>
                  </a:ext>
                </a:extLst>
              </p:cNvPr>
              <p:cNvSpPr/>
              <p:nvPr/>
            </p:nvSpPr>
            <p:spPr>
              <a:xfrm>
                <a:off x="3685991" y="5156142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ECF2420-A184-891A-306A-641291EB6F32}"/>
                  </a:ext>
                </a:extLst>
              </p:cNvPr>
              <p:cNvSpPr/>
              <p:nvPr/>
            </p:nvSpPr>
            <p:spPr>
              <a:xfrm>
                <a:off x="7343109" y="5138200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3EB237A3-7E3D-5BA1-7185-123E6962E319}"/>
                  </a:ext>
                </a:extLst>
              </p:cNvPr>
              <p:cNvSpPr/>
              <p:nvPr/>
            </p:nvSpPr>
            <p:spPr>
              <a:xfrm>
                <a:off x="424687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08C3BDFB-B70E-FB33-9B83-5ACBDF8F31A3}"/>
                  </a:ext>
                </a:extLst>
              </p:cNvPr>
              <p:cNvSpPr/>
              <p:nvPr/>
            </p:nvSpPr>
            <p:spPr>
              <a:xfrm>
                <a:off x="688313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AA50A857-91FA-9D08-081D-2826C553B5CC}"/>
                  </a:ext>
                </a:extLst>
              </p:cNvPr>
              <p:cNvSpPr/>
              <p:nvPr/>
            </p:nvSpPr>
            <p:spPr>
              <a:xfrm>
                <a:off x="4208355" y="4166209"/>
                <a:ext cx="2711954" cy="116526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Rectangle 40">
                <a:extLst>
                  <a:ext uri="{FF2B5EF4-FFF2-40B4-BE49-F238E27FC236}">
                    <a16:creationId xmlns:a16="http://schemas.microsoft.com/office/drawing/2014/main" id="{1F8A68F1-DCAF-491A-8838-F04303287E6D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Rectangle 40">
                <a:extLst>
                  <a:ext uri="{FF2B5EF4-FFF2-40B4-BE49-F238E27FC236}">
                    <a16:creationId xmlns:a16="http://schemas.microsoft.com/office/drawing/2014/main" id="{BD3DB2B9-54C0-BFB3-BFF6-BFE389C44634}"/>
                  </a:ext>
                </a:extLst>
              </p:cNvPr>
              <p:cNvSpPr/>
              <p:nvPr/>
            </p:nvSpPr>
            <p:spPr>
              <a:xfrm>
                <a:off x="6904125" y="4175172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295E9BB0-3D19-58A6-9E61-21F8E1681CCD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7" cy="160373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Rectangle 41">
                <a:extLst>
                  <a:ext uri="{FF2B5EF4-FFF2-40B4-BE49-F238E27FC236}">
                    <a16:creationId xmlns:a16="http://schemas.microsoft.com/office/drawing/2014/main" id="{2151D446-E61B-C332-D78F-DFB1EC4B7DE8}"/>
                  </a:ext>
                </a:extLst>
              </p:cNvPr>
              <p:cNvSpPr/>
              <p:nvPr/>
            </p:nvSpPr>
            <p:spPr>
              <a:xfrm>
                <a:off x="3689963" y="4154914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Rectangle 41">
                <a:extLst>
                  <a:ext uri="{FF2B5EF4-FFF2-40B4-BE49-F238E27FC236}">
                    <a16:creationId xmlns:a16="http://schemas.microsoft.com/office/drawing/2014/main" id="{1CC34EAE-BD7C-21C7-7030-7B5B74CB88FA}"/>
                  </a:ext>
                </a:extLst>
              </p:cNvPr>
              <p:cNvSpPr/>
              <p:nvPr/>
            </p:nvSpPr>
            <p:spPr>
              <a:xfrm>
                <a:off x="6938675" y="1414202"/>
                <a:ext cx="1011473" cy="3575338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290859"/>
                  <a:gd name="connsiteY0" fmla="*/ 0 h 900601"/>
                  <a:gd name="connsiteX1" fmla="*/ 3221888 w 3290859"/>
                  <a:gd name="connsiteY1" fmla="*/ 0 h 900601"/>
                  <a:gd name="connsiteX2" fmla="*/ 3290859 w 3290859"/>
                  <a:gd name="connsiteY2" fmla="*/ 900601 h 900601"/>
                  <a:gd name="connsiteX3" fmla="*/ 0 w 3290859"/>
                  <a:gd name="connsiteY3" fmla="*/ 856197 h 900601"/>
                  <a:gd name="connsiteX4" fmla="*/ 482600 w 3290859"/>
                  <a:gd name="connsiteY4" fmla="*/ 0 h 900601"/>
                  <a:gd name="connsiteX0" fmla="*/ 482600 w 3257868"/>
                  <a:gd name="connsiteY0" fmla="*/ 0 h 856197"/>
                  <a:gd name="connsiteX1" fmla="*/ 3221888 w 3257868"/>
                  <a:gd name="connsiteY1" fmla="*/ 0 h 856197"/>
                  <a:gd name="connsiteX2" fmla="*/ 3257868 w 3257868"/>
                  <a:gd name="connsiteY2" fmla="*/ 818125 h 856197"/>
                  <a:gd name="connsiteX3" fmla="*/ 0 w 3257868"/>
                  <a:gd name="connsiteY3" fmla="*/ 856197 h 856197"/>
                  <a:gd name="connsiteX4" fmla="*/ 482600 w 3257868"/>
                  <a:gd name="connsiteY4" fmla="*/ 0 h 856197"/>
                  <a:gd name="connsiteX0" fmla="*/ 482600 w 3257868"/>
                  <a:gd name="connsiteY0" fmla="*/ 610334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482600 w 3257868"/>
                  <a:gd name="connsiteY4" fmla="*/ 610334 h 1466531"/>
                  <a:gd name="connsiteX0" fmla="*/ 1043449 w 3257868"/>
                  <a:gd name="connsiteY0" fmla="*/ 148458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1043449 w 3257868"/>
                  <a:gd name="connsiteY4" fmla="*/ 148458 h 1466531"/>
                  <a:gd name="connsiteX0" fmla="*/ 598067 w 2812486"/>
                  <a:gd name="connsiteY0" fmla="*/ 148458 h 1450034"/>
                  <a:gd name="connsiteX1" fmla="*/ 2661035 w 2812486"/>
                  <a:gd name="connsiteY1" fmla="*/ 0 h 1450034"/>
                  <a:gd name="connsiteX2" fmla="*/ 2812486 w 2812486"/>
                  <a:gd name="connsiteY2" fmla="*/ 1428459 h 1450034"/>
                  <a:gd name="connsiteX3" fmla="*/ 0 w 2812486"/>
                  <a:gd name="connsiteY3" fmla="*/ 1450034 h 1450034"/>
                  <a:gd name="connsiteX4" fmla="*/ 598067 w 2812486"/>
                  <a:gd name="connsiteY4" fmla="*/ 148458 h 1450034"/>
                  <a:gd name="connsiteX0" fmla="*/ 598067 w 2779495"/>
                  <a:gd name="connsiteY0" fmla="*/ 148458 h 1469697"/>
                  <a:gd name="connsiteX1" fmla="*/ 2661035 w 2779495"/>
                  <a:gd name="connsiteY1" fmla="*/ 0 h 1469697"/>
                  <a:gd name="connsiteX2" fmla="*/ 2779495 w 2779495"/>
                  <a:gd name="connsiteY2" fmla="*/ 1469697 h 1469697"/>
                  <a:gd name="connsiteX3" fmla="*/ 0 w 2779495"/>
                  <a:gd name="connsiteY3" fmla="*/ 1450034 h 1469697"/>
                  <a:gd name="connsiteX4" fmla="*/ 598067 w 2779495"/>
                  <a:gd name="connsiteY4" fmla="*/ 148458 h 1469697"/>
                  <a:gd name="connsiteX0" fmla="*/ 581570 w 2762998"/>
                  <a:gd name="connsiteY0" fmla="*/ 148458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581570 w 2762998"/>
                  <a:gd name="connsiteY4" fmla="*/ 148458 h 1469697"/>
                  <a:gd name="connsiteX0" fmla="*/ 177425 w 2762998"/>
                  <a:gd name="connsiteY0" fmla="*/ 16494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177425 w 2762998"/>
                  <a:gd name="connsiteY4" fmla="*/ 16494 h 1469697"/>
                  <a:gd name="connsiteX0" fmla="*/ 177425 w 2762998"/>
                  <a:gd name="connsiteY0" fmla="*/ 8247 h 1461450"/>
                  <a:gd name="connsiteX1" fmla="*/ 2496076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177425 w 2762998"/>
                  <a:gd name="connsiteY0" fmla="*/ 8247 h 1461450"/>
                  <a:gd name="connsiteX1" fmla="*/ 2652785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0 w 2585573"/>
                  <a:gd name="connsiteY0" fmla="*/ 8247 h 1461450"/>
                  <a:gd name="connsiteX1" fmla="*/ 2475360 w 2585573"/>
                  <a:gd name="connsiteY1" fmla="*/ 0 h 1461450"/>
                  <a:gd name="connsiteX2" fmla="*/ 2585573 w 2585573"/>
                  <a:gd name="connsiteY2" fmla="*/ 1461450 h 1461450"/>
                  <a:gd name="connsiteX3" fmla="*/ 1397905 w 2585573"/>
                  <a:gd name="connsiteY3" fmla="*/ 1441261 h 1461450"/>
                  <a:gd name="connsiteX4" fmla="*/ 0 w 2585573"/>
                  <a:gd name="connsiteY4" fmla="*/ 8247 h 1461450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397905 w 2475360"/>
                  <a:gd name="connsiteY3" fmla="*/ 1441261 h 1830257"/>
                  <a:gd name="connsiteX4" fmla="*/ 0 w 2475360"/>
                  <a:gd name="connsiteY4" fmla="*/ 8247 h 1830257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507875 w 2475360"/>
                  <a:gd name="connsiteY3" fmla="*/ 1418566 h 1830257"/>
                  <a:gd name="connsiteX4" fmla="*/ 0 w 2475360"/>
                  <a:gd name="connsiteY4" fmla="*/ 8247 h 1830257"/>
                  <a:gd name="connsiteX0" fmla="*/ 361625 w 967485"/>
                  <a:gd name="connsiteY0" fmla="*/ 0 h 1839032"/>
                  <a:gd name="connsiteX1" fmla="*/ 967485 w 967485"/>
                  <a:gd name="connsiteY1" fmla="*/ 8775 h 1839032"/>
                  <a:gd name="connsiteX2" fmla="*/ 450866 w 967485"/>
                  <a:gd name="connsiteY2" fmla="*/ 1839032 h 1839032"/>
                  <a:gd name="connsiteX3" fmla="*/ 0 w 967485"/>
                  <a:gd name="connsiteY3" fmla="*/ 1427341 h 1839032"/>
                  <a:gd name="connsiteX4" fmla="*/ 361625 w 967485"/>
                  <a:gd name="connsiteY4" fmla="*/ 0 h 1839032"/>
                  <a:gd name="connsiteX0" fmla="*/ 427607 w 967485"/>
                  <a:gd name="connsiteY0" fmla="*/ 0 h 1844706"/>
                  <a:gd name="connsiteX1" fmla="*/ 967485 w 967485"/>
                  <a:gd name="connsiteY1" fmla="*/ 14449 h 1844706"/>
                  <a:gd name="connsiteX2" fmla="*/ 450866 w 967485"/>
                  <a:gd name="connsiteY2" fmla="*/ 1844706 h 1844706"/>
                  <a:gd name="connsiteX3" fmla="*/ 0 w 967485"/>
                  <a:gd name="connsiteY3" fmla="*/ 1433015 h 1844706"/>
                  <a:gd name="connsiteX4" fmla="*/ 427607 w 967485"/>
                  <a:gd name="connsiteY4" fmla="*/ 0 h 1844706"/>
                  <a:gd name="connsiteX0" fmla="*/ 471595 w 1011473"/>
                  <a:gd name="connsiteY0" fmla="*/ 0 h 1844706"/>
                  <a:gd name="connsiteX1" fmla="*/ 1011473 w 1011473"/>
                  <a:gd name="connsiteY1" fmla="*/ 14449 h 1844706"/>
                  <a:gd name="connsiteX2" fmla="*/ 494854 w 1011473"/>
                  <a:gd name="connsiteY2" fmla="*/ 1844706 h 1844706"/>
                  <a:gd name="connsiteX3" fmla="*/ 0 w 1011473"/>
                  <a:gd name="connsiteY3" fmla="*/ 1410319 h 1844706"/>
                  <a:gd name="connsiteX4" fmla="*/ 471595 w 1011473"/>
                  <a:gd name="connsiteY4" fmla="*/ 0 h 1844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1473" h="1844706">
                    <a:moveTo>
                      <a:pt x="471595" y="0"/>
                    </a:moveTo>
                    <a:lnTo>
                      <a:pt x="1011473" y="14449"/>
                    </a:lnTo>
                    <a:lnTo>
                      <a:pt x="494854" y="1844706"/>
                    </a:lnTo>
                    <a:lnTo>
                      <a:pt x="0" y="1410319"/>
                    </a:lnTo>
                    <a:lnTo>
                      <a:pt x="471595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A4331D6-9678-B9A2-5C78-716AF76FBE8D}"/>
                </a:ext>
              </a:extLst>
            </p:cNvPr>
            <p:cNvGrpSpPr/>
            <p:nvPr/>
          </p:nvGrpSpPr>
          <p:grpSpPr>
            <a:xfrm flipH="1">
              <a:off x="-3693853" y="5426806"/>
              <a:ext cx="3089456" cy="3814890"/>
              <a:chOff x="3685243" y="1414202"/>
              <a:chExt cx="4264905" cy="5266345"/>
            </a:xfrm>
            <a:solidFill>
              <a:srgbClr val="E5BE97"/>
            </a:solidFill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356CF789-1DF6-1DF6-E565-D9713A19D4CE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50FD148F-6A67-0DDC-A97B-4C2C7D577B42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BCEB6221-FA75-755B-E04E-53EB2971A174}"/>
                  </a:ext>
                </a:extLst>
              </p:cNvPr>
              <p:cNvSpPr/>
              <p:nvPr/>
            </p:nvSpPr>
            <p:spPr>
              <a:xfrm>
                <a:off x="424687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DA7946F-B1C7-47B6-D097-2CEE81BEA6A2}"/>
                  </a:ext>
                </a:extLst>
              </p:cNvPr>
              <p:cNvSpPr/>
              <p:nvPr/>
            </p:nvSpPr>
            <p:spPr>
              <a:xfrm>
                <a:off x="6883136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0D3EF713-6D36-7C45-9D19-A47225955CDD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Rectangle 40">
                <a:extLst>
                  <a:ext uri="{FF2B5EF4-FFF2-40B4-BE49-F238E27FC236}">
                    <a16:creationId xmlns:a16="http://schemas.microsoft.com/office/drawing/2014/main" id="{6CC0ADCE-D5AF-F7FE-2ADF-256921EBDCE6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Rectangle 40">
                <a:extLst>
                  <a:ext uri="{FF2B5EF4-FFF2-40B4-BE49-F238E27FC236}">
                    <a16:creationId xmlns:a16="http://schemas.microsoft.com/office/drawing/2014/main" id="{9CC087BA-30AB-272E-A7EE-8D9F3233501F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B4EF098A-88C7-8684-9674-2E0467BFCF07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Rectangle 41">
                <a:extLst>
                  <a:ext uri="{FF2B5EF4-FFF2-40B4-BE49-F238E27FC236}">
                    <a16:creationId xmlns:a16="http://schemas.microsoft.com/office/drawing/2014/main" id="{884F3D93-E3F3-B7F0-B892-758851FDF7B6}"/>
                  </a:ext>
                </a:extLst>
              </p:cNvPr>
              <p:cNvSpPr/>
              <p:nvPr/>
            </p:nvSpPr>
            <p:spPr>
              <a:xfrm>
                <a:off x="3689961" y="4154915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Rectangle 41">
                <a:extLst>
                  <a:ext uri="{FF2B5EF4-FFF2-40B4-BE49-F238E27FC236}">
                    <a16:creationId xmlns:a16="http://schemas.microsoft.com/office/drawing/2014/main" id="{B8787A3E-630F-E04D-3DFC-5E5387FE23C3}"/>
                  </a:ext>
                </a:extLst>
              </p:cNvPr>
              <p:cNvSpPr/>
              <p:nvPr/>
            </p:nvSpPr>
            <p:spPr>
              <a:xfrm>
                <a:off x="6938676" y="1414202"/>
                <a:ext cx="1011472" cy="3575339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290859"/>
                  <a:gd name="connsiteY0" fmla="*/ 0 h 900601"/>
                  <a:gd name="connsiteX1" fmla="*/ 3221888 w 3290859"/>
                  <a:gd name="connsiteY1" fmla="*/ 0 h 900601"/>
                  <a:gd name="connsiteX2" fmla="*/ 3290859 w 3290859"/>
                  <a:gd name="connsiteY2" fmla="*/ 900601 h 900601"/>
                  <a:gd name="connsiteX3" fmla="*/ 0 w 3290859"/>
                  <a:gd name="connsiteY3" fmla="*/ 856197 h 900601"/>
                  <a:gd name="connsiteX4" fmla="*/ 482600 w 3290859"/>
                  <a:gd name="connsiteY4" fmla="*/ 0 h 900601"/>
                  <a:gd name="connsiteX0" fmla="*/ 482600 w 3257868"/>
                  <a:gd name="connsiteY0" fmla="*/ 0 h 856197"/>
                  <a:gd name="connsiteX1" fmla="*/ 3221888 w 3257868"/>
                  <a:gd name="connsiteY1" fmla="*/ 0 h 856197"/>
                  <a:gd name="connsiteX2" fmla="*/ 3257868 w 3257868"/>
                  <a:gd name="connsiteY2" fmla="*/ 818125 h 856197"/>
                  <a:gd name="connsiteX3" fmla="*/ 0 w 3257868"/>
                  <a:gd name="connsiteY3" fmla="*/ 856197 h 856197"/>
                  <a:gd name="connsiteX4" fmla="*/ 482600 w 3257868"/>
                  <a:gd name="connsiteY4" fmla="*/ 0 h 856197"/>
                  <a:gd name="connsiteX0" fmla="*/ 482600 w 3257868"/>
                  <a:gd name="connsiteY0" fmla="*/ 610334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482600 w 3257868"/>
                  <a:gd name="connsiteY4" fmla="*/ 610334 h 1466531"/>
                  <a:gd name="connsiteX0" fmla="*/ 1043449 w 3257868"/>
                  <a:gd name="connsiteY0" fmla="*/ 148458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1043449 w 3257868"/>
                  <a:gd name="connsiteY4" fmla="*/ 148458 h 1466531"/>
                  <a:gd name="connsiteX0" fmla="*/ 598067 w 2812486"/>
                  <a:gd name="connsiteY0" fmla="*/ 148458 h 1450034"/>
                  <a:gd name="connsiteX1" fmla="*/ 2661035 w 2812486"/>
                  <a:gd name="connsiteY1" fmla="*/ 0 h 1450034"/>
                  <a:gd name="connsiteX2" fmla="*/ 2812486 w 2812486"/>
                  <a:gd name="connsiteY2" fmla="*/ 1428459 h 1450034"/>
                  <a:gd name="connsiteX3" fmla="*/ 0 w 2812486"/>
                  <a:gd name="connsiteY3" fmla="*/ 1450034 h 1450034"/>
                  <a:gd name="connsiteX4" fmla="*/ 598067 w 2812486"/>
                  <a:gd name="connsiteY4" fmla="*/ 148458 h 1450034"/>
                  <a:gd name="connsiteX0" fmla="*/ 598067 w 2779495"/>
                  <a:gd name="connsiteY0" fmla="*/ 148458 h 1469697"/>
                  <a:gd name="connsiteX1" fmla="*/ 2661035 w 2779495"/>
                  <a:gd name="connsiteY1" fmla="*/ 0 h 1469697"/>
                  <a:gd name="connsiteX2" fmla="*/ 2779495 w 2779495"/>
                  <a:gd name="connsiteY2" fmla="*/ 1469697 h 1469697"/>
                  <a:gd name="connsiteX3" fmla="*/ 0 w 2779495"/>
                  <a:gd name="connsiteY3" fmla="*/ 1450034 h 1469697"/>
                  <a:gd name="connsiteX4" fmla="*/ 598067 w 2779495"/>
                  <a:gd name="connsiteY4" fmla="*/ 148458 h 1469697"/>
                  <a:gd name="connsiteX0" fmla="*/ 581570 w 2762998"/>
                  <a:gd name="connsiteY0" fmla="*/ 148458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581570 w 2762998"/>
                  <a:gd name="connsiteY4" fmla="*/ 148458 h 1469697"/>
                  <a:gd name="connsiteX0" fmla="*/ 177425 w 2762998"/>
                  <a:gd name="connsiteY0" fmla="*/ 16494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177425 w 2762998"/>
                  <a:gd name="connsiteY4" fmla="*/ 16494 h 1469697"/>
                  <a:gd name="connsiteX0" fmla="*/ 177425 w 2762998"/>
                  <a:gd name="connsiteY0" fmla="*/ 8247 h 1461450"/>
                  <a:gd name="connsiteX1" fmla="*/ 2496076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177425 w 2762998"/>
                  <a:gd name="connsiteY0" fmla="*/ 8247 h 1461450"/>
                  <a:gd name="connsiteX1" fmla="*/ 2652785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0 w 2585573"/>
                  <a:gd name="connsiteY0" fmla="*/ 8247 h 1461450"/>
                  <a:gd name="connsiteX1" fmla="*/ 2475360 w 2585573"/>
                  <a:gd name="connsiteY1" fmla="*/ 0 h 1461450"/>
                  <a:gd name="connsiteX2" fmla="*/ 2585573 w 2585573"/>
                  <a:gd name="connsiteY2" fmla="*/ 1461450 h 1461450"/>
                  <a:gd name="connsiteX3" fmla="*/ 1397905 w 2585573"/>
                  <a:gd name="connsiteY3" fmla="*/ 1441261 h 1461450"/>
                  <a:gd name="connsiteX4" fmla="*/ 0 w 2585573"/>
                  <a:gd name="connsiteY4" fmla="*/ 8247 h 1461450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397905 w 2475360"/>
                  <a:gd name="connsiteY3" fmla="*/ 1441261 h 1830257"/>
                  <a:gd name="connsiteX4" fmla="*/ 0 w 2475360"/>
                  <a:gd name="connsiteY4" fmla="*/ 8247 h 1830257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507875 w 2475360"/>
                  <a:gd name="connsiteY3" fmla="*/ 1418566 h 1830257"/>
                  <a:gd name="connsiteX4" fmla="*/ 0 w 2475360"/>
                  <a:gd name="connsiteY4" fmla="*/ 8247 h 1830257"/>
                  <a:gd name="connsiteX0" fmla="*/ 361625 w 967485"/>
                  <a:gd name="connsiteY0" fmla="*/ 0 h 1839032"/>
                  <a:gd name="connsiteX1" fmla="*/ 967485 w 967485"/>
                  <a:gd name="connsiteY1" fmla="*/ 8775 h 1839032"/>
                  <a:gd name="connsiteX2" fmla="*/ 450866 w 967485"/>
                  <a:gd name="connsiteY2" fmla="*/ 1839032 h 1839032"/>
                  <a:gd name="connsiteX3" fmla="*/ 0 w 967485"/>
                  <a:gd name="connsiteY3" fmla="*/ 1427341 h 1839032"/>
                  <a:gd name="connsiteX4" fmla="*/ 361625 w 967485"/>
                  <a:gd name="connsiteY4" fmla="*/ 0 h 1839032"/>
                  <a:gd name="connsiteX0" fmla="*/ 427607 w 967485"/>
                  <a:gd name="connsiteY0" fmla="*/ 0 h 1844706"/>
                  <a:gd name="connsiteX1" fmla="*/ 967485 w 967485"/>
                  <a:gd name="connsiteY1" fmla="*/ 14449 h 1844706"/>
                  <a:gd name="connsiteX2" fmla="*/ 450866 w 967485"/>
                  <a:gd name="connsiteY2" fmla="*/ 1844706 h 1844706"/>
                  <a:gd name="connsiteX3" fmla="*/ 0 w 967485"/>
                  <a:gd name="connsiteY3" fmla="*/ 1433015 h 1844706"/>
                  <a:gd name="connsiteX4" fmla="*/ 427607 w 967485"/>
                  <a:gd name="connsiteY4" fmla="*/ 0 h 1844706"/>
                  <a:gd name="connsiteX0" fmla="*/ 471595 w 1011473"/>
                  <a:gd name="connsiteY0" fmla="*/ 0 h 1844706"/>
                  <a:gd name="connsiteX1" fmla="*/ 1011473 w 1011473"/>
                  <a:gd name="connsiteY1" fmla="*/ 14449 h 1844706"/>
                  <a:gd name="connsiteX2" fmla="*/ 494854 w 1011473"/>
                  <a:gd name="connsiteY2" fmla="*/ 1844706 h 1844706"/>
                  <a:gd name="connsiteX3" fmla="*/ 0 w 1011473"/>
                  <a:gd name="connsiteY3" fmla="*/ 1410319 h 1844706"/>
                  <a:gd name="connsiteX4" fmla="*/ 471595 w 1011473"/>
                  <a:gd name="connsiteY4" fmla="*/ 0 h 1844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1473" h="1844706">
                    <a:moveTo>
                      <a:pt x="471595" y="0"/>
                    </a:moveTo>
                    <a:lnTo>
                      <a:pt x="1011473" y="14449"/>
                    </a:lnTo>
                    <a:lnTo>
                      <a:pt x="494854" y="1844706"/>
                    </a:lnTo>
                    <a:lnTo>
                      <a:pt x="0" y="1410319"/>
                    </a:lnTo>
                    <a:lnTo>
                      <a:pt x="471595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E5A01534-0A84-612B-6A29-14723DA977D6}"/>
                </a:ext>
              </a:extLst>
            </p:cNvPr>
            <p:cNvGrpSpPr/>
            <p:nvPr/>
          </p:nvGrpSpPr>
          <p:grpSpPr>
            <a:xfrm>
              <a:off x="3667980" y="7456085"/>
              <a:ext cx="1456504" cy="1522908"/>
              <a:chOff x="10127150" y="4575203"/>
              <a:chExt cx="918640" cy="960522"/>
            </a:xfrm>
          </p:grpSpPr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970AAD13-EA36-21BD-ADF5-8427773E24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7732" y="4818159"/>
                <a:ext cx="19885" cy="673312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841C3579-C533-8FEC-192D-57B18F633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6960" y="4740309"/>
                <a:ext cx="19319" cy="68304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59" name="Rectangle: Top Corners Rounded 258">
                <a:extLst>
                  <a:ext uri="{FF2B5EF4-FFF2-40B4-BE49-F238E27FC236}">
                    <a16:creationId xmlns:a16="http://schemas.microsoft.com/office/drawing/2014/main" id="{123C561E-0986-8F92-4FC9-CD3AE6E867E9}"/>
                  </a:ext>
                </a:extLst>
              </p:cNvPr>
              <p:cNvSpPr/>
              <p:nvPr/>
            </p:nvSpPr>
            <p:spPr>
              <a:xfrm flipH="1">
                <a:off x="10127150" y="533893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0" name="Rectangle: Top Corners Rounded 259">
                <a:extLst>
                  <a:ext uri="{FF2B5EF4-FFF2-40B4-BE49-F238E27FC236}">
                    <a16:creationId xmlns:a16="http://schemas.microsoft.com/office/drawing/2014/main" id="{252739BD-65C0-E505-D147-9F39A2940370}"/>
                  </a:ext>
                </a:extLst>
              </p:cNvPr>
              <p:cNvSpPr/>
              <p:nvPr/>
            </p:nvSpPr>
            <p:spPr>
              <a:xfrm flipH="1">
                <a:off x="10438075" y="543087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64698E7F-F376-FDF8-D93A-D167CA9FAF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28057" y="4575203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B42CD470-4FB4-A29F-124D-CAC1551622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52444" y="4645642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4B41975-83E4-22F1-93DB-D450338A1E9D}"/>
                </a:ext>
              </a:extLst>
            </p:cNvPr>
            <p:cNvGrpSpPr/>
            <p:nvPr/>
          </p:nvGrpSpPr>
          <p:grpSpPr>
            <a:xfrm>
              <a:off x="-3031234" y="6067326"/>
              <a:ext cx="6996408" cy="4701842"/>
              <a:chOff x="3685243" y="4154915"/>
              <a:chExt cx="3758176" cy="2525632"/>
            </a:xfrm>
            <a:solidFill>
              <a:srgbClr val="E5BE97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60C110E-0270-982C-19C8-2D8695885B97}"/>
                  </a:ext>
                </a:extLst>
              </p:cNvPr>
              <p:cNvSpPr/>
              <p:nvPr/>
            </p:nvSpPr>
            <p:spPr>
              <a:xfrm>
                <a:off x="6841803" y="4156286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E4F3FFE-6BC1-7559-B3A5-B19259FEA829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FE86726-7525-25BD-D879-C64D02A5863C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04FCC12-A1F4-C0E0-E468-BC945D11B77E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40">
                <a:extLst>
                  <a:ext uri="{FF2B5EF4-FFF2-40B4-BE49-F238E27FC236}">
                    <a16:creationId xmlns:a16="http://schemas.microsoft.com/office/drawing/2014/main" id="{05681724-5722-52DE-3035-53EA87677C6E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Rectangle 40">
                <a:extLst>
                  <a:ext uri="{FF2B5EF4-FFF2-40B4-BE49-F238E27FC236}">
                    <a16:creationId xmlns:a16="http://schemas.microsoft.com/office/drawing/2014/main" id="{C2472DB1-58BD-12F3-F68E-5FA53A726AA7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D265569-A63F-6D38-6F61-BFFFCDF816EB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 41">
                <a:extLst>
                  <a:ext uri="{FF2B5EF4-FFF2-40B4-BE49-F238E27FC236}">
                    <a16:creationId xmlns:a16="http://schemas.microsoft.com/office/drawing/2014/main" id="{6F7DA882-6671-0716-DA62-5FB3029313DB}"/>
                  </a:ext>
                </a:extLst>
              </p:cNvPr>
              <p:cNvSpPr/>
              <p:nvPr/>
            </p:nvSpPr>
            <p:spPr>
              <a:xfrm>
                <a:off x="3689961" y="4154915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D68EAEC-7F41-8AE1-1E58-2828617E06B9}"/>
                </a:ext>
              </a:extLst>
            </p:cNvPr>
            <p:cNvGrpSpPr/>
            <p:nvPr/>
          </p:nvGrpSpPr>
          <p:grpSpPr>
            <a:xfrm>
              <a:off x="3222323" y="4369321"/>
              <a:ext cx="3297108" cy="3250491"/>
              <a:chOff x="3222323" y="4369321"/>
              <a:chExt cx="3297108" cy="3250491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4C1B9481-9A48-C7E5-E0CD-5FFD8A90EFBE}"/>
                  </a:ext>
                </a:extLst>
              </p:cNvPr>
              <p:cNvSpPr/>
              <p:nvPr/>
            </p:nvSpPr>
            <p:spPr>
              <a:xfrm rot="1304321">
                <a:off x="3222323" y="6159253"/>
                <a:ext cx="765910" cy="1088897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909" h="923977">
                    <a:moveTo>
                      <a:pt x="115393" y="0"/>
                    </a:moveTo>
                    <a:cubicBezTo>
                      <a:pt x="35224" y="148431"/>
                      <a:pt x="-44945" y="296863"/>
                      <a:pt x="29668" y="438150"/>
                    </a:cubicBezTo>
                    <a:cubicBezTo>
                      <a:pt x="104280" y="579438"/>
                      <a:pt x="459881" y="766763"/>
                      <a:pt x="563068" y="847725"/>
                    </a:cubicBezTo>
                    <a:cubicBezTo>
                      <a:pt x="666255" y="928687"/>
                      <a:pt x="648793" y="923925"/>
                      <a:pt x="648793" y="923925"/>
                    </a:cubicBezTo>
                    <a:lnTo>
                      <a:pt x="648793" y="9239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428D7DA9-1A9C-CF13-5366-885F0A84492F}"/>
                  </a:ext>
                </a:extLst>
              </p:cNvPr>
              <p:cNvGrpSpPr/>
              <p:nvPr/>
            </p:nvGrpSpPr>
            <p:grpSpPr>
              <a:xfrm flipH="1">
                <a:off x="3326945" y="4369321"/>
                <a:ext cx="3192486" cy="3250491"/>
                <a:chOff x="1037067" y="3573581"/>
                <a:chExt cx="1418628" cy="1444403"/>
              </a:xfrm>
            </p:grpSpPr>
            <p:grpSp>
              <p:nvGrpSpPr>
                <p:cNvPr id="236" name="Group 235">
                  <a:extLst>
                    <a:ext uri="{FF2B5EF4-FFF2-40B4-BE49-F238E27FC236}">
                      <a16:creationId xmlns:a16="http://schemas.microsoft.com/office/drawing/2014/main" id="{D01DEFE1-E88C-0D67-2C7C-830762C81927}"/>
                    </a:ext>
                  </a:extLst>
                </p:cNvPr>
                <p:cNvGrpSpPr/>
                <p:nvPr/>
              </p:nvGrpSpPr>
              <p:grpSpPr>
                <a:xfrm>
                  <a:off x="1037067" y="3573581"/>
                  <a:ext cx="1418628" cy="1444403"/>
                  <a:chOff x="1035568" y="2654171"/>
                  <a:chExt cx="2211507" cy="2251689"/>
                </a:xfrm>
              </p:grpSpPr>
              <p:grpSp>
                <p:nvGrpSpPr>
                  <p:cNvPr id="240" name="Group 239">
                    <a:extLst>
                      <a:ext uri="{FF2B5EF4-FFF2-40B4-BE49-F238E27FC236}">
                        <a16:creationId xmlns:a16="http://schemas.microsoft.com/office/drawing/2014/main" id="{0AFB646B-9D9B-2B9E-8EDE-05651094D48E}"/>
                      </a:ext>
                    </a:extLst>
                  </p:cNvPr>
                  <p:cNvGrpSpPr/>
                  <p:nvPr/>
                </p:nvGrpSpPr>
                <p:grpSpPr>
                  <a:xfrm>
                    <a:off x="1035568" y="2772023"/>
                    <a:ext cx="2211507" cy="2133837"/>
                    <a:chOff x="3631168" y="4906674"/>
                    <a:chExt cx="2536874" cy="2447778"/>
                  </a:xfrm>
                </p:grpSpPr>
                <p:sp>
                  <p:nvSpPr>
                    <p:cNvPr id="247" name="Oval 246">
                      <a:extLst>
                        <a:ext uri="{FF2B5EF4-FFF2-40B4-BE49-F238E27FC236}">
                          <a16:creationId xmlns:a16="http://schemas.microsoft.com/office/drawing/2014/main" id="{E89108A3-AA4B-162B-100D-B2BD6AB915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31168" y="4906674"/>
                      <a:ext cx="2536874" cy="2447778"/>
                    </a:xfrm>
                    <a:prstGeom prst="ellipse">
                      <a:avLst/>
                    </a:prstGeom>
                    <a:solidFill>
                      <a:srgbClr val="ED7D31">
                        <a:lumMod val="20000"/>
                        <a:lumOff val="80000"/>
                      </a:srgb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1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1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248" name="Oval 247">
                      <a:extLst>
                        <a:ext uri="{FF2B5EF4-FFF2-40B4-BE49-F238E27FC236}">
                          <a16:creationId xmlns:a16="http://schemas.microsoft.com/office/drawing/2014/main" id="{154901DD-6C4A-8F6D-8A18-25DDEEFF44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8273" y="5794816"/>
                      <a:ext cx="261279" cy="259520"/>
                    </a:xfrm>
                    <a:prstGeom prst="ellipse">
                      <a:avLst/>
                    </a:prstGeom>
                    <a:solidFill>
                      <a:sysClr val="windowText" lastClr="000000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1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1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252" name="Freeform: Shape 251">
                      <a:extLst>
                        <a:ext uri="{FF2B5EF4-FFF2-40B4-BE49-F238E27FC236}">
                          <a16:creationId xmlns:a16="http://schemas.microsoft.com/office/drawing/2014/main" id="{F4721FA4-E6AD-BD0F-5211-66D08657353B}"/>
                        </a:ext>
                      </a:extLst>
                    </p:cNvPr>
                    <p:cNvSpPr/>
                    <p:nvPr/>
                  </p:nvSpPr>
                  <p:spPr>
                    <a:xfrm rot="20548923">
                      <a:off x="5089990" y="6162953"/>
                      <a:ext cx="184935" cy="190500"/>
                    </a:xfrm>
                    <a:custGeom>
                      <a:avLst/>
                      <a:gdLst>
                        <a:gd name="connsiteX0" fmla="*/ 33338 w 209668"/>
                        <a:gd name="connsiteY0" fmla="*/ 0 h 195262"/>
                        <a:gd name="connsiteX1" fmla="*/ 57150 w 209668"/>
                        <a:gd name="connsiteY1" fmla="*/ 14287 h 195262"/>
                        <a:gd name="connsiteX2" fmla="*/ 71438 w 209668"/>
                        <a:gd name="connsiteY2" fmla="*/ 23812 h 195262"/>
                        <a:gd name="connsiteX3" fmla="*/ 114300 w 209668"/>
                        <a:gd name="connsiteY3" fmla="*/ 33337 h 195262"/>
                        <a:gd name="connsiteX4" fmla="*/ 128588 w 209668"/>
                        <a:gd name="connsiteY4" fmla="*/ 42862 h 195262"/>
                        <a:gd name="connsiteX5" fmla="*/ 166688 w 209668"/>
                        <a:gd name="connsiteY5" fmla="*/ 52387 h 195262"/>
                        <a:gd name="connsiteX6" fmla="*/ 200025 w 209668"/>
                        <a:gd name="connsiteY6" fmla="*/ 61912 h 195262"/>
                        <a:gd name="connsiteX7" fmla="*/ 209550 w 209668"/>
                        <a:gd name="connsiteY7" fmla="*/ 76200 h 195262"/>
                        <a:gd name="connsiteX8" fmla="*/ 185738 w 209668"/>
                        <a:gd name="connsiteY8" fmla="*/ 157162 h 195262"/>
                        <a:gd name="connsiteX9" fmla="*/ 166688 w 209668"/>
                        <a:gd name="connsiteY9" fmla="*/ 166687 h 195262"/>
                        <a:gd name="connsiteX10" fmla="*/ 123825 w 209668"/>
                        <a:gd name="connsiteY10" fmla="*/ 185737 h 195262"/>
                        <a:gd name="connsiteX11" fmla="*/ 109538 w 209668"/>
                        <a:gd name="connsiteY11" fmla="*/ 190500 h 195262"/>
                        <a:gd name="connsiteX12" fmla="*/ 95250 w 209668"/>
                        <a:gd name="connsiteY12" fmla="*/ 195262 h 195262"/>
                        <a:gd name="connsiteX13" fmla="*/ 23813 w 209668"/>
                        <a:gd name="connsiteY13" fmla="*/ 190500 h 195262"/>
                        <a:gd name="connsiteX14" fmla="*/ 9525 w 209668"/>
                        <a:gd name="connsiteY14" fmla="*/ 185737 h 195262"/>
                        <a:gd name="connsiteX15" fmla="*/ 0 w 209668"/>
                        <a:gd name="connsiteY15" fmla="*/ 176212 h 195262"/>
                        <a:gd name="connsiteX0" fmla="*/ 33338 w 209668"/>
                        <a:gd name="connsiteY0" fmla="*/ 0 h 195262"/>
                        <a:gd name="connsiteX1" fmla="*/ 57150 w 209668"/>
                        <a:gd name="connsiteY1" fmla="*/ 14287 h 195262"/>
                        <a:gd name="connsiteX2" fmla="*/ 71438 w 209668"/>
                        <a:gd name="connsiteY2" fmla="*/ 23812 h 195262"/>
                        <a:gd name="connsiteX3" fmla="*/ 114300 w 209668"/>
                        <a:gd name="connsiteY3" fmla="*/ 33337 h 195262"/>
                        <a:gd name="connsiteX4" fmla="*/ 128588 w 209668"/>
                        <a:gd name="connsiteY4" fmla="*/ 42862 h 195262"/>
                        <a:gd name="connsiteX5" fmla="*/ 200025 w 209668"/>
                        <a:gd name="connsiteY5" fmla="*/ 61912 h 195262"/>
                        <a:gd name="connsiteX6" fmla="*/ 209550 w 209668"/>
                        <a:gd name="connsiteY6" fmla="*/ 76200 h 195262"/>
                        <a:gd name="connsiteX7" fmla="*/ 185738 w 209668"/>
                        <a:gd name="connsiteY7" fmla="*/ 157162 h 195262"/>
                        <a:gd name="connsiteX8" fmla="*/ 166688 w 209668"/>
                        <a:gd name="connsiteY8" fmla="*/ 166687 h 195262"/>
                        <a:gd name="connsiteX9" fmla="*/ 123825 w 209668"/>
                        <a:gd name="connsiteY9" fmla="*/ 185737 h 195262"/>
                        <a:gd name="connsiteX10" fmla="*/ 109538 w 209668"/>
                        <a:gd name="connsiteY10" fmla="*/ 190500 h 195262"/>
                        <a:gd name="connsiteX11" fmla="*/ 95250 w 209668"/>
                        <a:gd name="connsiteY11" fmla="*/ 195262 h 195262"/>
                        <a:gd name="connsiteX12" fmla="*/ 23813 w 209668"/>
                        <a:gd name="connsiteY12" fmla="*/ 190500 h 195262"/>
                        <a:gd name="connsiteX13" fmla="*/ 9525 w 209668"/>
                        <a:gd name="connsiteY13" fmla="*/ 185737 h 195262"/>
                        <a:gd name="connsiteX14" fmla="*/ 0 w 209668"/>
                        <a:gd name="connsiteY14" fmla="*/ 176212 h 195262"/>
                        <a:gd name="connsiteX0" fmla="*/ 33338 w 202730"/>
                        <a:gd name="connsiteY0" fmla="*/ 0 h 195262"/>
                        <a:gd name="connsiteX1" fmla="*/ 57150 w 202730"/>
                        <a:gd name="connsiteY1" fmla="*/ 14287 h 195262"/>
                        <a:gd name="connsiteX2" fmla="*/ 71438 w 202730"/>
                        <a:gd name="connsiteY2" fmla="*/ 23812 h 195262"/>
                        <a:gd name="connsiteX3" fmla="*/ 114300 w 202730"/>
                        <a:gd name="connsiteY3" fmla="*/ 33337 h 195262"/>
                        <a:gd name="connsiteX4" fmla="*/ 128588 w 202730"/>
                        <a:gd name="connsiteY4" fmla="*/ 42862 h 195262"/>
                        <a:gd name="connsiteX5" fmla="*/ 200025 w 202730"/>
                        <a:gd name="connsiteY5" fmla="*/ 61912 h 195262"/>
                        <a:gd name="connsiteX6" fmla="*/ 185738 w 202730"/>
                        <a:gd name="connsiteY6" fmla="*/ 157162 h 195262"/>
                        <a:gd name="connsiteX7" fmla="*/ 166688 w 202730"/>
                        <a:gd name="connsiteY7" fmla="*/ 166687 h 195262"/>
                        <a:gd name="connsiteX8" fmla="*/ 123825 w 202730"/>
                        <a:gd name="connsiteY8" fmla="*/ 185737 h 195262"/>
                        <a:gd name="connsiteX9" fmla="*/ 109538 w 202730"/>
                        <a:gd name="connsiteY9" fmla="*/ 190500 h 195262"/>
                        <a:gd name="connsiteX10" fmla="*/ 95250 w 202730"/>
                        <a:gd name="connsiteY10" fmla="*/ 195262 h 195262"/>
                        <a:gd name="connsiteX11" fmla="*/ 23813 w 202730"/>
                        <a:gd name="connsiteY11" fmla="*/ 190500 h 195262"/>
                        <a:gd name="connsiteX12" fmla="*/ 9525 w 202730"/>
                        <a:gd name="connsiteY12" fmla="*/ 185737 h 195262"/>
                        <a:gd name="connsiteX13" fmla="*/ 0 w 202730"/>
                        <a:gd name="connsiteY13" fmla="*/ 176212 h 195262"/>
                        <a:gd name="connsiteX0" fmla="*/ 33338 w 207126"/>
                        <a:gd name="connsiteY0" fmla="*/ 0 h 195262"/>
                        <a:gd name="connsiteX1" fmla="*/ 57150 w 207126"/>
                        <a:gd name="connsiteY1" fmla="*/ 14287 h 195262"/>
                        <a:gd name="connsiteX2" fmla="*/ 71438 w 207126"/>
                        <a:gd name="connsiteY2" fmla="*/ 23812 h 195262"/>
                        <a:gd name="connsiteX3" fmla="*/ 114300 w 207126"/>
                        <a:gd name="connsiteY3" fmla="*/ 33337 h 195262"/>
                        <a:gd name="connsiteX4" fmla="*/ 128588 w 207126"/>
                        <a:gd name="connsiteY4" fmla="*/ 42862 h 195262"/>
                        <a:gd name="connsiteX5" fmla="*/ 204787 w 207126"/>
                        <a:gd name="connsiteY5" fmla="*/ 76199 h 195262"/>
                        <a:gd name="connsiteX6" fmla="*/ 185738 w 207126"/>
                        <a:gd name="connsiteY6" fmla="*/ 157162 h 195262"/>
                        <a:gd name="connsiteX7" fmla="*/ 166688 w 207126"/>
                        <a:gd name="connsiteY7" fmla="*/ 166687 h 195262"/>
                        <a:gd name="connsiteX8" fmla="*/ 123825 w 207126"/>
                        <a:gd name="connsiteY8" fmla="*/ 185737 h 195262"/>
                        <a:gd name="connsiteX9" fmla="*/ 109538 w 207126"/>
                        <a:gd name="connsiteY9" fmla="*/ 190500 h 195262"/>
                        <a:gd name="connsiteX10" fmla="*/ 95250 w 207126"/>
                        <a:gd name="connsiteY10" fmla="*/ 195262 h 195262"/>
                        <a:gd name="connsiteX11" fmla="*/ 23813 w 207126"/>
                        <a:gd name="connsiteY11" fmla="*/ 190500 h 195262"/>
                        <a:gd name="connsiteX12" fmla="*/ 9525 w 207126"/>
                        <a:gd name="connsiteY12" fmla="*/ 185737 h 195262"/>
                        <a:gd name="connsiteX13" fmla="*/ 0 w 207126"/>
                        <a:gd name="connsiteY13" fmla="*/ 176212 h 195262"/>
                        <a:gd name="connsiteX0" fmla="*/ 33338 w 207126"/>
                        <a:gd name="connsiteY0" fmla="*/ 0 h 190500"/>
                        <a:gd name="connsiteX1" fmla="*/ 57150 w 207126"/>
                        <a:gd name="connsiteY1" fmla="*/ 14287 h 190500"/>
                        <a:gd name="connsiteX2" fmla="*/ 71438 w 207126"/>
                        <a:gd name="connsiteY2" fmla="*/ 23812 h 190500"/>
                        <a:gd name="connsiteX3" fmla="*/ 114300 w 207126"/>
                        <a:gd name="connsiteY3" fmla="*/ 33337 h 190500"/>
                        <a:gd name="connsiteX4" fmla="*/ 128588 w 207126"/>
                        <a:gd name="connsiteY4" fmla="*/ 42862 h 190500"/>
                        <a:gd name="connsiteX5" fmla="*/ 204787 w 207126"/>
                        <a:gd name="connsiteY5" fmla="*/ 76199 h 190500"/>
                        <a:gd name="connsiteX6" fmla="*/ 185738 w 207126"/>
                        <a:gd name="connsiteY6" fmla="*/ 157162 h 190500"/>
                        <a:gd name="connsiteX7" fmla="*/ 166688 w 207126"/>
                        <a:gd name="connsiteY7" fmla="*/ 166687 h 190500"/>
                        <a:gd name="connsiteX8" fmla="*/ 123825 w 207126"/>
                        <a:gd name="connsiteY8" fmla="*/ 185737 h 190500"/>
                        <a:gd name="connsiteX9" fmla="*/ 109538 w 207126"/>
                        <a:gd name="connsiteY9" fmla="*/ 190500 h 190500"/>
                        <a:gd name="connsiteX10" fmla="*/ 23813 w 207126"/>
                        <a:gd name="connsiteY10" fmla="*/ 190500 h 190500"/>
                        <a:gd name="connsiteX11" fmla="*/ 9525 w 207126"/>
                        <a:gd name="connsiteY11" fmla="*/ 185737 h 190500"/>
                        <a:gd name="connsiteX12" fmla="*/ 0 w 207126"/>
                        <a:gd name="connsiteY12" fmla="*/ 176212 h 190500"/>
                        <a:gd name="connsiteX0" fmla="*/ 33338 w 207126"/>
                        <a:gd name="connsiteY0" fmla="*/ 0 h 190500"/>
                        <a:gd name="connsiteX1" fmla="*/ 57150 w 207126"/>
                        <a:gd name="connsiteY1" fmla="*/ 14287 h 190500"/>
                        <a:gd name="connsiteX2" fmla="*/ 71438 w 207126"/>
                        <a:gd name="connsiteY2" fmla="*/ 23812 h 190500"/>
                        <a:gd name="connsiteX3" fmla="*/ 114300 w 207126"/>
                        <a:gd name="connsiteY3" fmla="*/ 33337 h 190500"/>
                        <a:gd name="connsiteX4" fmla="*/ 128588 w 207126"/>
                        <a:gd name="connsiteY4" fmla="*/ 42862 h 190500"/>
                        <a:gd name="connsiteX5" fmla="*/ 204787 w 207126"/>
                        <a:gd name="connsiteY5" fmla="*/ 76199 h 190500"/>
                        <a:gd name="connsiteX6" fmla="*/ 185738 w 207126"/>
                        <a:gd name="connsiteY6" fmla="*/ 157162 h 190500"/>
                        <a:gd name="connsiteX7" fmla="*/ 166688 w 207126"/>
                        <a:gd name="connsiteY7" fmla="*/ 166687 h 190500"/>
                        <a:gd name="connsiteX8" fmla="*/ 123825 w 207126"/>
                        <a:gd name="connsiteY8" fmla="*/ 185737 h 190500"/>
                        <a:gd name="connsiteX9" fmla="*/ 23813 w 207126"/>
                        <a:gd name="connsiteY9" fmla="*/ 190500 h 190500"/>
                        <a:gd name="connsiteX10" fmla="*/ 9525 w 207126"/>
                        <a:gd name="connsiteY10" fmla="*/ 185737 h 190500"/>
                        <a:gd name="connsiteX11" fmla="*/ 0 w 207126"/>
                        <a:gd name="connsiteY11" fmla="*/ 176212 h 190500"/>
                        <a:gd name="connsiteX0" fmla="*/ 33338 w 207779"/>
                        <a:gd name="connsiteY0" fmla="*/ 0 h 190500"/>
                        <a:gd name="connsiteX1" fmla="*/ 57150 w 207779"/>
                        <a:gd name="connsiteY1" fmla="*/ 14287 h 190500"/>
                        <a:gd name="connsiteX2" fmla="*/ 71438 w 207779"/>
                        <a:gd name="connsiteY2" fmla="*/ 23812 h 190500"/>
                        <a:gd name="connsiteX3" fmla="*/ 114300 w 207779"/>
                        <a:gd name="connsiteY3" fmla="*/ 33337 h 190500"/>
                        <a:gd name="connsiteX4" fmla="*/ 128588 w 207779"/>
                        <a:gd name="connsiteY4" fmla="*/ 42862 h 190500"/>
                        <a:gd name="connsiteX5" fmla="*/ 204787 w 207779"/>
                        <a:gd name="connsiteY5" fmla="*/ 76199 h 190500"/>
                        <a:gd name="connsiteX6" fmla="*/ 185738 w 207779"/>
                        <a:gd name="connsiteY6" fmla="*/ 157162 h 190500"/>
                        <a:gd name="connsiteX7" fmla="*/ 123825 w 207779"/>
                        <a:gd name="connsiteY7" fmla="*/ 185737 h 190500"/>
                        <a:gd name="connsiteX8" fmla="*/ 23813 w 207779"/>
                        <a:gd name="connsiteY8" fmla="*/ 190500 h 190500"/>
                        <a:gd name="connsiteX9" fmla="*/ 9525 w 207779"/>
                        <a:gd name="connsiteY9" fmla="*/ 185737 h 190500"/>
                        <a:gd name="connsiteX10" fmla="*/ 0 w 207779"/>
                        <a:gd name="connsiteY10" fmla="*/ 176212 h 190500"/>
                        <a:gd name="connsiteX0" fmla="*/ 33338 w 207779"/>
                        <a:gd name="connsiteY0" fmla="*/ 0 h 190500"/>
                        <a:gd name="connsiteX1" fmla="*/ 57150 w 207779"/>
                        <a:gd name="connsiteY1" fmla="*/ 14287 h 190500"/>
                        <a:gd name="connsiteX2" fmla="*/ 114300 w 207779"/>
                        <a:gd name="connsiteY2" fmla="*/ 33337 h 190500"/>
                        <a:gd name="connsiteX3" fmla="*/ 128588 w 207779"/>
                        <a:gd name="connsiteY3" fmla="*/ 42862 h 190500"/>
                        <a:gd name="connsiteX4" fmla="*/ 204787 w 207779"/>
                        <a:gd name="connsiteY4" fmla="*/ 76199 h 190500"/>
                        <a:gd name="connsiteX5" fmla="*/ 185738 w 207779"/>
                        <a:gd name="connsiteY5" fmla="*/ 157162 h 190500"/>
                        <a:gd name="connsiteX6" fmla="*/ 123825 w 207779"/>
                        <a:gd name="connsiteY6" fmla="*/ 185737 h 190500"/>
                        <a:gd name="connsiteX7" fmla="*/ 23813 w 207779"/>
                        <a:gd name="connsiteY7" fmla="*/ 190500 h 190500"/>
                        <a:gd name="connsiteX8" fmla="*/ 9525 w 207779"/>
                        <a:gd name="connsiteY8" fmla="*/ 185737 h 190500"/>
                        <a:gd name="connsiteX9" fmla="*/ 0 w 207779"/>
                        <a:gd name="connsiteY9" fmla="*/ 176212 h 190500"/>
                        <a:gd name="connsiteX0" fmla="*/ 33338 w 208748"/>
                        <a:gd name="connsiteY0" fmla="*/ 0 h 190500"/>
                        <a:gd name="connsiteX1" fmla="*/ 57150 w 208748"/>
                        <a:gd name="connsiteY1" fmla="*/ 14287 h 190500"/>
                        <a:gd name="connsiteX2" fmla="*/ 114300 w 208748"/>
                        <a:gd name="connsiteY2" fmla="*/ 33337 h 190500"/>
                        <a:gd name="connsiteX3" fmla="*/ 204787 w 208748"/>
                        <a:gd name="connsiteY3" fmla="*/ 76199 h 190500"/>
                        <a:gd name="connsiteX4" fmla="*/ 185738 w 208748"/>
                        <a:gd name="connsiteY4" fmla="*/ 157162 h 190500"/>
                        <a:gd name="connsiteX5" fmla="*/ 123825 w 208748"/>
                        <a:gd name="connsiteY5" fmla="*/ 185737 h 190500"/>
                        <a:gd name="connsiteX6" fmla="*/ 23813 w 208748"/>
                        <a:gd name="connsiteY6" fmla="*/ 190500 h 190500"/>
                        <a:gd name="connsiteX7" fmla="*/ 9525 w 208748"/>
                        <a:gd name="connsiteY7" fmla="*/ 185737 h 190500"/>
                        <a:gd name="connsiteX8" fmla="*/ 0 w 208748"/>
                        <a:gd name="connsiteY8" fmla="*/ 176212 h 190500"/>
                        <a:gd name="connsiteX0" fmla="*/ 23813 w 199223"/>
                        <a:gd name="connsiteY0" fmla="*/ 0 h 190500"/>
                        <a:gd name="connsiteX1" fmla="*/ 47625 w 199223"/>
                        <a:gd name="connsiteY1" fmla="*/ 14287 h 190500"/>
                        <a:gd name="connsiteX2" fmla="*/ 104775 w 199223"/>
                        <a:gd name="connsiteY2" fmla="*/ 33337 h 190500"/>
                        <a:gd name="connsiteX3" fmla="*/ 195262 w 199223"/>
                        <a:gd name="connsiteY3" fmla="*/ 76199 h 190500"/>
                        <a:gd name="connsiteX4" fmla="*/ 176213 w 199223"/>
                        <a:gd name="connsiteY4" fmla="*/ 157162 h 190500"/>
                        <a:gd name="connsiteX5" fmla="*/ 114300 w 199223"/>
                        <a:gd name="connsiteY5" fmla="*/ 185737 h 190500"/>
                        <a:gd name="connsiteX6" fmla="*/ 14288 w 199223"/>
                        <a:gd name="connsiteY6" fmla="*/ 190500 h 190500"/>
                        <a:gd name="connsiteX7" fmla="*/ 0 w 199223"/>
                        <a:gd name="connsiteY7" fmla="*/ 185737 h 190500"/>
                        <a:gd name="connsiteX0" fmla="*/ 9525 w 184935"/>
                        <a:gd name="connsiteY0" fmla="*/ 0 h 190500"/>
                        <a:gd name="connsiteX1" fmla="*/ 33337 w 184935"/>
                        <a:gd name="connsiteY1" fmla="*/ 14287 h 190500"/>
                        <a:gd name="connsiteX2" fmla="*/ 90487 w 184935"/>
                        <a:gd name="connsiteY2" fmla="*/ 33337 h 190500"/>
                        <a:gd name="connsiteX3" fmla="*/ 180974 w 184935"/>
                        <a:gd name="connsiteY3" fmla="*/ 76199 h 190500"/>
                        <a:gd name="connsiteX4" fmla="*/ 161925 w 184935"/>
                        <a:gd name="connsiteY4" fmla="*/ 157162 h 190500"/>
                        <a:gd name="connsiteX5" fmla="*/ 100012 w 184935"/>
                        <a:gd name="connsiteY5" fmla="*/ 185737 h 190500"/>
                        <a:gd name="connsiteX6" fmla="*/ 0 w 184935"/>
                        <a:gd name="connsiteY6" fmla="*/ 190500 h 1905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84935" h="190500">
                          <a:moveTo>
                            <a:pt x="9525" y="0"/>
                          </a:moveTo>
                          <a:cubicBezTo>
                            <a:pt x="17462" y="4762"/>
                            <a:pt x="19843" y="8731"/>
                            <a:pt x="33337" y="14287"/>
                          </a:cubicBezTo>
                          <a:cubicBezTo>
                            <a:pt x="46831" y="19843"/>
                            <a:pt x="65881" y="23018"/>
                            <a:pt x="90487" y="33337"/>
                          </a:cubicBezTo>
                          <a:cubicBezTo>
                            <a:pt x="115093" y="43656"/>
                            <a:pt x="169068" y="55562"/>
                            <a:pt x="180974" y="76199"/>
                          </a:cubicBezTo>
                          <a:cubicBezTo>
                            <a:pt x="192880" y="96836"/>
                            <a:pt x="175419" y="138906"/>
                            <a:pt x="161925" y="157162"/>
                          </a:cubicBezTo>
                          <a:cubicBezTo>
                            <a:pt x="148431" y="175418"/>
                            <a:pt x="126999" y="180181"/>
                            <a:pt x="100012" y="185737"/>
                          </a:cubicBezTo>
                          <a:cubicBezTo>
                            <a:pt x="73025" y="191293"/>
                            <a:pt x="33337" y="188912"/>
                            <a:pt x="0" y="19050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1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1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253" name="Oval 252">
                      <a:extLst>
                        <a:ext uri="{FF2B5EF4-FFF2-40B4-BE49-F238E27FC236}">
                          <a16:creationId xmlns:a16="http://schemas.microsoft.com/office/drawing/2014/main" id="{77CF09FC-AF2D-E6F6-7E16-829CCA3FEA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50866" y="5794815"/>
                      <a:ext cx="261279" cy="259520"/>
                    </a:xfrm>
                    <a:prstGeom prst="ellipse">
                      <a:avLst/>
                    </a:prstGeom>
                    <a:solidFill>
                      <a:sysClr val="windowText" lastClr="000000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1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1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254" name="Oval 253">
                      <a:extLst>
                        <a:ext uri="{FF2B5EF4-FFF2-40B4-BE49-F238E27FC236}">
                          <a16:creationId xmlns:a16="http://schemas.microsoft.com/office/drawing/2014/main" id="{99034302-3709-9440-79B6-500BF8B873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09151" y="5857615"/>
                      <a:ext cx="100007" cy="130464"/>
                    </a:xfrm>
                    <a:prstGeom prst="ellipse">
                      <a:avLst/>
                    </a:prstGeom>
                    <a:solidFill>
                      <a:srgbClr val="ED7D31">
                        <a:lumMod val="20000"/>
                        <a:lumOff val="80000"/>
                      </a:srgb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1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1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255" name="Oval 254">
                      <a:extLst>
                        <a:ext uri="{FF2B5EF4-FFF2-40B4-BE49-F238E27FC236}">
                          <a16:creationId xmlns:a16="http://schemas.microsoft.com/office/drawing/2014/main" id="{FB9A0D61-5F9C-C48C-AB00-AA0F0392D6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40338" y="5852372"/>
                      <a:ext cx="100007" cy="130464"/>
                    </a:xfrm>
                    <a:prstGeom prst="ellipse">
                      <a:avLst/>
                    </a:prstGeom>
                    <a:solidFill>
                      <a:srgbClr val="ED7D31">
                        <a:lumMod val="20000"/>
                        <a:lumOff val="80000"/>
                      </a:srgb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1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1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p:grpSp>
              <p:grpSp>
                <p:nvGrpSpPr>
                  <p:cNvPr id="241" name="Group 240">
                    <a:extLst>
                      <a:ext uri="{FF2B5EF4-FFF2-40B4-BE49-F238E27FC236}">
                        <a16:creationId xmlns:a16="http://schemas.microsoft.com/office/drawing/2014/main" id="{5994BB79-2636-0B68-EC69-2144C844F3C5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1155138" y="2654171"/>
                    <a:ext cx="1972366" cy="622593"/>
                    <a:chOff x="914840" y="1896670"/>
                    <a:chExt cx="1972366" cy="622593"/>
                  </a:xfrm>
                </p:grpSpPr>
                <p:sp>
                  <p:nvSpPr>
                    <p:cNvPr id="242" name="Freeform: Shape 241">
                      <a:extLst>
                        <a:ext uri="{FF2B5EF4-FFF2-40B4-BE49-F238E27FC236}">
                          <a16:creationId xmlns:a16="http://schemas.microsoft.com/office/drawing/2014/main" id="{F08E827F-BBE8-916A-F7F5-70A698E3DAEF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14840" y="2386707"/>
                      <a:ext cx="1972366" cy="132556"/>
                    </a:xfrm>
                    <a:custGeom>
                      <a:avLst/>
                      <a:gdLst>
                        <a:gd name="connsiteX0" fmla="*/ 986183 w 1972366"/>
                        <a:gd name="connsiteY0" fmla="*/ 0 h 132556"/>
                        <a:gd name="connsiteX1" fmla="*/ 69274 w 1972366"/>
                        <a:gd name="connsiteY1" fmla="*/ 29221 h 132556"/>
                        <a:gd name="connsiteX2" fmla="*/ 36471 w 1972366"/>
                        <a:gd name="connsiteY2" fmla="*/ 32458 h 132556"/>
                        <a:gd name="connsiteX3" fmla="*/ 13888 w 1972366"/>
                        <a:gd name="connsiteY3" fmla="*/ 68325 h 132556"/>
                        <a:gd name="connsiteX4" fmla="*/ 0 w 1972366"/>
                        <a:gd name="connsiteY4" fmla="*/ 96142 h 132556"/>
                        <a:gd name="connsiteX5" fmla="*/ 13888 w 1972366"/>
                        <a:gd name="connsiteY5" fmla="*/ 97870 h 132556"/>
                        <a:gd name="connsiteX6" fmla="*/ 986183 w 1972366"/>
                        <a:gd name="connsiteY6" fmla="*/ 132556 h 132556"/>
                        <a:gd name="connsiteX7" fmla="*/ 1958478 w 1972366"/>
                        <a:gd name="connsiteY7" fmla="*/ 97870 h 132556"/>
                        <a:gd name="connsiteX8" fmla="*/ 1972366 w 1972366"/>
                        <a:gd name="connsiteY8" fmla="*/ 96142 h 132556"/>
                        <a:gd name="connsiteX9" fmla="*/ 1958478 w 1972366"/>
                        <a:gd name="connsiteY9" fmla="*/ 68325 h 132556"/>
                        <a:gd name="connsiteX10" fmla="*/ 1935895 w 1972366"/>
                        <a:gd name="connsiteY10" fmla="*/ 32458 h 132556"/>
                        <a:gd name="connsiteX11" fmla="*/ 1903092 w 1972366"/>
                        <a:gd name="connsiteY11" fmla="*/ 29221 h 132556"/>
                        <a:gd name="connsiteX12" fmla="*/ 986183 w 1972366"/>
                        <a:gd name="connsiteY12" fmla="*/ 0 h 1325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1972366" h="132556">
                          <a:moveTo>
                            <a:pt x="986183" y="0"/>
                          </a:moveTo>
                          <a:cubicBezTo>
                            <a:pt x="604501" y="0"/>
                            <a:pt x="267987" y="11592"/>
                            <a:pt x="69274" y="29221"/>
                          </a:cubicBezTo>
                          <a:lnTo>
                            <a:pt x="36471" y="32458"/>
                          </a:lnTo>
                          <a:lnTo>
                            <a:pt x="13888" y="68325"/>
                          </a:lnTo>
                          <a:lnTo>
                            <a:pt x="0" y="96142"/>
                          </a:lnTo>
                          <a:lnTo>
                            <a:pt x="13888" y="97870"/>
                          </a:lnTo>
                          <a:cubicBezTo>
                            <a:pt x="201135" y="118531"/>
                            <a:pt x="566333" y="132556"/>
                            <a:pt x="986183" y="132556"/>
                          </a:cubicBezTo>
                          <a:cubicBezTo>
                            <a:pt x="1406033" y="132556"/>
                            <a:pt x="1771231" y="118531"/>
                            <a:pt x="1958478" y="97870"/>
                          </a:cubicBezTo>
                          <a:lnTo>
                            <a:pt x="1972366" y="96142"/>
                          </a:lnTo>
                          <a:lnTo>
                            <a:pt x="1958478" y="68325"/>
                          </a:lnTo>
                          <a:lnTo>
                            <a:pt x="1935895" y="32458"/>
                          </a:lnTo>
                          <a:lnTo>
                            <a:pt x="1903092" y="29221"/>
                          </a:lnTo>
                          <a:cubicBezTo>
                            <a:pt x="1704380" y="11592"/>
                            <a:pt x="1367865" y="0"/>
                            <a:pt x="986183" y="0"/>
                          </a:cubicBez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571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45721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1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243" name="Freeform: Shape 242">
                      <a:extLst>
                        <a:ext uri="{FF2B5EF4-FFF2-40B4-BE49-F238E27FC236}">
                          <a16:creationId xmlns:a16="http://schemas.microsoft.com/office/drawing/2014/main" id="{DC48BAFE-8963-AE27-3D03-DA304FB13817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51310" y="1896670"/>
                      <a:ext cx="1899425" cy="522495"/>
                    </a:xfrm>
                    <a:custGeom>
                      <a:avLst/>
                      <a:gdLst>
                        <a:gd name="connsiteX0" fmla="*/ 949712 w 1899424"/>
                        <a:gd name="connsiteY0" fmla="*/ 0 h 522495"/>
                        <a:gd name="connsiteX1" fmla="*/ 32803 w 1899424"/>
                        <a:gd name="connsiteY1" fmla="*/ 470394 h 522495"/>
                        <a:gd name="connsiteX2" fmla="*/ 0 w 1899424"/>
                        <a:gd name="connsiteY2" fmla="*/ 522495 h 522495"/>
                        <a:gd name="connsiteX3" fmla="*/ 32803 w 1899424"/>
                        <a:gd name="connsiteY3" fmla="*/ 519258 h 522495"/>
                        <a:gd name="connsiteX4" fmla="*/ 949712 w 1899424"/>
                        <a:gd name="connsiteY4" fmla="*/ 490037 h 522495"/>
                        <a:gd name="connsiteX5" fmla="*/ 1866621 w 1899424"/>
                        <a:gd name="connsiteY5" fmla="*/ 519258 h 522495"/>
                        <a:gd name="connsiteX6" fmla="*/ 1899424 w 1899424"/>
                        <a:gd name="connsiteY6" fmla="*/ 522495 h 522495"/>
                        <a:gd name="connsiteX7" fmla="*/ 1866621 w 1899424"/>
                        <a:gd name="connsiteY7" fmla="*/ 470394 h 522495"/>
                        <a:gd name="connsiteX8" fmla="*/ 949712 w 1899424"/>
                        <a:gd name="connsiteY8" fmla="*/ 0 h 5224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899424" h="522495">
                          <a:moveTo>
                            <a:pt x="949712" y="0"/>
                          </a:moveTo>
                          <a:cubicBezTo>
                            <a:pt x="568030" y="0"/>
                            <a:pt x="231516" y="186592"/>
                            <a:pt x="32803" y="470394"/>
                          </a:cubicBezTo>
                          <a:lnTo>
                            <a:pt x="0" y="522495"/>
                          </a:lnTo>
                          <a:lnTo>
                            <a:pt x="32803" y="519258"/>
                          </a:lnTo>
                          <a:cubicBezTo>
                            <a:pt x="231516" y="501629"/>
                            <a:pt x="568030" y="490037"/>
                            <a:pt x="949712" y="490037"/>
                          </a:cubicBezTo>
                          <a:cubicBezTo>
                            <a:pt x="1331394" y="490037"/>
                            <a:pt x="1667909" y="501629"/>
                            <a:pt x="1866621" y="519258"/>
                          </a:cubicBezTo>
                          <a:lnTo>
                            <a:pt x="1899424" y="522495"/>
                          </a:lnTo>
                          <a:lnTo>
                            <a:pt x="1866621" y="470394"/>
                          </a:lnTo>
                          <a:cubicBezTo>
                            <a:pt x="1667909" y="186592"/>
                            <a:pt x="1331394" y="0"/>
                            <a:pt x="949712" y="0"/>
                          </a:cubicBez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5715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45721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1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244" name="Freeform: Shape 243">
                      <a:extLst>
                        <a:ext uri="{FF2B5EF4-FFF2-40B4-BE49-F238E27FC236}">
                          <a16:creationId xmlns:a16="http://schemas.microsoft.com/office/drawing/2014/main" id="{A0EFAED0-A19B-4C74-E4BE-90FC15B4BF6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432708" y="2347203"/>
                      <a:ext cx="156043" cy="63684"/>
                    </a:xfrm>
                    <a:custGeom>
                      <a:avLst/>
                      <a:gdLst>
                        <a:gd name="connsiteX0" fmla="*/ 156042 w 156042"/>
                        <a:gd name="connsiteY0" fmla="*/ 0 h 63684"/>
                        <a:gd name="connsiteX1" fmla="*/ 133459 w 156042"/>
                        <a:gd name="connsiteY1" fmla="*/ 2228 h 63684"/>
                        <a:gd name="connsiteX2" fmla="*/ 0 w 156042"/>
                        <a:gd name="connsiteY2" fmla="*/ 33820 h 63684"/>
                        <a:gd name="connsiteX3" fmla="*/ 86896 w 156042"/>
                        <a:gd name="connsiteY3" fmla="*/ 59618 h 63684"/>
                        <a:gd name="connsiteX4" fmla="*/ 119571 w 156042"/>
                        <a:gd name="connsiteY4" fmla="*/ 63684 h 63684"/>
                        <a:gd name="connsiteX5" fmla="*/ 133459 w 156042"/>
                        <a:gd name="connsiteY5" fmla="*/ 35867 h 63684"/>
                        <a:gd name="connsiteX6" fmla="*/ 156042 w 156042"/>
                        <a:gd name="connsiteY6" fmla="*/ 0 h 636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56042" h="63684">
                          <a:moveTo>
                            <a:pt x="156042" y="0"/>
                          </a:moveTo>
                          <a:lnTo>
                            <a:pt x="133459" y="2228"/>
                          </a:lnTo>
                          <a:cubicBezTo>
                            <a:pt x="48346" y="11619"/>
                            <a:pt x="0" y="22381"/>
                            <a:pt x="0" y="33820"/>
                          </a:cubicBezTo>
                          <a:cubicBezTo>
                            <a:pt x="0" y="42971"/>
                            <a:pt x="30942" y="51689"/>
                            <a:pt x="86896" y="59618"/>
                          </a:cubicBezTo>
                          <a:lnTo>
                            <a:pt x="119571" y="63684"/>
                          </a:lnTo>
                          <a:lnTo>
                            <a:pt x="133459" y="35867"/>
                          </a:lnTo>
                          <a:lnTo>
                            <a:pt x="156042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45721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1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p:grpSp>
            </p:grpSp>
            <p:sp>
              <p:nvSpPr>
                <p:cNvPr id="237" name="Arc 236">
                  <a:extLst>
                    <a:ext uri="{FF2B5EF4-FFF2-40B4-BE49-F238E27FC236}">
                      <a16:creationId xmlns:a16="http://schemas.microsoft.com/office/drawing/2014/main" id="{C0847247-C8C6-8D8B-AFF2-AD382ED0AA3A}"/>
                    </a:ext>
                  </a:extLst>
                </p:cNvPr>
                <p:cNvSpPr/>
                <p:nvPr/>
              </p:nvSpPr>
              <p:spPr>
                <a:xfrm rot="20364936">
                  <a:off x="1404126" y="4304609"/>
                  <a:ext cx="283451" cy="67487"/>
                </a:xfrm>
                <a:prstGeom prst="arc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Arc 237">
                  <a:extLst>
                    <a:ext uri="{FF2B5EF4-FFF2-40B4-BE49-F238E27FC236}">
                      <a16:creationId xmlns:a16="http://schemas.microsoft.com/office/drawing/2014/main" id="{F25573AA-A6E0-99B2-6905-62BBE20A243A}"/>
                    </a:ext>
                  </a:extLst>
                </p:cNvPr>
                <p:cNvSpPr/>
                <p:nvPr/>
              </p:nvSpPr>
              <p:spPr>
                <a:xfrm rot="20364936">
                  <a:off x="1898048" y="4302297"/>
                  <a:ext cx="283451" cy="67487"/>
                </a:xfrm>
                <a:prstGeom prst="arc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926140D-4A99-C69C-1E71-018EBC535623}"/>
                </a:ext>
              </a:extLst>
            </p:cNvPr>
            <p:cNvSpPr/>
            <p:nvPr/>
          </p:nvSpPr>
          <p:spPr>
            <a:xfrm rot="3037720" flipH="1">
              <a:off x="5090310" y="6386075"/>
              <a:ext cx="765910" cy="1088897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" name="Scroll: Vertical 10">
            <a:extLst>
              <a:ext uri="{FF2B5EF4-FFF2-40B4-BE49-F238E27FC236}">
                <a16:creationId xmlns:a16="http://schemas.microsoft.com/office/drawing/2014/main" id="{36016101-BA0D-21F6-4E1B-DCDB687F7FB1}"/>
              </a:ext>
            </a:extLst>
          </p:cNvPr>
          <p:cNvSpPr/>
          <p:nvPr/>
        </p:nvSpPr>
        <p:spPr>
          <a:xfrm>
            <a:off x="1313723" y="9593109"/>
            <a:ext cx="4394846" cy="1471055"/>
          </a:xfrm>
          <a:prstGeom prst="verticalScroll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ysClr val="windowText" lastClr="000000"/>
                </a:solidFill>
              </a:rPr>
              <a:t>Chase your dreams.</a:t>
            </a:r>
          </a:p>
        </p:txBody>
      </p:sp>
      <p:pic>
        <p:nvPicPr>
          <p:cNvPr id="12" name="soft-piano-72454">
            <a:hlinkClick r:id="" action="ppaction://media"/>
            <a:extLst>
              <a:ext uri="{FF2B5EF4-FFF2-40B4-BE49-F238E27FC236}">
                <a16:creationId xmlns:a16="http://schemas.microsoft.com/office/drawing/2014/main" id="{BDD6BA3E-E747-8DFE-53F9-6F7C47F88F7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57640"/>
                  <p14:fade in="500" out="5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84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2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174099" y="-761331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E2A20E5-BB8A-51AA-89BE-E00159A6D7D8}"/>
              </a:ext>
            </a:extLst>
          </p:cNvPr>
          <p:cNvGrpSpPr/>
          <p:nvPr/>
        </p:nvGrpSpPr>
        <p:grpSpPr>
          <a:xfrm flipH="1">
            <a:off x="168048" y="2930091"/>
            <a:ext cx="2989680" cy="4708491"/>
            <a:chOff x="8494258" y="151226"/>
            <a:chExt cx="1511277" cy="2380132"/>
          </a:xfrm>
        </p:grpSpPr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96B9984A-4151-A95A-45BC-76A82734DFE0}"/>
                </a:ext>
              </a:extLst>
            </p:cNvPr>
            <p:cNvCxnSpPr>
              <a:cxnSpLocks/>
            </p:cNvCxnSpPr>
            <p:nvPr/>
          </p:nvCxnSpPr>
          <p:spPr>
            <a:xfrm>
              <a:off x="9428832" y="1626113"/>
              <a:ext cx="0" cy="85488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A90F7C8-F072-E7BD-7304-B638EE5C9772}"/>
                </a:ext>
              </a:extLst>
            </p:cNvPr>
            <p:cNvCxnSpPr>
              <a:cxnSpLocks/>
            </p:cNvCxnSpPr>
            <p:nvPr/>
          </p:nvCxnSpPr>
          <p:spPr>
            <a:xfrm>
              <a:off x="9041139" y="1626113"/>
              <a:ext cx="21986" cy="77736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FA69D37-0072-C26B-B9FB-A182BEE57585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1A4ED34-2889-CF8D-19F3-26B3FE7A5628}"/>
                </a:ext>
              </a:extLst>
            </p:cNvPr>
            <p:cNvSpPr/>
            <p:nvPr/>
          </p:nvSpPr>
          <p:spPr>
            <a:xfrm flipH="1">
              <a:off x="9351201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8" name="Rectangle: Top Corners Rounded 267">
              <a:extLst>
                <a:ext uri="{FF2B5EF4-FFF2-40B4-BE49-F238E27FC236}">
                  <a16:creationId xmlns:a16="http://schemas.microsoft.com/office/drawing/2014/main" id="{CB81097D-B65F-24E0-0F5B-C3D70006C6B8}"/>
                </a:ext>
              </a:extLst>
            </p:cNvPr>
            <p:cNvSpPr/>
            <p:nvPr/>
          </p:nvSpPr>
          <p:spPr>
            <a:xfrm flipH="1">
              <a:off x="8790978" y="2307394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9" name="Rectangle: Top Corners Rounded 268">
              <a:extLst>
                <a:ext uri="{FF2B5EF4-FFF2-40B4-BE49-F238E27FC236}">
                  <a16:creationId xmlns:a16="http://schemas.microsoft.com/office/drawing/2014/main" id="{1CFF8177-3490-851F-E589-AAEC9B2D6EC2}"/>
                </a:ext>
              </a:extLst>
            </p:cNvPr>
            <p:cNvSpPr/>
            <p:nvPr/>
          </p:nvSpPr>
          <p:spPr>
            <a:xfrm flipH="1">
              <a:off x="914483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77C98C2-387F-E29D-9242-4A19A18315A0}"/>
                </a:ext>
              </a:extLst>
            </p:cNvPr>
            <p:cNvSpPr/>
            <p:nvPr/>
          </p:nvSpPr>
          <p:spPr>
            <a:xfrm rot="20295679" flipH="1">
              <a:off x="9454270" y="1154643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62E0AE8-5005-A073-C691-AC0AAD2E89B9}"/>
                </a:ext>
              </a:extLst>
            </p:cNvPr>
            <p:cNvSpPr/>
            <p:nvPr/>
          </p:nvSpPr>
          <p:spPr>
            <a:xfrm>
              <a:off x="8648131" y="1349608"/>
              <a:ext cx="369493" cy="28941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241" h="485827">
                  <a:moveTo>
                    <a:pt x="0" y="0"/>
                  </a:moveTo>
                  <a:cubicBezTo>
                    <a:pt x="74612" y="141288"/>
                    <a:pt x="430213" y="328613"/>
                    <a:pt x="533400" y="409575"/>
                  </a:cubicBezTo>
                  <a:cubicBezTo>
                    <a:pt x="636587" y="490537"/>
                    <a:pt x="619125" y="485775"/>
                    <a:pt x="619125" y="485775"/>
                  </a:cubicBezTo>
                  <a:lnTo>
                    <a:pt x="619125" y="48577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AAF2FA5-D37D-6931-9104-A24F1238FF57}"/>
                </a:ext>
              </a:extLst>
            </p:cNvPr>
            <p:cNvSpPr/>
            <p:nvPr/>
          </p:nvSpPr>
          <p:spPr>
            <a:xfrm flipH="1">
              <a:off x="9041139" y="96170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FCF83AC-9064-B5E6-A598-0EF45376A58E}"/>
                </a:ext>
              </a:extLst>
            </p:cNvPr>
            <p:cNvSpPr/>
            <p:nvPr/>
          </p:nvSpPr>
          <p:spPr>
            <a:xfrm flipH="1">
              <a:off x="8825419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492681AB-3CCE-6A25-2033-130E4A53B3BB}"/>
                </a:ext>
              </a:extLst>
            </p:cNvPr>
            <p:cNvSpPr/>
            <p:nvPr/>
          </p:nvSpPr>
          <p:spPr>
            <a:xfrm flipH="1">
              <a:off x="9363350" y="734412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8580D082-4DF2-9088-0480-79A841EB4D83}"/>
                </a:ext>
              </a:extLst>
            </p:cNvPr>
            <p:cNvSpPr/>
            <p:nvPr/>
          </p:nvSpPr>
          <p:spPr>
            <a:xfrm flipH="1">
              <a:off x="8843667" y="73106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3387448C-0EF7-0619-F931-D91567EEEE87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8CF329-D37B-AEB3-6390-42F102994E83}"/>
                </a:ext>
              </a:extLst>
            </p:cNvPr>
            <p:cNvSpPr/>
            <p:nvPr/>
          </p:nvSpPr>
          <p:spPr>
            <a:xfrm rot="233026" flipH="1">
              <a:off x="8532084" y="457617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9F91D7F1-7B75-4445-3D6F-989B53F82720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4152313" y="-140558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C1C75B6-3F9A-7466-178F-BF88BF0F9D13}"/>
              </a:ext>
            </a:extLst>
          </p:cNvPr>
          <p:cNvGrpSpPr/>
          <p:nvPr/>
        </p:nvGrpSpPr>
        <p:grpSpPr>
          <a:xfrm>
            <a:off x="1355894" y="5483338"/>
            <a:ext cx="10283040" cy="6399846"/>
            <a:chOff x="164195" y="6554363"/>
            <a:chExt cx="6485674" cy="4036483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75E2661A-C5FB-DA5A-5340-5AC5D63F1CB5}"/>
                </a:ext>
              </a:extLst>
            </p:cNvPr>
            <p:cNvGrpSpPr/>
            <p:nvPr/>
          </p:nvGrpSpPr>
          <p:grpSpPr>
            <a:xfrm>
              <a:off x="2153068" y="6791935"/>
              <a:ext cx="1274020" cy="1821037"/>
              <a:chOff x="3685243" y="1308751"/>
              <a:chExt cx="3758176" cy="5371796"/>
            </a:xfrm>
            <a:solidFill>
              <a:srgbClr val="E5BE97"/>
            </a:solidFill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2A56050A-EADC-874E-AB7E-C31A7C8480C0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63639F7-68C0-3935-6FC5-D4E42707C679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77B3AF6-0E67-B93F-C25C-52541ABD1537}"/>
                  </a:ext>
                </a:extLst>
              </p:cNvPr>
              <p:cNvSpPr/>
              <p:nvPr/>
            </p:nvSpPr>
            <p:spPr>
              <a:xfrm>
                <a:off x="424687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6B9857C2-6F5E-4C64-B09D-046B0850FDF0}"/>
                  </a:ext>
                </a:extLst>
              </p:cNvPr>
              <p:cNvSpPr/>
              <p:nvPr/>
            </p:nvSpPr>
            <p:spPr>
              <a:xfrm>
                <a:off x="6883136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754F3882-9112-33A2-F024-70CE4BB0F626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Rectangle 40">
                <a:extLst>
                  <a:ext uri="{FF2B5EF4-FFF2-40B4-BE49-F238E27FC236}">
                    <a16:creationId xmlns:a16="http://schemas.microsoft.com/office/drawing/2014/main" id="{20CCF8E5-4A21-C090-59D0-02048B6B94C9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Rectangle 40">
                <a:extLst>
                  <a:ext uri="{FF2B5EF4-FFF2-40B4-BE49-F238E27FC236}">
                    <a16:creationId xmlns:a16="http://schemas.microsoft.com/office/drawing/2014/main" id="{5472D289-C1E1-1CF7-4356-332E8B029B40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C16793EE-D080-DDBC-FC7B-077C27E6E938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Rectangle 41">
                <a:extLst>
                  <a:ext uri="{FF2B5EF4-FFF2-40B4-BE49-F238E27FC236}">
                    <a16:creationId xmlns:a16="http://schemas.microsoft.com/office/drawing/2014/main" id="{893E4494-7DA3-6AA4-B5B7-BA23A8BE7C8E}"/>
                  </a:ext>
                </a:extLst>
              </p:cNvPr>
              <p:cNvSpPr/>
              <p:nvPr/>
            </p:nvSpPr>
            <p:spPr>
              <a:xfrm>
                <a:off x="3689961" y="4154915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Rectangle 41">
                <a:extLst>
                  <a:ext uri="{FF2B5EF4-FFF2-40B4-BE49-F238E27FC236}">
                    <a16:creationId xmlns:a16="http://schemas.microsoft.com/office/drawing/2014/main" id="{576CB754-41B4-B744-C5DF-364979E7C96F}"/>
                  </a:ext>
                </a:extLst>
              </p:cNvPr>
              <p:cNvSpPr/>
              <p:nvPr/>
            </p:nvSpPr>
            <p:spPr>
              <a:xfrm>
                <a:off x="4154382" y="1308751"/>
                <a:ext cx="2762996" cy="283252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290859"/>
                  <a:gd name="connsiteY0" fmla="*/ 0 h 900601"/>
                  <a:gd name="connsiteX1" fmla="*/ 3221888 w 3290859"/>
                  <a:gd name="connsiteY1" fmla="*/ 0 h 900601"/>
                  <a:gd name="connsiteX2" fmla="*/ 3290859 w 3290859"/>
                  <a:gd name="connsiteY2" fmla="*/ 900601 h 900601"/>
                  <a:gd name="connsiteX3" fmla="*/ 0 w 3290859"/>
                  <a:gd name="connsiteY3" fmla="*/ 856197 h 900601"/>
                  <a:gd name="connsiteX4" fmla="*/ 482600 w 3290859"/>
                  <a:gd name="connsiteY4" fmla="*/ 0 h 900601"/>
                  <a:gd name="connsiteX0" fmla="*/ 482600 w 3257868"/>
                  <a:gd name="connsiteY0" fmla="*/ 0 h 856197"/>
                  <a:gd name="connsiteX1" fmla="*/ 3221888 w 3257868"/>
                  <a:gd name="connsiteY1" fmla="*/ 0 h 856197"/>
                  <a:gd name="connsiteX2" fmla="*/ 3257868 w 3257868"/>
                  <a:gd name="connsiteY2" fmla="*/ 818125 h 856197"/>
                  <a:gd name="connsiteX3" fmla="*/ 0 w 3257868"/>
                  <a:gd name="connsiteY3" fmla="*/ 856197 h 856197"/>
                  <a:gd name="connsiteX4" fmla="*/ 482600 w 3257868"/>
                  <a:gd name="connsiteY4" fmla="*/ 0 h 856197"/>
                  <a:gd name="connsiteX0" fmla="*/ 482600 w 3257868"/>
                  <a:gd name="connsiteY0" fmla="*/ 610334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482600 w 3257868"/>
                  <a:gd name="connsiteY4" fmla="*/ 610334 h 1466531"/>
                  <a:gd name="connsiteX0" fmla="*/ 1043449 w 3257868"/>
                  <a:gd name="connsiteY0" fmla="*/ 148458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1043449 w 3257868"/>
                  <a:gd name="connsiteY4" fmla="*/ 148458 h 1466531"/>
                  <a:gd name="connsiteX0" fmla="*/ 598067 w 2812486"/>
                  <a:gd name="connsiteY0" fmla="*/ 148458 h 1450034"/>
                  <a:gd name="connsiteX1" fmla="*/ 2661035 w 2812486"/>
                  <a:gd name="connsiteY1" fmla="*/ 0 h 1450034"/>
                  <a:gd name="connsiteX2" fmla="*/ 2812486 w 2812486"/>
                  <a:gd name="connsiteY2" fmla="*/ 1428459 h 1450034"/>
                  <a:gd name="connsiteX3" fmla="*/ 0 w 2812486"/>
                  <a:gd name="connsiteY3" fmla="*/ 1450034 h 1450034"/>
                  <a:gd name="connsiteX4" fmla="*/ 598067 w 2812486"/>
                  <a:gd name="connsiteY4" fmla="*/ 148458 h 1450034"/>
                  <a:gd name="connsiteX0" fmla="*/ 598067 w 2779495"/>
                  <a:gd name="connsiteY0" fmla="*/ 148458 h 1469697"/>
                  <a:gd name="connsiteX1" fmla="*/ 2661035 w 2779495"/>
                  <a:gd name="connsiteY1" fmla="*/ 0 h 1469697"/>
                  <a:gd name="connsiteX2" fmla="*/ 2779495 w 2779495"/>
                  <a:gd name="connsiteY2" fmla="*/ 1469697 h 1469697"/>
                  <a:gd name="connsiteX3" fmla="*/ 0 w 2779495"/>
                  <a:gd name="connsiteY3" fmla="*/ 1450034 h 1469697"/>
                  <a:gd name="connsiteX4" fmla="*/ 598067 w 2779495"/>
                  <a:gd name="connsiteY4" fmla="*/ 148458 h 1469697"/>
                  <a:gd name="connsiteX0" fmla="*/ 581570 w 2762998"/>
                  <a:gd name="connsiteY0" fmla="*/ 148458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581570 w 2762998"/>
                  <a:gd name="connsiteY4" fmla="*/ 148458 h 1469697"/>
                  <a:gd name="connsiteX0" fmla="*/ 177425 w 2762998"/>
                  <a:gd name="connsiteY0" fmla="*/ 16494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177425 w 2762998"/>
                  <a:gd name="connsiteY4" fmla="*/ 16494 h 1469697"/>
                  <a:gd name="connsiteX0" fmla="*/ 177425 w 2762998"/>
                  <a:gd name="connsiteY0" fmla="*/ 8247 h 1461450"/>
                  <a:gd name="connsiteX1" fmla="*/ 2496076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177425 w 2762998"/>
                  <a:gd name="connsiteY0" fmla="*/ 8247 h 1461450"/>
                  <a:gd name="connsiteX1" fmla="*/ 2652785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2998" h="1461450">
                    <a:moveTo>
                      <a:pt x="177425" y="8247"/>
                    </a:moveTo>
                    <a:lnTo>
                      <a:pt x="2652785" y="0"/>
                    </a:lnTo>
                    <a:lnTo>
                      <a:pt x="2762998" y="1461450"/>
                    </a:lnTo>
                    <a:lnTo>
                      <a:pt x="0" y="1458284"/>
                    </a:lnTo>
                    <a:lnTo>
                      <a:pt x="177425" y="8247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1B3414D5-6E4C-DF8F-E0E8-C7D4E785A00A}"/>
                </a:ext>
              </a:extLst>
            </p:cNvPr>
            <p:cNvGrpSpPr/>
            <p:nvPr/>
          </p:nvGrpSpPr>
          <p:grpSpPr>
            <a:xfrm>
              <a:off x="4701301" y="7257914"/>
              <a:ext cx="1948568" cy="2406111"/>
              <a:chOff x="3685243" y="1414202"/>
              <a:chExt cx="4264905" cy="5266345"/>
            </a:xfrm>
            <a:solidFill>
              <a:srgbClr val="E5BE97"/>
            </a:solidFill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908ECE98-9A14-3C3C-9641-C8F04B0DE5D1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ECF2420-A184-891A-306A-641291EB6F32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3EB237A3-7E3D-5BA1-7185-123E6962E319}"/>
                  </a:ext>
                </a:extLst>
              </p:cNvPr>
              <p:cNvSpPr/>
              <p:nvPr/>
            </p:nvSpPr>
            <p:spPr>
              <a:xfrm>
                <a:off x="424687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08C3BDFB-B70E-FB33-9B83-5ACBDF8F31A3}"/>
                  </a:ext>
                </a:extLst>
              </p:cNvPr>
              <p:cNvSpPr/>
              <p:nvPr/>
            </p:nvSpPr>
            <p:spPr>
              <a:xfrm>
                <a:off x="6883136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AA50A857-91FA-9D08-081D-2826C553B5CC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Rectangle 40">
                <a:extLst>
                  <a:ext uri="{FF2B5EF4-FFF2-40B4-BE49-F238E27FC236}">
                    <a16:creationId xmlns:a16="http://schemas.microsoft.com/office/drawing/2014/main" id="{1F8A68F1-DCAF-491A-8838-F04303287E6D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Rectangle 40">
                <a:extLst>
                  <a:ext uri="{FF2B5EF4-FFF2-40B4-BE49-F238E27FC236}">
                    <a16:creationId xmlns:a16="http://schemas.microsoft.com/office/drawing/2014/main" id="{BD3DB2B9-54C0-BFB3-BFF6-BFE389C44634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295E9BB0-3D19-58A6-9E61-21F8E1681CCD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" name="Rectangle 41">
                <a:extLst>
                  <a:ext uri="{FF2B5EF4-FFF2-40B4-BE49-F238E27FC236}">
                    <a16:creationId xmlns:a16="http://schemas.microsoft.com/office/drawing/2014/main" id="{2151D446-E61B-C332-D78F-DFB1EC4B7DE8}"/>
                  </a:ext>
                </a:extLst>
              </p:cNvPr>
              <p:cNvSpPr/>
              <p:nvPr/>
            </p:nvSpPr>
            <p:spPr>
              <a:xfrm>
                <a:off x="3689962" y="4154915"/>
                <a:ext cx="3736237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" name="Rectangle 41">
                <a:extLst>
                  <a:ext uri="{FF2B5EF4-FFF2-40B4-BE49-F238E27FC236}">
                    <a16:creationId xmlns:a16="http://schemas.microsoft.com/office/drawing/2014/main" id="{1CC34EAE-BD7C-21C7-7030-7B5B74CB88FA}"/>
                  </a:ext>
                </a:extLst>
              </p:cNvPr>
              <p:cNvSpPr/>
              <p:nvPr/>
            </p:nvSpPr>
            <p:spPr>
              <a:xfrm>
                <a:off x="6938676" y="1414202"/>
                <a:ext cx="1011472" cy="3575339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290859"/>
                  <a:gd name="connsiteY0" fmla="*/ 0 h 900601"/>
                  <a:gd name="connsiteX1" fmla="*/ 3221888 w 3290859"/>
                  <a:gd name="connsiteY1" fmla="*/ 0 h 900601"/>
                  <a:gd name="connsiteX2" fmla="*/ 3290859 w 3290859"/>
                  <a:gd name="connsiteY2" fmla="*/ 900601 h 900601"/>
                  <a:gd name="connsiteX3" fmla="*/ 0 w 3290859"/>
                  <a:gd name="connsiteY3" fmla="*/ 856197 h 900601"/>
                  <a:gd name="connsiteX4" fmla="*/ 482600 w 3290859"/>
                  <a:gd name="connsiteY4" fmla="*/ 0 h 900601"/>
                  <a:gd name="connsiteX0" fmla="*/ 482600 w 3257868"/>
                  <a:gd name="connsiteY0" fmla="*/ 0 h 856197"/>
                  <a:gd name="connsiteX1" fmla="*/ 3221888 w 3257868"/>
                  <a:gd name="connsiteY1" fmla="*/ 0 h 856197"/>
                  <a:gd name="connsiteX2" fmla="*/ 3257868 w 3257868"/>
                  <a:gd name="connsiteY2" fmla="*/ 818125 h 856197"/>
                  <a:gd name="connsiteX3" fmla="*/ 0 w 3257868"/>
                  <a:gd name="connsiteY3" fmla="*/ 856197 h 856197"/>
                  <a:gd name="connsiteX4" fmla="*/ 482600 w 3257868"/>
                  <a:gd name="connsiteY4" fmla="*/ 0 h 856197"/>
                  <a:gd name="connsiteX0" fmla="*/ 482600 w 3257868"/>
                  <a:gd name="connsiteY0" fmla="*/ 610334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482600 w 3257868"/>
                  <a:gd name="connsiteY4" fmla="*/ 610334 h 1466531"/>
                  <a:gd name="connsiteX0" fmla="*/ 1043449 w 3257868"/>
                  <a:gd name="connsiteY0" fmla="*/ 148458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1043449 w 3257868"/>
                  <a:gd name="connsiteY4" fmla="*/ 148458 h 1466531"/>
                  <a:gd name="connsiteX0" fmla="*/ 598067 w 2812486"/>
                  <a:gd name="connsiteY0" fmla="*/ 148458 h 1450034"/>
                  <a:gd name="connsiteX1" fmla="*/ 2661035 w 2812486"/>
                  <a:gd name="connsiteY1" fmla="*/ 0 h 1450034"/>
                  <a:gd name="connsiteX2" fmla="*/ 2812486 w 2812486"/>
                  <a:gd name="connsiteY2" fmla="*/ 1428459 h 1450034"/>
                  <a:gd name="connsiteX3" fmla="*/ 0 w 2812486"/>
                  <a:gd name="connsiteY3" fmla="*/ 1450034 h 1450034"/>
                  <a:gd name="connsiteX4" fmla="*/ 598067 w 2812486"/>
                  <a:gd name="connsiteY4" fmla="*/ 148458 h 1450034"/>
                  <a:gd name="connsiteX0" fmla="*/ 598067 w 2779495"/>
                  <a:gd name="connsiteY0" fmla="*/ 148458 h 1469697"/>
                  <a:gd name="connsiteX1" fmla="*/ 2661035 w 2779495"/>
                  <a:gd name="connsiteY1" fmla="*/ 0 h 1469697"/>
                  <a:gd name="connsiteX2" fmla="*/ 2779495 w 2779495"/>
                  <a:gd name="connsiteY2" fmla="*/ 1469697 h 1469697"/>
                  <a:gd name="connsiteX3" fmla="*/ 0 w 2779495"/>
                  <a:gd name="connsiteY3" fmla="*/ 1450034 h 1469697"/>
                  <a:gd name="connsiteX4" fmla="*/ 598067 w 2779495"/>
                  <a:gd name="connsiteY4" fmla="*/ 148458 h 1469697"/>
                  <a:gd name="connsiteX0" fmla="*/ 581570 w 2762998"/>
                  <a:gd name="connsiteY0" fmla="*/ 148458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581570 w 2762998"/>
                  <a:gd name="connsiteY4" fmla="*/ 148458 h 1469697"/>
                  <a:gd name="connsiteX0" fmla="*/ 177425 w 2762998"/>
                  <a:gd name="connsiteY0" fmla="*/ 16494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177425 w 2762998"/>
                  <a:gd name="connsiteY4" fmla="*/ 16494 h 1469697"/>
                  <a:gd name="connsiteX0" fmla="*/ 177425 w 2762998"/>
                  <a:gd name="connsiteY0" fmla="*/ 8247 h 1461450"/>
                  <a:gd name="connsiteX1" fmla="*/ 2496076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177425 w 2762998"/>
                  <a:gd name="connsiteY0" fmla="*/ 8247 h 1461450"/>
                  <a:gd name="connsiteX1" fmla="*/ 2652785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0 w 2585573"/>
                  <a:gd name="connsiteY0" fmla="*/ 8247 h 1461450"/>
                  <a:gd name="connsiteX1" fmla="*/ 2475360 w 2585573"/>
                  <a:gd name="connsiteY1" fmla="*/ 0 h 1461450"/>
                  <a:gd name="connsiteX2" fmla="*/ 2585573 w 2585573"/>
                  <a:gd name="connsiteY2" fmla="*/ 1461450 h 1461450"/>
                  <a:gd name="connsiteX3" fmla="*/ 1397905 w 2585573"/>
                  <a:gd name="connsiteY3" fmla="*/ 1441261 h 1461450"/>
                  <a:gd name="connsiteX4" fmla="*/ 0 w 2585573"/>
                  <a:gd name="connsiteY4" fmla="*/ 8247 h 1461450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397905 w 2475360"/>
                  <a:gd name="connsiteY3" fmla="*/ 1441261 h 1830257"/>
                  <a:gd name="connsiteX4" fmla="*/ 0 w 2475360"/>
                  <a:gd name="connsiteY4" fmla="*/ 8247 h 1830257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507875 w 2475360"/>
                  <a:gd name="connsiteY3" fmla="*/ 1418566 h 1830257"/>
                  <a:gd name="connsiteX4" fmla="*/ 0 w 2475360"/>
                  <a:gd name="connsiteY4" fmla="*/ 8247 h 1830257"/>
                  <a:gd name="connsiteX0" fmla="*/ 361625 w 967485"/>
                  <a:gd name="connsiteY0" fmla="*/ 0 h 1839032"/>
                  <a:gd name="connsiteX1" fmla="*/ 967485 w 967485"/>
                  <a:gd name="connsiteY1" fmla="*/ 8775 h 1839032"/>
                  <a:gd name="connsiteX2" fmla="*/ 450866 w 967485"/>
                  <a:gd name="connsiteY2" fmla="*/ 1839032 h 1839032"/>
                  <a:gd name="connsiteX3" fmla="*/ 0 w 967485"/>
                  <a:gd name="connsiteY3" fmla="*/ 1427341 h 1839032"/>
                  <a:gd name="connsiteX4" fmla="*/ 361625 w 967485"/>
                  <a:gd name="connsiteY4" fmla="*/ 0 h 1839032"/>
                  <a:gd name="connsiteX0" fmla="*/ 427607 w 967485"/>
                  <a:gd name="connsiteY0" fmla="*/ 0 h 1844706"/>
                  <a:gd name="connsiteX1" fmla="*/ 967485 w 967485"/>
                  <a:gd name="connsiteY1" fmla="*/ 14449 h 1844706"/>
                  <a:gd name="connsiteX2" fmla="*/ 450866 w 967485"/>
                  <a:gd name="connsiteY2" fmla="*/ 1844706 h 1844706"/>
                  <a:gd name="connsiteX3" fmla="*/ 0 w 967485"/>
                  <a:gd name="connsiteY3" fmla="*/ 1433015 h 1844706"/>
                  <a:gd name="connsiteX4" fmla="*/ 427607 w 967485"/>
                  <a:gd name="connsiteY4" fmla="*/ 0 h 1844706"/>
                  <a:gd name="connsiteX0" fmla="*/ 471595 w 1011473"/>
                  <a:gd name="connsiteY0" fmla="*/ 0 h 1844706"/>
                  <a:gd name="connsiteX1" fmla="*/ 1011473 w 1011473"/>
                  <a:gd name="connsiteY1" fmla="*/ 14449 h 1844706"/>
                  <a:gd name="connsiteX2" fmla="*/ 494854 w 1011473"/>
                  <a:gd name="connsiteY2" fmla="*/ 1844706 h 1844706"/>
                  <a:gd name="connsiteX3" fmla="*/ 0 w 1011473"/>
                  <a:gd name="connsiteY3" fmla="*/ 1410319 h 1844706"/>
                  <a:gd name="connsiteX4" fmla="*/ 471595 w 1011473"/>
                  <a:gd name="connsiteY4" fmla="*/ 0 h 1844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1473" h="1844706">
                    <a:moveTo>
                      <a:pt x="471595" y="0"/>
                    </a:moveTo>
                    <a:lnTo>
                      <a:pt x="1011473" y="14449"/>
                    </a:lnTo>
                    <a:lnTo>
                      <a:pt x="494854" y="1844706"/>
                    </a:lnTo>
                    <a:lnTo>
                      <a:pt x="0" y="1410319"/>
                    </a:lnTo>
                    <a:lnTo>
                      <a:pt x="471595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A4331D6-9678-B9A2-5C78-716AF76FBE8D}"/>
                </a:ext>
              </a:extLst>
            </p:cNvPr>
            <p:cNvGrpSpPr/>
            <p:nvPr/>
          </p:nvGrpSpPr>
          <p:grpSpPr>
            <a:xfrm flipH="1">
              <a:off x="164195" y="7221335"/>
              <a:ext cx="1948568" cy="2406111"/>
              <a:chOff x="3685243" y="1414202"/>
              <a:chExt cx="4264905" cy="5266345"/>
            </a:xfrm>
            <a:solidFill>
              <a:srgbClr val="E5BE97"/>
            </a:solidFill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356CF789-1DF6-1DF6-E565-D9713A19D4CE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50FD148F-6A67-0DDC-A97B-4C2C7D577B42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BCEB6221-FA75-755B-E04E-53EB2971A174}"/>
                  </a:ext>
                </a:extLst>
              </p:cNvPr>
              <p:cNvSpPr/>
              <p:nvPr/>
            </p:nvSpPr>
            <p:spPr>
              <a:xfrm>
                <a:off x="4246877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DA7946F-B1C7-47B6-D097-2CEE81BEA6A2}"/>
                  </a:ext>
                </a:extLst>
              </p:cNvPr>
              <p:cNvSpPr/>
              <p:nvPr/>
            </p:nvSpPr>
            <p:spPr>
              <a:xfrm>
                <a:off x="6883136" y="4380069"/>
                <a:ext cx="49152" cy="874956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0D3EF713-6D36-7C45-9D19-A47225955CDD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" name="Rectangle 40">
                <a:extLst>
                  <a:ext uri="{FF2B5EF4-FFF2-40B4-BE49-F238E27FC236}">
                    <a16:creationId xmlns:a16="http://schemas.microsoft.com/office/drawing/2014/main" id="{6CC0ADCE-D5AF-F7FE-2ADF-256921EBDCE6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" name="Rectangle 40">
                <a:extLst>
                  <a:ext uri="{FF2B5EF4-FFF2-40B4-BE49-F238E27FC236}">
                    <a16:creationId xmlns:a16="http://schemas.microsoft.com/office/drawing/2014/main" id="{9CC087BA-30AB-272E-A7EE-8D9F3233501F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B4EF098A-88C7-8684-9674-2E0467BFCF07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" name="Rectangle 41">
                <a:extLst>
                  <a:ext uri="{FF2B5EF4-FFF2-40B4-BE49-F238E27FC236}">
                    <a16:creationId xmlns:a16="http://schemas.microsoft.com/office/drawing/2014/main" id="{884F3D93-E3F3-B7F0-B892-758851FDF7B6}"/>
                  </a:ext>
                </a:extLst>
              </p:cNvPr>
              <p:cNvSpPr/>
              <p:nvPr/>
            </p:nvSpPr>
            <p:spPr>
              <a:xfrm>
                <a:off x="3689961" y="4154915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" name="Rectangle 41">
                <a:extLst>
                  <a:ext uri="{FF2B5EF4-FFF2-40B4-BE49-F238E27FC236}">
                    <a16:creationId xmlns:a16="http://schemas.microsoft.com/office/drawing/2014/main" id="{B8787A3E-630F-E04D-3DFC-5E5387FE23C3}"/>
                  </a:ext>
                </a:extLst>
              </p:cNvPr>
              <p:cNvSpPr/>
              <p:nvPr/>
            </p:nvSpPr>
            <p:spPr>
              <a:xfrm>
                <a:off x="6938676" y="1414202"/>
                <a:ext cx="1011472" cy="3575339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290859"/>
                  <a:gd name="connsiteY0" fmla="*/ 0 h 900601"/>
                  <a:gd name="connsiteX1" fmla="*/ 3221888 w 3290859"/>
                  <a:gd name="connsiteY1" fmla="*/ 0 h 900601"/>
                  <a:gd name="connsiteX2" fmla="*/ 3290859 w 3290859"/>
                  <a:gd name="connsiteY2" fmla="*/ 900601 h 900601"/>
                  <a:gd name="connsiteX3" fmla="*/ 0 w 3290859"/>
                  <a:gd name="connsiteY3" fmla="*/ 856197 h 900601"/>
                  <a:gd name="connsiteX4" fmla="*/ 482600 w 3290859"/>
                  <a:gd name="connsiteY4" fmla="*/ 0 h 900601"/>
                  <a:gd name="connsiteX0" fmla="*/ 482600 w 3257868"/>
                  <a:gd name="connsiteY0" fmla="*/ 0 h 856197"/>
                  <a:gd name="connsiteX1" fmla="*/ 3221888 w 3257868"/>
                  <a:gd name="connsiteY1" fmla="*/ 0 h 856197"/>
                  <a:gd name="connsiteX2" fmla="*/ 3257868 w 3257868"/>
                  <a:gd name="connsiteY2" fmla="*/ 818125 h 856197"/>
                  <a:gd name="connsiteX3" fmla="*/ 0 w 3257868"/>
                  <a:gd name="connsiteY3" fmla="*/ 856197 h 856197"/>
                  <a:gd name="connsiteX4" fmla="*/ 482600 w 3257868"/>
                  <a:gd name="connsiteY4" fmla="*/ 0 h 856197"/>
                  <a:gd name="connsiteX0" fmla="*/ 482600 w 3257868"/>
                  <a:gd name="connsiteY0" fmla="*/ 610334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482600 w 3257868"/>
                  <a:gd name="connsiteY4" fmla="*/ 610334 h 1466531"/>
                  <a:gd name="connsiteX0" fmla="*/ 1043449 w 3257868"/>
                  <a:gd name="connsiteY0" fmla="*/ 148458 h 1466531"/>
                  <a:gd name="connsiteX1" fmla="*/ 3106417 w 3257868"/>
                  <a:gd name="connsiteY1" fmla="*/ 0 h 1466531"/>
                  <a:gd name="connsiteX2" fmla="*/ 3257868 w 3257868"/>
                  <a:gd name="connsiteY2" fmla="*/ 1428459 h 1466531"/>
                  <a:gd name="connsiteX3" fmla="*/ 0 w 3257868"/>
                  <a:gd name="connsiteY3" fmla="*/ 1466531 h 1466531"/>
                  <a:gd name="connsiteX4" fmla="*/ 1043449 w 3257868"/>
                  <a:gd name="connsiteY4" fmla="*/ 148458 h 1466531"/>
                  <a:gd name="connsiteX0" fmla="*/ 598067 w 2812486"/>
                  <a:gd name="connsiteY0" fmla="*/ 148458 h 1450034"/>
                  <a:gd name="connsiteX1" fmla="*/ 2661035 w 2812486"/>
                  <a:gd name="connsiteY1" fmla="*/ 0 h 1450034"/>
                  <a:gd name="connsiteX2" fmla="*/ 2812486 w 2812486"/>
                  <a:gd name="connsiteY2" fmla="*/ 1428459 h 1450034"/>
                  <a:gd name="connsiteX3" fmla="*/ 0 w 2812486"/>
                  <a:gd name="connsiteY3" fmla="*/ 1450034 h 1450034"/>
                  <a:gd name="connsiteX4" fmla="*/ 598067 w 2812486"/>
                  <a:gd name="connsiteY4" fmla="*/ 148458 h 1450034"/>
                  <a:gd name="connsiteX0" fmla="*/ 598067 w 2779495"/>
                  <a:gd name="connsiteY0" fmla="*/ 148458 h 1469697"/>
                  <a:gd name="connsiteX1" fmla="*/ 2661035 w 2779495"/>
                  <a:gd name="connsiteY1" fmla="*/ 0 h 1469697"/>
                  <a:gd name="connsiteX2" fmla="*/ 2779495 w 2779495"/>
                  <a:gd name="connsiteY2" fmla="*/ 1469697 h 1469697"/>
                  <a:gd name="connsiteX3" fmla="*/ 0 w 2779495"/>
                  <a:gd name="connsiteY3" fmla="*/ 1450034 h 1469697"/>
                  <a:gd name="connsiteX4" fmla="*/ 598067 w 2779495"/>
                  <a:gd name="connsiteY4" fmla="*/ 148458 h 1469697"/>
                  <a:gd name="connsiteX0" fmla="*/ 581570 w 2762998"/>
                  <a:gd name="connsiteY0" fmla="*/ 148458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581570 w 2762998"/>
                  <a:gd name="connsiteY4" fmla="*/ 148458 h 1469697"/>
                  <a:gd name="connsiteX0" fmla="*/ 177425 w 2762998"/>
                  <a:gd name="connsiteY0" fmla="*/ 16494 h 1469697"/>
                  <a:gd name="connsiteX1" fmla="*/ 2644538 w 2762998"/>
                  <a:gd name="connsiteY1" fmla="*/ 0 h 1469697"/>
                  <a:gd name="connsiteX2" fmla="*/ 2762998 w 2762998"/>
                  <a:gd name="connsiteY2" fmla="*/ 1469697 h 1469697"/>
                  <a:gd name="connsiteX3" fmla="*/ 0 w 2762998"/>
                  <a:gd name="connsiteY3" fmla="*/ 1466531 h 1469697"/>
                  <a:gd name="connsiteX4" fmla="*/ 177425 w 2762998"/>
                  <a:gd name="connsiteY4" fmla="*/ 16494 h 1469697"/>
                  <a:gd name="connsiteX0" fmla="*/ 177425 w 2762998"/>
                  <a:gd name="connsiteY0" fmla="*/ 8247 h 1461450"/>
                  <a:gd name="connsiteX1" fmla="*/ 2496076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177425 w 2762998"/>
                  <a:gd name="connsiteY0" fmla="*/ 8247 h 1461450"/>
                  <a:gd name="connsiteX1" fmla="*/ 2652785 w 2762998"/>
                  <a:gd name="connsiteY1" fmla="*/ 0 h 1461450"/>
                  <a:gd name="connsiteX2" fmla="*/ 2762998 w 2762998"/>
                  <a:gd name="connsiteY2" fmla="*/ 1461450 h 1461450"/>
                  <a:gd name="connsiteX3" fmla="*/ 0 w 2762998"/>
                  <a:gd name="connsiteY3" fmla="*/ 1458284 h 1461450"/>
                  <a:gd name="connsiteX4" fmla="*/ 177425 w 2762998"/>
                  <a:gd name="connsiteY4" fmla="*/ 8247 h 1461450"/>
                  <a:gd name="connsiteX0" fmla="*/ 0 w 2585573"/>
                  <a:gd name="connsiteY0" fmla="*/ 8247 h 1461450"/>
                  <a:gd name="connsiteX1" fmla="*/ 2475360 w 2585573"/>
                  <a:gd name="connsiteY1" fmla="*/ 0 h 1461450"/>
                  <a:gd name="connsiteX2" fmla="*/ 2585573 w 2585573"/>
                  <a:gd name="connsiteY2" fmla="*/ 1461450 h 1461450"/>
                  <a:gd name="connsiteX3" fmla="*/ 1397905 w 2585573"/>
                  <a:gd name="connsiteY3" fmla="*/ 1441261 h 1461450"/>
                  <a:gd name="connsiteX4" fmla="*/ 0 w 2585573"/>
                  <a:gd name="connsiteY4" fmla="*/ 8247 h 1461450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397905 w 2475360"/>
                  <a:gd name="connsiteY3" fmla="*/ 1441261 h 1830257"/>
                  <a:gd name="connsiteX4" fmla="*/ 0 w 2475360"/>
                  <a:gd name="connsiteY4" fmla="*/ 8247 h 1830257"/>
                  <a:gd name="connsiteX0" fmla="*/ 0 w 2475360"/>
                  <a:gd name="connsiteY0" fmla="*/ 8247 h 1830257"/>
                  <a:gd name="connsiteX1" fmla="*/ 2475360 w 2475360"/>
                  <a:gd name="connsiteY1" fmla="*/ 0 h 1830257"/>
                  <a:gd name="connsiteX2" fmla="*/ 1958741 w 2475360"/>
                  <a:gd name="connsiteY2" fmla="*/ 1830257 h 1830257"/>
                  <a:gd name="connsiteX3" fmla="*/ 1507875 w 2475360"/>
                  <a:gd name="connsiteY3" fmla="*/ 1418566 h 1830257"/>
                  <a:gd name="connsiteX4" fmla="*/ 0 w 2475360"/>
                  <a:gd name="connsiteY4" fmla="*/ 8247 h 1830257"/>
                  <a:gd name="connsiteX0" fmla="*/ 361625 w 967485"/>
                  <a:gd name="connsiteY0" fmla="*/ 0 h 1839032"/>
                  <a:gd name="connsiteX1" fmla="*/ 967485 w 967485"/>
                  <a:gd name="connsiteY1" fmla="*/ 8775 h 1839032"/>
                  <a:gd name="connsiteX2" fmla="*/ 450866 w 967485"/>
                  <a:gd name="connsiteY2" fmla="*/ 1839032 h 1839032"/>
                  <a:gd name="connsiteX3" fmla="*/ 0 w 967485"/>
                  <a:gd name="connsiteY3" fmla="*/ 1427341 h 1839032"/>
                  <a:gd name="connsiteX4" fmla="*/ 361625 w 967485"/>
                  <a:gd name="connsiteY4" fmla="*/ 0 h 1839032"/>
                  <a:gd name="connsiteX0" fmla="*/ 427607 w 967485"/>
                  <a:gd name="connsiteY0" fmla="*/ 0 h 1844706"/>
                  <a:gd name="connsiteX1" fmla="*/ 967485 w 967485"/>
                  <a:gd name="connsiteY1" fmla="*/ 14449 h 1844706"/>
                  <a:gd name="connsiteX2" fmla="*/ 450866 w 967485"/>
                  <a:gd name="connsiteY2" fmla="*/ 1844706 h 1844706"/>
                  <a:gd name="connsiteX3" fmla="*/ 0 w 967485"/>
                  <a:gd name="connsiteY3" fmla="*/ 1433015 h 1844706"/>
                  <a:gd name="connsiteX4" fmla="*/ 427607 w 967485"/>
                  <a:gd name="connsiteY4" fmla="*/ 0 h 1844706"/>
                  <a:gd name="connsiteX0" fmla="*/ 471595 w 1011473"/>
                  <a:gd name="connsiteY0" fmla="*/ 0 h 1844706"/>
                  <a:gd name="connsiteX1" fmla="*/ 1011473 w 1011473"/>
                  <a:gd name="connsiteY1" fmla="*/ 14449 h 1844706"/>
                  <a:gd name="connsiteX2" fmla="*/ 494854 w 1011473"/>
                  <a:gd name="connsiteY2" fmla="*/ 1844706 h 1844706"/>
                  <a:gd name="connsiteX3" fmla="*/ 0 w 1011473"/>
                  <a:gd name="connsiteY3" fmla="*/ 1410319 h 1844706"/>
                  <a:gd name="connsiteX4" fmla="*/ 471595 w 1011473"/>
                  <a:gd name="connsiteY4" fmla="*/ 0 h 1844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1473" h="1844706">
                    <a:moveTo>
                      <a:pt x="471595" y="0"/>
                    </a:moveTo>
                    <a:lnTo>
                      <a:pt x="1011473" y="14449"/>
                    </a:lnTo>
                    <a:lnTo>
                      <a:pt x="494854" y="1844706"/>
                    </a:lnTo>
                    <a:lnTo>
                      <a:pt x="0" y="1410319"/>
                    </a:lnTo>
                    <a:lnTo>
                      <a:pt x="471595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E5A01534-0A84-612B-6A29-14723DA977D6}"/>
                </a:ext>
              </a:extLst>
            </p:cNvPr>
            <p:cNvGrpSpPr/>
            <p:nvPr/>
          </p:nvGrpSpPr>
          <p:grpSpPr>
            <a:xfrm>
              <a:off x="4807418" y="8501233"/>
              <a:ext cx="918640" cy="960522"/>
              <a:chOff x="10127150" y="4575203"/>
              <a:chExt cx="918640" cy="960522"/>
            </a:xfrm>
          </p:grpSpPr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970AAD13-EA36-21BD-ADF5-8427773E24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7732" y="4818159"/>
                <a:ext cx="19885" cy="673312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841C3579-C533-8FEC-192D-57B18F633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6960" y="4740309"/>
                <a:ext cx="19319" cy="68304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59" name="Rectangle: Top Corners Rounded 258">
                <a:extLst>
                  <a:ext uri="{FF2B5EF4-FFF2-40B4-BE49-F238E27FC236}">
                    <a16:creationId xmlns:a16="http://schemas.microsoft.com/office/drawing/2014/main" id="{123C561E-0986-8F92-4FC9-CD3AE6E867E9}"/>
                  </a:ext>
                </a:extLst>
              </p:cNvPr>
              <p:cNvSpPr/>
              <p:nvPr/>
            </p:nvSpPr>
            <p:spPr>
              <a:xfrm flipH="1">
                <a:off x="10127150" y="533893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0" name="Rectangle: Top Corners Rounded 259">
                <a:extLst>
                  <a:ext uri="{FF2B5EF4-FFF2-40B4-BE49-F238E27FC236}">
                    <a16:creationId xmlns:a16="http://schemas.microsoft.com/office/drawing/2014/main" id="{252739BD-65C0-E505-D147-9F39A2940370}"/>
                  </a:ext>
                </a:extLst>
              </p:cNvPr>
              <p:cNvSpPr/>
              <p:nvPr/>
            </p:nvSpPr>
            <p:spPr>
              <a:xfrm flipH="1">
                <a:off x="10438075" y="543087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64698E7F-F376-FDF8-D93A-D167CA9FAF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28057" y="4575203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B42CD470-4FB4-A29F-124D-CAC1551622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52444" y="4645642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28D7DA9-1A9C-CF13-5366-885F0A84492F}"/>
                </a:ext>
              </a:extLst>
            </p:cNvPr>
            <p:cNvGrpSpPr/>
            <p:nvPr/>
          </p:nvGrpSpPr>
          <p:grpSpPr>
            <a:xfrm flipH="1">
              <a:off x="4592323" y="6554363"/>
              <a:ext cx="2013550" cy="2050136"/>
              <a:chOff x="1037066" y="3573580"/>
              <a:chExt cx="1418627" cy="1444403"/>
            </a:xfrm>
          </p:grpSpPr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D01DEFE1-E88C-0D67-2C7C-830762C81927}"/>
                  </a:ext>
                </a:extLst>
              </p:cNvPr>
              <p:cNvGrpSpPr/>
              <p:nvPr/>
            </p:nvGrpSpPr>
            <p:grpSpPr>
              <a:xfrm>
                <a:off x="1037066" y="3573580"/>
                <a:ext cx="1418627" cy="1444403"/>
                <a:chOff x="1035568" y="2654171"/>
                <a:chExt cx="2211507" cy="2251689"/>
              </a:xfrm>
            </p:grpSpPr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0AFB646B-9D9B-2B9E-8EDE-05651094D48E}"/>
                    </a:ext>
                  </a:extLst>
                </p:cNvPr>
                <p:cNvGrpSpPr/>
                <p:nvPr/>
              </p:nvGrpSpPr>
              <p:grpSpPr>
                <a:xfrm>
                  <a:off x="1035568" y="2772023"/>
                  <a:ext cx="2211507" cy="2133837"/>
                  <a:chOff x="3631168" y="4906674"/>
                  <a:chExt cx="2536874" cy="2447778"/>
                </a:xfrm>
              </p:grpSpPr>
              <p:sp>
                <p:nvSpPr>
                  <p:cNvPr id="247" name="Oval 246">
                    <a:extLst>
                      <a:ext uri="{FF2B5EF4-FFF2-40B4-BE49-F238E27FC236}">
                        <a16:creationId xmlns:a16="http://schemas.microsoft.com/office/drawing/2014/main" id="{E89108A3-AA4B-162B-100D-B2BD6AB91566}"/>
                      </a:ext>
                    </a:extLst>
                  </p:cNvPr>
                  <p:cNvSpPr/>
                  <p:nvPr/>
                </p:nvSpPr>
                <p:spPr>
                  <a:xfrm>
                    <a:off x="3631168" y="4906674"/>
                    <a:ext cx="2536874" cy="2447778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154901DD-6C4A-8F6D-8A18-25DDEEFF44D0}"/>
                      </a:ext>
                    </a:extLst>
                  </p:cNvPr>
                  <p:cNvSpPr/>
                  <p:nvPr/>
                </p:nvSpPr>
                <p:spPr>
                  <a:xfrm>
                    <a:off x="4468273" y="5794816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2" name="Freeform: Shape 251">
                    <a:extLst>
                      <a:ext uri="{FF2B5EF4-FFF2-40B4-BE49-F238E27FC236}">
                        <a16:creationId xmlns:a16="http://schemas.microsoft.com/office/drawing/2014/main" id="{F4721FA4-E6AD-BD0F-5211-66D08657353B}"/>
                      </a:ext>
                    </a:extLst>
                  </p:cNvPr>
                  <p:cNvSpPr/>
                  <p:nvPr/>
                </p:nvSpPr>
                <p:spPr>
                  <a:xfrm rot="20548923">
                    <a:off x="5089990" y="6162953"/>
                    <a:ext cx="184935" cy="190500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7CF09FC-AF2D-E6F6-7E16-829CCA3FEA5F}"/>
                      </a:ext>
                    </a:extLst>
                  </p:cNvPr>
                  <p:cNvSpPr/>
                  <p:nvPr/>
                </p:nvSpPr>
                <p:spPr>
                  <a:xfrm>
                    <a:off x="5350866" y="5794815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4" name="Oval 253">
                    <a:extLst>
                      <a:ext uri="{FF2B5EF4-FFF2-40B4-BE49-F238E27FC236}">
                        <a16:creationId xmlns:a16="http://schemas.microsoft.com/office/drawing/2014/main" id="{99034302-3709-9440-79B6-500BF8B873F0}"/>
                      </a:ext>
                    </a:extLst>
                  </p:cNvPr>
                  <p:cNvSpPr/>
                  <p:nvPr/>
                </p:nvSpPr>
                <p:spPr>
                  <a:xfrm>
                    <a:off x="4609151" y="5857615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5" name="Oval 254">
                    <a:extLst>
                      <a:ext uri="{FF2B5EF4-FFF2-40B4-BE49-F238E27FC236}">
                        <a16:creationId xmlns:a16="http://schemas.microsoft.com/office/drawing/2014/main" id="{FB9A0D61-5F9C-C48C-AB00-AA0F0392D6BF}"/>
                      </a:ext>
                    </a:extLst>
                  </p:cNvPr>
                  <p:cNvSpPr/>
                  <p:nvPr/>
                </p:nvSpPr>
                <p:spPr>
                  <a:xfrm>
                    <a:off x="5440338" y="5852372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5994BB79-2636-0B68-EC69-2144C844F3C5}"/>
                    </a:ext>
                  </a:extLst>
                </p:cNvPr>
                <p:cNvGrpSpPr/>
                <p:nvPr/>
              </p:nvGrpSpPr>
              <p:grpSpPr>
                <a:xfrm flipH="1">
                  <a:off x="1155138" y="2654171"/>
                  <a:ext cx="1972366" cy="622593"/>
                  <a:chOff x="914840" y="1896670"/>
                  <a:chExt cx="1972366" cy="622593"/>
                </a:xfrm>
              </p:grpSpPr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F08E827F-BBE8-916A-F7F5-70A698E3DAEF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0" y="2386707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3" name="Freeform: Shape 242">
                    <a:extLst>
                      <a:ext uri="{FF2B5EF4-FFF2-40B4-BE49-F238E27FC236}">
                        <a16:creationId xmlns:a16="http://schemas.microsoft.com/office/drawing/2014/main" id="{DC48BAFE-8963-AE27-3D03-DA304FB13817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70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A0EFAED0-A19B-4C74-E4BE-90FC15B4BF61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237" name="Arc 236">
                <a:extLst>
                  <a:ext uri="{FF2B5EF4-FFF2-40B4-BE49-F238E27FC236}">
                    <a16:creationId xmlns:a16="http://schemas.microsoft.com/office/drawing/2014/main" id="{C0847247-C8C6-8D8B-AFF2-AD382ED0AA3A}"/>
                  </a:ext>
                </a:extLst>
              </p:cNvPr>
              <p:cNvSpPr/>
              <p:nvPr/>
            </p:nvSpPr>
            <p:spPr>
              <a:xfrm rot="20364936">
                <a:off x="1404125" y="4304606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Arc 237">
                <a:extLst>
                  <a:ext uri="{FF2B5EF4-FFF2-40B4-BE49-F238E27FC236}">
                    <a16:creationId xmlns:a16="http://schemas.microsoft.com/office/drawing/2014/main" id="{F25573AA-A6E0-99B2-6905-62BBE20A243A}"/>
                  </a:ext>
                </a:extLst>
              </p:cNvPr>
              <p:cNvSpPr/>
              <p:nvPr/>
            </p:nvSpPr>
            <p:spPr>
              <a:xfrm rot="20364936">
                <a:off x="1898048" y="4302297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" name="Arc 238">
                <a:extLst>
                  <a:ext uri="{FF2B5EF4-FFF2-40B4-BE49-F238E27FC236}">
                    <a16:creationId xmlns:a16="http://schemas.microsoft.com/office/drawing/2014/main" id="{7924F984-3420-03D5-800E-28DC2E348773}"/>
                  </a:ext>
                </a:extLst>
              </p:cNvPr>
              <p:cNvSpPr/>
              <p:nvPr/>
            </p:nvSpPr>
            <p:spPr>
              <a:xfrm rot="10320247">
                <a:off x="1771428" y="4514880"/>
                <a:ext cx="143119" cy="60986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4B41975-83E4-22F1-93DB-D450338A1E9D}"/>
                </a:ext>
              </a:extLst>
            </p:cNvPr>
            <p:cNvGrpSpPr/>
            <p:nvPr/>
          </p:nvGrpSpPr>
          <p:grpSpPr>
            <a:xfrm>
              <a:off x="582119" y="7625321"/>
              <a:ext cx="4412744" cy="2965525"/>
              <a:chOff x="3685243" y="4154915"/>
              <a:chExt cx="3758176" cy="2525632"/>
            </a:xfrm>
            <a:solidFill>
              <a:srgbClr val="E5BE97"/>
            </a:solidFill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E4F3FFE-6BC1-7559-B3A5-B19259FEA829}"/>
                  </a:ext>
                </a:extLst>
              </p:cNvPr>
              <p:cNvSpPr/>
              <p:nvPr/>
            </p:nvSpPr>
            <p:spPr>
              <a:xfrm>
                <a:off x="3685991" y="5156143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FE86726-7525-25BD-D879-C64D02A5863C}"/>
                  </a:ext>
                </a:extLst>
              </p:cNvPr>
              <p:cNvSpPr/>
              <p:nvPr/>
            </p:nvSpPr>
            <p:spPr>
              <a:xfrm>
                <a:off x="7343108" y="5138201"/>
                <a:ext cx="85636" cy="152440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04FCC12-A1F4-C0E0-E468-BC945D11B77E}"/>
                  </a:ext>
                </a:extLst>
              </p:cNvPr>
              <p:cNvSpPr/>
              <p:nvPr/>
            </p:nvSpPr>
            <p:spPr>
              <a:xfrm>
                <a:off x="4208354" y="4166209"/>
                <a:ext cx="2711953" cy="116525"/>
              </a:xfrm>
              <a:prstGeom prst="rect">
                <a:avLst/>
              </a:pr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40">
                <a:extLst>
                  <a:ext uri="{FF2B5EF4-FFF2-40B4-BE49-F238E27FC236}">
                    <a16:creationId xmlns:a16="http://schemas.microsoft.com/office/drawing/2014/main" id="{05681724-5722-52DE-3035-53EA87677C6E}"/>
                  </a:ext>
                </a:extLst>
              </p:cNvPr>
              <p:cNvSpPr/>
              <p:nvPr/>
            </p:nvSpPr>
            <p:spPr>
              <a:xfrm flipH="1">
                <a:off x="3688501" y="4171376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9283 h 847090"/>
                  <a:gd name="connsiteX1" fmla="*/ 28744 w 549897"/>
                  <a:gd name="connsiteY1" fmla="*/ 0 h 847090"/>
                  <a:gd name="connsiteX2" fmla="*/ 549897 w 549897"/>
                  <a:gd name="connsiteY2" fmla="*/ 847090 h 847090"/>
                  <a:gd name="connsiteX3" fmla="*/ 435428 w 549897"/>
                  <a:gd name="connsiteY3" fmla="*/ 847090 h 847090"/>
                  <a:gd name="connsiteX4" fmla="*/ 0 w 549897"/>
                  <a:gd name="connsiteY4" fmla="*/ 69283 h 847090"/>
                  <a:gd name="connsiteX0" fmla="*/ 0 w 530847"/>
                  <a:gd name="connsiteY0" fmla="*/ 102621 h 847090"/>
                  <a:gd name="connsiteX1" fmla="*/ 9694 w 530847"/>
                  <a:gd name="connsiteY1" fmla="*/ 0 h 847090"/>
                  <a:gd name="connsiteX2" fmla="*/ 530847 w 530847"/>
                  <a:gd name="connsiteY2" fmla="*/ 847090 h 847090"/>
                  <a:gd name="connsiteX3" fmla="*/ 416378 w 530847"/>
                  <a:gd name="connsiteY3" fmla="*/ 847090 h 847090"/>
                  <a:gd name="connsiteX4" fmla="*/ 0 w 530847"/>
                  <a:gd name="connsiteY4" fmla="*/ 102621 h 847090"/>
                  <a:gd name="connsiteX0" fmla="*/ 0 w 530847"/>
                  <a:gd name="connsiteY0" fmla="*/ 102621 h 854234"/>
                  <a:gd name="connsiteX1" fmla="*/ 9694 w 530847"/>
                  <a:gd name="connsiteY1" fmla="*/ 0 h 854234"/>
                  <a:gd name="connsiteX2" fmla="*/ 530847 w 530847"/>
                  <a:gd name="connsiteY2" fmla="*/ 847090 h 854234"/>
                  <a:gd name="connsiteX3" fmla="*/ 418759 w 530847"/>
                  <a:gd name="connsiteY3" fmla="*/ 854234 h 854234"/>
                  <a:gd name="connsiteX4" fmla="*/ 0 w 530847"/>
                  <a:gd name="connsiteY4" fmla="*/ 102621 h 854234"/>
                  <a:gd name="connsiteX0" fmla="*/ 0 w 530847"/>
                  <a:gd name="connsiteY0" fmla="*/ 102621 h 992346"/>
                  <a:gd name="connsiteX1" fmla="*/ 9694 w 530847"/>
                  <a:gd name="connsiteY1" fmla="*/ 0 h 992346"/>
                  <a:gd name="connsiteX2" fmla="*/ 530847 w 530847"/>
                  <a:gd name="connsiteY2" fmla="*/ 847090 h 992346"/>
                  <a:gd name="connsiteX3" fmla="*/ 525916 w 530847"/>
                  <a:gd name="connsiteY3" fmla="*/ 992346 h 992346"/>
                  <a:gd name="connsiteX4" fmla="*/ 0 w 530847"/>
                  <a:gd name="connsiteY4" fmla="*/ 102621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2621"/>
                    </a:moveTo>
                    <a:lnTo>
                      <a:pt x="9694" y="0"/>
                    </a:lnTo>
                    <a:lnTo>
                      <a:pt x="530847" y="847090"/>
                    </a:lnTo>
                    <a:lnTo>
                      <a:pt x="525916" y="992346"/>
                    </a:lnTo>
                    <a:lnTo>
                      <a:pt x="0" y="102621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Rectangle 40">
                <a:extLst>
                  <a:ext uri="{FF2B5EF4-FFF2-40B4-BE49-F238E27FC236}">
                    <a16:creationId xmlns:a16="http://schemas.microsoft.com/office/drawing/2014/main" id="{C2472DB1-58BD-12F3-F68E-5FA53A726AA7}"/>
                  </a:ext>
                </a:extLst>
              </p:cNvPr>
              <p:cNvSpPr/>
              <p:nvPr/>
            </p:nvSpPr>
            <p:spPr>
              <a:xfrm>
                <a:off x="6904124" y="4175173"/>
                <a:ext cx="530847" cy="992346"/>
              </a:xfrm>
              <a:custGeom>
                <a:avLst/>
                <a:gdLst>
                  <a:gd name="connsiteX0" fmla="*/ 0 w 114469"/>
                  <a:gd name="connsiteY0" fmla="*/ 0 h 777807"/>
                  <a:gd name="connsiteX1" fmla="*/ 114469 w 114469"/>
                  <a:gd name="connsiteY1" fmla="*/ 0 h 777807"/>
                  <a:gd name="connsiteX2" fmla="*/ 114469 w 114469"/>
                  <a:gd name="connsiteY2" fmla="*/ 777807 h 777807"/>
                  <a:gd name="connsiteX3" fmla="*/ 0 w 114469"/>
                  <a:gd name="connsiteY3" fmla="*/ 777807 h 777807"/>
                  <a:gd name="connsiteX4" fmla="*/ 0 w 114469"/>
                  <a:gd name="connsiteY4" fmla="*/ 0 h 777807"/>
                  <a:gd name="connsiteX0" fmla="*/ 0 w 549897"/>
                  <a:gd name="connsiteY0" fmla="*/ 0 h 777807"/>
                  <a:gd name="connsiteX1" fmla="*/ 549897 w 549897"/>
                  <a:gd name="connsiteY1" fmla="*/ 0 h 777807"/>
                  <a:gd name="connsiteX2" fmla="*/ 549897 w 549897"/>
                  <a:gd name="connsiteY2" fmla="*/ 777807 h 777807"/>
                  <a:gd name="connsiteX3" fmla="*/ 435428 w 549897"/>
                  <a:gd name="connsiteY3" fmla="*/ 777807 h 777807"/>
                  <a:gd name="connsiteX4" fmla="*/ 0 w 549897"/>
                  <a:gd name="connsiteY4" fmla="*/ 0 h 777807"/>
                  <a:gd name="connsiteX0" fmla="*/ 0 w 549897"/>
                  <a:gd name="connsiteY0" fmla="*/ 58057 h 835864"/>
                  <a:gd name="connsiteX1" fmla="*/ 128983 w 549897"/>
                  <a:gd name="connsiteY1" fmla="*/ 0 h 835864"/>
                  <a:gd name="connsiteX2" fmla="*/ 549897 w 549897"/>
                  <a:gd name="connsiteY2" fmla="*/ 835864 h 835864"/>
                  <a:gd name="connsiteX3" fmla="*/ 435428 w 549897"/>
                  <a:gd name="connsiteY3" fmla="*/ 835864 h 835864"/>
                  <a:gd name="connsiteX4" fmla="*/ 0 w 549897"/>
                  <a:gd name="connsiteY4" fmla="*/ 58057 h 835864"/>
                  <a:gd name="connsiteX0" fmla="*/ 0 w 549897"/>
                  <a:gd name="connsiteY0" fmla="*/ 14514 h 792321"/>
                  <a:gd name="connsiteX1" fmla="*/ 114469 w 549897"/>
                  <a:gd name="connsiteY1" fmla="*/ 0 h 792321"/>
                  <a:gd name="connsiteX2" fmla="*/ 549897 w 549897"/>
                  <a:gd name="connsiteY2" fmla="*/ 792321 h 792321"/>
                  <a:gd name="connsiteX3" fmla="*/ 435428 w 549897"/>
                  <a:gd name="connsiteY3" fmla="*/ 792321 h 792321"/>
                  <a:gd name="connsiteX4" fmla="*/ 0 w 549897"/>
                  <a:gd name="connsiteY4" fmla="*/ 14514 h 792321"/>
                  <a:gd name="connsiteX0" fmla="*/ 0 w 549897"/>
                  <a:gd name="connsiteY0" fmla="*/ 65314 h 843121"/>
                  <a:gd name="connsiteX1" fmla="*/ 66844 w 549897"/>
                  <a:gd name="connsiteY1" fmla="*/ 0 h 843121"/>
                  <a:gd name="connsiteX2" fmla="*/ 549897 w 549897"/>
                  <a:gd name="connsiteY2" fmla="*/ 843121 h 843121"/>
                  <a:gd name="connsiteX3" fmla="*/ 435428 w 549897"/>
                  <a:gd name="connsiteY3" fmla="*/ 843121 h 843121"/>
                  <a:gd name="connsiteX4" fmla="*/ 0 w 549897"/>
                  <a:gd name="connsiteY4" fmla="*/ 65314 h 843121"/>
                  <a:gd name="connsiteX0" fmla="*/ 0 w 505447"/>
                  <a:gd name="connsiteY0" fmla="*/ 103414 h 843121"/>
                  <a:gd name="connsiteX1" fmla="*/ 22394 w 505447"/>
                  <a:gd name="connsiteY1" fmla="*/ 0 h 843121"/>
                  <a:gd name="connsiteX2" fmla="*/ 505447 w 505447"/>
                  <a:gd name="connsiteY2" fmla="*/ 843121 h 843121"/>
                  <a:gd name="connsiteX3" fmla="*/ 390978 w 505447"/>
                  <a:gd name="connsiteY3" fmla="*/ 843121 h 843121"/>
                  <a:gd name="connsiteX4" fmla="*/ 0 w 505447"/>
                  <a:gd name="connsiteY4" fmla="*/ 103414 h 843121"/>
                  <a:gd name="connsiteX0" fmla="*/ 0 w 499097"/>
                  <a:gd name="connsiteY0" fmla="*/ 106589 h 843121"/>
                  <a:gd name="connsiteX1" fmla="*/ 16044 w 499097"/>
                  <a:gd name="connsiteY1" fmla="*/ 0 h 843121"/>
                  <a:gd name="connsiteX2" fmla="*/ 499097 w 499097"/>
                  <a:gd name="connsiteY2" fmla="*/ 843121 h 843121"/>
                  <a:gd name="connsiteX3" fmla="*/ 384628 w 499097"/>
                  <a:gd name="connsiteY3" fmla="*/ 843121 h 843121"/>
                  <a:gd name="connsiteX4" fmla="*/ 0 w 499097"/>
                  <a:gd name="connsiteY4" fmla="*/ 106589 h 843121"/>
                  <a:gd name="connsiteX0" fmla="*/ 0 w 530847"/>
                  <a:gd name="connsiteY0" fmla="*/ 106589 h 843121"/>
                  <a:gd name="connsiteX1" fmla="*/ 16044 w 530847"/>
                  <a:gd name="connsiteY1" fmla="*/ 0 h 843121"/>
                  <a:gd name="connsiteX2" fmla="*/ 530847 w 530847"/>
                  <a:gd name="connsiteY2" fmla="*/ 843121 h 843121"/>
                  <a:gd name="connsiteX3" fmla="*/ 384628 w 530847"/>
                  <a:gd name="connsiteY3" fmla="*/ 843121 h 843121"/>
                  <a:gd name="connsiteX4" fmla="*/ 0 w 530847"/>
                  <a:gd name="connsiteY4" fmla="*/ 106589 h 843121"/>
                  <a:gd name="connsiteX0" fmla="*/ 0 w 530847"/>
                  <a:gd name="connsiteY0" fmla="*/ 106589 h 992346"/>
                  <a:gd name="connsiteX1" fmla="*/ 16044 w 530847"/>
                  <a:gd name="connsiteY1" fmla="*/ 0 h 992346"/>
                  <a:gd name="connsiteX2" fmla="*/ 530847 w 530847"/>
                  <a:gd name="connsiteY2" fmla="*/ 843121 h 992346"/>
                  <a:gd name="connsiteX3" fmla="*/ 530678 w 530847"/>
                  <a:gd name="connsiteY3" fmla="*/ 992346 h 992346"/>
                  <a:gd name="connsiteX4" fmla="*/ 0 w 530847"/>
                  <a:gd name="connsiteY4" fmla="*/ 106589 h 99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847" h="992346">
                    <a:moveTo>
                      <a:pt x="0" y="106589"/>
                    </a:moveTo>
                    <a:lnTo>
                      <a:pt x="16044" y="0"/>
                    </a:lnTo>
                    <a:lnTo>
                      <a:pt x="530847" y="843121"/>
                    </a:lnTo>
                    <a:cubicBezTo>
                      <a:pt x="530791" y="892863"/>
                      <a:pt x="530734" y="942604"/>
                      <a:pt x="530678" y="992346"/>
                    </a:cubicBezTo>
                    <a:lnTo>
                      <a:pt x="0" y="106589"/>
                    </a:lnTo>
                    <a:close/>
                  </a:path>
                </a:pathLst>
              </a:custGeom>
              <a:grpFill/>
              <a:ln w="12700" cap="flat" cmpd="sng" algn="ctr">
                <a:solidFill>
                  <a:srgbClr val="83533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D265569-A63F-6D38-6F61-BFFFCDF816EB}"/>
                  </a:ext>
                </a:extLst>
              </p:cNvPr>
              <p:cNvSpPr/>
              <p:nvPr/>
            </p:nvSpPr>
            <p:spPr>
              <a:xfrm>
                <a:off x="3685243" y="5010210"/>
                <a:ext cx="3758176" cy="160374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innerShdw blurRad="63500" dist="50800" dir="16200000">
                  <a:srgbClr val="E5BE97">
                    <a:alpha val="50000"/>
                  </a:srgb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 41">
                <a:extLst>
                  <a:ext uri="{FF2B5EF4-FFF2-40B4-BE49-F238E27FC236}">
                    <a16:creationId xmlns:a16="http://schemas.microsoft.com/office/drawing/2014/main" id="{6F7DA882-6671-0716-DA62-5FB3029313DB}"/>
                  </a:ext>
                </a:extLst>
              </p:cNvPr>
              <p:cNvSpPr/>
              <p:nvPr/>
            </p:nvSpPr>
            <p:spPr>
              <a:xfrm>
                <a:off x="3689961" y="4154915"/>
                <a:ext cx="3736238" cy="856197"/>
              </a:xfrm>
              <a:custGeom>
                <a:avLst/>
                <a:gdLst>
                  <a:gd name="connsiteX0" fmla="*/ 0 w 2720238"/>
                  <a:gd name="connsiteY0" fmla="*/ 0 h 811747"/>
                  <a:gd name="connsiteX1" fmla="*/ 2720238 w 2720238"/>
                  <a:gd name="connsiteY1" fmla="*/ 0 h 811747"/>
                  <a:gd name="connsiteX2" fmla="*/ 2720238 w 2720238"/>
                  <a:gd name="connsiteY2" fmla="*/ 811747 h 811747"/>
                  <a:gd name="connsiteX3" fmla="*/ 0 w 2720238"/>
                  <a:gd name="connsiteY3" fmla="*/ 811747 h 811747"/>
                  <a:gd name="connsiteX4" fmla="*/ 0 w 2720238"/>
                  <a:gd name="connsiteY4" fmla="*/ 0 h 811747"/>
                  <a:gd name="connsiteX0" fmla="*/ 482600 w 3202838"/>
                  <a:gd name="connsiteY0" fmla="*/ 0 h 856197"/>
                  <a:gd name="connsiteX1" fmla="*/ 3202838 w 3202838"/>
                  <a:gd name="connsiteY1" fmla="*/ 0 h 856197"/>
                  <a:gd name="connsiteX2" fmla="*/ 3202838 w 3202838"/>
                  <a:gd name="connsiteY2" fmla="*/ 811747 h 856197"/>
                  <a:gd name="connsiteX3" fmla="*/ 0 w 3202838"/>
                  <a:gd name="connsiteY3" fmla="*/ 856197 h 856197"/>
                  <a:gd name="connsiteX4" fmla="*/ 482600 w 32028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984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307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0283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4349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  <a:gd name="connsiteX0" fmla="*/ 482600 w 3736238"/>
                  <a:gd name="connsiteY0" fmla="*/ 0 h 856197"/>
                  <a:gd name="connsiteX1" fmla="*/ 3221888 w 3736238"/>
                  <a:gd name="connsiteY1" fmla="*/ 0 h 856197"/>
                  <a:gd name="connsiteX2" fmla="*/ 3736238 w 3736238"/>
                  <a:gd name="connsiteY2" fmla="*/ 851117 h 856197"/>
                  <a:gd name="connsiteX3" fmla="*/ 0 w 3736238"/>
                  <a:gd name="connsiteY3" fmla="*/ 856197 h 856197"/>
                  <a:gd name="connsiteX4" fmla="*/ 482600 w 3736238"/>
                  <a:gd name="connsiteY4" fmla="*/ 0 h 85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6238" h="856197">
                    <a:moveTo>
                      <a:pt x="482600" y="0"/>
                    </a:moveTo>
                    <a:lnTo>
                      <a:pt x="3221888" y="0"/>
                    </a:lnTo>
                    <a:lnTo>
                      <a:pt x="3736238" y="851117"/>
                    </a:lnTo>
                    <a:lnTo>
                      <a:pt x="0" y="856197"/>
                    </a:lnTo>
                    <a:lnTo>
                      <a:pt x="482600" y="0"/>
                    </a:lnTo>
                    <a:close/>
                  </a:path>
                </a:pathLst>
              </a:cu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50800" dir="5400000" algn="ctr" rotWithShape="0">
                  <a:schemeClr val="tx1"/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" name="emojimouth">
            <a:hlinkClick r:id="" action="ppaction://media"/>
            <a:extLst>
              <a:ext uri="{FF2B5EF4-FFF2-40B4-BE49-F238E27FC236}">
                <a16:creationId xmlns:a16="http://schemas.microsoft.com/office/drawing/2014/main" id="{819D49AE-B394-E7F6-4803-69D18C1AF2D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>
            <a:off x="1722244" y="4924883"/>
            <a:ext cx="299110" cy="218820"/>
          </a:xfrm>
          <a:prstGeom prst="rect">
            <a:avLst/>
          </a:prstGeom>
        </p:spPr>
      </p:pic>
      <p:pic>
        <p:nvPicPr>
          <p:cNvPr id="5" name="ttsMP3.com_VoiceText_2024-12-22_22-4-23">
            <a:hlinkClick r:id="" action="ppaction://media"/>
            <a:extLst>
              <a:ext uri="{FF2B5EF4-FFF2-40B4-BE49-F238E27FC236}">
                <a16:creationId xmlns:a16="http://schemas.microsoft.com/office/drawing/2014/main" id="{9A6273C4-F678-FD25-34EF-36ADB773047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1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5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174099" y="-761331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4152313" y="-140558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5E2661A-C5FB-DA5A-5340-5AC5D63F1CB5}"/>
              </a:ext>
            </a:extLst>
          </p:cNvPr>
          <p:cNvGrpSpPr/>
          <p:nvPr/>
        </p:nvGrpSpPr>
        <p:grpSpPr>
          <a:xfrm>
            <a:off x="-540494" y="4745993"/>
            <a:ext cx="2019959" cy="2887255"/>
            <a:chOff x="3685243" y="1308751"/>
            <a:chExt cx="3758176" cy="5371796"/>
          </a:xfrm>
          <a:solidFill>
            <a:srgbClr val="E5BE97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A56050A-EADC-874E-AB7E-C31A7C8480C0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63639F7-68C0-3935-6FC5-D4E42707C679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77B3AF6-0E67-B93F-C25C-52541ABD1537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B9857C2-6F5E-4C64-B09D-046B0850FDF0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54F3882-9112-33A2-F024-70CE4BB0F626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20CCF8E5-4A21-C090-59D0-02048B6B94C9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Rectangle 40">
              <a:extLst>
                <a:ext uri="{FF2B5EF4-FFF2-40B4-BE49-F238E27FC236}">
                  <a16:creationId xmlns:a16="http://schemas.microsoft.com/office/drawing/2014/main" id="{5472D289-C1E1-1CF7-4356-332E8B029B40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16793EE-D080-DDBC-FC7B-077C27E6E938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Rectangle 41">
              <a:extLst>
                <a:ext uri="{FF2B5EF4-FFF2-40B4-BE49-F238E27FC236}">
                  <a16:creationId xmlns:a16="http://schemas.microsoft.com/office/drawing/2014/main" id="{893E4494-7DA3-6AA4-B5B7-BA23A8BE7C8E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Rectangle 41">
              <a:extLst>
                <a:ext uri="{FF2B5EF4-FFF2-40B4-BE49-F238E27FC236}">
                  <a16:creationId xmlns:a16="http://schemas.microsoft.com/office/drawing/2014/main" id="{576CB754-41B4-B744-C5DF-364979E7C96F}"/>
                </a:ext>
              </a:extLst>
            </p:cNvPr>
            <p:cNvSpPr/>
            <p:nvPr/>
          </p:nvSpPr>
          <p:spPr>
            <a:xfrm>
              <a:off x="4154382" y="1308751"/>
              <a:ext cx="2762996" cy="283252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998" h="1461450">
                  <a:moveTo>
                    <a:pt x="177425" y="8247"/>
                  </a:moveTo>
                  <a:lnTo>
                    <a:pt x="2652785" y="0"/>
                  </a:lnTo>
                  <a:lnTo>
                    <a:pt x="2762998" y="1461450"/>
                  </a:lnTo>
                  <a:lnTo>
                    <a:pt x="0" y="1458284"/>
                  </a:lnTo>
                  <a:lnTo>
                    <a:pt x="177425" y="8247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B3414D5-6E4C-DF8F-E0E8-C7D4E785A00A}"/>
              </a:ext>
            </a:extLst>
          </p:cNvPr>
          <p:cNvGrpSpPr/>
          <p:nvPr/>
        </p:nvGrpSpPr>
        <p:grpSpPr>
          <a:xfrm>
            <a:off x="3499731" y="5484802"/>
            <a:ext cx="3089456" cy="3814890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08ECE98-9A14-3C3C-9641-C8F04B0DE5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ECF2420-A184-891A-306A-641291EB6F3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EB237A3-7E3D-5BA1-7185-123E6962E319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8C3BDFB-B70E-FB33-9B83-5ACBDF8F31A3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AA50A857-91FA-9D08-081D-2826C553B5CC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Rectangle 40">
              <a:extLst>
                <a:ext uri="{FF2B5EF4-FFF2-40B4-BE49-F238E27FC236}">
                  <a16:creationId xmlns:a16="http://schemas.microsoft.com/office/drawing/2014/main" id="{1F8A68F1-DCAF-491A-8838-F04303287E6D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Rectangle 40">
              <a:extLst>
                <a:ext uri="{FF2B5EF4-FFF2-40B4-BE49-F238E27FC236}">
                  <a16:creationId xmlns:a16="http://schemas.microsoft.com/office/drawing/2014/main" id="{BD3DB2B9-54C0-BFB3-BFF6-BFE389C44634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295E9BB0-3D19-58A6-9E61-21F8E1681CCD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Rectangle 41">
              <a:extLst>
                <a:ext uri="{FF2B5EF4-FFF2-40B4-BE49-F238E27FC236}">
                  <a16:creationId xmlns:a16="http://schemas.microsoft.com/office/drawing/2014/main" id="{2151D446-E61B-C332-D78F-DFB1EC4B7DE8}"/>
                </a:ext>
              </a:extLst>
            </p:cNvPr>
            <p:cNvSpPr/>
            <p:nvPr/>
          </p:nvSpPr>
          <p:spPr>
            <a:xfrm>
              <a:off x="3689962" y="4154915"/>
              <a:ext cx="3736237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Rectangle 41">
              <a:extLst>
                <a:ext uri="{FF2B5EF4-FFF2-40B4-BE49-F238E27FC236}">
                  <a16:creationId xmlns:a16="http://schemas.microsoft.com/office/drawing/2014/main" id="{1CC34EAE-BD7C-21C7-7030-7B5B74CB88FA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A4331D6-9678-B9A2-5C78-716AF76FBE8D}"/>
              </a:ext>
            </a:extLst>
          </p:cNvPr>
          <p:cNvGrpSpPr/>
          <p:nvPr/>
        </p:nvGrpSpPr>
        <p:grpSpPr>
          <a:xfrm flipH="1">
            <a:off x="-3693853" y="5426806"/>
            <a:ext cx="3089456" cy="3814890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356CF789-1DF6-1DF6-E565-D9713A19D4CE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0FD148F-6A67-0DDC-A97B-4C2C7D577B4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CEB6221-FA75-755B-E04E-53EB2971A174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0DA7946F-B1C7-47B6-D097-2CEE81BEA6A2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0D3EF713-6D36-7C45-9D19-A47225955CDD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Rectangle 40">
              <a:extLst>
                <a:ext uri="{FF2B5EF4-FFF2-40B4-BE49-F238E27FC236}">
                  <a16:creationId xmlns:a16="http://schemas.microsoft.com/office/drawing/2014/main" id="{6CC0ADCE-D5AF-F7FE-2ADF-256921EBDCE6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Rectangle 40">
              <a:extLst>
                <a:ext uri="{FF2B5EF4-FFF2-40B4-BE49-F238E27FC236}">
                  <a16:creationId xmlns:a16="http://schemas.microsoft.com/office/drawing/2014/main" id="{9CC087BA-30AB-272E-A7EE-8D9F3233501F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B4EF098A-88C7-8684-9674-2E0467BFCF07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0" name="Rectangle 41">
              <a:extLst>
                <a:ext uri="{FF2B5EF4-FFF2-40B4-BE49-F238E27FC236}">
                  <a16:creationId xmlns:a16="http://schemas.microsoft.com/office/drawing/2014/main" id="{884F3D93-E3F3-B7F0-B892-758851FDF7B6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Rectangle 41">
              <a:extLst>
                <a:ext uri="{FF2B5EF4-FFF2-40B4-BE49-F238E27FC236}">
                  <a16:creationId xmlns:a16="http://schemas.microsoft.com/office/drawing/2014/main" id="{B8787A3E-630F-E04D-3DFC-5E5387FE23C3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5A01534-0A84-612B-6A29-14723DA977D6}"/>
              </a:ext>
            </a:extLst>
          </p:cNvPr>
          <p:cNvGrpSpPr/>
          <p:nvPr/>
        </p:nvGrpSpPr>
        <p:grpSpPr>
          <a:xfrm>
            <a:off x="3667980" y="7456085"/>
            <a:ext cx="1456504" cy="1522908"/>
            <a:chOff x="10127150" y="4575203"/>
            <a:chExt cx="918640" cy="960522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70AAD13-EA36-21BD-ADF5-8427773E24AC}"/>
                </a:ext>
              </a:extLst>
            </p:cNvPr>
            <p:cNvCxnSpPr>
              <a:cxnSpLocks/>
            </p:cNvCxnSpPr>
            <p:nvPr/>
          </p:nvCxnSpPr>
          <p:spPr>
            <a:xfrm>
              <a:off x="10667732" y="4818159"/>
              <a:ext cx="19885" cy="673312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841C3579-C533-8FEC-192D-57B18F633EF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6960" y="4740309"/>
              <a:ext cx="19319" cy="68304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59" name="Rectangle: Top Corners Rounded 258">
              <a:extLst>
                <a:ext uri="{FF2B5EF4-FFF2-40B4-BE49-F238E27FC236}">
                  <a16:creationId xmlns:a16="http://schemas.microsoft.com/office/drawing/2014/main" id="{123C561E-0986-8F92-4FC9-CD3AE6E867E9}"/>
                </a:ext>
              </a:extLst>
            </p:cNvPr>
            <p:cNvSpPr/>
            <p:nvPr/>
          </p:nvSpPr>
          <p:spPr>
            <a:xfrm flipH="1">
              <a:off x="10127150" y="533893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0" name="Rectangle: Top Corners Rounded 259">
              <a:extLst>
                <a:ext uri="{FF2B5EF4-FFF2-40B4-BE49-F238E27FC236}">
                  <a16:creationId xmlns:a16="http://schemas.microsoft.com/office/drawing/2014/main" id="{252739BD-65C0-E505-D147-9F39A2940370}"/>
                </a:ext>
              </a:extLst>
            </p:cNvPr>
            <p:cNvSpPr/>
            <p:nvPr/>
          </p:nvSpPr>
          <p:spPr>
            <a:xfrm flipH="1">
              <a:off x="10438075" y="543087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4698E7F-F376-FDF8-D93A-D167CA9FA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8057" y="4575203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B42CD470-4FB4-A29F-124D-CAC155162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2444" y="4645642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4B41975-83E4-22F1-93DB-D450338A1E9D}"/>
              </a:ext>
            </a:extLst>
          </p:cNvPr>
          <p:cNvGrpSpPr/>
          <p:nvPr/>
        </p:nvGrpSpPr>
        <p:grpSpPr>
          <a:xfrm>
            <a:off x="-3031234" y="6067326"/>
            <a:ext cx="6996408" cy="4701842"/>
            <a:chOff x="3685243" y="4154915"/>
            <a:chExt cx="3758176" cy="2525632"/>
          </a:xfrm>
          <a:solidFill>
            <a:srgbClr val="E5BE97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60C110E-0270-982C-19C8-2D8695885B97}"/>
                </a:ext>
              </a:extLst>
            </p:cNvPr>
            <p:cNvSpPr/>
            <p:nvPr/>
          </p:nvSpPr>
          <p:spPr>
            <a:xfrm>
              <a:off x="6841803" y="4156286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4F3FFE-6BC1-7559-B3A5-B19259FEA829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FE86726-7525-25BD-D879-C64D02A5863C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4FCC12-A1F4-C0E0-E468-BC945D11B77E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40">
              <a:extLst>
                <a:ext uri="{FF2B5EF4-FFF2-40B4-BE49-F238E27FC236}">
                  <a16:creationId xmlns:a16="http://schemas.microsoft.com/office/drawing/2014/main" id="{05681724-5722-52DE-3035-53EA87677C6E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40">
              <a:extLst>
                <a:ext uri="{FF2B5EF4-FFF2-40B4-BE49-F238E27FC236}">
                  <a16:creationId xmlns:a16="http://schemas.microsoft.com/office/drawing/2014/main" id="{C2472DB1-58BD-12F3-F68E-5FA53A726AA7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265569-A63F-6D38-6F61-BFFFCDF816EB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6F7DA882-6671-0716-DA62-5FB3029313DB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D68EAEC-7F41-8AE1-1E58-2828617E06B9}"/>
              </a:ext>
            </a:extLst>
          </p:cNvPr>
          <p:cNvGrpSpPr/>
          <p:nvPr/>
        </p:nvGrpSpPr>
        <p:grpSpPr>
          <a:xfrm>
            <a:off x="3222323" y="4369321"/>
            <a:ext cx="3297108" cy="3250491"/>
            <a:chOff x="3222323" y="4369321"/>
            <a:chExt cx="3297108" cy="325049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C1B9481-9A48-C7E5-E0CD-5FFD8A90EFBE}"/>
                </a:ext>
              </a:extLst>
            </p:cNvPr>
            <p:cNvSpPr/>
            <p:nvPr/>
          </p:nvSpPr>
          <p:spPr>
            <a:xfrm rot="1304321">
              <a:off x="3222323" y="6159253"/>
              <a:ext cx="765910" cy="1088897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28D7DA9-1A9C-CF13-5366-885F0A84492F}"/>
                </a:ext>
              </a:extLst>
            </p:cNvPr>
            <p:cNvGrpSpPr/>
            <p:nvPr/>
          </p:nvGrpSpPr>
          <p:grpSpPr>
            <a:xfrm flipH="1">
              <a:off x="3326945" y="4369321"/>
              <a:ext cx="3192486" cy="3250491"/>
              <a:chOff x="1037067" y="3573581"/>
              <a:chExt cx="1418628" cy="1444403"/>
            </a:xfrm>
          </p:grpSpPr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D01DEFE1-E88C-0D67-2C7C-830762C81927}"/>
                  </a:ext>
                </a:extLst>
              </p:cNvPr>
              <p:cNvGrpSpPr/>
              <p:nvPr/>
            </p:nvGrpSpPr>
            <p:grpSpPr>
              <a:xfrm>
                <a:off x="1037067" y="3573581"/>
                <a:ext cx="1418628" cy="1444403"/>
                <a:chOff x="1035568" y="2654171"/>
                <a:chExt cx="2211507" cy="2251689"/>
              </a:xfrm>
            </p:grpSpPr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0AFB646B-9D9B-2B9E-8EDE-05651094D48E}"/>
                    </a:ext>
                  </a:extLst>
                </p:cNvPr>
                <p:cNvGrpSpPr/>
                <p:nvPr/>
              </p:nvGrpSpPr>
              <p:grpSpPr>
                <a:xfrm>
                  <a:off x="1035568" y="2772023"/>
                  <a:ext cx="2211507" cy="2133837"/>
                  <a:chOff x="3631168" y="4906674"/>
                  <a:chExt cx="2536874" cy="2447778"/>
                </a:xfrm>
              </p:grpSpPr>
              <p:sp>
                <p:nvSpPr>
                  <p:cNvPr id="247" name="Oval 246">
                    <a:extLst>
                      <a:ext uri="{FF2B5EF4-FFF2-40B4-BE49-F238E27FC236}">
                        <a16:creationId xmlns:a16="http://schemas.microsoft.com/office/drawing/2014/main" id="{E89108A3-AA4B-162B-100D-B2BD6AB91566}"/>
                      </a:ext>
                    </a:extLst>
                  </p:cNvPr>
                  <p:cNvSpPr/>
                  <p:nvPr/>
                </p:nvSpPr>
                <p:spPr>
                  <a:xfrm>
                    <a:off x="3631168" y="4906674"/>
                    <a:ext cx="2536874" cy="2447778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8" name="Oval 247">
                    <a:extLst>
                      <a:ext uri="{FF2B5EF4-FFF2-40B4-BE49-F238E27FC236}">
                        <a16:creationId xmlns:a16="http://schemas.microsoft.com/office/drawing/2014/main" id="{154901DD-6C4A-8F6D-8A18-25DDEEFF44D0}"/>
                      </a:ext>
                    </a:extLst>
                  </p:cNvPr>
                  <p:cNvSpPr/>
                  <p:nvPr/>
                </p:nvSpPr>
                <p:spPr>
                  <a:xfrm>
                    <a:off x="4468273" y="5794816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2" name="Freeform: Shape 251">
                    <a:extLst>
                      <a:ext uri="{FF2B5EF4-FFF2-40B4-BE49-F238E27FC236}">
                        <a16:creationId xmlns:a16="http://schemas.microsoft.com/office/drawing/2014/main" id="{F4721FA4-E6AD-BD0F-5211-66D08657353B}"/>
                      </a:ext>
                    </a:extLst>
                  </p:cNvPr>
                  <p:cNvSpPr/>
                  <p:nvPr/>
                </p:nvSpPr>
                <p:spPr>
                  <a:xfrm rot="20548923">
                    <a:off x="5089990" y="6162953"/>
                    <a:ext cx="184935" cy="190500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7CF09FC-AF2D-E6F6-7E16-829CCA3FEA5F}"/>
                      </a:ext>
                    </a:extLst>
                  </p:cNvPr>
                  <p:cNvSpPr/>
                  <p:nvPr/>
                </p:nvSpPr>
                <p:spPr>
                  <a:xfrm>
                    <a:off x="5350866" y="5794815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4" name="Oval 253">
                    <a:extLst>
                      <a:ext uri="{FF2B5EF4-FFF2-40B4-BE49-F238E27FC236}">
                        <a16:creationId xmlns:a16="http://schemas.microsoft.com/office/drawing/2014/main" id="{99034302-3709-9440-79B6-500BF8B873F0}"/>
                      </a:ext>
                    </a:extLst>
                  </p:cNvPr>
                  <p:cNvSpPr/>
                  <p:nvPr/>
                </p:nvSpPr>
                <p:spPr>
                  <a:xfrm>
                    <a:off x="4609151" y="5857615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55" name="Oval 254">
                    <a:extLst>
                      <a:ext uri="{FF2B5EF4-FFF2-40B4-BE49-F238E27FC236}">
                        <a16:creationId xmlns:a16="http://schemas.microsoft.com/office/drawing/2014/main" id="{FB9A0D61-5F9C-C48C-AB00-AA0F0392D6BF}"/>
                      </a:ext>
                    </a:extLst>
                  </p:cNvPr>
                  <p:cNvSpPr/>
                  <p:nvPr/>
                </p:nvSpPr>
                <p:spPr>
                  <a:xfrm>
                    <a:off x="5440338" y="5852372"/>
                    <a:ext cx="100007" cy="130464"/>
                  </a:xfrm>
                  <a:prstGeom prst="ellipse">
                    <a:avLst/>
                  </a:prstGeom>
                  <a:solidFill>
                    <a:srgbClr val="ED7D31">
                      <a:lumMod val="20000"/>
                      <a:lumOff val="80000"/>
                    </a:srgb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5994BB79-2636-0B68-EC69-2144C844F3C5}"/>
                    </a:ext>
                  </a:extLst>
                </p:cNvPr>
                <p:cNvGrpSpPr/>
                <p:nvPr/>
              </p:nvGrpSpPr>
              <p:grpSpPr>
                <a:xfrm flipH="1">
                  <a:off x="1155138" y="2654171"/>
                  <a:ext cx="1972366" cy="622593"/>
                  <a:chOff x="914840" y="1896670"/>
                  <a:chExt cx="1972366" cy="622593"/>
                </a:xfrm>
              </p:grpSpPr>
              <p:sp>
                <p:nvSpPr>
                  <p:cNvPr id="242" name="Freeform: Shape 241">
                    <a:extLst>
                      <a:ext uri="{FF2B5EF4-FFF2-40B4-BE49-F238E27FC236}">
                        <a16:creationId xmlns:a16="http://schemas.microsoft.com/office/drawing/2014/main" id="{F08E827F-BBE8-916A-F7F5-70A698E3DAEF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0" y="2386707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3" name="Freeform: Shape 242">
                    <a:extLst>
                      <a:ext uri="{FF2B5EF4-FFF2-40B4-BE49-F238E27FC236}">
                        <a16:creationId xmlns:a16="http://schemas.microsoft.com/office/drawing/2014/main" id="{DC48BAFE-8963-AE27-3D03-DA304FB13817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70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244" name="Freeform: Shape 243">
                    <a:extLst>
                      <a:ext uri="{FF2B5EF4-FFF2-40B4-BE49-F238E27FC236}">
                        <a16:creationId xmlns:a16="http://schemas.microsoft.com/office/drawing/2014/main" id="{A0EFAED0-A19B-4C74-E4BE-90FC15B4BF61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237" name="Arc 236">
                <a:extLst>
                  <a:ext uri="{FF2B5EF4-FFF2-40B4-BE49-F238E27FC236}">
                    <a16:creationId xmlns:a16="http://schemas.microsoft.com/office/drawing/2014/main" id="{C0847247-C8C6-8D8B-AFF2-AD382ED0AA3A}"/>
                  </a:ext>
                </a:extLst>
              </p:cNvPr>
              <p:cNvSpPr/>
              <p:nvPr/>
            </p:nvSpPr>
            <p:spPr>
              <a:xfrm rot="20364936">
                <a:off x="1404126" y="4304609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" name="Arc 237">
                <a:extLst>
                  <a:ext uri="{FF2B5EF4-FFF2-40B4-BE49-F238E27FC236}">
                    <a16:creationId xmlns:a16="http://schemas.microsoft.com/office/drawing/2014/main" id="{F25573AA-A6E0-99B2-6905-62BBE20A243A}"/>
                  </a:ext>
                </a:extLst>
              </p:cNvPr>
              <p:cNvSpPr/>
              <p:nvPr/>
            </p:nvSpPr>
            <p:spPr>
              <a:xfrm rot="20364936">
                <a:off x="1898048" y="4302297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" name="emojimouth">
            <a:hlinkClick r:id="" action="ppaction://media"/>
            <a:extLst>
              <a:ext uri="{FF2B5EF4-FFF2-40B4-BE49-F238E27FC236}">
                <a16:creationId xmlns:a16="http://schemas.microsoft.com/office/drawing/2014/main" id="{819D49AE-B394-E7F6-4803-69D18C1AF2D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6"/>
          <a:srcRect l="49010" t="20632" r="43027" b="69011"/>
          <a:stretch/>
        </p:blipFill>
        <p:spPr>
          <a:xfrm flipH="1">
            <a:off x="4623544" y="6512297"/>
            <a:ext cx="299110" cy="21882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926140D-4A99-C69C-1E71-018EBC535623}"/>
              </a:ext>
            </a:extLst>
          </p:cNvPr>
          <p:cNvSpPr/>
          <p:nvPr/>
        </p:nvSpPr>
        <p:spPr>
          <a:xfrm rot="1555406" flipH="1">
            <a:off x="5090310" y="6386075"/>
            <a:ext cx="765910" cy="1088897"/>
          </a:xfrm>
          <a:custGeom>
            <a:avLst/>
            <a:gdLst>
              <a:gd name="connsiteX0" fmla="*/ 115393 w 649909"/>
              <a:gd name="connsiteY0" fmla="*/ 0 h 923977"/>
              <a:gd name="connsiteX1" fmla="*/ 29668 w 649909"/>
              <a:gd name="connsiteY1" fmla="*/ 438150 h 923977"/>
              <a:gd name="connsiteX2" fmla="*/ 563068 w 649909"/>
              <a:gd name="connsiteY2" fmla="*/ 847725 h 923977"/>
              <a:gd name="connsiteX3" fmla="*/ 648793 w 649909"/>
              <a:gd name="connsiteY3" fmla="*/ 923925 h 923977"/>
              <a:gd name="connsiteX4" fmla="*/ 648793 w 649909"/>
              <a:gd name="connsiteY4" fmla="*/ 923925 h 923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9909" h="923977">
                <a:moveTo>
                  <a:pt x="115393" y="0"/>
                </a:moveTo>
                <a:cubicBezTo>
                  <a:pt x="35224" y="148431"/>
                  <a:pt x="-44945" y="296863"/>
                  <a:pt x="29668" y="438150"/>
                </a:cubicBezTo>
                <a:cubicBezTo>
                  <a:pt x="104280" y="579438"/>
                  <a:pt x="459881" y="766763"/>
                  <a:pt x="563068" y="847725"/>
                </a:cubicBezTo>
                <a:cubicBezTo>
                  <a:pt x="666255" y="928687"/>
                  <a:pt x="648793" y="923925"/>
                  <a:pt x="648793" y="923925"/>
                </a:cubicBezTo>
                <a:lnTo>
                  <a:pt x="648793" y="923925"/>
                </a:lnTo>
              </a:path>
            </a:pathLst>
          </a:cu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2" name="ttsMP3.com_VoiceText_2024-12-22_22-6-8">
            <a:hlinkClick r:id="" action="ppaction://media"/>
            <a:extLst>
              <a:ext uri="{FF2B5EF4-FFF2-40B4-BE49-F238E27FC236}">
                <a16:creationId xmlns:a16="http://schemas.microsoft.com/office/drawing/2014/main" id="{F46DEB28-BB77-AA31-476E-8D65C278581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44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724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174099" y="-761331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E2A20E5-BB8A-51AA-89BE-E00159A6D7D8}"/>
              </a:ext>
            </a:extLst>
          </p:cNvPr>
          <p:cNvGrpSpPr/>
          <p:nvPr/>
        </p:nvGrpSpPr>
        <p:grpSpPr>
          <a:xfrm flipH="1">
            <a:off x="168048" y="2930091"/>
            <a:ext cx="2989680" cy="4708491"/>
            <a:chOff x="8494258" y="151226"/>
            <a:chExt cx="1511277" cy="2380132"/>
          </a:xfrm>
        </p:grpSpPr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96B9984A-4151-A95A-45BC-76A82734DFE0}"/>
                </a:ext>
              </a:extLst>
            </p:cNvPr>
            <p:cNvCxnSpPr>
              <a:cxnSpLocks/>
            </p:cNvCxnSpPr>
            <p:nvPr/>
          </p:nvCxnSpPr>
          <p:spPr>
            <a:xfrm>
              <a:off x="9428832" y="1626113"/>
              <a:ext cx="0" cy="85488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A90F7C8-F072-E7BD-7304-B638EE5C9772}"/>
                </a:ext>
              </a:extLst>
            </p:cNvPr>
            <p:cNvCxnSpPr>
              <a:cxnSpLocks/>
            </p:cNvCxnSpPr>
            <p:nvPr/>
          </p:nvCxnSpPr>
          <p:spPr>
            <a:xfrm>
              <a:off x="9041139" y="1626113"/>
              <a:ext cx="21986" cy="77736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FA69D37-0072-C26B-B9FB-A182BEE57585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1A4ED34-2889-CF8D-19F3-26B3FE7A5628}"/>
                </a:ext>
              </a:extLst>
            </p:cNvPr>
            <p:cNvSpPr/>
            <p:nvPr/>
          </p:nvSpPr>
          <p:spPr>
            <a:xfrm flipH="1">
              <a:off x="9351201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8" name="Rectangle: Top Corners Rounded 267">
              <a:extLst>
                <a:ext uri="{FF2B5EF4-FFF2-40B4-BE49-F238E27FC236}">
                  <a16:creationId xmlns:a16="http://schemas.microsoft.com/office/drawing/2014/main" id="{CB81097D-B65F-24E0-0F5B-C3D70006C6B8}"/>
                </a:ext>
              </a:extLst>
            </p:cNvPr>
            <p:cNvSpPr/>
            <p:nvPr/>
          </p:nvSpPr>
          <p:spPr>
            <a:xfrm flipH="1">
              <a:off x="8790978" y="2307394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9" name="Rectangle: Top Corners Rounded 268">
              <a:extLst>
                <a:ext uri="{FF2B5EF4-FFF2-40B4-BE49-F238E27FC236}">
                  <a16:creationId xmlns:a16="http://schemas.microsoft.com/office/drawing/2014/main" id="{1CFF8177-3490-851F-E589-AAEC9B2D6EC2}"/>
                </a:ext>
              </a:extLst>
            </p:cNvPr>
            <p:cNvSpPr/>
            <p:nvPr/>
          </p:nvSpPr>
          <p:spPr>
            <a:xfrm flipH="1">
              <a:off x="914483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77C98C2-387F-E29D-9242-4A19A18315A0}"/>
                </a:ext>
              </a:extLst>
            </p:cNvPr>
            <p:cNvSpPr/>
            <p:nvPr/>
          </p:nvSpPr>
          <p:spPr>
            <a:xfrm rot="20295679" flipH="1">
              <a:off x="9454270" y="1154643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62E0AE8-5005-A073-C691-AC0AAD2E89B9}"/>
                </a:ext>
              </a:extLst>
            </p:cNvPr>
            <p:cNvSpPr/>
            <p:nvPr/>
          </p:nvSpPr>
          <p:spPr>
            <a:xfrm>
              <a:off x="8648131" y="1349608"/>
              <a:ext cx="369493" cy="28941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241" h="485827">
                  <a:moveTo>
                    <a:pt x="0" y="0"/>
                  </a:moveTo>
                  <a:cubicBezTo>
                    <a:pt x="74612" y="141288"/>
                    <a:pt x="430213" y="328613"/>
                    <a:pt x="533400" y="409575"/>
                  </a:cubicBezTo>
                  <a:cubicBezTo>
                    <a:pt x="636587" y="490537"/>
                    <a:pt x="619125" y="485775"/>
                    <a:pt x="619125" y="485775"/>
                  </a:cubicBezTo>
                  <a:lnTo>
                    <a:pt x="619125" y="48577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AAF2FA5-D37D-6931-9104-A24F1238FF57}"/>
                </a:ext>
              </a:extLst>
            </p:cNvPr>
            <p:cNvSpPr/>
            <p:nvPr/>
          </p:nvSpPr>
          <p:spPr>
            <a:xfrm flipH="1">
              <a:off x="9041139" y="96170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FCF83AC-9064-B5E6-A598-0EF45376A58E}"/>
                </a:ext>
              </a:extLst>
            </p:cNvPr>
            <p:cNvSpPr/>
            <p:nvPr/>
          </p:nvSpPr>
          <p:spPr>
            <a:xfrm flipH="1">
              <a:off x="8825419" y="697001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492681AB-3CCE-6A25-2033-130E4A53B3BB}"/>
                </a:ext>
              </a:extLst>
            </p:cNvPr>
            <p:cNvSpPr/>
            <p:nvPr/>
          </p:nvSpPr>
          <p:spPr>
            <a:xfrm flipH="1">
              <a:off x="9363350" y="734412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8580D082-4DF2-9088-0480-79A841EB4D83}"/>
                </a:ext>
              </a:extLst>
            </p:cNvPr>
            <p:cNvSpPr/>
            <p:nvPr/>
          </p:nvSpPr>
          <p:spPr>
            <a:xfrm flipH="1">
              <a:off x="8843667" y="73106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3387448C-0EF7-0619-F931-D91567EEEE87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8CF329-D37B-AEB3-6390-42F102994E83}"/>
                </a:ext>
              </a:extLst>
            </p:cNvPr>
            <p:cNvSpPr/>
            <p:nvPr/>
          </p:nvSpPr>
          <p:spPr>
            <a:xfrm rot="233026" flipH="1">
              <a:off x="8532084" y="457617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9F91D7F1-7B75-4445-3D6F-989B53F82720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4152313" y="-140558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5E2661A-C5FB-DA5A-5340-5AC5D63F1CB5}"/>
              </a:ext>
            </a:extLst>
          </p:cNvPr>
          <p:cNvGrpSpPr/>
          <p:nvPr/>
        </p:nvGrpSpPr>
        <p:grpSpPr>
          <a:xfrm>
            <a:off x="4509253" y="5860009"/>
            <a:ext cx="2019959" cy="2887255"/>
            <a:chOff x="3685243" y="1308751"/>
            <a:chExt cx="3758176" cy="5371796"/>
          </a:xfrm>
          <a:solidFill>
            <a:srgbClr val="E5BE97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A56050A-EADC-874E-AB7E-C31A7C8480C0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63639F7-68C0-3935-6FC5-D4E42707C679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77B3AF6-0E67-B93F-C25C-52541ABD1537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B9857C2-6F5E-4C64-B09D-046B0850FDF0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54F3882-9112-33A2-F024-70CE4BB0F626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20CCF8E5-4A21-C090-59D0-02048B6B94C9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Rectangle 40">
              <a:extLst>
                <a:ext uri="{FF2B5EF4-FFF2-40B4-BE49-F238E27FC236}">
                  <a16:creationId xmlns:a16="http://schemas.microsoft.com/office/drawing/2014/main" id="{5472D289-C1E1-1CF7-4356-332E8B029B40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16793EE-D080-DDBC-FC7B-077C27E6E938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Rectangle 41">
              <a:extLst>
                <a:ext uri="{FF2B5EF4-FFF2-40B4-BE49-F238E27FC236}">
                  <a16:creationId xmlns:a16="http://schemas.microsoft.com/office/drawing/2014/main" id="{893E4494-7DA3-6AA4-B5B7-BA23A8BE7C8E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Rectangle 41">
              <a:extLst>
                <a:ext uri="{FF2B5EF4-FFF2-40B4-BE49-F238E27FC236}">
                  <a16:creationId xmlns:a16="http://schemas.microsoft.com/office/drawing/2014/main" id="{576CB754-41B4-B744-C5DF-364979E7C96F}"/>
                </a:ext>
              </a:extLst>
            </p:cNvPr>
            <p:cNvSpPr/>
            <p:nvPr/>
          </p:nvSpPr>
          <p:spPr>
            <a:xfrm>
              <a:off x="4154382" y="1308751"/>
              <a:ext cx="2762996" cy="283252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998" h="1461450">
                  <a:moveTo>
                    <a:pt x="177425" y="8247"/>
                  </a:moveTo>
                  <a:lnTo>
                    <a:pt x="2652785" y="0"/>
                  </a:lnTo>
                  <a:lnTo>
                    <a:pt x="2762998" y="1461450"/>
                  </a:lnTo>
                  <a:lnTo>
                    <a:pt x="0" y="1458284"/>
                  </a:lnTo>
                  <a:lnTo>
                    <a:pt x="177425" y="8247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B3414D5-6E4C-DF8F-E0E8-C7D4E785A00A}"/>
              </a:ext>
            </a:extLst>
          </p:cNvPr>
          <p:cNvGrpSpPr/>
          <p:nvPr/>
        </p:nvGrpSpPr>
        <p:grpSpPr>
          <a:xfrm>
            <a:off x="8549478" y="6598819"/>
            <a:ext cx="3089456" cy="3814891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08ECE98-9A14-3C3C-9641-C8F04B0DE5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ECF2420-A184-891A-306A-641291EB6F3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EB237A3-7E3D-5BA1-7185-123E6962E319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8C3BDFB-B70E-FB33-9B83-5ACBDF8F31A3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AA50A857-91FA-9D08-081D-2826C553B5CC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Rectangle 40">
              <a:extLst>
                <a:ext uri="{FF2B5EF4-FFF2-40B4-BE49-F238E27FC236}">
                  <a16:creationId xmlns:a16="http://schemas.microsoft.com/office/drawing/2014/main" id="{1F8A68F1-DCAF-491A-8838-F04303287E6D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Rectangle 40">
              <a:extLst>
                <a:ext uri="{FF2B5EF4-FFF2-40B4-BE49-F238E27FC236}">
                  <a16:creationId xmlns:a16="http://schemas.microsoft.com/office/drawing/2014/main" id="{BD3DB2B9-54C0-BFB3-BFF6-BFE389C44634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295E9BB0-3D19-58A6-9E61-21F8E1681CCD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Rectangle 41">
              <a:extLst>
                <a:ext uri="{FF2B5EF4-FFF2-40B4-BE49-F238E27FC236}">
                  <a16:creationId xmlns:a16="http://schemas.microsoft.com/office/drawing/2014/main" id="{2151D446-E61B-C332-D78F-DFB1EC4B7DE8}"/>
                </a:ext>
              </a:extLst>
            </p:cNvPr>
            <p:cNvSpPr/>
            <p:nvPr/>
          </p:nvSpPr>
          <p:spPr>
            <a:xfrm>
              <a:off x="3689962" y="4154915"/>
              <a:ext cx="3736237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Rectangle 41">
              <a:extLst>
                <a:ext uri="{FF2B5EF4-FFF2-40B4-BE49-F238E27FC236}">
                  <a16:creationId xmlns:a16="http://schemas.microsoft.com/office/drawing/2014/main" id="{1CC34EAE-BD7C-21C7-7030-7B5B74CB88FA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A4331D6-9678-B9A2-5C78-716AF76FBE8D}"/>
              </a:ext>
            </a:extLst>
          </p:cNvPr>
          <p:cNvGrpSpPr/>
          <p:nvPr/>
        </p:nvGrpSpPr>
        <p:grpSpPr>
          <a:xfrm flipH="1">
            <a:off x="1355894" y="6540823"/>
            <a:ext cx="3089456" cy="3814891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356CF789-1DF6-1DF6-E565-D9713A19D4CE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0FD148F-6A67-0DDC-A97B-4C2C7D577B4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CEB6221-FA75-755B-E04E-53EB2971A174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0DA7946F-B1C7-47B6-D097-2CEE81BEA6A2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0D3EF713-6D36-7C45-9D19-A47225955CDD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Rectangle 40">
              <a:extLst>
                <a:ext uri="{FF2B5EF4-FFF2-40B4-BE49-F238E27FC236}">
                  <a16:creationId xmlns:a16="http://schemas.microsoft.com/office/drawing/2014/main" id="{6CC0ADCE-D5AF-F7FE-2ADF-256921EBDCE6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Rectangle 40">
              <a:extLst>
                <a:ext uri="{FF2B5EF4-FFF2-40B4-BE49-F238E27FC236}">
                  <a16:creationId xmlns:a16="http://schemas.microsoft.com/office/drawing/2014/main" id="{9CC087BA-30AB-272E-A7EE-8D9F3233501F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B4EF098A-88C7-8684-9674-2E0467BFCF07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0" name="Rectangle 41">
              <a:extLst>
                <a:ext uri="{FF2B5EF4-FFF2-40B4-BE49-F238E27FC236}">
                  <a16:creationId xmlns:a16="http://schemas.microsoft.com/office/drawing/2014/main" id="{884F3D93-E3F3-B7F0-B892-758851FDF7B6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Rectangle 41">
              <a:extLst>
                <a:ext uri="{FF2B5EF4-FFF2-40B4-BE49-F238E27FC236}">
                  <a16:creationId xmlns:a16="http://schemas.microsoft.com/office/drawing/2014/main" id="{B8787A3E-630F-E04D-3DFC-5E5387FE23C3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5A01534-0A84-612B-6A29-14723DA977D6}"/>
              </a:ext>
            </a:extLst>
          </p:cNvPr>
          <p:cNvGrpSpPr/>
          <p:nvPr/>
        </p:nvGrpSpPr>
        <p:grpSpPr>
          <a:xfrm>
            <a:off x="8717727" y="8570102"/>
            <a:ext cx="1456504" cy="1522908"/>
            <a:chOff x="10127150" y="4575203"/>
            <a:chExt cx="918640" cy="960522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70AAD13-EA36-21BD-ADF5-8427773E24AC}"/>
                </a:ext>
              </a:extLst>
            </p:cNvPr>
            <p:cNvCxnSpPr>
              <a:cxnSpLocks/>
            </p:cNvCxnSpPr>
            <p:nvPr/>
          </p:nvCxnSpPr>
          <p:spPr>
            <a:xfrm>
              <a:off x="10667732" y="4818159"/>
              <a:ext cx="19885" cy="673312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841C3579-C533-8FEC-192D-57B18F633EF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6960" y="4740309"/>
              <a:ext cx="19319" cy="68304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59" name="Rectangle: Top Corners Rounded 258">
              <a:extLst>
                <a:ext uri="{FF2B5EF4-FFF2-40B4-BE49-F238E27FC236}">
                  <a16:creationId xmlns:a16="http://schemas.microsoft.com/office/drawing/2014/main" id="{123C561E-0986-8F92-4FC9-CD3AE6E867E9}"/>
                </a:ext>
              </a:extLst>
            </p:cNvPr>
            <p:cNvSpPr/>
            <p:nvPr/>
          </p:nvSpPr>
          <p:spPr>
            <a:xfrm flipH="1">
              <a:off x="10127150" y="533893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0" name="Rectangle: Top Corners Rounded 259">
              <a:extLst>
                <a:ext uri="{FF2B5EF4-FFF2-40B4-BE49-F238E27FC236}">
                  <a16:creationId xmlns:a16="http://schemas.microsoft.com/office/drawing/2014/main" id="{252739BD-65C0-E505-D147-9F39A2940370}"/>
                </a:ext>
              </a:extLst>
            </p:cNvPr>
            <p:cNvSpPr/>
            <p:nvPr/>
          </p:nvSpPr>
          <p:spPr>
            <a:xfrm flipH="1">
              <a:off x="10438075" y="543087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4698E7F-F376-FDF8-D93A-D167CA9FA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8057" y="4575203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B42CD470-4FB4-A29F-124D-CAC155162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2444" y="4645642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428D7DA9-1A9C-CF13-5366-885F0A84492F}"/>
              </a:ext>
            </a:extLst>
          </p:cNvPr>
          <p:cNvGrpSpPr/>
          <p:nvPr/>
        </p:nvGrpSpPr>
        <p:grpSpPr>
          <a:xfrm flipH="1">
            <a:off x="8376690" y="5483340"/>
            <a:ext cx="3192486" cy="3250503"/>
            <a:chOff x="1037067" y="3573581"/>
            <a:chExt cx="1418628" cy="1444408"/>
          </a:xfrm>
        </p:grpSpPr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D01DEFE1-E88C-0D67-2C7C-830762C81927}"/>
                </a:ext>
              </a:extLst>
            </p:cNvPr>
            <p:cNvGrpSpPr/>
            <p:nvPr/>
          </p:nvGrpSpPr>
          <p:grpSpPr>
            <a:xfrm>
              <a:off x="1037067" y="3573581"/>
              <a:ext cx="1418628" cy="1444408"/>
              <a:chOff x="1035570" y="2654171"/>
              <a:chExt cx="2211508" cy="2251695"/>
            </a:xfrm>
          </p:grpSpPr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0AFB646B-9D9B-2B9E-8EDE-05651094D48E}"/>
                  </a:ext>
                </a:extLst>
              </p:cNvPr>
              <p:cNvGrpSpPr/>
              <p:nvPr/>
            </p:nvGrpSpPr>
            <p:grpSpPr>
              <a:xfrm>
                <a:off x="1035570" y="2772027"/>
                <a:ext cx="2211508" cy="2133839"/>
                <a:chOff x="3631168" y="4906674"/>
                <a:chExt cx="2536874" cy="2447778"/>
              </a:xfrm>
            </p:grpSpPr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E89108A3-AA4B-162B-100D-B2BD6AB91566}"/>
                    </a:ext>
                  </a:extLst>
                </p:cNvPr>
                <p:cNvSpPr/>
                <p:nvPr/>
              </p:nvSpPr>
              <p:spPr>
                <a:xfrm>
                  <a:off x="3631168" y="4906674"/>
                  <a:ext cx="2536874" cy="2447778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154901DD-6C4A-8F6D-8A18-25DDEEFF44D0}"/>
                    </a:ext>
                  </a:extLst>
                </p:cNvPr>
                <p:cNvSpPr/>
                <p:nvPr/>
              </p:nvSpPr>
              <p:spPr>
                <a:xfrm>
                  <a:off x="4468273" y="5794816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F4721FA4-E6AD-BD0F-5211-66D08657353B}"/>
                    </a:ext>
                  </a:extLst>
                </p:cNvPr>
                <p:cNvSpPr/>
                <p:nvPr/>
              </p:nvSpPr>
              <p:spPr>
                <a:xfrm rot="20548923">
                  <a:off x="5089990" y="6162953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77CF09FC-AF2D-E6F6-7E16-829CCA3FEA5F}"/>
                    </a:ext>
                  </a:extLst>
                </p:cNvPr>
                <p:cNvSpPr/>
                <p:nvPr/>
              </p:nvSpPr>
              <p:spPr>
                <a:xfrm>
                  <a:off x="5350866" y="5794815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99034302-3709-9440-79B6-500BF8B873F0}"/>
                    </a:ext>
                  </a:extLst>
                </p:cNvPr>
                <p:cNvSpPr/>
                <p:nvPr/>
              </p:nvSpPr>
              <p:spPr>
                <a:xfrm>
                  <a:off x="4609151" y="5857615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FB9A0D61-5F9C-C48C-AB00-AA0F0392D6BF}"/>
                    </a:ext>
                  </a:extLst>
                </p:cNvPr>
                <p:cNvSpPr/>
                <p:nvPr/>
              </p:nvSpPr>
              <p:spPr>
                <a:xfrm>
                  <a:off x="5440338" y="5852372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5994BB79-2636-0B68-EC69-2144C844F3C5}"/>
                  </a:ext>
                </a:extLst>
              </p:cNvPr>
              <p:cNvGrpSpPr/>
              <p:nvPr/>
            </p:nvGrpSpPr>
            <p:grpSpPr>
              <a:xfrm flipH="1">
                <a:off x="1155138" y="2654171"/>
                <a:ext cx="1972366" cy="622593"/>
                <a:chOff x="914840" y="1896670"/>
                <a:chExt cx="1972366" cy="622593"/>
              </a:xfrm>
            </p:grpSpPr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F08E827F-BBE8-916A-F7F5-70A698E3DAEF}"/>
                    </a:ext>
                  </a:extLst>
                </p:cNvPr>
                <p:cNvSpPr/>
                <p:nvPr/>
              </p:nvSpPr>
              <p:spPr>
                <a:xfrm flipH="1">
                  <a:off x="914840" y="2386707"/>
                  <a:ext cx="1972366" cy="132556"/>
                </a:xfrm>
                <a:custGeom>
                  <a:avLst/>
                  <a:gdLst>
                    <a:gd name="connsiteX0" fmla="*/ 986183 w 1972366"/>
                    <a:gd name="connsiteY0" fmla="*/ 0 h 132556"/>
                    <a:gd name="connsiteX1" fmla="*/ 69274 w 1972366"/>
                    <a:gd name="connsiteY1" fmla="*/ 29221 h 132556"/>
                    <a:gd name="connsiteX2" fmla="*/ 36471 w 1972366"/>
                    <a:gd name="connsiteY2" fmla="*/ 32458 h 132556"/>
                    <a:gd name="connsiteX3" fmla="*/ 13888 w 1972366"/>
                    <a:gd name="connsiteY3" fmla="*/ 68325 h 132556"/>
                    <a:gd name="connsiteX4" fmla="*/ 0 w 1972366"/>
                    <a:gd name="connsiteY4" fmla="*/ 96142 h 132556"/>
                    <a:gd name="connsiteX5" fmla="*/ 13888 w 1972366"/>
                    <a:gd name="connsiteY5" fmla="*/ 97870 h 132556"/>
                    <a:gd name="connsiteX6" fmla="*/ 986183 w 1972366"/>
                    <a:gd name="connsiteY6" fmla="*/ 132556 h 132556"/>
                    <a:gd name="connsiteX7" fmla="*/ 1958478 w 1972366"/>
                    <a:gd name="connsiteY7" fmla="*/ 97870 h 132556"/>
                    <a:gd name="connsiteX8" fmla="*/ 1972366 w 1972366"/>
                    <a:gd name="connsiteY8" fmla="*/ 96142 h 132556"/>
                    <a:gd name="connsiteX9" fmla="*/ 1958478 w 1972366"/>
                    <a:gd name="connsiteY9" fmla="*/ 68325 h 132556"/>
                    <a:gd name="connsiteX10" fmla="*/ 1935895 w 1972366"/>
                    <a:gd name="connsiteY10" fmla="*/ 32458 h 132556"/>
                    <a:gd name="connsiteX11" fmla="*/ 1903092 w 1972366"/>
                    <a:gd name="connsiteY11" fmla="*/ 29221 h 132556"/>
                    <a:gd name="connsiteX12" fmla="*/ 986183 w 1972366"/>
                    <a:gd name="connsiteY12" fmla="*/ 0 h 132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972366" h="132556">
                      <a:moveTo>
                        <a:pt x="986183" y="0"/>
                      </a:moveTo>
                      <a:cubicBezTo>
                        <a:pt x="604501" y="0"/>
                        <a:pt x="267987" y="11592"/>
                        <a:pt x="69274" y="29221"/>
                      </a:cubicBezTo>
                      <a:lnTo>
                        <a:pt x="36471" y="32458"/>
                      </a:lnTo>
                      <a:lnTo>
                        <a:pt x="13888" y="68325"/>
                      </a:lnTo>
                      <a:lnTo>
                        <a:pt x="0" y="96142"/>
                      </a:lnTo>
                      <a:lnTo>
                        <a:pt x="13888" y="97870"/>
                      </a:lnTo>
                      <a:cubicBezTo>
                        <a:pt x="201135" y="118531"/>
                        <a:pt x="566333" y="132556"/>
                        <a:pt x="986183" y="132556"/>
                      </a:cubicBezTo>
                      <a:cubicBezTo>
                        <a:pt x="1406033" y="132556"/>
                        <a:pt x="1771231" y="118531"/>
                        <a:pt x="1958478" y="97870"/>
                      </a:cubicBezTo>
                      <a:lnTo>
                        <a:pt x="1972366" y="96142"/>
                      </a:lnTo>
                      <a:lnTo>
                        <a:pt x="1958478" y="68325"/>
                      </a:lnTo>
                      <a:lnTo>
                        <a:pt x="1935895" y="32458"/>
                      </a:lnTo>
                      <a:lnTo>
                        <a:pt x="1903092" y="29221"/>
                      </a:lnTo>
                      <a:cubicBezTo>
                        <a:pt x="1704380" y="11592"/>
                        <a:pt x="1367865" y="0"/>
                        <a:pt x="986183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DC48BAFE-8963-AE27-3D03-DA304FB13817}"/>
                    </a:ext>
                  </a:extLst>
                </p:cNvPr>
                <p:cNvSpPr/>
                <p:nvPr/>
              </p:nvSpPr>
              <p:spPr>
                <a:xfrm flipH="1">
                  <a:off x="951310" y="1896670"/>
                  <a:ext cx="1899425" cy="522495"/>
                </a:xfrm>
                <a:custGeom>
                  <a:avLst/>
                  <a:gdLst>
                    <a:gd name="connsiteX0" fmla="*/ 949712 w 1899424"/>
                    <a:gd name="connsiteY0" fmla="*/ 0 h 522495"/>
                    <a:gd name="connsiteX1" fmla="*/ 32803 w 1899424"/>
                    <a:gd name="connsiteY1" fmla="*/ 470394 h 522495"/>
                    <a:gd name="connsiteX2" fmla="*/ 0 w 1899424"/>
                    <a:gd name="connsiteY2" fmla="*/ 522495 h 522495"/>
                    <a:gd name="connsiteX3" fmla="*/ 32803 w 1899424"/>
                    <a:gd name="connsiteY3" fmla="*/ 519258 h 522495"/>
                    <a:gd name="connsiteX4" fmla="*/ 949712 w 1899424"/>
                    <a:gd name="connsiteY4" fmla="*/ 490037 h 522495"/>
                    <a:gd name="connsiteX5" fmla="*/ 1866621 w 1899424"/>
                    <a:gd name="connsiteY5" fmla="*/ 519258 h 522495"/>
                    <a:gd name="connsiteX6" fmla="*/ 1899424 w 1899424"/>
                    <a:gd name="connsiteY6" fmla="*/ 522495 h 522495"/>
                    <a:gd name="connsiteX7" fmla="*/ 1866621 w 1899424"/>
                    <a:gd name="connsiteY7" fmla="*/ 470394 h 522495"/>
                    <a:gd name="connsiteX8" fmla="*/ 949712 w 1899424"/>
                    <a:gd name="connsiteY8" fmla="*/ 0 h 522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99424" h="522495">
                      <a:moveTo>
                        <a:pt x="949712" y="0"/>
                      </a:moveTo>
                      <a:cubicBezTo>
                        <a:pt x="568030" y="0"/>
                        <a:pt x="231516" y="186592"/>
                        <a:pt x="32803" y="470394"/>
                      </a:cubicBezTo>
                      <a:lnTo>
                        <a:pt x="0" y="522495"/>
                      </a:lnTo>
                      <a:lnTo>
                        <a:pt x="32803" y="519258"/>
                      </a:lnTo>
                      <a:cubicBezTo>
                        <a:pt x="231516" y="501629"/>
                        <a:pt x="568030" y="490037"/>
                        <a:pt x="949712" y="490037"/>
                      </a:cubicBezTo>
                      <a:cubicBezTo>
                        <a:pt x="1331394" y="490037"/>
                        <a:pt x="1667909" y="501629"/>
                        <a:pt x="1866621" y="519258"/>
                      </a:cubicBezTo>
                      <a:lnTo>
                        <a:pt x="1899424" y="522495"/>
                      </a:lnTo>
                      <a:lnTo>
                        <a:pt x="1866621" y="470394"/>
                      </a:lnTo>
                      <a:cubicBezTo>
                        <a:pt x="1667909" y="186592"/>
                        <a:pt x="1331394" y="0"/>
                        <a:pt x="949712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A0EFAED0-A19B-4C74-E4BE-90FC15B4BF61}"/>
                    </a:ext>
                  </a:extLst>
                </p:cNvPr>
                <p:cNvSpPr/>
                <p:nvPr/>
              </p:nvSpPr>
              <p:spPr>
                <a:xfrm flipH="1">
                  <a:off x="1432708" y="2347203"/>
                  <a:ext cx="156043" cy="63684"/>
                </a:xfrm>
                <a:custGeom>
                  <a:avLst/>
                  <a:gdLst>
                    <a:gd name="connsiteX0" fmla="*/ 156042 w 156042"/>
                    <a:gd name="connsiteY0" fmla="*/ 0 h 63684"/>
                    <a:gd name="connsiteX1" fmla="*/ 133459 w 156042"/>
                    <a:gd name="connsiteY1" fmla="*/ 2228 h 63684"/>
                    <a:gd name="connsiteX2" fmla="*/ 0 w 156042"/>
                    <a:gd name="connsiteY2" fmla="*/ 33820 h 63684"/>
                    <a:gd name="connsiteX3" fmla="*/ 86896 w 156042"/>
                    <a:gd name="connsiteY3" fmla="*/ 59618 h 63684"/>
                    <a:gd name="connsiteX4" fmla="*/ 119571 w 156042"/>
                    <a:gd name="connsiteY4" fmla="*/ 63684 h 63684"/>
                    <a:gd name="connsiteX5" fmla="*/ 133459 w 156042"/>
                    <a:gd name="connsiteY5" fmla="*/ 35867 h 63684"/>
                    <a:gd name="connsiteX6" fmla="*/ 156042 w 156042"/>
                    <a:gd name="connsiteY6" fmla="*/ 0 h 63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6042" h="63684">
                      <a:moveTo>
                        <a:pt x="156042" y="0"/>
                      </a:moveTo>
                      <a:lnTo>
                        <a:pt x="133459" y="2228"/>
                      </a:lnTo>
                      <a:cubicBezTo>
                        <a:pt x="48346" y="11619"/>
                        <a:pt x="0" y="22381"/>
                        <a:pt x="0" y="33820"/>
                      </a:cubicBezTo>
                      <a:cubicBezTo>
                        <a:pt x="0" y="42971"/>
                        <a:pt x="30942" y="51689"/>
                        <a:pt x="86896" y="59618"/>
                      </a:cubicBezTo>
                      <a:lnTo>
                        <a:pt x="119571" y="63684"/>
                      </a:lnTo>
                      <a:lnTo>
                        <a:pt x="133459" y="35867"/>
                      </a:lnTo>
                      <a:lnTo>
                        <a:pt x="156042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237" name="Arc 236">
              <a:extLst>
                <a:ext uri="{FF2B5EF4-FFF2-40B4-BE49-F238E27FC236}">
                  <a16:creationId xmlns:a16="http://schemas.microsoft.com/office/drawing/2014/main" id="{C0847247-C8C6-8D8B-AFF2-AD382ED0AA3A}"/>
                </a:ext>
              </a:extLst>
            </p:cNvPr>
            <p:cNvSpPr/>
            <p:nvPr/>
          </p:nvSpPr>
          <p:spPr>
            <a:xfrm rot="20364936">
              <a:off x="1404125" y="4304606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Arc 237">
              <a:extLst>
                <a:ext uri="{FF2B5EF4-FFF2-40B4-BE49-F238E27FC236}">
                  <a16:creationId xmlns:a16="http://schemas.microsoft.com/office/drawing/2014/main" id="{F25573AA-A6E0-99B2-6905-62BBE20A243A}"/>
                </a:ext>
              </a:extLst>
            </p:cNvPr>
            <p:cNvSpPr/>
            <p:nvPr/>
          </p:nvSpPr>
          <p:spPr>
            <a:xfrm rot="20364936">
              <a:off x="1898048" y="4302297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9" name="Arc 238">
              <a:extLst>
                <a:ext uri="{FF2B5EF4-FFF2-40B4-BE49-F238E27FC236}">
                  <a16:creationId xmlns:a16="http://schemas.microsoft.com/office/drawing/2014/main" id="{7924F984-3420-03D5-800E-28DC2E348773}"/>
                </a:ext>
              </a:extLst>
            </p:cNvPr>
            <p:cNvSpPr/>
            <p:nvPr/>
          </p:nvSpPr>
          <p:spPr>
            <a:xfrm rot="10320247">
              <a:off x="1771428" y="4514880"/>
              <a:ext cx="143119" cy="60986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4B41975-83E4-22F1-93DB-D450338A1E9D}"/>
              </a:ext>
            </a:extLst>
          </p:cNvPr>
          <p:cNvGrpSpPr/>
          <p:nvPr/>
        </p:nvGrpSpPr>
        <p:grpSpPr>
          <a:xfrm>
            <a:off x="2018513" y="7181343"/>
            <a:ext cx="6996408" cy="4701842"/>
            <a:chOff x="3685243" y="4154915"/>
            <a:chExt cx="3758176" cy="2525632"/>
          </a:xfrm>
          <a:solidFill>
            <a:srgbClr val="E5BE97"/>
          </a:solidFill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4F3FFE-6BC1-7559-B3A5-B19259FEA829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FE86726-7525-25BD-D879-C64D02A5863C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4FCC12-A1F4-C0E0-E468-BC945D11B77E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40">
              <a:extLst>
                <a:ext uri="{FF2B5EF4-FFF2-40B4-BE49-F238E27FC236}">
                  <a16:creationId xmlns:a16="http://schemas.microsoft.com/office/drawing/2014/main" id="{05681724-5722-52DE-3035-53EA87677C6E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40">
              <a:extLst>
                <a:ext uri="{FF2B5EF4-FFF2-40B4-BE49-F238E27FC236}">
                  <a16:creationId xmlns:a16="http://schemas.microsoft.com/office/drawing/2014/main" id="{C2472DB1-58BD-12F3-F68E-5FA53A726AA7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265569-A63F-6D38-6F61-BFFFCDF816EB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6F7DA882-6671-0716-DA62-5FB3029313DB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" name="emojimouth">
            <a:hlinkClick r:id="" action="ppaction://media"/>
            <a:extLst>
              <a:ext uri="{FF2B5EF4-FFF2-40B4-BE49-F238E27FC236}">
                <a16:creationId xmlns:a16="http://schemas.microsoft.com/office/drawing/2014/main" id="{819D49AE-B394-E7F6-4803-69D18C1AF2D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7"/>
          <a:srcRect l="49010" t="20632" r="43027" b="69011"/>
          <a:stretch/>
        </p:blipFill>
        <p:spPr>
          <a:xfrm>
            <a:off x="1722244" y="4924883"/>
            <a:ext cx="299110" cy="218820"/>
          </a:xfrm>
          <a:prstGeom prst="rect">
            <a:avLst/>
          </a:prstGeom>
        </p:spPr>
      </p:pic>
      <p:pic>
        <p:nvPicPr>
          <p:cNvPr id="7" name="ttsMP3.com_VoiceText_2024-12-22_22-7-23">
            <a:hlinkClick r:id="" action="ppaction://media"/>
            <a:extLst>
              <a:ext uri="{FF2B5EF4-FFF2-40B4-BE49-F238E27FC236}">
                <a16:creationId xmlns:a16="http://schemas.microsoft.com/office/drawing/2014/main" id="{B706F1FD-EFA9-DA6E-2CC0-74F5FC26D73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621119" y="186435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3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44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E5366EA-7896-64A7-6D81-F685020B62C5}"/>
              </a:ext>
            </a:extLst>
          </p:cNvPr>
          <p:cNvGrpSpPr/>
          <p:nvPr/>
        </p:nvGrpSpPr>
        <p:grpSpPr>
          <a:xfrm>
            <a:off x="738471" y="3409950"/>
            <a:ext cx="5536881" cy="6612996"/>
            <a:chOff x="738471" y="3409950"/>
            <a:chExt cx="5536881" cy="661299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F46984A-BC6D-40B8-888F-2D1083968CB9}"/>
                </a:ext>
              </a:extLst>
            </p:cNvPr>
            <p:cNvSpPr/>
            <p:nvPr/>
          </p:nvSpPr>
          <p:spPr>
            <a:xfrm>
              <a:off x="738471" y="3409950"/>
              <a:ext cx="5501236" cy="661299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A6FCF23-C30B-0024-CD52-376718618C6C}"/>
                </a:ext>
              </a:extLst>
            </p:cNvPr>
            <p:cNvSpPr/>
            <p:nvPr/>
          </p:nvSpPr>
          <p:spPr>
            <a:xfrm>
              <a:off x="779027" y="5772150"/>
              <a:ext cx="5460680" cy="4208175"/>
            </a:xfrm>
            <a:custGeom>
              <a:avLst/>
              <a:gdLst>
                <a:gd name="connsiteX0" fmla="*/ 0 w 5501236"/>
                <a:gd name="connsiteY0" fmla="*/ 0 h 4250794"/>
                <a:gd name="connsiteX1" fmla="*/ 5501236 w 5501236"/>
                <a:gd name="connsiteY1" fmla="*/ 0 h 4250794"/>
                <a:gd name="connsiteX2" fmla="*/ 5501236 w 5501236"/>
                <a:gd name="connsiteY2" fmla="*/ 4250794 h 4250794"/>
                <a:gd name="connsiteX3" fmla="*/ 0 w 5501236"/>
                <a:gd name="connsiteY3" fmla="*/ 4250794 h 4250794"/>
                <a:gd name="connsiteX4" fmla="*/ 0 w 5501236"/>
                <a:gd name="connsiteY4" fmla="*/ 0 h 4250794"/>
                <a:gd name="connsiteX0" fmla="*/ 438150 w 5501236"/>
                <a:gd name="connsiteY0" fmla="*/ 0 h 4288894"/>
                <a:gd name="connsiteX1" fmla="*/ 5501236 w 5501236"/>
                <a:gd name="connsiteY1" fmla="*/ 38100 h 4288894"/>
                <a:gd name="connsiteX2" fmla="*/ 5501236 w 5501236"/>
                <a:gd name="connsiteY2" fmla="*/ 4288894 h 4288894"/>
                <a:gd name="connsiteX3" fmla="*/ 0 w 5501236"/>
                <a:gd name="connsiteY3" fmla="*/ 4288894 h 4288894"/>
                <a:gd name="connsiteX4" fmla="*/ 438150 w 5501236"/>
                <a:gd name="connsiteY4" fmla="*/ 0 h 4288894"/>
                <a:gd name="connsiteX0" fmla="*/ 438150 w 5501236"/>
                <a:gd name="connsiteY0" fmla="*/ 0 h 4288894"/>
                <a:gd name="connsiteX1" fmla="*/ 5501236 w 5501236"/>
                <a:gd name="connsiteY1" fmla="*/ 38100 h 4288894"/>
                <a:gd name="connsiteX2" fmla="*/ 5501236 w 5501236"/>
                <a:gd name="connsiteY2" fmla="*/ 4288894 h 4288894"/>
                <a:gd name="connsiteX3" fmla="*/ 0 w 5501236"/>
                <a:gd name="connsiteY3" fmla="*/ 4288894 h 4288894"/>
                <a:gd name="connsiteX4" fmla="*/ 438150 w 5501236"/>
                <a:gd name="connsiteY4" fmla="*/ 0 h 4288894"/>
                <a:gd name="connsiteX0" fmla="*/ 609600 w 5501236"/>
                <a:gd name="connsiteY0" fmla="*/ 0 h 4422244"/>
                <a:gd name="connsiteX1" fmla="*/ 5501236 w 5501236"/>
                <a:gd name="connsiteY1" fmla="*/ 171450 h 4422244"/>
                <a:gd name="connsiteX2" fmla="*/ 5501236 w 5501236"/>
                <a:gd name="connsiteY2" fmla="*/ 4422244 h 4422244"/>
                <a:gd name="connsiteX3" fmla="*/ 0 w 5501236"/>
                <a:gd name="connsiteY3" fmla="*/ 4422244 h 4422244"/>
                <a:gd name="connsiteX4" fmla="*/ 609600 w 5501236"/>
                <a:gd name="connsiteY4" fmla="*/ 0 h 4422244"/>
                <a:gd name="connsiteX0" fmla="*/ 609600 w 5501236"/>
                <a:gd name="connsiteY0" fmla="*/ 0 h 4422244"/>
                <a:gd name="connsiteX1" fmla="*/ 5501236 w 5501236"/>
                <a:gd name="connsiteY1" fmla="*/ 171450 h 4422244"/>
                <a:gd name="connsiteX2" fmla="*/ 5501236 w 5501236"/>
                <a:gd name="connsiteY2" fmla="*/ 4422244 h 4422244"/>
                <a:gd name="connsiteX3" fmla="*/ 0 w 5501236"/>
                <a:gd name="connsiteY3" fmla="*/ 4422244 h 4422244"/>
                <a:gd name="connsiteX4" fmla="*/ 609600 w 5501236"/>
                <a:gd name="connsiteY4" fmla="*/ 0 h 4422244"/>
                <a:gd name="connsiteX0" fmla="*/ 628650 w 5501236"/>
                <a:gd name="connsiteY0" fmla="*/ 0 h 4250794"/>
                <a:gd name="connsiteX1" fmla="*/ 5501236 w 5501236"/>
                <a:gd name="connsiteY1" fmla="*/ 0 h 4250794"/>
                <a:gd name="connsiteX2" fmla="*/ 5501236 w 5501236"/>
                <a:gd name="connsiteY2" fmla="*/ 4250794 h 4250794"/>
                <a:gd name="connsiteX3" fmla="*/ 0 w 5501236"/>
                <a:gd name="connsiteY3" fmla="*/ 4250794 h 4250794"/>
                <a:gd name="connsiteX4" fmla="*/ 628650 w 5501236"/>
                <a:gd name="connsiteY4" fmla="*/ 0 h 4250794"/>
                <a:gd name="connsiteX0" fmla="*/ 628650 w 5501236"/>
                <a:gd name="connsiteY0" fmla="*/ 0 h 4250794"/>
                <a:gd name="connsiteX1" fmla="*/ 5501236 w 5501236"/>
                <a:gd name="connsiteY1" fmla="*/ 0 h 4250794"/>
                <a:gd name="connsiteX2" fmla="*/ 5501236 w 5501236"/>
                <a:gd name="connsiteY2" fmla="*/ 4250794 h 4250794"/>
                <a:gd name="connsiteX3" fmla="*/ 0 w 5501236"/>
                <a:gd name="connsiteY3" fmla="*/ 4250794 h 4250794"/>
                <a:gd name="connsiteX4" fmla="*/ 628650 w 5501236"/>
                <a:gd name="connsiteY4" fmla="*/ 0 h 4250794"/>
                <a:gd name="connsiteX0" fmla="*/ 552941 w 5425527"/>
                <a:gd name="connsiteY0" fmla="*/ 0 h 4250794"/>
                <a:gd name="connsiteX1" fmla="*/ 5425527 w 5425527"/>
                <a:gd name="connsiteY1" fmla="*/ 0 h 4250794"/>
                <a:gd name="connsiteX2" fmla="*/ 5425527 w 5425527"/>
                <a:gd name="connsiteY2" fmla="*/ 4250794 h 4250794"/>
                <a:gd name="connsiteX3" fmla="*/ 0 w 5425527"/>
                <a:gd name="connsiteY3" fmla="*/ 4250794 h 4250794"/>
                <a:gd name="connsiteX4" fmla="*/ 552941 w 5425527"/>
                <a:gd name="connsiteY4" fmla="*/ 0 h 4250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25527" h="4250794">
                  <a:moveTo>
                    <a:pt x="552941" y="0"/>
                  </a:moveTo>
                  <a:lnTo>
                    <a:pt x="5425527" y="0"/>
                  </a:lnTo>
                  <a:lnTo>
                    <a:pt x="5425527" y="4250794"/>
                  </a:lnTo>
                  <a:lnTo>
                    <a:pt x="0" y="4250794"/>
                  </a:lnTo>
                  <a:cubicBezTo>
                    <a:pt x="146050" y="2821163"/>
                    <a:pt x="-259859" y="19931"/>
                    <a:pt x="552941" y="0"/>
                  </a:cubicBezTo>
                  <a:close/>
                </a:path>
              </a:pathLst>
            </a:custGeom>
            <a:solidFill>
              <a:schemeClr val="bg2"/>
            </a:solidFill>
            <a:ln w="571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435AC1-B344-EF99-B3A2-9058A2796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91413" y="4069592"/>
              <a:ext cx="3555394" cy="3584677"/>
            </a:xfrm>
            <a:prstGeom prst="rect">
              <a:avLst/>
            </a:prstGeom>
          </p:spPr>
        </p:pic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22FDA2D8-74ED-48B3-A1D3-5D65B675D24E}"/>
                </a:ext>
              </a:extLst>
            </p:cNvPr>
            <p:cNvSpPr/>
            <p:nvPr/>
          </p:nvSpPr>
          <p:spPr>
            <a:xfrm>
              <a:off x="3784706" y="3409954"/>
              <a:ext cx="2490646" cy="6612992"/>
            </a:xfrm>
            <a:custGeom>
              <a:avLst/>
              <a:gdLst>
                <a:gd name="connsiteX0" fmla="*/ 0 w 5675679"/>
                <a:gd name="connsiteY0" fmla="*/ 0 h 6822687"/>
                <a:gd name="connsiteX1" fmla="*/ 5675679 w 5675679"/>
                <a:gd name="connsiteY1" fmla="*/ 0 h 6822687"/>
                <a:gd name="connsiteX2" fmla="*/ 5675679 w 5675679"/>
                <a:gd name="connsiteY2" fmla="*/ 6822687 h 6822687"/>
                <a:gd name="connsiteX3" fmla="*/ 0 w 5675679"/>
                <a:gd name="connsiteY3" fmla="*/ 6822687 h 6822687"/>
                <a:gd name="connsiteX4" fmla="*/ 0 w 5675679"/>
                <a:gd name="connsiteY4" fmla="*/ 0 h 6822687"/>
                <a:gd name="connsiteX0" fmla="*/ 3106057 w 5675679"/>
                <a:gd name="connsiteY0" fmla="*/ 116114 h 6822687"/>
                <a:gd name="connsiteX1" fmla="*/ 5675679 w 5675679"/>
                <a:gd name="connsiteY1" fmla="*/ 0 h 6822687"/>
                <a:gd name="connsiteX2" fmla="*/ 5675679 w 5675679"/>
                <a:gd name="connsiteY2" fmla="*/ 6822687 h 6822687"/>
                <a:gd name="connsiteX3" fmla="*/ 0 w 5675679"/>
                <a:gd name="connsiteY3" fmla="*/ 6822687 h 6822687"/>
                <a:gd name="connsiteX4" fmla="*/ 3106057 w 5675679"/>
                <a:gd name="connsiteY4" fmla="*/ 116114 h 6822687"/>
                <a:gd name="connsiteX0" fmla="*/ 0 w 2569622"/>
                <a:gd name="connsiteY0" fmla="*/ 116114 h 6822687"/>
                <a:gd name="connsiteX1" fmla="*/ 2569622 w 2569622"/>
                <a:gd name="connsiteY1" fmla="*/ 0 h 6822687"/>
                <a:gd name="connsiteX2" fmla="*/ 2569622 w 2569622"/>
                <a:gd name="connsiteY2" fmla="*/ 6822687 h 6822687"/>
                <a:gd name="connsiteX3" fmla="*/ 0 w 2569622"/>
                <a:gd name="connsiteY3" fmla="*/ 6256629 h 6822687"/>
                <a:gd name="connsiteX4" fmla="*/ 0 w 2569622"/>
                <a:gd name="connsiteY4" fmla="*/ 116114 h 6822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9622" h="6822687">
                  <a:moveTo>
                    <a:pt x="0" y="116114"/>
                  </a:moveTo>
                  <a:lnTo>
                    <a:pt x="2569622" y="0"/>
                  </a:lnTo>
                  <a:lnTo>
                    <a:pt x="2569622" y="6822687"/>
                  </a:lnTo>
                  <a:lnTo>
                    <a:pt x="0" y="6256629"/>
                  </a:lnTo>
                  <a:lnTo>
                    <a:pt x="0" y="116114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9D4505D6-6F0C-483F-AF99-38B3FDFEFF8D}"/>
                </a:ext>
              </a:extLst>
            </p:cNvPr>
            <p:cNvSpPr/>
            <p:nvPr/>
          </p:nvSpPr>
          <p:spPr>
            <a:xfrm>
              <a:off x="3936159" y="7187447"/>
              <a:ext cx="59884" cy="183564"/>
            </a:xfrm>
            <a:custGeom>
              <a:avLst/>
              <a:gdLst>
                <a:gd name="connsiteX0" fmla="*/ 61850 w 192568"/>
                <a:gd name="connsiteY0" fmla="*/ 197643 h 512688"/>
                <a:gd name="connsiteX1" fmla="*/ 28577 w 192568"/>
                <a:gd name="connsiteY1" fmla="*/ 230916 h 512688"/>
                <a:gd name="connsiteX2" fmla="*/ 28577 w 192568"/>
                <a:gd name="connsiteY2" fmla="*/ 316391 h 512688"/>
                <a:gd name="connsiteX3" fmla="*/ 65330 w 192568"/>
                <a:gd name="connsiteY3" fmla="*/ 353144 h 512688"/>
                <a:gd name="connsiteX4" fmla="*/ 65329 w 192568"/>
                <a:gd name="connsiteY4" fmla="*/ 353145 h 512688"/>
                <a:gd name="connsiteX5" fmla="*/ 102082 w 192568"/>
                <a:gd name="connsiteY5" fmla="*/ 316392 h 512688"/>
                <a:gd name="connsiteX6" fmla="*/ 102082 w 192568"/>
                <a:gd name="connsiteY6" fmla="*/ 230916 h 512688"/>
                <a:gd name="connsiteX7" fmla="*/ 68809 w 192568"/>
                <a:gd name="connsiteY7" fmla="*/ 197643 h 512688"/>
                <a:gd name="connsiteX8" fmla="*/ 87168 w 192568"/>
                <a:gd name="connsiteY8" fmla="*/ 0 h 512688"/>
                <a:gd name="connsiteX9" fmla="*/ 105400 w 192568"/>
                <a:gd name="connsiteY9" fmla="*/ 0 h 512688"/>
                <a:gd name="connsiteX10" fmla="*/ 192568 w 192568"/>
                <a:gd name="connsiteY10" fmla="*/ 87168 h 512688"/>
                <a:gd name="connsiteX11" fmla="*/ 192568 w 192568"/>
                <a:gd name="connsiteY11" fmla="*/ 416404 h 512688"/>
                <a:gd name="connsiteX12" fmla="*/ 96284 w 192568"/>
                <a:gd name="connsiteY12" fmla="*/ 512688 h 512688"/>
                <a:gd name="connsiteX13" fmla="*/ 0 w 192568"/>
                <a:gd name="connsiteY13" fmla="*/ 416404 h 512688"/>
                <a:gd name="connsiteX14" fmla="*/ 0 w 192568"/>
                <a:gd name="connsiteY14" fmla="*/ 87168 h 512688"/>
                <a:gd name="connsiteX15" fmla="*/ 87168 w 192568"/>
                <a:gd name="connsiteY15" fmla="*/ 0 h 512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2568" h="512688">
                  <a:moveTo>
                    <a:pt x="61850" y="197643"/>
                  </a:moveTo>
                  <a:cubicBezTo>
                    <a:pt x="43474" y="197643"/>
                    <a:pt x="28577" y="212540"/>
                    <a:pt x="28577" y="230916"/>
                  </a:cubicBezTo>
                  <a:lnTo>
                    <a:pt x="28577" y="316391"/>
                  </a:lnTo>
                  <a:cubicBezTo>
                    <a:pt x="28577" y="336689"/>
                    <a:pt x="45032" y="353144"/>
                    <a:pt x="65330" y="353144"/>
                  </a:cubicBezTo>
                  <a:lnTo>
                    <a:pt x="65329" y="353145"/>
                  </a:lnTo>
                  <a:cubicBezTo>
                    <a:pt x="85627" y="353145"/>
                    <a:pt x="102082" y="336690"/>
                    <a:pt x="102082" y="316392"/>
                  </a:cubicBezTo>
                  <a:lnTo>
                    <a:pt x="102082" y="230916"/>
                  </a:lnTo>
                  <a:cubicBezTo>
                    <a:pt x="102082" y="212540"/>
                    <a:pt x="87185" y="197643"/>
                    <a:pt x="68809" y="197643"/>
                  </a:cubicBezTo>
                  <a:close/>
                  <a:moveTo>
                    <a:pt x="87168" y="0"/>
                  </a:moveTo>
                  <a:lnTo>
                    <a:pt x="105400" y="0"/>
                  </a:lnTo>
                  <a:cubicBezTo>
                    <a:pt x="153542" y="0"/>
                    <a:pt x="192568" y="39026"/>
                    <a:pt x="192568" y="87168"/>
                  </a:cubicBezTo>
                  <a:lnTo>
                    <a:pt x="192568" y="416404"/>
                  </a:lnTo>
                  <a:cubicBezTo>
                    <a:pt x="192568" y="469580"/>
                    <a:pt x="149460" y="512688"/>
                    <a:pt x="96284" y="512688"/>
                  </a:cubicBezTo>
                  <a:cubicBezTo>
                    <a:pt x="43108" y="512688"/>
                    <a:pt x="0" y="469580"/>
                    <a:pt x="0" y="416404"/>
                  </a:cubicBezTo>
                  <a:lnTo>
                    <a:pt x="0" y="87168"/>
                  </a:lnTo>
                  <a:cubicBezTo>
                    <a:pt x="0" y="39026"/>
                    <a:pt x="39026" y="0"/>
                    <a:pt x="87168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>
                <a:defRPr/>
              </a:pPr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EAF0650-9148-320B-5FFC-D728793C6CDC}"/>
              </a:ext>
            </a:extLst>
          </p:cNvPr>
          <p:cNvGrpSpPr/>
          <p:nvPr/>
        </p:nvGrpSpPr>
        <p:grpSpPr>
          <a:xfrm>
            <a:off x="12807" y="10037300"/>
            <a:ext cx="6858000" cy="2154700"/>
            <a:chOff x="0" y="7545334"/>
            <a:chExt cx="6858000" cy="51435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9D4F9B-7EA4-4B98-9A50-6C98164CB489}"/>
                </a:ext>
              </a:extLst>
            </p:cNvPr>
            <p:cNvSpPr/>
            <p:nvPr/>
          </p:nvSpPr>
          <p:spPr>
            <a:xfrm>
              <a:off x="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0112836-5943-4BBD-9D44-7E5FBF58DE98}"/>
                </a:ext>
              </a:extLst>
            </p:cNvPr>
            <p:cNvSpPr/>
            <p:nvPr/>
          </p:nvSpPr>
          <p:spPr>
            <a:xfrm>
              <a:off x="42813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04A5F36-82C3-4E62-B00F-6435EBB05659}"/>
                </a:ext>
              </a:extLst>
            </p:cNvPr>
            <p:cNvSpPr/>
            <p:nvPr/>
          </p:nvSpPr>
          <p:spPr>
            <a:xfrm>
              <a:off x="85192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615035C-16CF-4D72-9F0C-FBDCEB27DFA0}"/>
                </a:ext>
              </a:extLst>
            </p:cNvPr>
            <p:cNvSpPr/>
            <p:nvPr/>
          </p:nvSpPr>
          <p:spPr>
            <a:xfrm>
              <a:off x="127860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97649B3-58E5-4AC4-A546-7C087A74E6A3}"/>
                </a:ext>
              </a:extLst>
            </p:cNvPr>
            <p:cNvSpPr/>
            <p:nvPr/>
          </p:nvSpPr>
          <p:spPr>
            <a:xfrm>
              <a:off x="1706742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CE10737-5078-4ED3-86CD-FC7091C5BB81}"/>
                </a:ext>
              </a:extLst>
            </p:cNvPr>
            <p:cNvSpPr/>
            <p:nvPr/>
          </p:nvSpPr>
          <p:spPr>
            <a:xfrm>
              <a:off x="2130527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F5A1908-90B0-4DD3-9DDC-A516B1CC4AE0}"/>
                </a:ext>
              </a:extLst>
            </p:cNvPr>
            <p:cNvSpPr/>
            <p:nvPr/>
          </p:nvSpPr>
          <p:spPr>
            <a:xfrm>
              <a:off x="2557213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CADBC1F-44B4-461F-B642-C4F73FD70E39}"/>
                </a:ext>
              </a:extLst>
            </p:cNvPr>
            <p:cNvSpPr/>
            <p:nvPr/>
          </p:nvSpPr>
          <p:spPr>
            <a:xfrm>
              <a:off x="2976424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BE589B3-BDE5-4498-956E-B6817E0D3B19}"/>
                </a:ext>
              </a:extLst>
            </p:cNvPr>
            <p:cNvSpPr/>
            <p:nvPr/>
          </p:nvSpPr>
          <p:spPr>
            <a:xfrm>
              <a:off x="3400209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E15336A-BDC6-45D7-88AB-B3CEB1D46558}"/>
                </a:ext>
              </a:extLst>
            </p:cNvPr>
            <p:cNvSpPr/>
            <p:nvPr/>
          </p:nvSpPr>
          <p:spPr>
            <a:xfrm>
              <a:off x="382689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992349A1-7825-497E-8AB0-B84144B72FB2}"/>
                </a:ext>
              </a:extLst>
            </p:cNvPr>
            <p:cNvSpPr/>
            <p:nvPr/>
          </p:nvSpPr>
          <p:spPr>
            <a:xfrm>
              <a:off x="4234713" y="7545334"/>
              <a:ext cx="447003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455E4615-C9CF-4A24-9467-C5B1AAFC60D3}"/>
                </a:ext>
              </a:extLst>
            </p:cNvPr>
            <p:cNvSpPr/>
            <p:nvPr/>
          </p:nvSpPr>
          <p:spPr>
            <a:xfrm>
              <a:off x="4678816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902C993C-DFCC-4C50-BA6B-F1D8475109D7}"/>
                </a:ext>
              </a:extLst>
            </p:cNvPr>
            <p:cNvSpPr/>
            <p:nvPr/>
          </p:nvSpPr>
          <p:spPr>
            <a:xfrm>
              <a:off x="5105501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23D05D5-BA57-4C4F-8FD9-2649C22C7A28}"/>
                </a:ext>
              </a:extLst>
            </p:cNvPr>
            <p:cNvSpPr/>
            <p:nvPr/>
          </p:nvSpPr>
          <p:spPr>
            <a:xfrm>
              <a:off x="5516220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5076CCF-D1D6-4B37-B69F-52176AAA78D0}"/>
                </a:ext>
              </a:extLst>
            </p:cNvPr>
            <p:cNvSpPr/>
            <p:nvPr/>
          </p:nvSpPr>
          <p:spPr>
            <a:xfrm>
              <a:off x="5940005" y="7545334"/>
              <a:ext cx="426686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E67BD75-345C-4DFA-8FAF-B8C344631D36}"/>
                </a:ext>
              </a:extLst>
            </p:cNvPr>
            <p:cNvSpPr/>
            <p:nvPr/>
          </p:nvSpPr>
          <p:spPr>
            <a:xfrm>
              <a:off x="6363790" y="7545334"/>
              <a:ext cx="494210" cy="514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/>
              <a:endParaRPr lang="en-US" sz="1013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4EBDAFC-9CE4-48FF-A498-0DEB676ED209}"/>
              </a:ext>
            </a:extLst>
          </p:cNvPr>
          <p:cNvGrpSpPr/>
          <p:nvPr/>
        </p:nvGrpSpPr>
        <p:grpSpPr>
          <a:xfrm>
            <a:off x="3742800" y="7467464"/>
            <a:ext cx="2708799" cy="3725641"/>
            <a:chOff x="1094498" y="2654773"/>
            <a:chExt cx="2211508" cy="3041669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DCE9647F-2233-47DB-AA8C-CC8AB7F5668D}"/>
                </a:ext>
              </a:extLst>
            </p:cNvPr>
            <p:cNvGrpSpPr/>
            <p:nvPr/>
          </p:nvGrpSpPr>
          <p:grpSpPr>
            <a:xfrm>
              <a:off x="1094498" y="2657177"/>
              <a:ext cx="2211508" cy="3039265"/>
              <a:chOff x="3698769" y="4774931"/>
              <a:chExt cx="2536875" cy="3486418"/>
            </a:xfrm>
          </p:grpSpPr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F041B769-AB02-42A5-BF5D-B8C054EB1967}"/>
                  </a:ext>
                </a:extLst>
              </p:cNvPr>
              <p:cNvSpPr/>
              <p:nvPr/>
            </p:nvSpPr>
            <p:spPr>
              <a:xfrm rot="500223">
                <a:off x="3890722" y="6229498"/>
                <a:ext cx="649908" cy="923979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9909" h="923977">
                    <a:moveTo>
                      <a:pt x="115393" y="0"/>
                    </a:moveTo>
                    <a:cubicBezTo>
                      <a:pt x="35224" y="148431"/>
                      <a:pt x="-44945" y="296863"/>
                      <a:pt x="29668" y="438150"/>
                    </a:cubicBezTo>
                    <a:cubicBezTo>
                      <a:pt x="104280" y="579438"/>
                      <a:pt x="459881" y="766763"/>
                      <a:pt x="563068" y="847725"/>
                    </a:cubicBezTo>
                    <a:cubicBezTo>
                      <a:pt x="666255" y="928687"/>
                      <a:pt x="648793" y="923925"/>
                      <a:pt x="648793" y="923925"/>
                    </a:cubicBezTo>
                    <a:lnTo>
                      <a:pt x="648793" y="92392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47541A79-438D-4947-9D41-56F9F305F3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70316" y="6951596"/>
                <a:ext cx="81120" cy="1080768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E4D9B428-DB86-452A-A899-4016351A27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86716" y="6724696"/>
                <a:ext cx="38185" cy="1328132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4E9D93EC-8E6F-4344-9794-47FDEB6B6825}"/>
                  </a:ext>
                </a:extLst>
              </p:cNvPr>
              <p:cNvSpPr/>
              <p:nvPr/>
            </p:nvSpPr>
            <p:spPr>
              <a:xfrm>
                <a:off x="3698769" y="4774931"/>
                <a:ext cx="2536875" cy="2447781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C58EB728-52EF-46F4-87D9-7A46EE921E05}"/>
                  </a:ext>
                </a:extLst>
              </p:cNvPr>
              <p:cNvSpPr/>
              <p:nvPr/>
            </p:nvSpPr>
            <p:spPr>
              <a:xfrm>
                <a:off x="3926443" y="5676107"/>
                <a:ext cx="261278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0" name="Rectangle: Top Corners Rounded 239">
                <a:extLst>
                  <a:ext uri="{FF2B5EF4-FFF2-40B4-BE49-F238E27FC236}">
                    <a16:creationId xmlns:a16="http://schemas.microsoft.com/office/drawing/2014/main" id="{AB532A85-A2F9-474E-8AA7-4FF01CAB97A2}"/>
                  </a:ext>
                </a:extLst>
              </p:cNvPr>
              <p:cNvSpPr/>
              <p:nvPr/>
            </p:nvSpPr>
            <p:spPr>
              <a:xfrm>
                <a:off x="4087237" y="8013501"/>
                <a:ext cx="669495" cy="20031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EEC75875-5FED-4FC7-B9E0-510459F5A6BD}"/>
                  </a:ext>
                </a:extLst>
              </p:cNvPr>
              <p:cNvSpPr/>
              <p:nvPr/>
            </p:nvSpPr>
            <p:spPr>
              <a:xfrm rot="624700" flipH="1">
                <a:off x="4849475" y="6702307"/>
                <a:ext cx="989409" cy="231593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  <a:gd name="connsiteX0" fmla="*/ 0 w 723830"/>
                  <a:gd name="connsiteY0" fmla="*/ 0 h 1002839"/>
                  <a:gd name="connsiteX1" fmla="*/ 633604 w 723830"/>
                  <a:gd name="connsiteY1" fmla="*/ 903446 h 1002839"/>
                  <a:gd name="connsiteX2" fmla="*/ 719329 w 723830"/>
                  <a:gd name="connsiteY2" fmla="*/ 979646 h 1002839"/>
                  <a:gd name="connsiteX3" fmla="*/ 719329 w 723830"/>
                  <a:gd name="connsiteY3" fmla="*/ 979646 h 1002839"/>
                  <a:gd name="connsiteX0" fmla="*/ 0 w 719414"/>
                  <a:gd name="connsiteY0" fmla="*/ 0 h 979646"/>
                  <a:gd name="connsiteX1" fmla="*/ 168042 w 719414"/>
                  <a:gd name="connsiteY1" fmla="*/ 596585 h 979646"/>
                  <a:gd name="connsiteX2" fmla="*/ 633604 w 719414"/>
                  <a:gd name="connsiteY2" fmla="*/ 903446 h 979646"/>
                  <a:gd name="connsiteX3" fmla="*/ 719329 w 719414"/>
                  <a:gd name="connsiteY3" fmla="*/ 979646 h 979646"/>
                  <a:gd name="connsiteX4" fmla="*/ 719329 w 719414"/>
                  <a:gd name="connsiteY4" fmla="*/ 979646 h 979646"/>
                  <a:gd name="connsiteX0" fmla="*/ 0 w 551372"/>
                  <a:gd name="connsiteY0" fmla="*/ 0 h 383061"/>
                  <a:gd name="connsiteX1" fmla="*/ 465562 w 551372"/>
                  <a:gd name="connsiteY1" fmla="*/ 306861 h 383061"/>
                  <a:gd name="connsiteX2" fmla="*/ 551287 w 551372"/>
                  <a:gd name="connsiteY2" fmla="*/ 383061 h 383061"/>
                  <a:gd name="connsiteX3" fmla="*/ 551287 w 551372"/>
                  <a:gd name="connsiteY3" fmla="*/ 383061 h 38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1372" h="383061">
                    <a:moveTo>
                      <a:pt x="0" y="0"/>
                    </a:moveTo>
                    <a:cubicBezTo>
                      <a:pt x="105601" y="150574"/>
                      <a:pt x="373681" y="243018"/>
                      <a:pt x="465562" y="306861"/>
                    </a:cubicBezTo>
                    <a:cubicBezTo>
                      <a:pt x="557443" y="370705"/>
                      <a:pt x="551287" y="383061"/>
                      <a:pt x="551287" y="383061"/>
                    </a:cubicBezTo>
                    <a:lnTo>
                      <a:pt x="551287" y="38306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A53DF283-9A8B-4453-A24B-F27427236394}"/>
                  </a:ext>
                </a:extLst>
              </p:cNvPr>
              <p:cNvSpPr/>
              <p:nvPr/>
            </p:nvSpPr>
            <p:spPr>
              <a:xfrm rot="420143" flipH="1">
                <a:off x="4282517" y="6112006"/>
                <a:ext cx="184935" cy="190499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3" name="Oval 242">
                <a:extLst>
                  <a:ext uri="{FF2B5EF4-FFF2-40B4-BE49-F238E27FC236}">
                    <a16:creationId xmlns:a16="http://schemas.microsoft.com/office/drawing/2014/main" id="{F74F0766-A4B0-4444-AE73-F5F3C0E8C22D}"/>
                  </a:ext>
                </a:extLst>
              </p:cNvPr>
              <p:cNvSpPr/>
              <p:nvPr/>
            </p:nvSpPr>
            <p:spPr>
              <a:xfrm>
                <a:off x="4809037" y="5676106"/>
                <a:ext cx="261278" cy="259520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4" name="Oval 243">
                <a:extLst>
                  <a:ext uri="{FF2B5EF4-FFF2-40B4-BE49-F238E27FC236}">
                    <a16:creationId xmlns:a16="http://schemas.microsoft.com/office/drawing/2014/main" id="{A452AFDA-34BD-43DF-A8E3-0AF878C204D0}"/>
                  </a:ext>
                </a:extLst>
              </p:cNvPr>
              <p:cNvSpPr/>
              <p:nvPr/>
            </p:nvSpPr>
            <p:spPr>
              <a:xfrm>
                <a:off x="4006115" y="5764579"/>
                <a:ext cx="100006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5" name="Oval 244">
                <a:extLst>
                  <a:ext uri="{FF2B5EF4-FFF2-40B4-BE49-F238E27FC236}">
                    <a16:creationId xmlns:a16="http://schemas.microsoft.com/office/drawing/2014/main" id="{98890F3A-D721-4E9B-A069-1FAEE705A1B1}"/>
                  </a:ext>
                </a:extLst>
              </p:cNvPr>
              <p:cNvSpPr/>
              <p:nvPr/>
            </p:nvSpPr>
            <p:spPr>
              <a:xfrm>
                <a:off x="4902000" y="5779438"/>
                <a:ext cx="100006" cy="130464"/>
              </a:xfrm>
              <a:prstGeom prst="ellipse">
                <a:avLst/>
              </a:prstGeom>
              <a:solidFill>
                <a:srgbClr val="ED7D31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9" name="Rectangle: Top Corners Rounded 238">
                <a:extLst>
                  <a:ext uri="{FF2B5EF4-FFF2-40B4-BE49-F238E27FC236}">
                    <a16:creationId xmlns:a16="http://schemas.microsoft.com/office/drawing/2014/main" id="{006C61EC-0A4D-4347-85E2-D85D714E2C36}"/>
                  </a:ext>
                </a:extLst>
              </p:cNvPr>
              <p:cNvSpPr/>
              <p:nvPr/>
            </p:nvSpPr>
            <p:spPr>
              <a:xfrm>
                <a:off x="4599359" y="8061039"/>
                <a:ext cx="669495" cy="20031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algn="ctr" defTabSz="257181">
                  <a:defRPr/>
                </a:pPr>
                <a:endParaRPr lang="en-US" sz="1013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FD60668-8BA2-48A8-BB2D-2FB2386EB730}"/>
                </a:ext>
              </a:extLst>
            </p:cNvPr>
            <p:cNvGrpSpPr/>
            <p:nvPr/>
          </p:nvGrpSpPr>
          <p:grpSpPr>
            <a:xfrm flipH="1">
              <a:off x="1169959" y="2654773"/>
              <a:ext cx="2059032" cy="622593"/>
              <a:chOff x="813353" y="1897272"/>
              <a:chExt cx="2059032" cy="622593"/>
            </a:xfrm>
          </p:grpSpPr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6F3CA092-630D-4665-9DFF-E90DA55F0837}"/>
                  </a:ext>
                </a:extLst>
              </p:cNvPr>
              <p:cNvSpPr/>
              <p:nvPr/>
            </p:nvSpPr>
            <p:spPr>
              <a:xfrm flipH="1">
                <a:off x="813353" y="2399962"/>
                <a:ext cx="2059032" cy="119903"/>
              </a:xfrm>
              <a:custGeom>
                <a:avLst/>
                <a:gdLst>
                  <a:gd name="connsiteX0" fmla="*/ 986183 w 1972366"/>
                  <a:gd name="connsiteY0" fmla="*/ 0 h 132556"/>
                  <a:gd name="connsiteX1" fmla="*/ 69274 w 1972366"/>
                  <a:gd name="connsiteY1" fmla="*/ 29221 h 132556"/>
                  <a:gd name="connsiteX2" fmla="*/ 36471 w 1972366"/>
                  <a:gd name="connsiteY2" fmla="*/ 32458 h 132556"/>
                  <a:gd name="connsiteX3" fmla="*/ 13888 w 1972366"/>
                  <a:gd name="connsiteY3" fmla="*/ 68325 h 132556"/>
                  <a:gd name="connsiteX4" fmla="*/ 0 w 1972366"/>
                  <a:gd name="connsiteY4" fmla="*/ 96142 h 132556"/>
                  <a:gd name="connsiteX5" fmla="*/ 13888 w 1972366"/>
                  <a:gd name="connsiteY5" fmla="*/ 97870 h 132556"/>
                  <a:gd name="connsiteX6" fmla="*/ 986183 w 1972366"/>
                  <a:gd name="connsiteY6" fmla="*/ 132556 h 132556"/>
                  <a:gd name="connsiteX7" fmla="*/ 1958478 w 1972366"/>
                  <a:gd name="connsiteY7" fmla="*/ 97870 h 132556"/>
                  <a:gd name="connsiteX8" fmla="*/ 1972366 w 1972366"/>
                  <a:gd name="connsiteY8" fmla="*/ 96142 h 132556"/>
                  <a:gd name="connsiteX9" fmla="*/ 1958478 w 1972366"/>
                  <a:gd name="connsiteY9" fmla="*/ 68325 h 132556"/>
                  <a:gd name="connsiteX10" fmla="*/ 1935895 w 1972366"/>
                  <a:gd name="connsiteY10" fmla="*/ 32458 h 132556"/>
                  <a:gd name="connsiteX11" fmla="*/ 1903092 w 1972366"/>
                  <a:gd name="connsiteY11" fmla="*/ 29221 h 132556"/>
                  <a:gd name="connsiteX12" fmla="*/ 986183 w 1972366"/>
                  <a:gd name="connsiteY12" fmla="*/ 0 h 132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72366" h="132556">
                    <a:moveTo>
                      <a:pt x="986183" y="0"/>
                    </a:moveTo>
                    <a:cubicBezTo>
                      <a:pt x="604501" y="0"/>
                      <a:pt x="267987" y="11592"/>
                      <a:pt x="69274" y="29221"/>
                    </a:cubicBezTo>
                    <a:lnTo>
                      <a:pt x="36471" y="32458"/>
                    </a:lnTo>
                    <a:lnTo>
                      <a:pt x="13888" y="68325"/>
                    </a:lnTo>
                    <a:lnTo>
                      <a:pt x="0" y="96142"/>
                    </a:lnTo>
                    <a:lnTo>
                      <a:pt x="13888" y="97870"/>
                    </a:lnTo>
                    <a:cubicBezTo>
                      <a:pt x="201135" y="118531"/>
                      <a:pt x="566333" y="132556"/>
                      <a:pt x="986183" y="132556"/>
                    </a:cubicBezTo>
                    <a:cubicBezTo>
                      <a:pt x="1406033" y="132556"/>
                      <a:pt x="1771231" y="118531"/>
                      <a:pt x="1958478" y="97870"/>
                    </a:cubicBezTo>
                    <a:lnTo>
                      <a:pt x="1972366" y="96142"/>
                    </a:lnTo>
                    <a:lnTo>
                      <a:pt x="1958478" y="68325"/>
                    </a:lnTo>
                    <a:lnTo>
                      <a:pt x="1935895" y="32458"/>
                    </a:lnTo>
                    <a:lnTo>
                      <a:pt x="1903092" y="29221"/>
                    </a:lnTo>
                    <a:cubicBezTo>
                      <a:pt x="1704380" y="11592"/>
                      <a:pt x="1367865" y="0"/>
                      <a:pt x="98618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5715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16D9BC60-F4F6-4189-8E77-F1976E367338}"/>
                  </a:ext>
                </a:extLst>
              </p:cNvPr>
              <p:cNvSpPr/>
              <p:nvPr/>
            </p:nvSpPr>
            <p:spPr>
              <a:xfrm flipH="1">
                <a:off x="852231" y="1897272"/>
                <a:ext cx="1983684" cy="522495"/>
              </a:xfrm>
              <a:custGeom>
                <a:avLst/>
                <a:gdLst>
                  <a:gd name="connsiteX0" fmla="*/ 949712 w 1899424"/>
                  <a:gd name="connsiteY0" fmla="*/ 0 h 522495"/>
                  <a:gd name="connsiteX1" fmla="*/ 32803 w 1899424"/>
                  <a:gd name="connsiteY1" fmla="*/ 470394 h 522495"/>
                  <a:gd name="connsiteX2" fmla="*/ 0 w 1899424"/>
                  <a:gd name="connsiteY2" fmla="*/ 522495 h 522495"/>
                  <a:gd name="connsiteX3" fmla="*/ 32803 w 1899424"/>
                  <a:gd name="connsiteY3" fmla="*/ 519258 h 522495"/>
                  <a:gd name="connsiteX4" fmla="*/ 949712 w 1899424"/>
                  <a:gd name="connsiteY4" fmla="*/ 490037 h 522495"/>
                  <a:gd name="connsiteX5" fmla="*/ 1866621 w 1899424"/>
                  <a:gd name="connsiteY5" fmla="*/ 519258 h 522495"/>
                  <a:gd name="connsiteX6" fmla="*/ 1899424 w 1899424"/>
                  <a:gd name="connsiteY6" fmla="*/ 522495 h 522495"/>
                  <a:gd name="connsiteX7" fmla="*/ 1866621 w 1899424"/>
                  <a:gd name="connsiteY7" fmla="*/ 470394 h 522495"/>
                  <a:gd name="connsiteX8" fmla="*/ 949712 w 1899424"/>
                  <a:gd name="connsiteY8" fmla="*/ 0 h 522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9424" h="522495">
                    <a:moveTo>
                      <a:pt x="949712" y="0"/>
                    </a:moveTo>
                    <a:cubicBezTo>
                      <a:pt x="568030" y="0"/>
                      <a:pt x="231516" y="186592"/>
                      <a:pt x="32803" y="470394"/>
                    </a:cubicBezTo>
                    <a:lnTo>
                      <a:pt x="0" y="522495"/>
                    </a:lnTo>
                    <a:lnTo>
                      <a:pt x="32803" y="519258"/>
                    </a:lnTo>
                    <a:cubicBezTo>
                      <a:pt x="231516" y="501629"/>
                      <a:pt x="568030" y="490037"/>
                      <a:pt x="949712" y="490037"/>
                    </a:cubicBezTo>
                    <a:cubicBezTo>
                      <a:pt x="1331394" y="490037"/>
                      <a:pt x="1667909" y="501629"/>
                      <a:pt x="1866621" y="519258"/>
                    </a:cubicBezTo>
                    <a:lnTo>
                      <a:pt x="1899424" y="522495"/>
                    </a:lnTo>
                    <a:lnTo>
                      <a:pt x="1866621" y="470394"/>
                    </a:lnTo>
                    <a:cubicBezTo>
                      <a:pt x="1667909" y="186592"/>
                      <a:pt x="1331394" y="0"/>
                      <a:pt x="949712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5715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E870047-4E43-464D-9085-C8B333E225D7}"/>
                  </a:ext>
                </a:extLst>
              </p:cNvPr>
              <p:cNvSpPr/>
              <p:nvPr/>
            </p:nvSpPr>
            <p:spPr>
              <a:xfrm flipH="1">
                <a:off x="1649940" y="2399298"/>
                <a:ext cx="156041" cy="63684"/>
              </a:xfrm>
              <a:custGeom>
                <a:avLst/>
                <a:gdLst>
                  <a:gd name="connsiteX0" fmla="*/ 0 w 156042"/>
                  <a:gd name="connsiteY0" fmla="*/ 0 h 63684"/>
                  <a:gd name="connsiteX1" fmla="*/ 22583 w 156042"/>
                  <a:gd name="connsiteY1" fmla="*/ 35867 h 63684"/>
                  <a:gd name="connsiteX2" fmla="*/ 36471 w 156042"/>
                  <a:gd name="connsiteY2" fmla="*/ 63684 h 63684"/>
                  <a:gd name="connsiteX3" fmla="*/ 69146 w 156042"/>
                  <a:gd name="connsiteY3" fmla="*/ 59618 h 63684"/>
                  <a:gd name="connsiteX4" fmla="*/ 156042 w 156042"/>
                  <a:gd name="connsiteY4" fmla="*/ 33820 h 63684"/>
                  <a:gd name="connsiteX5" fmla="*/ 22583 w 156042"/>
                  <a:gd name="connsiteY5" fmla="*/ 2228 h 63684"/>
                  <a:gd name="connsiteX6" fmla="*/ 0 w 156042"/>
                  <a:gd name="connsiteY6" fmla="*/ 0 h 6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6042" h="63684">
                    <a:moveTo>
                      <a:pt x="0" y="0"/>
                    </a:moveTo>
                    <a:lnTo>
                      <a:pt x="22583" y="35867"/>
                    </a:lnTo>
                    <a:lnTo>
                      <a:pt x="36471" y="63684"/>
                    </a:lnTo>
                    <a:lnTo>
                      <a:pt x="69146" y="59618"/>
                    </a:lnTo>
                    <a:cubicBezTo>
                      <a:pt x="125101" y="51689"/>
                      <a:pt x="156042" y="42971"/>
                      <a:pt x="156042" y="33820"/>
                    </a:cubicBezTo>
                    <a:cubicBezTo>
                      <a:pt x="156042" y="22381"/>
                      <a:pt x="107696" y="11619"/>
                      <a:pt x="22583" y="222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A08894C6-EC0D-489F-992D-F9F1517D529C}"/>
                  </a:ext>
                </a:extLst>
              </p:cNvPr>
              <p:cNvSpPr/>
              <p:nvPr/>
            </p:nvSpPr>
            <p:spPr>
              <a:xfrm flipH="1">
                <a:off x="1432708" y="2347203"/>
                <a:ext cx="156043" cy="63684"/>
              </a:xfrm>
              <a:custGeom>
                <a:avLst/>
                <a:gdLst>
                  <a:gd name="connsiteX0" fmla="*/ 156042 w 156042"/>
                  <a:gd name="connsiteY0" fmla="*/ 0 h 63684"/>
                  <a:gd name="connsiteX1" fmla="*/ 133459 w 156042"/>
                  <a:gd name="connsiteY1" fmla="*/ 2228 h 63684"/>
                  <a:gd name="connsiteX2" fmla="*/ 0 w 156042"/>
                  <a:gd name="connsiteY2" fmla="*/ 33820 h 63684"/>
                  <a:gd name="connsiteX3" fmla="*/ 86896 w 156042"/>
                  <a:gd name="connsiteY3" fmla="*/ 59618 h 63684"/>
                  <a:gd name="connsiteX4" fmla="*/ 119571 w 156042"/>
                  <a:gd name="connsiteY4" fmla="*/ 63684 h 63684"/>
                  <a:gd name="connsiteX5" fmla="*/ 133459 w 156042"/>
                  <a:gd name="connsiteY5" fmla="*/ 35867 h 63684"/>
                  <a:gd name="connsiteX6" fmla="*/ 156042 w 156042"/>
                  <a:gd name="connsiteY6" fmla="*/ 0 h 6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6042" h="63684">
                    <a:moveTo>
                      <a:pt x="156042" y="0"/>
                    </a:moveTo>
                    <a:lnTo>
                      <a:pt x="133459" y="2228"/>
                    </a:lnTo>
                    <a:cubicBezTo>
                      <a:pt x="48346" y="11619"/>
                      <a:pt x="0" y="22381"/>
                      <a:pt x="0" y="33820"/>
                    </a:cubicBezTo>
                    <a:cubicBezTo>
                      <a:pt x="0" y="42971"/>
                      <a:pt x="30942" y="51689"/>
                      <a:pt x="86896" y="59618"/>
                    </a:cubicBezTo>
                    <a:lnTo>
                      <a:pt x="119571" y="63684"/>
                    </a:lnTo>
                    <a:lnTo>
                      <a:pt x="133459" y="35867"/>
                    </a:lnTo>
                    <a:lnTo>
                      <a:pt x="156042" y="0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 defTabSz="257181">
                  <a:defRPr/>
                </a:pPr>
                <a:endParaRPr lang="en-US" sz="1013" kern="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68" name="Arc 67">
            <a:extLst>
              <a:ext uri="{FF2B5EF4-FFF2-40B4-BE49-F238E27FC236}">
                <a16:creationId xmlns:a16="http://schemas.microsoft.com/office/drawing/2014/main" id="{F3683EE2-9BF6-4F8B-9A76-C717EDE8F6C0}"/>
              </a:ext>
            </a:extLst>
          </p:cNvPr>
          <p:cNvSpPr/>
          <p:nvPr/>
        </p:nvSpPr>
        <p:spPr>
          <a:xfrm rot="313419" flipH="1">
            <a:off x="4042398" y="8715944"/>
            <a:ext cx="353833" cy="84244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88" name="emojimouth">
            <a:hlinkClick r:id="" action="ppaction://media"/>
            <a:extLst>
              <a:ext uri="{FF2B5EF4-FFF2-40B4-BE49-F238E27FC236}">
                <a16:creationId xmlns:a16="http://schemas.microsoft.com/office/drawing/2014/main" id="{4F2A10E6-7FFB-4871-8723-36923FB89FE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" end="2376.3"/>
                </p14:media>
              </p:ext>
            </p:extLst>
          </p:nvPr>
        </p:nvPicPr>
        <p:blipFill rotWithShape="1">
          <a:blip r:embed="rId7"/>
          <a:srcRect l="47529" t="18259" r="41262" b="68965"/>
          <a:stretch/>
        </p:blipFill>
        <p:spPr>
          <a:xfrm flipH="1">
            <a:off x="4464843" y="9157263"/>
            <a:ext cx="426947" cy="273735"/>
          </a:xfrm>
          <a:prstGeom prst="rect">
            <a:avLst/>
          </a:prstGeom>
        </p:spPr>
      </p:pic>
      <p:sp>
        <p:nvSpPr>
          <p:cNvPr id="8" name="Arc 7">
            <a:extLst>
              <a:ext uri="{FF2B5EF4-FFF2-40B4-BE49-F238E27FC236}">
                <a16:creationId xmlns:a16="http://schemas.microsoft.com/office/drawing/2014/main" id="{F5EA2D0F-523A-D601-9340-EE622D1B65EB}"/>
              </a:ext>
            </a:extLst>
          </p:cNvPr>
          <p:cNvSpPr/>
          <p:nvPr/>
        </p:nvSpPr>
        <p:spPr>
          <a:xfrm rot="313419" flipH="1">
            <a:off x="5008158" y="8699455"/>
            <a:ext cx="353833" cy="84244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US" sz="1013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ttsMP3.com_VoiceText_2024-12-22_22-11-32">
            <a:hlinkClick r:id="" action="ppaction://media"/>
            <a:extLst>
              <a:ext uri="{FF2B5EF4-FFF2-40B4-BE49-F238E27FC236}">
                <a16:creationId xmlns:a16="http://schemas.microsoft.com/office/drawing/2014/main" id="{4C5792B1-A701-D1B5-449C-4AF33E4A4C1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8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" fill="hold"/>
                                        <p:tgtEl>
                                          <p:spTgt spid="1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64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88"/>
                </p:tgtEl>
              </p:cMediaNode>
            </p:video>
            <p:audio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B40B4-89AA-E3B1-C23A-FCABDBB9D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tro-sound-bell-269297">
            <a:hlinkClick r:id="" action="ppaction://media"/>
            <a:extLst>
              <a:ext uri="{FF2B5EF4-FFF2-40B4-BE49-F238E27FC236}">
                <a16:creationId xmlns:a16="http://schemas.microsoft.com/office/drawing/2014/main" id="{6C522FB9-7161-ECB0-8658-7328B250EE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77234" y="4972527"/>
            <a:ext cx="609600" cy="609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E4DAE1-CD7C-FE9F-4349-3E5AADD9924B}"/>
              </a:ext>
            </a:extLst>
          </p:cNvPr>
          <p:cNvSpPr/>
          <p:nvPr/>
        </p:nvSpPr>
        <p:spPr>
          <a:xfrm>
            <a:off x="2174099" y="-761331"/>
            <a:ext cx="6025298" cy="791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4350FE-CD8A-5114-04C6-9DC7936795D7}"/>
              </a:ext>
            </a:extLst>
          </p:cNvPr>
          <p:cNvGrpSpPr/>
          <p:nvPr/>
        </p:nvGrpSpPr>
        <p:grpSpPr>
          <a:xfrm>
            <a:off x="-4099242" y="-253454"/>
            <a:ext cx="6488590" cy="10785195"/>
            <a:chOff x="-4099242" y="-253454"/>
            <a:chExt cx="6488590" cy="10785195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7527127-A0E6-FEC5-B8EB-A5B647F52358}"/>
                </a:ext>
              </a:extLst>
            </p:cNvPr>
            <p:cNvSpPr/>
            <p:nvPr/>
          </p:nvSpPr>
          <p:spPr>
            <a:xfrm>
              <a:off x="-4099242" y="-253454"/>
              <a:ext cx="4510376" cy="10785195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897" h="7810818">
                  <a:moveTo>
                    <a:pt x="0" y="23446"/>
                  </a:moveTo>
                  <a:lnTo>
                    <a:pt x="6646667" y="0"/>
                  </a:lnTo>
                  <a:lnTo>
                    <a:pt x="6763897" y="5794449"/>
                  </a:lnTo>
                  <a:lnTo>
                    <a:pt x="0" y="7810818"/>
                  </a:lnTo>
                  <a:lnTo>
                    <a:pt x="0" y="234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Rectangle 173">
              <a:extLst>
                <a:ext uri="{FF2B5EF4-FFF2-40B4-BE49-F238E27FC236}">
                  <a16:creationId xmlns:a16="http://schemas.microsoft.com/office/drawing/2014/main" id="{8E7193F6-F2EA-DC2E-5A08-7E7C5F16E792}"/>
                </a:ext>
              </a:extLst>
            </p:cNvPr>
            <p:cNvSpPr/>
            <p:nvPr/>
          </p:nvSpPr>
          <p:spPr>
            <a:xfrm>
              <a:off x="268813" y="-126454"/>
              <a:ext cx="2120535" cy="7895710"/>
            </a:xfrm>
            <a:custGeom>
              <a:avLst/>
              <a:gdLst>
                <a:gd name="connsiteX0" fmla="*/ 0 w 4677190"/>
                <a:gd name="connsiteY0" fmla="*/ 0 h 7787372"/>
                <a:gd name="connsiteX1" fmla="*/ 4677190 w 4677190"/>
                <a:gd name="connsiteY1" fmla="*/ 0 h 7787372"/>
                <a:gd name="connsiteX2" fmla="*/ 4677190 w 4677190"/>
                <a:gd name="connsiteY2" fmla="*/ 7787372 h 7787372"/>
                <a:gd name="connsiteX3" fmla="*/ 0 w 4677190"/>
                <a:gd name="connsiteY3" fmla="*/ 7787372 h 7787372"/>
                <a:gd name="connsiteX4" fmla="*/ 0 w 4677190"/>
                <a:gd name="connsiteY4" fmla="*/ 0 h 7787372"/>
                <a:gd name="connsiteX0" fmla="*/ 0 w 6646667"/>
                <a:gd name="connsiteY0" fmla="*/ 23446 h 7810818"/>
                <a:gd name="connsiteX1" fmla="*/ 6646667 w 6646667"/>
                <a:gd name="connsiteY1" fmla="*/ 0 h 7810818"/>
                <a:gd name="connsiteX2" fmla="*/ 4677190 w 6646667"/>
                <a:gd name="connsiteY2" fmla="*/ 7810818 h 7810818"/>
                <a:gd name="connsiteX3" fmla="*/ 0 w 6646667"/>
                <a:gd name="connsiteY3" fmla="*/ 7810818 h 7810818"/>
                <a:gd name="connsiteX4" fmla="*/ 0 w 6646667"/>
                <a:gd name="connsiteY4" fmla="*/ 23446 h 7810818"/>
                <a:gd name="connsiteX0" fmla="*/ 0 w 6763897"/>
                <a:gd name="connsiteY0" fmla="*/ 23446 h 7810818"/>
                <a:gd name="connsiteX1" fmla="*/ 6646667 w 6763897"/>
                <a:gd name="connsiteY1" fmla="*/ 0 h 7810818"/>
                <a:gd name="connsiteX2" fmla="*/ 6763897 w 6763897"/>
                <a:gd name="connsiteY2" fmla="*/ 5794449 h 7810818"/>
                <a:gd name="connsiteX3" fmla="*/ 0 w 6763897"/>
                <a:gd name="connsiteY3" fmla="*/ 7810818 h 7810818"/>
                <a:gd name="connsiteX4" fmla="*/ 0 w 6763897"/>
                <a:gd name="connsiteY4" fmla="*/ 23446 h 7810818"/>
                <a:gd name="connsiteX0" fmla="*/ 1247813 w 8011710"/>
                <a:gd name="connsiteY0" fmla="*/ 23446 h 7103130"/>
                <a:gd name="connsiteX1" fmla="*/ 7894480 w 8011710"/>
                <a:gd name="connsiteY1" fmla="*/ 0 h 7103130"/>
                <a:gd name="connsiteX2" fmla="*/ 8011710 w 8011710"/>
                <a:gd name="connsiteY2" fmla="*/ 5794449 h 7103130"/>
                <a:gd name="connsiteX3" fmla="*/ 0 w 8011710"/>
                <a:gd name="connsiteY3" fmla="*/ 7103130 h 7103130"/>
                <a:gd name="connsiteX4" fmla="*/ 1247813 w 8011710"/>
                <a:gd name="connsiteY4" fmla="*/ 23446 h 7103130"/>
                <a:gd name="connsiteX0" fmla="*/ 0 w 8464544"/>
                <a:gd name="connsiteY0" fmla="*/ 1119221 h 7103130"/>
                <a:gd name="connsiteX1" fmla="*/ 8347314 w 8464544"/>
                <a:gd name="connsiteY1" fmla="*/ 0 h 7103130"/>
                <a:gd name="connsiteX2" fmla="*/ 8464544 w 8464544"/>
                <a:gd name="connsiteY2" fmla="*/ 5794449 h 7103130"/>
                <a:gd name="connsiteX3" fmla="*/ 452834 w 8464544"/>
                <a:gd name="connsiteY3" fmla="*/ 7103130 h 7103130"/>
                <a:gd name="connsiteX4" fmla="*/ 0 w 8464544"/>
                <a:gd name="connsiteY4" fmla="*/ 1119221 h 7103130"/>
                <a:gd name="connsiteX0" fmla="*/ 0 w 8464544"/>
                <a:gd name="connsiteY0" fmla="*/ 320218 h 6304127"/>
                <a:gd name="connsiteX1" fmla="*/ 8216493 w 8464544"/>
                <a:gd name="connsiteY1" fmla="*/ 0 h 6304127"/>
                <a:gd name="connsiteX2" fmla="*/ 8464544 w 8464544"/>
                <a:gd name="connsiteY2" fmla="*/ 4995446 h 6304127"/>
                <a:gd name="connsiteX3" fmla="*/ 452834 w 8464544"/>
                <a:gd name="connsiteY3" fmla="*/ 6304127 h 6304127"/>
                <a:gd name="connsiteX4" fmla="*/ 0 w 8464544"/>
                <a:gd name="connsiteY4" fmla="*/ 320218 h 6304127"/>
                <a:gd name="connsiteX0" fmla="*/ 0 w 8464544"/>
                <a:gd name="connsiteY0" fmla="*/ 0 h 5983909"/>
                <a:gd name="connsiteX1" fmla="*/ 8216493 w 8464544"/>
                <a:gd name="connsiteY1" fmla="*/ 45041 h 5983909"/>
                <a:gd name="connsiteX2" fmla="*/ 8464544 w 8464544"/>
                <a:gd name="connsiteY2" fmla="*/ 4675228 h 5983909"/>
                <a:gd name="connsiteX3" fmla="*/ 452834 w 8464544"/>
                <a:gd name="connsiteY3" fmla="*/ 5983909 h 5983909"/>
                <a:gd name="connsiteX4" fmla="*/ 0 w 8464544"/>
                <a:gd name="connsiteY4" fmla="*/ 0 h 5983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64544" h="5983909">
                  <a:moveTo>
                    <a:pt x="0" y="0"/>
                  </a:moveTo>
                  <a:lnTo>
                    <a:pt x="8216493" y="45041"/>
                  </a:lnTo>
                  <a:lnTo>
                    <a:pt x="8464544" y="4675228"/>
                  </a:lnTo>
                  <a:lnTo>
                    <a:pt x="452834" y="598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E2A20E5-BB8A-51AA-89BE-E00159A6D7D8}"/>
              </a:ext>
            </a:extLst>
          </p:cNvPr>
          <p:cNvGrpSpPr/>
          <p:nvPr/>
        </p:nvGrpSpPr>
        <p:grpSpPr>
          <a:xfrm flipH="1">
            <a:off x="168048" y="2930091"/>
            <a:ext cx="2989680" cy="4708491"/>
            <a:chOff x="8494258" y="151226"/>
            <a:chExt cx="1511277" cy="2380132"/>
          </a:xfrm>
        </p:grpSpPr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96B9984A-4151-A95A-45BC-76A82734DFE0}"/>
                </a:ext>
              </a:extLst>
            </p:cNvPr>
            <p:cNvCxnSpPr>
              <a:cxnSpLocks/>
            </p:cNvCxnSpPr>
            <p:nvPr/>
          </p:nvCxnSpPr>
          <p:spPr>
            <a:xfrm>
              <a:off x="9428832" y="1626113"/>
              <a:ext cx="0" cy="85488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A90F7C8-F072-E7BD-7304-B638EE5C9772}"/>
                </a:ext>
              </a:extLst>
            </p:cNvPr>
            <p:cNvCxnSpPr>
              <a:cxnSpLocks/>
            </p:cNvCxnSpPr>
            <p:nvPr/>
          </p:nvCxnSpPr>
          <p:spPr>
            <a:xfrm>
              <a:off x="9041139" y="1626113"/>
              <a:ext cx="21986" cy="77736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FA69D37-0072-C26B-B9FB-A182BEE57585}"/>
                </a:ext>
              </a:extLst>
            </p:cNvPr>
            <p:cNvSpPr/>
            <p:nvPr/>
          </p:nvSpPr>
          <p:spPr>
            <a:xfrm flipH="1">
              <a:off x="8494258" y="167914"/>
              <a:ext cx="1511277" cy="1458199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D1A4ED34-2889-CF8D-19F3-26B3FE7A5628}"/>
                </a:ext>
              </a:extLst>
            </p:cNvPr>
            <p:cNvSpPr/>
            <p:nvPr/>
          </p:nvSpPr>
          <p:spPr>
            <a:xfrm flipH="1">
              <a:off x="9331715" y="783664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8" name="Rectangle: Top Corners Rounded 267">
              <a:extLst>
                <a:ext uri="{FF2B5EF4-FFF2-40B4-BE49-F238E27FC236}">
                  <a16:creationId xmlns:a16="http://schemas.microsoft.com/office/drawing/2014/main" id="{CB81097D-B65F-24E0-0F5B-C3D70006C6B8}"/>
                </a:ext>
              </a:extLst>
            </p:cNvPr>
            <p:cNvSpPr/>
            <p:nvPr/>
          </p:nvSpPr>
          <p:spPr>
            <a:xfrm flipH="1">
              <a:off x="8790978" y="2307394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9" name="Rectangle: Top Corners Rounded 268">
              <a:extLst>
                <a:ext uri="{FF2B5EF4-FFF2-40B4-BE49-F238E27FC236}">
                  <a16:creationId xmlns:a16="http://schemas.microsoft.com/office/drawing/2014/main" id="{1CFF8177-3490-851F-E589-AAEC9B2D6EC2}"/>
                </a:ext>
              </a:extLst>
            </p:cNvPr>
            <p:cNvSpPr/>
            <p:nvPr/>
          </p:nvSpPr>
          <p:spPr>
            <a:xfrm flipH="1">
              <a:off x="9144835" y="2412029"/>
              <a:ext cx="398834" cy="11932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677C98C2-387F-E29D-9242-4A19A18315A0}"/>
                </a:ext>
              </a:extLst>
            </p:cNvPr>
            <p:cNvSpPr/>
            <p:nvPr/>
          </p:nvSpPr>
          <p:spPr>
            <a:xfrm rot="6098357" flipH="1">
              <a:off x="9494684" y="700176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62E0AE8-5005-A073-C691-AC0AAD2E89B9}"/>
                </a:ext>
              </a:extLst>
            </p:cNvPr>
            <p:cNvSpPr/>
            <p:nvPr/>
          </p:nvSpPr>
          <p:spPr>
            <a:xfrm>
              <a:off x="8648131" y="1349608"/>
              <a:ext cx="369493" cy="289419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  <a:gd name="connsiteX0" fmla="*/ 0 w 620241"/>
                <a:gd name="connsiteY0" fmla="*/ 0 h 485827"/>
                <a:gd name="connsiteX1" fmla="*/ 533400 w 620241"/>
                <a:gd name="connsiteY1" fmla="*/ 409575 h 485827"/>
                <a:gd name="connsiteX2" fmla="*/ 619125 w 620241"/>
                <a:gd name="connsiteY2" fmla="*/ 485775 h 485827"/>
                <a:gd name="connsiteX3" fmla="*/ 619125 w 620241"/>
                <a:gd name="connsiteY3" fmla="*/ 485775 h 485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241" h="485827">
                  <a:moveTo>
                    <a:pt x="0" y="0"/>
                  </a:moveTo>
                  <a:cubicBezTo>
                    <a:pt x="74612" y="141288"/>
                    <a:pt x="430213" y="328613"/>
                    <a:pt x="533400" y="409575"/>
                  </a:cubicBezTo>
                  <a:cubicBezTo>
                    <a:pt x="636587" y="490537"/>
                    <a:pt x="619125" y="485775"/>
                    <a:pt x="619125" y="485775"/>
                  </a:cubicBezTo>
                  <a:lnTo>
                    <a:pt x="619125" y="48577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0AAF2FA5-D37D-6931-9104-A24F1238FF57}"/>
                </a:ext>
              </a:extLst>
            </p:cNvPr>
            <p:cNvSpPr/>
            <p:nvPr/>
          </p:nvSpPr>
          <p:spPr>
            <a:xfrm flipH="1">
              <a:off x="9041139" y="961700"/>
              <a:ext cx="110170" cy="113485"/>
            </a:xfrm>
            <a:custGeom>
              <a:avLst/>
              <a:gdLst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166688 w 209668"/>
                <a:gd name="connsiteY5" fmla="*/ 52387 h 195262"/>
                <a:gd name="connsiteX6" fmla="*/ 200025 w 209668"/>
                <a:gd name="connsiteY6" fmla="*/ 61912 h 195262"/>
                <a:gd name="connsiteX7" fmla="*/ 209550 w 209668"/>
                <a:gd name="connsiteY7" fmla="*/ 76200 h 195262"/>
                <a:gd name="connsiteX8" fmla="*/ 185738 w 209668"/>
                <a:gd name="connsiteY8" fmla="*/ 157162 h 195262"/>
                <a:gd name="connsiteX9" fmla="*/ 166688 w 209668"/>
                <a:gd name="connsiteY9" fmla="*/ 166687 h 195262"/>
                <a:gd name="connsiteX10" fmla="*/ 123825 w 209668"/>
                <a:gd name="connsiteY10" fmla="*/ 185737 h 195262"/>
                <a:gd name="connsiteX11" fmla="*/ 109538 w 209668"/>
                <a:gd name="connsiteY11" fmla="*/ 190500 h 195262"/>
                <a:gd name="connsiteX12" fmla="*/ 95250 w 209668"/>
                <a:gd name="connsiteY12" fmla="*/ 195262 h 195262"/>
                <a:gd name="connsiteX13" fmla="*/ 23813 w 209668"/>
                <a:gd name="connsiteY13" fmla="*/ 190500 h 195262"/>
                <a:gd name="connsiteX14" fmla="*/ 9525 w 209668"/>
                <a:gd name="connsiteY14" fmla="*/ 185737 h 195262"/>
                <a:gd name="connsiteX15" fmla="*/ 0 w 209668"/>
                <a:gd name="connsiteY15" fmla="*/ 176212 h 195262"/>
                <a:gd name="connsiteX0" fmla="*/ 33338 w 209668"/>
                <a:gd name="connsiteY0" fmla="*/ 0 h 195262"/>
                <a:gd name="connsiteX1" fmla="*/ 57150 w 209668"/>
                <a:gd name="connsiteY1" fmla="*/ 14287 h 195262"/>
                <a:gd name="connsiteX2" fmla="*/ 71438 w 209668"/>
                <a:gd name="connsiteY2" fmla="*/ 23812 h 195262"/>
                <a:gd name="connsiteX3" fmla="*/ 114300 w 209668"/>
                <a:gd name="connsiteY3" fmla="*/ 33337 h 195262"/>
                <a:gd name="connsiteX4" fmla="*/ 128588 w 209668"/>
                <a:gd name="connsiteY4" fmla="*/ 42862 h 195262"/>
                <a:gd name="connsiteX5" fmla="*/ 200025 w 209668"/>
                <a:gd name="connsiteY5" fmla="*/ 61912 h 195262"/>
                <a:gd name="connsiteX6" fmla="*/ 209550 w 209668"/>
                <a:gd name="connsiteY6" fmla="*/ 76200 h 195262"/>
                <a:gd name="connsiteX7" fmla="*/ 185738 w 209668"/>
                <a:gd name="connsiteY7" fmla="*/ 157162 h 195262"/>
                <a:gd name="connsiteX8" fmla="*/ 166688 w 209668"/>
                <a:gd name="connsiteY8" fmla="*/ 166687 h 195262"/>
                <a:gd name="connsiteX9" fmla="*/ 123825 w 209668"/>
                <a:gd name="connsiteY9" fmla="*/ 185737 h 195262"/>
                <a:gd name="connsiteX10" fmla="*/ 109538 w 209668"/>
                <a:gd name="connsiteY10" fmla="*/ 190500 h 195262"/>
                <a:gd name="connsiteX11" fmla="*/ 95250 w 209668"/>
                <a:gd name="connsiteY11" fmla="*/ 195262 h 195262"/>
                <a:gd name="connsiteX12" fmla="*/ 23813 w 209668"/>
                <a:gd name="connsiteY12" fmla="*/ 190500 h 195262"/>
                <a:gd name="connsiteX13" fmla="*/ 9525 w 209668"/>
                <a:gd name="connsiteY13" fmla="*/ 185737 h 195262"/>
                <a:gd name="connsiteX14" fmla="*/ 0 w 209668"/>
                <a:gd name="connsiteY14" fmla="*/ 176212 h 195262"/>
                <a:gd name="connsiteX0" fmla="*/ 33338 w 202730"/>
                <a:gd name="connsiteY0" fmla="*/ 0 h 195262"/>
                <a:gd name="connsiteX1" fmla="*/ 57150 w 202730"/>
                <a:gd name="connsiteY1" fmla="*/ 14287 h 195262"/>
                <a:gd name="connsiteX2" fmla="*/ 71438 w 202730"/>
                <a:gd name="connsiteY2" fmla="*/ 23812 h 195262"/>
                <a:gd name="connsiteX3" fmla="*/ 114300 w 202730"/>
                <a:gd name="connsiteY3" fmla="*/ 33337 h 195262"/>
                <a:gd name="connsiteX4" fmla="*/ 128588 w 202730"/>
                <a:gd name="connsiteY4" fmla="*/ 42862 h 195262"/>
                <a:gd name="connsiteX5" fmla="*/ 200025 w 202730"/>
                <a:gd name="connsiteY5" fmla="*/ 61912 h 195262"/>
                <a:gd name="connsiteX6" fmla="*/ 185738 w 202730"/>
                <a:gd name="connsiteY6" fmla="*/ 157162 h 195262"/>
                <a:gd name="connsiteX7" fmla="*/ 166688 w 202730"/>
                <a:gd name="connsiteY7" fmla="*/ 166687 h 195262"/>
                <a:gd name="connsiteX8" fmla="*/ 123825 w 202730"/>
                <a:gd name="connsiteY8" fmla="*/ 185737 h 195262"/>
                <a:gd name="connsiteX9" fmla="*/ 109538 w 202730"/>
                <a:gd name="connsiteY9" fmla="*/ 190500 h 195262"/>
                <a:gd name="connsiteX10" fmla="*/ 95250 w 202730"/>
                <a:gd name="connsiteY10" fmla="*/ 195262 h 195262"/>
                <a:gd name="connsiteX11" fmla="*/ 23813 w 202730"/>
                <a:gd name="connsiteY11" fmla="*/ 190500 h 195262"/>
                <a:gd name="connsiteX12" fmla="*/ 9525 w 202730"/>
                <a:gd name="connsiteY12" fmla="*/ 185737 h 195262"/>
                <a:gd name="connsiteX13" fmla="*/ 0 w 202730"/>
                <a:gd name="connsiteY13" fmla="*/ 176212 h 195262"/>
                <a:gd name="connsiteX0" fmla="*/ 33338 w 207126"/>
                <a:gd name="connsiteY0" fmla="*/ 0 h 195262"/>
                <a:gd name="connsiteX1" fmla="*/ 57150 w 207126"/>
                <a:gd name="connsiteY1" fmla="*/ 14287 h 195262"/>
                <a:gd name="connsiteX2" fmla="*/ 71438 w 207126"/>
                <a:gd name="connsiteY2" fmla="*/ 23812 h 195262"/>
                <a:gd name="connsiteX3" fmla="*/ 114300 w 207126"/>
                <a:gd name="connsiteY3" fmla="*/ 33337 h 195262"/>
                <a:gd name="connsiteX4" fmla="*/ 128588 w 207126"/>
                <a:gd name="connsiteY4" fmla="*/ 42862 h 195262"/>
                <a:gd name="connsiteX5" fmla="*/ 204787 w 207126"/>
                <a:gd name="connsiteY5" fmla="*/ 76199 h 195262"/>
                <a:gd name="connsiteX6" fmla="*/ 185738 w 207126"/>
                <a:gd name="connsiteY6" fmla="*/ 157162 h 195262"/>
                <a:gd name="connsiteX7" fmla="*/ 166688 w 207126"/>
                <a:gd name="connsiteY7" fmla="*/ 166687 h 195262"/>
                <a:gd name="connsiteX8" fmla="*/ 123825 w 207126"/>
                <a:gd name="connsiteY8" fmla="*/ 185737 h 195262"/>
                <a:gd name="connsiteX9" fmla="*/ 109538 w 207126"/>
                <a:gd name="connsiteY9" fmla="*/ 190500 h 195262"/>
                <a:gd name="connsiteX10" fmla="*/ 95250 w 207126"/>
                <a:gd name="connsiteY10" fmla="*/ 195262 h 195262"/>
                <a:gd name="connsiteX11" fmla="*/ 23813 w 207126"/>
                <a:gd name="connsiteY11" fmla="*/ 190500 h 195262"/>
                <a:gd name="connsiteX12" fmla="*/ 9525 w 207126"/>
                <a:gd name="connsiteY12" fmla="*/ 185737 h 195262"/>
                <a:gd name="connsiteX13" fmla="*/ 0 w 207126"/>
                <a:gd name="connsiteY13" fmla="*/ 176212 h 195262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109538 w 207126"/>
                <a:gd name="connsiteY9" fmla="*/ 190500 h 190500"/>
                <a:gd name="connsiteX10" fmla="*/ 23813 w 207126"/>
                <a:gd name="connsiteY10" fmla="*/ 190500 h 190500"/>
                <a:gd name="connsiteX11" fmla="*/ 9525 w 207126"/>
                <a:gd name="connsiteY11" fmla="*/ 185737 h 190500"/>
                <a:gd name="connsiteX12" fmla="*/ 0 w 207126"/>
                <a:gd name="connsiteY12" fmla="*/ 176212 h 190500"/>
                <a:gd name="connsiteX0" fmla="*/ 33338 w 207126"/>
                <a:gd name="connsiteY0" fmla="*/ 0 h 190500"/>
                <a:gd name="connsiteX1" fmla="*/ 57150 w 207126"/>
                <a:gd name="connsiteY1" fmla="*/ 14287 h 190500"/>
                <a:gd name="connsiteX2" fmla="*/ 71438 w 207126"/>
                <a:gd name="connsiteY2" fmla="*/ 23812 h 190500"/>
                <a:gd name="connsiteX3" fmla="*/ 114300 w 207126"/>
                <a:gd name="connsiteY3" fmla="*/ 33337 h 190500"/>
                <a:gd name="connsiteX4" fmla="*/ 128588 w 207126"/>
                <a:gd name="connsiteY4" fmla="*/ 42862 h 190500"/>
                <a:gd name="connsiteX5" fmla="*/ 204787 w 207126"/>
                <a:gd name="connsiteY5" fmla="*/ 76199 h 190500"/>
                <a:gd name="connsiteX6" fmla="*/ 185738 w 207126"/>
                <a:gd name="connsiteY6" fmla="*/ 157162 h 190500"/>
                <a:gd name="connsiteX7" fmla="*/ 166688 w 207126"/>
                <a:gd name="connsiteY7" fmla="*/ 166687 h 190500"/>
                <a:gd name="connsiteX8" fmla="*/ 123825 w 207126"/>
                <a:gd name="connsiteY8" fmla="*/ 185737 h 190500"/>
                <a:gd name="connsiteX9" fmla="*/ 23813 w 207126"/>
                <a:gd name="connsiteY9" fmla="*/ 190500 h 190500"/>
                <a:gd name="connsiteX10" fmla="*/ 9525 w 207126"/>
                <a:gd name="connsiteY10" fmla="*/ 185737 h 190500"/>
                <a:gd name="connsiteX11" fmla="*/ 0 w 207126"/>
                <a:gd name="connsiteY11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71438 w 207779"/>
                <a:gd name="connsiteY2" fmla="*/ 23812 h 190500"/>
                <a:gd name="connsiteX3" fmla="*/ 114300 w 207779"/>
                <a:gd name="connsiteY3" fmla="*/ 33337 h 190500"/>
                <a:gd name="connsiteX4" fmla="*/ 128588 w 207779"/>
                <a:gd name="connsiteY4" fmla="*/ 42862 h 190500"/>
                <a:gd name="connsiteX5" fmla="*/ 204787 w 207779"/>
                <a:gd name="connsiteY5" fmla="*/ 76199 h 190500"/>
                <a:gd name="connsiteX6" fmla="*/ 185738 w 207779"/>
                <a:gd name="connsiteY6" fmla="*/ 157162 h 190500"/>
                <a:gd name="connsiteX7" fmla="*/ 123825 w 207779"/>
                <a:gd name="connsiteY7" fmla="*/ 185737 h 190500"/>
                <a:gd name="connsiteX8" fmla="*/ 23813 w 207779"/>
                <a:gd name="connsiteY8" fmla="*/ 190500 h 190500"/>
                <a:gd name="connsiteX9" fmla="*/ 9525 w 207779"/>
                <a:gd name="connsiteY9" fmla="*/ 185737 h 190500"/>
                <a:gd name="connsiteX10" fmla="*/ 0 w 207779"/>
                <a:gd name="connsiteY10" fmla="*/ 176212 h 190500"/>
                <a:gd name="connsiteX0" fmla="*/ 33338 w 207779"/>
                <a:gd name="connsiteY0" fmla="*/ 0 h 190500"/>
                <a:gd name="connsiteX1" fmla="*/ 57150 w 207779"/>
                <a:gd name="connsiteY1" fmla="*/ 14287 h 190500"/>
                <a:gd name="connsiteX2" fmla="*/ 114300 w 207779"/>
                <a:gd name="connsiteY2" fmla="*/ 33337 h 190500"/>
                <a:gd name="connsiteX3" fmla="*/ 128588 w 207779"/>
                <a:gd name="connsiteY3" fmla="*/ 42862 h 190500"/>
                <a:gd name="connsiteX4" fmla="*/ 204787 w 207779"/>
                <a:gd name="connsiteY4" fmla="*/ 76199 h 190500"/>
                <a:gd name="connsiteX5" fmla="*/ 185738 w 207779"/>
                <a:gd name="connsiteY5" fmla="*/ 157162 h 190500"/>
                <a:gd name="connsiteX6" fmla="*/ 123825 w 207779"/>
                <a:gd name="connsiteY6" fmla="*/ 185737 h 190500"/>
                <a:gd name="connsiteX7" fmla="*/ 23813 w 207779"/>
                <a:gd name="connsiteY7" fmla="*/ 190500 h 190500"/>
                <a:gd name="connsiteX8" fmla="*/ 9525 w 207779"/>
                <a:gd name="connsiteY8" fmla="*/ 185737 h 190500"/>
                <a:gd name="connsiteX9" fmla="*/ 0 w 207779"/>
                <a:gd name="connsiteY9" fmla="*/ 176212 h 190500"/>
                <a:gd name="connsiteX0" fmla="*/ 33338 w 208748"/>
                <a:gd name="connsiteY0" fmla="*/ 0 h 190500"/>
                <a:gd name="connsiteX1" fmla="*/ 57150 w 208748"/>
                <a:gd name="connsiteY1" fmla="*/ 14287 h 190500"/>
                <a:gd name="connsiteX2" fmla="*/ 114300 w 208748"/>
                <a:gd name="connsiteY2" fmla="*/ 33337 h 190500"/>
                <a:gd name="connsiteX3" fmla="*/ 204787 w 208748"/>
                <a:gd name="connsiteY3" fmla="*/ 76199 h 190500"/>
                <a:gd name="connsiteX4" fmla="*/ 185738 w 208748"/>
                <a:gd name="connsiteY4" fmla="*/ 157162 h 190500"/>
                <a:gd name="connsiteX5" fmla="*/ 123825 w 208748"/>
                <a:gd name="connsiteY5" fmla="*/ 185737 h 190500"/>
                <a:gd name="connsiteX6" fmla="*/ 23813 w 208748"/>
                <a:gd name="connsiteY6" fmla="*/ 190500 h 190500"/>
                <a:gd name="connsiteX7" fmla="*/ 9525 w 208748"/>
                <a:gd name="connsiteY7" fmla="*/ 185737 h 190500"/>
                <a:gd name="connsiteX8" fmla="*/ 0 w 208748"/>
                <a:gd name="connsiteY8" fmla="*/ 176212 h 190500"/>
                <a:gd name="connsiteX0" fmla="*/ 23813 w 199223"/>
                <a:gd name="connsiteY0" fmla="*/ 0 h 190500"/>
                <a:gd name="connsiteX1" fmla="*/ 47625 w 199223"/>
                <a:gd name="connsiteY1" fmla="*/ 14287 h 190500"/>
                <a:gd name="connsiteX2" fmla="*/ 104775 w 199223"/>
                <a:gd name="connsiteY2" fmla="*/ 33337 h 190500"/>
                <a:gd name="connsiteX3" fmla="*/ 195262 w 199223"/>
                <a:gd name="connsiteY3" fmla="*/ 76199 h 190500"/>
                <a:gd name="connsiteX4" fmla="*/ 176213 w 199223"/>
                <a:gd name="connsiteY4" fmla="*/ 157162 h 190500"/>
                <a:gd name="connsiteX5" fmla="*/ 114300 w 199223"/>
                <a:gd name="connsiteY5" fmla="*/ 185737 h 190500"/>
                <a:gd name="connsiteX6" fmla="*/ 14288 w 199223"/>
                <a:gd name="connsiteY6" fmla="*/ 190500 h 190500"/>
                <a:gd name="connsiteX7" fmla="*/ 0 w 199223"/>
                <a:gd name="connsiteY7" fmla="*/ 185737 h 190500"/>
                <a:gd name="connsiteX0" fmla="*/ 9525 w 184935"/>
                <a:gd name="connsiteY0" fmla="*/ 0 h 190500"/>
                <a:gd name="connsiteX1" fmla="*/ 33337 w 184935"/>
                <a:gd name="connsiteY1" fmla="*/ 14287 h 190500"/>
                <a:gd name="connsiteX2" fmla="*/ 90487 w 184935"/>
                <a:gd name="connsiteY2" fmla="*/ 33337 h 190500"/>
                <a:gd name="connsiteX3" fmla="*/ 180974 w 184935"/>
                <a:gd name="connsiteY3" fmla="*/ 76199 h 190500"/>
                <a:gd name="connsiteX4" fmla="*/ 161925 w 184935"/>
                <a:gd name="connsiteY4" fmla="*/ 157162 h 190500"/>
                <a:gd name="connsiteX5" fmla="*/ 100012 w 184935"/>
                <a:gd name="connsiteY5" fmla="*/ 185737 h 190500"/>
                <a:gd name="connsiteX6" fmla="*/ 0 w 184935"/>
                <a:gd name="connsiteY6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35" h="190500">
                  <a:moveTo>
                    <a:pt x="9525" y="0"/>
                  </a:moveTo>
                  <a:cubicBezTo>
                    <a:pt x="17462" y="4762"/>
                    <a:pt x="19843" y="8731"/>
                    <a:pt x="33337" y="14287"/>
                  </a:cubicBezTo>
                  <a:cubicBezTo>
                    <a:pt x="46831" y="19843"/>
                    <a:pt x="65881" y="23018"/>
                    <a:pt x="90487" y="33337"/>
                  </a:cubicBezTo>
                  <a:cubicBezTo>
                    <a:pt x="115093" y="43656"/>
                    <a:pt x="169068" y="55562"/>
                    <a:pt x="180974" y="76199"/>
                  </a:cubicBezTo>
                  <a:cubicBezTo>
                    <a:pt x="192880" y="96836"/>
                    <a:pt x="175419" y="138906"/>
                    <a:pt x="161925" y="157162"/>
                  </a:cubicBezTo>
                  <a:cubicBezTo>
                    <a:pt x="148431" y="175418"/>
                    <a:pt x="126999" y="180181"/>
                    <a:pt x="100012" y="185737"/>
                  </a:cubicBezTo>
                  <a:cubicBezTo>
                    <a:pt x="73025" y="191293"/>
                    <a:pt x="33337" y="188912"/>
                    <a:pt x="0" y="190500"/>
                  </a:cubicBezTo>
                </a:path>
              </a:pathLst>
            </a:cu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FCF83AC-9064-B5E6-A598-0EF45376A58E}"/>
                </a:ext>
              </a:extLst>
            </p:cNvPr>
            <p:cNvSpPr/>
            <p:nvPr/>
          </p:nvSpPr>
          <p:spPr>
            <a:xfrm flipH="1">
              <a:off x="8805933" y="783664"/>
              <a:ext cx="155650" cy="154602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492681AB-3CCE-6A25-2033-130E4A53B3BB}"/>
                </a:ext>
              </a:extLst>
            </p:cNvPr>
            <p:cNvSpPr/>
            <p:nvPr/>
          </p:nvSpPr>
          <p:spPr>
            <a:xfrm flipH="1">
              <a:off x="9343864" y="821075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8580D082-4DF2-9088-0480-79A841EB4D83}"/>
                </a:ext>
              </a:extLst>
            </p:cNvPr>
            <p:cNvSpPr/>
            <p:nvPr/>
          </p:nvSpPr>
          <p:spPr>
            <a:xfrm flipH="1">
              <a:off x="8824181" y="817728"/>
              <a:ext cx="59577" cy="77721"/>
            </a:xfrm>
            <a:prstGeom prst="ellipse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3387448C-0EF7-0619-F931-D91567EEEE87}"/>
                </a:ext>
              </a:extLst>
            </p:cNvPr>
            <p:cNvSpPr/>
            <p:nvPr/>
          </p:nvSpPr>
          <p:spPr>
            <a:xfrm rot="21354287">
              <a:off x="9770611" y="461319"/>
              <a:ext cx="202070" cy="256470"/>
            </a:xfrm>
            <a:custGeom>
              <a:avLst/>
              <a:gdLst>
                <a:gd name="connsiteX0" fmla="*/ 0 w 205192"/>
                <a:gd name="connsiteY0" fmla="*/ 0 h 305266"/>
                <a:gd name="connsiteX1" fmla="*/ 95531 w 205192"/>
                <a:gd name="connsiteY1" fmla="*/ 0 h 305266"/>
                <a:gd name="connsiteX2" fmla="*/ 149297 w 205192"/>
                <a:gd name="connsiteY2" fmla="*/ 95577 h 305266"/>
                <a:gd name="connsiteX3" fmla="*/ 194007 w 205192"/>
                <a:gd name="connsiteY3" fmla="*/ 234551 h 305266"/>
                <a:gd name="connsiteX4" fmla="*/ 205192 w 205192"/>
                <a:gd name="connsiteY4" fmla="*/ 305266 h 305266"/>
                <a:gd name="connsiteX5" fmla="*/ 0 w 205192"/>
                <a:gd name="connsiteY5" fmla="*/ 305266 h 305266"/>
                <a:gd name="connsiteX6" fmla="*/ 0 w 205192"/>
                <a:gd name="connsiteY6" fmla="*/ 0 h 30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192" h="305266">
                  <a:moveTo>
                    <a:pt x="0" y="0"/>
                  </a:moveTo>
                  <a:lnTo>
                    <a:pt x="95531" y="0"/>
                  </a:lnTo>
                  <a:lnTo>
                    <a:pt x="149297" y="95577"/>
                  </a:lnTo>
                  <a:cubicBezTo>
                    <a:pt x="168711" y="139865"/>
                    <a:pt x="183786" y="186355"/>
                    <a:pt x="194007" y="234551"/>
                  </a:cubicBezTo>
                  <a:lnTo>
                    <a:pt x="205192" y="305266"/>
                  </a:lnTo>
                  <a:lnTo>
                    <a:pt x="0" y="305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8CF329-D37B-AEB3-6390-42F102994E83}"/>
                </a:ext>
              </a:extLst>
            </p:cNvPr>
            <p:cNvSpPr/>
            <p:nvPr/>
          </p:nvSpPr>
          <p:spPr>
            <a:xfrm rot="233026" flipH="1">
              <a:off x="8532084" y="457617"/>
              <a:ext cx="136316" cy="290086"/>
            </a:xfrm>
            <a:custGeom>
              <a:avLst/>
              <a:gdLst>
                <a:gd name="connsiteX0" fmla="*/ 27335 w 122225"/>
                <a:gd name="connsiteY0" fmla="*/ 0 h 264148"/>
                <a:gd name="connsiteX1" fmla="*/ 0 w 122225"/>
                <a:gd name="connsiteY1" fmla="*/ 0 h 264148"/>
                <a:gd name="connsiteX2" fmla="*/ 43973 w 122225"/>
                <a:gd name="connsiteY2" fmla="*/ 88634 h 264148"/>
                <a:gd name="connsiteX3" fmla="*/ 82660 w 122225"/>
                <a:gd name="connsiteY3" fmla="*/ 224990 h 264148"/>
                <a:gd name="connsiteX4" fmla="*/ 88122 w 122225"/>
                <a:gd name="connsiteY4" fmla="*/ 264148 h 264148"/>
                <a:gd name="connsiteX5" fmla="*/ 122225 w 122225"/>
                <a:gd name="connsiteY5" fmla="*/ 264148 h 264148"/>
                <a:gd name="connsiteX6" fmla="*/ 112547 w 122225"/>
                <a:gd name="connsiteY6" fmla="*/ 202958 h 264148"/>
                <a:gd name="connsiteX7" fmla="*/ 73859 w 122225"/>
                <a:gd name="connsiteY7" fmla="*/ 82703 h 264148"/>
                <a:gd name="connsiteX8" fmla="*/ 27335 w 122225"/>
                <a:gd name="connsiteY8" fmla="*/ 0 h 26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225" h="264148">
                  <a:moveTo>
                    <a:pt x="27335" y="0"/>
                  </a:moveTo>
                  <a:lnTo>
                    <a:pt x="0" y="0"/>
                  </a:lnTo>
                  <a:lnTo>
                    <a:pt x="43973" y="88634"/>
                  </a:lnTo>
                  <a:cubicBezTo>
                    <a:pt x="60772" y="132088"/>
                    <a:pt x="73816" y="177702"/>
                    <a:pt x="82660" y="224990"/>
                  </a:cubicBezTo>
                  <a:lnTo>
                    <a:pt x="88122" y="264148"/>
                  </a:lnTo>
                  <a:lnTo>
                    <a:pt x="122225" y="264148"/>
                  </a:lnTo>
                  <a:lnTo>
                    <a:pt x="112547" y="202958"/>
                  </a:lnTo>
                  <a:cubicBezTo>
                    <a:pt x="103703" y="161254"/>
                    <a:pt x="90658" y="121026"/>
                    <a:pt x="73859" y="82703"/>
                  </a:cubicBezTo>
                  <a:lnTo>
                    <a:pt x="27335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9F91D7F1-7B75-4445-3D6F-989B53F82720}"/>
                </a:ext>
              </a:extLst>
            </p:cNvPr>
            <p:cNvSpPr/>
            <p:nvPr/>
          </p:nvSpPr>
          <p:spPr>
            <a:xfrm>
              <a:off x="8635605" y="151226"/>
              <a:ext cx="1228582" cy="315649"/>
            </a:xfrm>
            <a:custGeom>
              <a:avLst/>
              <a:gdLst>
                <a:gd name="connsiteX0" fmla="*/ 647190 w 1294381"/>
                <a:gd name="connsiteY0" fmla="*/ 0 h 358077"/>
                <a:gd name="connsiteX1" fmla="*/ 1273778 w 1294381"/>
                <a:gd name="connsiteY1" fmla="*/ 321453 h 358077"/>
                <a:gd name="connsiteX2" fmla="*/ 1294381 w 1294381"/>
                <a:gd name="connsiteY2" fmla="*/ 358077 h 358077"/>
                <a:gd name="connsiteX3" fmla="*/ 0 w 1294381"/>
                <a:gd name="connsiteY3" fmla="*/ 358077 h 358077"/>
                <a:gd name="connsiteX4" fmla="*/ 20602 w 1294381"/>
                <a:gd name="connsiteY4" fmla="*/ 321453 h 358077"/>
                <a:gd name="connsiteX5" fmla="*/ 647190 w 1294381"/>
                <a:gd name="connsiteY5" fmla="*/ 0 h 35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94381" h="358077">
                  <a:moveTo>
                    <a:pt x="647190" y="0"/>
                  </a:moveTo>
                  <a:cubicBezTo>
                    <a:pt x="908020" y="0"/>
                    <a:pt x="1137984" y="127511"/>
                    <a:pt x="1273778" y="321453"/>
                  </a:cubicBezTo>
                  <a:lnTo>
                    <a:pt x="1294381" y="358077"/>
                  </a:lnTo>
                  <a:lnTo>
                    <a:pt x="0" y="358077"/>
                  </a:lnTo>
                  <a:lnTo>
                    <a:pt x="20602" y="321453"/>
                  </a:lnTo>
                  <a:cubicBezTo>
                    <a:pt x="156396" y="127511"/>
                    <a:pt x="386360" y="0"/>
                    <a:pt x="647190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1AF5C23-7D3E-AF2E-2110-8D4218F8F672}"/>
              </a:ext>
            </a:extLst>
          </p:cNvPr>
          <p:cNvGrpSpPr/>
          <p:nvPr/>
        </p:nvGrpSpPr>
        <p:grpSpPr>
          <a:xfrm>
            <a:off x="4152313" y="-1405580"/>
            <a:ext cx="1099168" cy="2558251"/>
            <a:chOff x="2879416" y="0"/>
            <a:chExt cx="1099168" cy="2558251"/>
          </a:xfrm>
        </p:grpSpPr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5B2505-7EA2-287C-857D-C56F317C5820}"/>
                </a:ext>
              </a:extLst>
            </p:cNvPr>
            <p:cNvSpPr/>
            <p:nvPr/>
          </p:nvSpPr>
          <p:spPr>
            <a:xfrm>
              <a:off x="3103200" y="0"/>
              <a:ext cx="681166" cy="74960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D9401F4-9735-983B-70FC-AF917249D62B}"/>
                </a:ext>
              </a:extLst>
            </p:cNvPr>
            <p:cNvCxnSpPr>
              <a:cxnSpLocks/>
              <a:endCxn id="146" idx="1"/>
            </p:cNvCxnSpPr>
            <p:nvPr/>
          </p:nvCxnSpPr>
          <p:spPr>
            <a:xfrm flipH="1">
              <a:off x="3429000" y="37480"/>
              <a:ext cx="1824" cy="229738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</p:cxnSp>
        <p:sp>
          <p:nvSpPr>
            <p:cNvPr id="146" name="Oval 8">
              <a:extLst>
                <a:ext uri="{FF2B5EF4-FFF2-40B4-BE49-F238E27FC236}">
                  <a16:creationId xmlns:a16="http://schemas.microsoft.com/office/drawing/2014/main" id="{9BA607BA-BFC3-A919-41F2-56C7F3554F14}"/>
                </a:ext>
              </a:extLst>
            </p:cNvPr>
            <p:cNvSpPr/>
            <p:nvPr/>
          </p:nvSpPr>
          <p:spPr>
            <a:xfrm>
              <a:off x="2879416" y="2334867"/>
              <a:ext cx="1099168" cy="223384"/>
            </a:xfrm>
            <a:custGeom>
              <a:avLst/>
              <a:gdLst>
                <a:gd name="connsiteX0" fmla="*/ 0 w 1099167"/>
                <a:gd name="connsiteY0" fmla="*/ 54542 h 109083"/>
                <a:gd name="connsiteX1" fmla="*/ 549584 w 1099167"/>
                <a:gd name="connsiteY1" fmla="*/ 0 h 109083"/>
                <a:gd name="connsiteX2" fmla="*/ 1099168 w 1099167"/>
                <a:gd name="connsiteY2" fmla="*/ 54542 h 109083"/>
                <a:gd name="connsiteX3" fmla="*/ 549584 w 1099167"/>
                <a:gd name="connsiteY3" fmla="*/ 109084 h 109083"/>
                <a:gd name="connsiteX4" fmla="*/ 0 w 1099167"/>
                <a:gd name="connsiteY4" fmla="*/ 54542 h 109083"/>
                <a:gd name="connsiteX0" fmla="*/ 0 w 1099168"/>
                <a:gd name="connsiteY0" fmla="*/ 168842 h 223384"/>
                <a:gd name="connsiteX1" fmla="*/ 549584 w 1099168"/>
                <a:gd name="connsiteY1" fmla="*/ 0 h 223384"/>
                <a:gd name="connsiteX2" fmla="*/ 1099168 w 1099168"/>
                <a:gd name="connsiteY2" fmla="*/ 168842 h 223384"/>
                <a:gd name="connsiteX3" fmla="*/ 549584 w 1099168"/>
                <a:gd name="connsiteY3" fmla="*/ 223384 h 223384"/>
                <a:gd name="connsiteX4" fmla="*/ 0 w 1099168"/>
                <a:gd name="connsiteY4" fmla="*/ 168842 h 22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168" h="223384">
                  <a:moveTo>
                    <a:pt x="0" y="168842"/>
                  </a:moveTo>
                  <a:cubicBezTo>
                    <a:pt x="0" y="131611"/>
                    <a:pt x="246057" y="0"/>
                    <a:pt x="549584" y="0"/>
                  </a:cubicBezTo>
                  <a:cubicBezTo>
                    <a:pt x="853111" y="0"/>
                    <a:pt x="1099168" y="138719"/>
                    <a:pt x="1099168" y="168842"/>
                  </a:cubicBezTo>
                  <a:cubicBezTo>
                    <a:pt x="1099168" y="198965"/>
                    <a:pt x="853111" y="223384"/>
                    <a:pt x="549584" y="223384"/>
                  </a:cubicBezTo>
                  <a:cubicBezTo>
                    <a:pt x="246057" y="223384"/>
                    <a:pt x="0" y="206073"/>
                    <a:pt x="0" y="16884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5E2661A-C5FB-DA5A-5340-5AC5D63F1CB5}"/>
              </a:ext>
            </a:extLst>
          </p:cNvPr>
          <p:cNvGrpSpPr/>
          <p:nvPr/>
        </p:nvGrpSpPr>
        <p:grpSpPr>
          <a:xfrm>
            <a:off x="4509253" y="5860009"/>
            <a:ext cx="2019959" cy="2887255"/>
            <a:chOff x="3685243" y="1308751"/>
            <a:chExt cx="3758176" cy="5371796"/>
          </a:xfrm>
          <a:solidFill>
            <a:srgbClr val="E5BE97"/>
          </a:solidFill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A56050A-EADC-874E-AB7E-C31A7C8480C0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63639F7-68C0-3935-6FC5-D4E42707C679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77B3AF6-0E67-B93F-C25C-52541ABD1537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B9857C2-6F5E-4C64-B09D-046B0850FDF0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754F3882-9112-33A2-F024-70CE4BB0F626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Rectangle 40">
              <a:extLst>
                <a:ext uri="{FF2B5EF4-FFF2-40B4-BE49-F238E27FC236}">
                  <a16:creationId xmlns:a16="http://schemas.microsoft.com/office/drawing/2014/main" id="{20CCF8E5-4A21-C090-59D0-02048B6B94C9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Rectangle 40">
              <a:extLst>
                <a:ext uri="{FF2B5EF4-FFF2-40B4-BE49-F238E27FC236}">
                  <a16:creationId xmlns:a16="http://schemas.microsoft.com/office/drawing/2014/main" id="{5472D289-C1E1-1CF7-4356-332E8B029B40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16793EE-D080-DDBC-FC7B-077C27E6E938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" name="Rectangle 41">
              <a:extLst>
                <a:ext uri="{FF2B5EF4-FFF2-40B4-BE49-F238E27FC236}">
                  <a16:creationId xmlns:a16="http://schemas.microsoft.com/office/drawing/2014/main" id="{893E4494-7DA3-6AA4-B5B7-BA23A8BE7C8E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" name="Rectangle 41">
              <a:extLst>
                <a:ext uri="{FF2B5EF4-FFF2-40B4-BE49-F238E27FC236}">
                  <a16:creationId xmlns:a16="http://schemas.microsoft.com/office/drawing/2014/main" id="{576CB754-41B4-B744-C5DF-364979E7C96F}"/>
                </a:ext>
              </a:extLst>
            </p:cNvPr>
            <p:cNvSpPr/>
            <p:nvPr/>
          </p:nvSpPr>
          <p:spPr>
            <a:xfrm>
              <a:off x="4154382" y="1308751"/>
              <a:ext cx="2762996" cy="283252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2998" h="1461450">
                  <a:moveTo>
                    <a:pt x="177425" y="8247"/>
                  </a:moveTo>
                  <a:lnTo>
                    <a:pt x="2652785" y="0"/>
                  </a:lnTo>
                  <a:lnTo>
                    <a:pt x="2762998" y="1461450"/>
                  </a:lnTo>
                  <a:lnTo>
                    <a:pt x="0" y="1458284"/>
                  </a:lnTo>
                  <a:lnTo>
                    <a:pt x="177425" y="8247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1B3414D5-6E4C-DF8F-E0E8-C7D4E785A00A}"/>
              </a:ext>
            </a:extLst>
          </p:cNvPr>
          <p:cNvGrpSpPr/>
          <p:nvPr/>
        </p:nvGrpSpPr>
        <p:grpSpPr>
          <a:xfrm>
            <a:off x="8549478" y="6598819"/>
            <a:ext cx="3089456" cy="3814891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908ECE98-9A14-3C3C-9641-C8F04B0DE5D1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ECF2420-A184-891A-306A-641291EB6F3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3EB237A3-7E3D-5BA1-7185-123E6962E319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8C3BDFB-B70E-FB33-9B83-5ACBDF8F31A3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AA50A857-91FA-9D08-081D-2826C553B5CC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6" name="Rectangle 40">
              <a:extLst>
                <a:ext uri="{FF2B5EF4-FFF2-40B4-BE49-F238E27FC236}">
                  <a16:creationId xmlns:a16="http://schemas.microsoft.com/office/drawing/2014/main" id="{1F8A68F1-DCAF-491A-8838-F04303287E6D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Rectangle 40">
              <a:extLst>
                <a:ext uri="{FF2B5EF4-FFF2-40B4-BE49-F238E27FC236}">
                  <a16:creationId xmlns:a16="http://schemas.microsoft.com/office/drawing/2014/main" id="{BD3DB2B9-54C0-BFB3-BFF6-BFE389C44634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295E9BB0-3D19-58A6-9E61-21F8E1681CCD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Rectangle 41">
              <a:extLst>
                <a:ext uri="{FF2B5EF4-FFF2-40B4-BE49-F238E27FC236}">
                  <a16:creationId xmlns:a16="http://schemas.microsoft.com/office/drawing/2014/main" id="{2151D446-E61B-C332-D78F-DFB1EC4B7DE8}"/>
                </a:ext>
              </a:extLst>
            </p:cNvPr>
            <p:cNvSpPr/>
            <p:nvPr/>
          </p:nvSpPr>
          <p:spPr>
            <a:xfrm>
              <a:off x="3689962" y="4154915"/>
              <a:ext cx="3736237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Rectangle 41">
              <a:extLst>
                <a:ext uri="{FF2B5EF4-FFF2-40B4-BE49-F238E27FC236}">
                  <a16:creationId xmlns:a16="http://schemas.microsoft.com/office/drawing/2014/main" id="{1CC34EAE-BD7C-21C7-7030-7B5B74CB88FA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A4331D6-9678-B9A2-5C78-716AF76FBE8D}"/>
              </a:ext>
            </a:extLst>
          </p:cNvPr>
          <p:cNvGrpSpPr/>
          <p:nvPr/>
        </p:nvGrpSpPr>
        <p:grpSpPr>
          <a:xfrm flipH="1">
            <a:off x="1355894" y="6540823"/>
            <a:ext cx="3089456" cy="3814891"/>
            <a:chOff x="3685243" y="1414202"/>
            <a:chExt cx="4264905" cy="5266345"/>
          </a:xfrm>
          <a:solidFill>
            <a:srgbClr val="E5BE97"/>
          </a:solidFill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356CF789-1DF6-1DF6-E565-D9713A19D4CE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0FD148F-6A67-0DDC-A97B-4C2C7D577B42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CEB6221-FA75-755B-E04E-53EB2971A174}"/>
                </a:ext>
              </a:extLst>
            </p:cNvPr>
            <p:cNvSpPr/>
            <p:nvPr/>
          </p:nvSpPr>
          <p:spPr>
            <a:xfrm>
              <a:off x="4246877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0DA7946F-B1C7-47B6-D097-2CEE81BEA6A2}"/>
                </a:ext>
              </a:extLst>
            </p:cNvPr>
            <p:cNvSpPr/>
            <p:nvPr/>
          </p:nvSpPr>
          <p:spPr>
            <a:xfrm>
              <a:off x="6883136" y="4380069"/>
              <a:ext cx="49152" cy="874956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0D3EF713-6D36-7C45-9D19-A47225955CDD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7" name="Rectangle 40">
              <a:extLst>
                <a:ext uri="{FF2B5EF4-FFF2-40B4-BE49-F238E27FC236}">
                  <a16:creationId xmlns:a16="http://schemas.microsoft.com/office/drawing/2014/main" id="{6CC0ADCE-D5AF-F7FE-2ADF-256921EBDCE6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Rectangle 40">
              <a:extLst>
                <a:ext uri="{FF2B5EF4-FFF2-40B4-BE49-F238E27FC236}">
                  <a16:creationId xmlns:a16="http://schemas.microsoft.com/office/drawing/2014/main" id="{9CC087BA-30AB-272E-A7EE-8D9F3233501F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B4EF098A-88C7-8684-9674-2E0467BFCF07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0" name="Rectangle 41">
              <a:extLst>
                <a:ext uri="{FF2B5EF4-FFF2-40B4-BE49-F238E27FC236}">
                  <a16:creationId xmlns:a16="http://schemas.microsoft.com/office/drawing/2014/main" id="{884F3D93-E3F3-B7F0-B892-758851FDF7B6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1" name="Rectangle 41">
              <a:extLst>
                <a:ext uri="{FF2B5EF4-FFF2-40B4-BE49-F238E27FC236}">
                  <a16:creationId xmlns:a16="http://schemas.microsoft.com/office/drawing/2014/main" id="{B8787A3E-630F-E04D-3DFC-5E5387FE23C3}"/>
                </a:ext>
              </a:extLst>
            </p:cNvPr>
            <p:cNvSpPr/>
            <p:nvPr/>
          </p:nvSpPr>
          <p:spPr>
            <a:xfrm>
              <a:off x="6938676" y="1414202"/>
              <a:ext cx="1011472" cy="3575339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290859"/>
                <a:gd name="connsiteY0" fmla="*/ 0 h 900601"/>
                <a:gd name="connsiteX1" fmla="*/ 3221888 w 3290859"/>
                <a:gd name="connsiteY1" fmla="*/ 0 h 900601"/>
                <a:gd name="connsiteX2" fmla="*/ 3290859 w 3290859"/>
                <a:gd name="connsiteY2" fmla="*/ 900601 h 900601"/>
                <a:gd name="connsiteX3" fmla="*/ 0 w 3290859"/>
                <a:gd name="connsiteY3" fmla="*/ 856197 h 900601"/>
                <a:gd name="connsiteX4" fmla="*/ 482600 w 3290859"/>
                <a:gd name="connsiteY4" fmla="*/ 0 h 900601"/>
                <a:gd name="connsiteX0" fmla="*/ 482600 w 3257868"/>
                <a:gd name="connsiteY0" fmla="*/ 0 h 856197"/>
                <a:gd name="connsiteX1" fmla="*/ 3221888 w 3257868"/>
                <a:gd name="connsiteY1" fmla="*/ 0 h 856197"/>
                <a:gd name="connsiteX2" fmla="*/ 3257868 w 3257868"/>
                <a:gd name="connsiteY2" fmla="*/ 818125 h 856197"/>
                <a:gd name="connsiteX3" fmla="*/ 0 w 3257868"/>
                <a:gd name="connsiteY3" fmla="*/ 856197 h 856197"/>
                <a:gd name="connsiteX4" fmla="*/ 482600 w 3257868"/>
                <a:gd name="connsiteY4" fmla="*/ 0 h 856197"/>
                <a:gd name="connsiteX0" fmla="*/ 482600 w 3257868"/>
                <a:gd name="connsiteY0" fmla="*/ 610334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482600 w 3257868"/>
                <a:gd name="connsiteY4" fmla="*/ 610334 h 1466531"/>
                <a:gd name="connsiteX0" fmla="*/ 1043449 w 3257868"/>
                <a:gd name="connsiteY0" fmla="*/ 148458 h 1466531"/>
                <a:gd name="connsiteX1" fmla="*/ 3106417 w 3257868"/>
                <a:gd name="connsiteY1" fmla="*/ 0 h 1466531"/>
                <a:gd name="connsiteX2" fmla="*/ 3257868 w 3257868"/>
                <a:gd name="connsiteY2" fmla="*/ 1428459 h 1466531"/>
                <a:gd name="connsiteX3" fmla="*/ 0 w 3257868"/>
                <a:gd name="connsiteY3" fmla="*/ 1466531 h 1466531"/>
                <a:gd name="connsiteX4" fmla="*/ 1043449 w 3257868"/>
                <a:gd name="connsiteY4" fmla="*/ 148458 h 1466531"/>
                <a:gd name="connsiteX0" fmla="*/ 598067 w 2812486"/>
                <a:gd name="connsiteY0" fmla="*/ 148458 h 1450034"/>
                <a:gd name="connsiteX1" fmla="*/ 2661035 w 2812486"/>
                <a:gd name="connsiteY1" fmla="*/ 0 h 1450034"/>
                <a:gd name="connsiteX2" fmla="*/ 2812486 w 2812486"/>
                <a:gd name="connsiteY2" fmla="*/ 1428459 h 1450034"/>
                <a:gd name="connsiteX3" fmla="*/ 0 w 2812486"/>
                <a:gd name="connsiteY3" fmla="*/ 1450034 h 1450034"/>
                <a:gd name="connsiteX4" fmla="*/ 598067 w 2812486"/>
                <a:gd name="connsiteY4" fmla="*/ 148458 h 1450034"/>
                <a:gd name="connsiteX0" fmla="*/ 598067 w 2779495"/>
                <a:gd name="connsiteY0" fmla="*/ 148458 h 1469697"/>
                <a:gd name="connsiteX1" fmla="*/ 2661035 w 2779495"/>
                <a:gd name="connsiteY1" fmla="*/ 0 h 1469697"/>
                <a:gd name="connsiteX2" fmla="*/ 2779495 w 2779495"/>
                <a:gd name="connsiteY2" fmla="*/ 1469697 h 1469697"/>
                <a:gd name="connsiteX3" fmla="*/ 0 w 2779495"/>
                <a:gd name="connsiteY3" fmla="*/ 1450034 h 1469697"/>
                <a:gd name="connsiteX4" fmla="*/ 598067 w 2779495"/>
                <a:gd name="connsiteY4" fmla="*/ 148458 h 1469697"/>
                <a:gd name="connsiteX0" fmla="*/ 581570 w 2762998"/>
                <a:gd name="connsiteY0" fmla="*/ 148458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581570 w 2762998"/>
                <a:gd name="connsiteY4" fmla="*/ 148458 h 1469697"/>
                <a:gd name="connsiteX0" fmla="*/ 177425 w 2762998"/>
                <a:gd name="connsiteY0" fmla="*/ 16494 h 1469697"/>
                <a:gd name="connsiteX1" fmla="*/ 2644538 w 2762998"/>
                <a:gd name="connsiteY1" fmla="*/ 0 h 1469697"/>
                <a:gd name="connsiteX2" fmla="*/ 2762998 w 2762998"/>
                <a:gd name="connsiteY2" fmla="*/ 1469697 h 1469697"/>
                <a:gd name="connsiteX3" fmla="*/ 0 w 2762998"/>
                <a:gd name="connsiteY3" fmla="*/ 1466531 h 1469697"/>
                <a:gd name="connsiteX4" fmla="*/ 177425 w 2762998"/>
                <a:gd name="connsiteY4" fmla="*/ 16494 h 1469697"/>
                <a:gd name="connsiteX0" fmla="*/ 177425 w 2762998"/>
                <a:gd name="connsiteY0" fmla="*/ 8247 h 1461450"/>
                <a:gd name="connsiteX1" fmla="*/ 2496076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177425 w 2762998"/>
                <a:gd name="connsiteY0" fmla="*/ 8247 h 1461450"/>
                <a:gd name="connsiteX1" fmla="*/ 2652785 w 2762998"/>
                <a:gd name="connsiteY1" fmla="*/ 0 h 1461450"/>
                <a:gd name="connsiteX2" fmla="*/ 2762998 w 2762998"/>
                <a:gd name="connsiteY2" fmla="*/ 1461450 h 1461450"/>
                <a:gd name="connsiteX3" fmla="*/ 0 w 2762998"/>
                <a:gd name="connsiteY3" fmla="*/ 1458284 h 1461450"/>
                <a:gd name="connsiteX4" fmla="*/ 177425 w 2762998"/>
                <a:gd name="connsiteY4" fmla="*/ 8247 h 1461450"/>
                <a:gd name="connsiteX0" fmla="*/ 0 w 2585573"/>
                <a:gd name="connsiteY0" fmla="*/ 8247 h 1461450"/>
                <a:gd name="connsiteX1" fmla="*/ 2475360 w 2585573"/>
                <a:gd name="connsiteY1" fmla="*/ 0 h 1461450"/>
                <a:gd name="connsiteX2" fmla="*/ 2585573 w 2585573"/>
                <a:gd name="connsiteY2" fmla="*/ 1461450 h 1461450"/>
                <a:gd name="connsiteX3" fmla="*/ 1397905 w 2585573"/>
                <a:gd name="connsiteY3" fmla="*/ 1441261 h 1461450"/>
                <a:gd name="connsiteX4" fmla="*/ 0 w 2585573"/>
                <a:gd name="connsiteY4" fmla="*/ 8247 h 1461450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397905 w 2475360"/>
                <a:gd name="connsiteY3" fmla="*/ 1441261 h 1830257"/>
                <a:gd name="connsiteX4" fmla="*/ 0 w 2475360"/>
                <a:gd name="connsiteY4" fmla="*/ 8247 h 1830257"/>
                <a:gd name="connsiteX0" fmla="*/ 0 w 2475360"/>
                <a:gd name="connsiteY0" fmla="*/ 8247 h 1830257"/>
                <a:gd name="connsiteX1" fmla="*/ 2475360 w 2475360"/>
                <a:gd name="connsiteY1" fmla="*/ 0 h 1830257"/>
                <a:gd name="connsiteX2" fmla="*/ 1958741 w 2475360"/>
                <a:gd name="connsiteY2" fmla="*/ 1830257 h 1830257"/>
                <a:gd name="connsiteX3" fmla="*/ 1507875 w 2475360"/>
                <a:gd name="connsiteY3" fmla="*/ 1418566 h 1830257"/>
                <a:gd name="connsiteX4" fmla="*/ 0 w 2475360"/>
                <a:gd name="connsiteY4" fmla="*/ 8247 h 1830257"/>
                <a:gd name="connsiteX0" fmla="*/ 361625 w 967485"/>
                <a:gd name="connsiteY0" fmla="*/ 0 h 1839032"/>
                <a:gd name="connsiteX1" fmla="*/ 967485 w 967485"/>
                <a:gd name="connsiteY1" fmla="*/ 8775 h 1839032"/>
                <a:gd name="connsiteX2" fmla="*/ 450866 w 967485"/>
                <a:gd name="connsiteY2" fmla="*/ 1839032 h 1839032"/>
                <a:gd name="connsiteX3" fmla="*/ 0 w 967485"/>
                <a:gd name="connsiteY3" fmla="*/ 1427341 h 1839032"/>
                <a:gd name="connsiteX4" fmla="*/ 361625 w 967485"/>
                <a:gd name="connsiteY4" fmla="*/ 0 h 1839032"/>
                <a:gd name="connsiteX0" fmla="*/ 427607 w 967485"/>
                <a:gd name="connsiteY0" fmla="*/ 0 h 1844706"/>
                <a:gd name="connsiteX1" fmla="*/ 967485 w 967485"/>
                <a:gd name="connsiteY1" fmla="*/ 14449 h 1844706"/>
                <a:gd name="connsiteX2" fmla="*/ 450866 w 967485"/>
                <a:gd name="connsiteY2" fmla="*/ 1844706 h 1844706"/>
                <a:gd name="connsiteX3" fmla="*/ 0 w 967485"/>
                <a:gd name="connsiteY3" fmla="*/ 1433015 h 1844706"/>
                <a:gd name="connsiteX4" fmla="*/ 427607 w 967485"/>
                <a:gd name="connsiteY4" fmla="*/ 0 h 1844706"/>
                <a:gd name="connsiteX0" fmla="*/ 471595 w 1011473"/>
                <a:gd name="connsiteY0" fmla="*/ 0 h 1844706"/>
                <a:gd name="connsiteX1" fmla="*/ 1011473 w 1011473"/>
                <a:gd name="connsiteY1" fmla="*/ 14449 h 1844706"/>
                <a:gd name="connsiteX2" fmla="*/ 494854 w 1011473"/>
                <a:gd name="connsiteY2" fmla="*/ 1844706 h 1844706"/>
                <a:gd name="connsiteX3" fmla="*/ 0 w 1011473"/>
                <a:gd name="connsiteY3" fmla="*/ 1410319 h 1844706"/>
                <a:gd name="connsiteX4" fmla="*/ 471595 w 1011473"/>
                <a:gd name="connsiteY4" fmla="*/ 0 h 1844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473" h="1844706">
                  <a:moveTo>
                    <a:pt x="471595" y="0"/>
                  </a:moveTo>
                  <a:lnTo>
                    <a:pt x="1011473" y="14449"/>
                  </a:lnTo>
                  <a:lnTo>
                    <a:pt x="494854" y="1844706"/>
                  </a:lnTo>
                  <a:lnTo>
                    <a:pt x="0" y="1410319"/>
                  </a:lnTo>
                  <a:lnTo>
                    <a:pt x="471595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E5A01534-0A84-612B-6A29-14723DA977D6}"/>
              </a:ext>
            </a:extLst>
          </p:cNvPr>
          <p:cNvGrpSpPr/>
          <p:nvPr/>
        </p:nvGrpSpPr>
        <p:grpSpPr>
          <a:xfrm>
            <a:off x="8717727" y="8570102"/>
            <a:ext cx="1456504" cy="1522908"/>
            <a:chOff x="10127150" y="4575203"/>
            <a:chExt cx="918640" cy="960522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970AAD13-EA36-21BD-ADF5-8427773E24AC}"/>
                </a:ext>
              </a:extLst>
            </p:cNvPr>
            <p:cNvCxnSpPr>
              <a:cxnSpLocks/>
            </p:cNvCxnSpPr>
            <p:nvPr/>
          </p:nvCxnSpPr>
          <p:spPr>
            <a:xfrm>
              <a:off x="10667732" y="4818159"/>
              <a:ext cx="19885" cy="673312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841C3579-C533-8FEC-192D-57B18F633EF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6960" y="4740309"/>
              <a:ext cx="19319" cy="683047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59" name="Rectangle: Top Corners Rounded 258">
              <a:extLst>
                <a:ext uri="{FF2B5EF4-FFF2-40B4-BE49-F238E27FC236}">
                  <a16:creationId xmlns:a16="http://schemas.microsoft.com/office/drawing/2014/main" id="{123C561E-0986-8F92-4FC9-CD3AE6E867E9}"/>
                </a:ext>
              </a:extLst>
            </p:cNvPr>
            <p:cNvSpPr/>
            <p:nvPr/>
          </p:nvSpPr>
          <p:spPr>
            <a:xfrm flipH="1">
              <a:off x="10127150" y="533893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260" name="Rectangle: Top Corners Rounded 259">
              <a:extLst>
                <a:ext uri="{FF2B5EF4-FFF2-40B4-BE49-F238E27FC236}">
                  <a16:creationId xmlns:a16="http://schemas.microsoft.com/office/drawing/2014/main" id="{252739BD-65C0-E505-D147-9F39A2940370}"/>
                </a:ext>
              </a:extLst>
            </p:cNvPr>
            <p:cNvSpPr/>
            <p:nvPr/>
          </p:nvSpPr>
          <p:spPr>
            <a:xfrm flipH="1">
              <a:off x="10438075" y="5430873"/>
              <a:ext cx="350446" cy="10485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14300">
                <a:prstClr val="black"/>
              </a:innerShdw>
            </a:effectLst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4698E7F-F376-FDF8-D93A-D167CA9FAF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28057" y="4575203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B42CD470-4FB4-A29F-124D-CAC155162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2444" y="4645642"/>
              <a:ext cx="393346" cy="185500"/>
            </a:xfrm>
            <a:prstGeom prst="line">
              <a:avLst/>
            </a:prstGeom>
            <a:no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428D7DA9-1A9C-CF13-5366-885F0A84492F}"/>
              </a:ext>
            </a:extLst>
          </p:cNvPr>
          <p:cNvGrpSpPr/>
          <p:nvPr/>
        </p:nvGrpSpPr>
        <p:grpSpPr>
          <a:xfrm flipH="1">
            <a:off x="8376690" y="5483340"/>
            <a:ext cx="3192486" cy="3250503"/>
            <a:chOff x="1037067" y="3573581"/>
            <a:chExt cx="1418628" cy="1444408"/>
          </a:xfrm>
        </p:grpSpPr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D01DEFE1-E88C-0D67-2C7C-830762C81927}"/>
                </a:ext>
              </a:extLst>
            </p:cNvPr>
            <p:cNvGrpSpPr/>
            <p:nvPr/>
          </p:nvGrpSpPr>
          <p:grpSpPr>
            <a:xfrm>
              <a:off x="1037067" y="3573581"/>
              <a:ext cx="1418628" cy="1444408"/>
              <a:chOff x="1035570" y="2654171"/>
              <a:chExt cx="2211508" cy="2251695"/>
            </a:xfrm>
          </p:grpSpPr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0AFB646B-9D9B-2B9E-8EDE-05651094D48E}"/>
                  </a:ext>
                </a:extLst>
              </p:cNvPr>
              <p:cNvGrpSpPr/>
              <p:nvPr/>
            </p:nvGrpSpPr>
            <p:grpSpPr>
              <a:xfrm>
                <a:off x="1035570" y="2772027"/>
                <a:ext cx="2211508" cy="2133839"/>
                <a:chOff x="3631168" y="4906674"/>
                <a:chExt cx="2536874" cy="2447778"/>
              </a:xfrm>
            </p:grpSpPr>
            <p:sp>
              <p:nvSpPr>
                <p:cNvPr id="247" name="Oval 246">
                  <a:extLst>
                    <a:ext uri="{FF2B5EF4-FFF2-40B4-BE49-F238E27FC236}">
                      <a16:creationId xmlns:a16="http://schemas.microsoft.com/office/drawing/2014/main" id="{E89108A3-AA4B-162B-100D-B2BD6AB91566}"/>
                    </a:ext>
                  </a:extLst>
                </p:cNvPr>
                <p:cNvSpPr/>
                <p:nvPr/>
              </p:nvSpPr>
              <p:spPr>
                <a:xfrm>
                  <a:off x="3631168" y="4906674"/>
                  <a:ext cx="2536874" cy="2447778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8" name="Oval 247">
                  <a:extLst>
                    <a:ext uri="{FF2B5EF4-FFF2-40B4-BE49-F238E27FC236}">
                      <a16:creationId xmlns:a16="http://schemas.microsoft.com/office/drawing/2014/main" id="{154901DD-6C4A-8F6D-8A18-25DDEEFF44D0}"/>
                    </a:ext>
                  </a:extLst>
                </p:cNvPr>
                <p:cNvSpPr/>
                <p:nvPr/>
              </p:nvSpPr>
              <p:spPr>
                <a:xfrm>
                  <a:off x="4468273" y="5794816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F4721FA4-E6AD-BD0F-5211-66D08657353B}"/>
                    </a:ext>
                  </a:extLst>
                </p:cNvPr>
                <p:cNvSpPr/>
                <p:nvPr/>
              </p:nvSpPr>
              <p:spPr>
                <a:xfrm rot="20548923">
                  <a:off x="5089990" y="6162953"/>
                  <a:ext cx="184935" cy="190500"/>
                </a:xfrm>
                <a:custGeom>
                  <a:avLst/>
                  <a:gdLst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166688 w 209668"/>
                    <a:gd name="connsiteY5" fmla="*/ 52387 h 195262"/>
                    <a:gd name="connsiteX6" fmla="*/ 200025 w 209668"/>
                    <a:gd name="connsiteY6" fmla="*/ 61912 h 195262"/>
                    <a:gd name="connsiteX7" fmla="*/ 209550 w 209668"/>
                    <a:gd name="connsiteY7" fmla="*/ 76200 h 195262"/>
                    <a:gd name="connsiteX8" fmla="*/ 185738 w 209668"/>
                    <a:gd name="connsiteY8" fmla="*/ 157162 h 195262"/>
                    <a:gd name="connsiteX9" fmla="*/ 166688 w 209668"/>
                    <a:gd name="connsiteY9" fmla="*/ 166687 h 195262"/>
                    <a:gd name="connsiteX10" fmla="*/ 123825 w 209668"/>
                    <a:gd name="connsiteY10" fmla="*/ 185737 h 195262"/>
                    <a:gd name="connsiteX11" fmla="*/ 109538 w 209668"/>
                    <a:gd name="connsiteY11" fmla="*/ 190500 h 195262"/>
                    <a:gd name="connsiteX12" fmla="*/ 95250 w 209668"/>
                    <a:gd name="connsiteY12" fmla="*/ 195262 h 195262"/>
                    <a:gd name="connsiteX13" fmla="*/ 23813 w 209668"/>
                    <a:gd name="connsiteY13" fmla="*/ 190500 h 195262"/>
                    <a:gd name="connsiteX14" fmla="*/ 9525 w 209668"/>
                    <a:gd name="connsiteY14" fmla="*/ 185737 h 195262"/>
                    <a:gd name="connsiteX15" fmla="*/ 0 w 209668"/>
                    <a:gd name="connsiteY15" fmla="*/ 176212 h 195262"/>
                    <a:gd name="connsiteX0" fmla="*/ 33338 w 209668"/>
                    <a:gd name="connsiteY0" fmla="*/ 0 h 195262"/>
                    <a:gd name="connsiteX1" fmla="*/ 57150 w 209668"/>
                    <a:gd name="connsiteY1" fmla="*/ 14287 h 195262"/>
                    <a:gd name="connsiteX2" fmla="*/ 71438 w 209668"/>
                    <a:gd name="connsiteY2" fmla="*/ 23812 h 195262"/>
                    <a:gd name="connsiteX3" fmla="*/ 114300 w 209668"/>
                    <a:gd name="connsiteY3" fmla="*/ 33337 h 195262"/>
                    <a:gd name="connsiteX4" fmla="*/ 128588 w 209668"/>
                    <a:gd name="connsiteY4" fmla="*/ 42862 h 195262"/>
                    <a:gd name="connsiteX5" fmla="*/ 200025 w 209668"/>
                    <a:gd name="connsiteY5" fmla="*/ 61912 h 195262"/>
                    <a:gd name="connsiteX6" fmla="*/ 209550 w 209668"/>
                    <a:gd name="connsiteY6" fmla="*/ 76200 h 195262"/>
                    <a:gd name="connsiteX7" fmla="*/ 185738 w 209668"/>
                    <a:gd name="connsiteY7" fmla="*/ 157162 h 195262"/>
                    <a:gd name="connsiteX8" fmla="*/ 166688 w 209668"/>
                    <a:gd name="connsiteY8" fmla="*/ 166687 h 195262"/>
                    <a:gd name="connsiteX9" fmla="*/ 123825 w 209668"/>
                    <a:gd name="connsiteY9" fmla="*/ 185737 h 195262"/>
                    <a:gd name="connsiteX10" fmla="*/ 109538 w 209668"/>
                    <a:gd name="connsiteY10" fmla="*/ 190500 h 195262"/>
                    <a:gd name="connsiteX11" fmla="*/ 95250 w 209668"/>
                    <a:gd name="connsiteY11" fmla="*/ 195262 h 195262"/>
                    <a:gd name="connsiteX12" fmla="*/ 23813 w 209668"/>
                    <a:gd name="connsiteY12" fmla="*/ 190500 h 195262"/>
                    <a:gd name="connsiteX13" fmla="*/ 9525 w 209668"/>
                    <a:gd name="connsiteY13" fmla="*/ 185737 h 195262"/>
                    <a:gd name="connsiteX14" fmla="*/ 0 w 209668"/>
                    <a:gd name="connsiteY14" fmla="*/ 176212 h 195262"/>
                    <a:gd name="connsiteX0" fmla="*/ 33338 w 202730"/>
                    <a:gd name="connsiteY0" fmla="*/ 0 h 195262"/>
                    <a:gd name="connsiteX1" fmla="*/ 57150 w 202730"/>
                    <a:gd name="connsiteY1" fmla="*/ 14287 h 195262"/>
                    <a:gd name="connsiteX2" fmla="*/ 71438 w 202730"/>
                    <a:gd name="connsiteY2" fmla="*/ 23812 h 195262"/>
                    <a:gd name="connsiteX3" fmla="*/ 114300 w 202730"/>
                    <a:gd name="connsiteY3" fmla="*/ 33337 h 195262"/>
                    <a:gd name="connsiteX4" fmla="*/ 128588 w 202730"/>
                    <a:gd name="connsiteY4" fmla="*/ 42862 h 195262"/>
                    <a:gd name="connsiteX5" fmla="*/ 200025 w 202730"/>
                    <a:gd name="connsiteY5" fmla="*/ 61912 h 195262"/>
                    <a:gd name="connsiteX6" fmla="*/ 185738 w 202730"/>
                    <a:gd name="connsiteY6" fmla="*/ 157162 h 195262"/>
                    <a:gd name="connsiteX7" fmla="*/ 166688 w 202730"/>
                    <a:gd name="connsiteY7" fmla="*/ 166687 h 195262"/>
                    <a:gd name="connsiteX8" fmla="*/ 123825 w 202730"/>
                    <a:gd name="connsiteY8" fmla="*/ 185737 h 195262"/>
                    <a:gd name="connsiteX9" fmla="*/ 109538 w 202730"/>
                    <a:gd name="connsiteY9" fmla="*/ 190500 h 195262"/>
                    <a:gd name="connsiteX10" fmla="*/ 95250 w 202730"/>
                    <a:gd name="connsiteY10" fmla="*/ 195262 h 195262"/>
                    <a:gd name="connsiteX11" fmla="*/ 23813 w 202730"/>
                    <a:gd name="connsiteY11" fmla="*/ 190500 h 195262"/>
                    <a:gd name="connsiteX12" fmla="*/ 9525 w 202730"/>
                    <a:gd name="connsiteY12" fmla="*/ 185737 h 195262"/>
                    <a:gd name="connsiteX13" fmla="*/ 0 w 202730"/>
                    <a:gd name="connsiteY13" fmla="*/ 176212 h 195262"/>
                    <a:gd name="connsiteX0" fmla="*/ 33338 w 207126"/>
                    <a:gd name="connsiteY0" fmla="*/ 0 h 195262"/>
                    <a:gd name="connsiteX1" fmla="*/ 57150 w 207126"/>
                    <a:gd name="connsiteY1" fmla="*/ 14287 h 195262"/>
                    <a:gd name="connsiteX2" fmla="*/ 71438 w 207126"/>
                    <a:gd name="connsiteY2" fmla="*/ 23812 h 195262"/>
                    <a:gd name="connsiteX3" fmla="*/ 114300 w 207126"/>
                    <a:gd name="connsiteY3" fmla="*/ 33337 h 195262"/>
                    <a:gd name="connsiteX4" fmla="*/ 128588 w 207126"/>
                    <a:gd name="connsiteY4" fmla="*/ 42862 h 195262"/>
                    <a:gd name="connsiteX5" fmla="*/ 204787 w 207126"/>
                    <a:gd name="connsiteY5" fmla="*/ 76199 h 195262"/>
                    <a:gd name="connsiteX6" fmla="*/ 185738 w 207126"/>
                    <a:gd name="connsiteY6" fmla="*/ 157162 h 195262"/>
                    <a:gd name="connsiteX7" fmla="*/ 166688 w 207126"/>
                    <a:gd name="connsiteY7" fmla="*/ 166687 h 195262"/>
                    <a:gd name="connsiteX8" fmla="*/ 123825 w 207126"/>
                    <a:gd name="connsiteY8" fmla="*/ 185737 h 195262"/>
                    <a:gd name="connsiteX9" fmla="*/ 109538 w 207126"/>
                    <a:gd name="connsiteY9" fmla="*/ 190500 h 195262"/>
                    <a:gd name="connsiteX10" fmla="*/ 95250 w 207126"/>
                    <a:gd name="connsiteY10" fmla="*/ 195262 h 195262"/>
                    <a:gd name="connsiteX11" fmla="*/ 23813 w 207126"/>
                    <a:gd name="connsiteY11" fmla="*/ 190500 h 195262"/>
                    <a:gd name="connsiteX12" fmla="*/ 9525 w 207126"/>
                    <a:gd name="connsiteY12" fmla="*/ 185737 h 195262"/>
                    <a:gd name="connsiteX13" fmla="*/ 0 w 207126"/>
                    <a:gd name="connsiteY13" fmla="*/ 176212 h 195262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109538 w 207126"/>
                    <a:gd name="connsiteY9" fmla="*/ 190500 h 190500"/>
                    <a:gd name="connsiteX10" fmla="*/ 23813 w 207126"/>
                    <a:gd name="connsiteY10" fmla="*/ 190500 h 190500"/>
                    <a:gd name="connsiteX11" fmla="*/ 9525 w 207126"/>
                    <a:gd name="connsiteY11" fmla="*/ 185737 h 190500"/>
                    <a:gd name="connsiteX12" fmla="*/ 0 w 207126"/>
                    <a:gd name="connsiteY12" fmla="*/ 176212 h 190500"/>
                    <a:gd name="connsiteX0" fmla="*/ 33338 w 207126"/>
                    <a:gd name="connsiteY0" fmla="*/ 0 h 190500"/>
                    <a:gd name="connsiteX1" fmla="*/ 57150 w 207126"/>
                    <a:gd name="connsiteY1" fmla="*/ 14287 h 190500"/>
                    <a:gd name="connsiteX2" fmla="*/ 71438 w 207126"/>
                    <a:gd name="connsiteY2" fmla="*/ 23812 h 190500"/>
                    <a:gd name="connsiteX3" fmla="*/ 114300 w 207126"/>
                    <a:gd name="connsiteY3" fmla="*/ 33337 h 190500"/>
                    <a:gd name="connsiteX4" fmla="*/ 128588 w 207126"/>
                    <a:gd name="connsiteY4" fmla="*/ 42862 h 190500"/>
                    <a:gd name="connsiteX5" fmla="*/ 204787 w 207126"/>
                    <a:gd name="connsiteY5" fmla="*/ 76199 h 190500"/>
                    <a:gd name="connsiteX6" fmla="*/ 185738 w 207126"/>
                    <a:gd name="connsiteY6" fmla="*/ 157162 h 190500"/>
                    <a:gd name="connsiteX7" fmla="*/ 166688 w 207126"/>
                    <a:gd name="connsiteY7" fmla="*/ 166687 h 190500"/>
                    <a:gd name="connsiteX8" fmla="*/ 123825 w 207126"/>
                    <a:gd name="connsiteY8" fmla="*/ 185737 h 190500"/>
                    <a:gd name="connsiteX9" fmla="*/ 23813 w 207126"/>
                    <a:gd name="connsiteY9" fmla="*/ 190500 h 190500"/>
                    <a:gd name="connsiteX10" fmla="*/ 9525 w 207126"/>
                    <a:gd name="connsiteY10" fmla="*/ 185737 h 190500"/>
                    <a:gd name="connsiteX11" fmla="*/ 0 w 207126"/>
                    <a:gd name="connsiteY11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71438 w 207779"/>
                    <a:gd name="connsiteY2" fmla="*/ 23812 h 190500"/>
                    <a:gd name="connsiteX3" fmla="*/ 114300 w 207779"/>
                    <a:gd name="connsiteY3" fmla="*/ 33337 h 190500"/>
                    <a:gd name="connsiteX4" fmla="*/ 128588 w 207779"/>
                    <a:gd name="connsiteY4" fmla="*/ 42862 h 190500"/>
                    <a:gd name="connsiteX5" fmla="*/ 204787 w 207779"/>
                    <a:gd name="connsiteY5" fmla="*/ 76199 h 190500"/>
                    <a:gd name="connsiteX6" fmla="*/ 185738 w 207779"/>
                    <a:gd name="connsiteY6" fmla="*/ 157162 h 190500"/>
                    <a:gd name="connsiteX7" fmla="*/ 123825 w 207779"/>
                    <a:gd name="connsiteY7" fmla="*/ 185737 h 190500"/>
                    <a:gd name="connsiteX8" fmla="*/ 23813 w 207779"/>
                    <a:gd name="connsiteY8" fmla="*/ 190500 h 190500"/>
                    <a:gd name="connsiteX9" fmla="*/ 9525 w 207779"/>
                    <a:gd name="connsiteY9" fmla="*/ 185737 h 190500"/>
                    <a:gd name="connsiteX10" fmla="*/ 0 w 207779"/>
                    <a:gd name="connsiteY10" fmla="*/ 176212 h 190500"/>
                    <a:gd name="connsiteX0" fmla="*/ 33338 w 207779"/>
                    <a:gd name="connsiteY0" fmla="*/ 0 h 190500"/>
                    <a:gd name="connsiteX1" fmla="*/ 57150 w 207779"/>
                    <a:gd name="connsiteY1" fmla="*/ 14287 h 190500"/>
                    <a:gd name="connsiteX2" fmla="*/ 114300 w 207779"/>
                    <a:gd name="connsiteY2" fmla="*/ 33337 h 190500"/>
                    <a:gd name="connsiteX3" fmla="*/ 128588 w 207779"/>
                    <a:gd name="connsiteY3" fmla="*/ 42862 h 190500"/>
                    <a:gd name="connsiteX4" fmla="*/ 204787 w 207779"/>
                    <a:gd name="connsiteY4" fmla="*/ 76199 h 190500"/>
                    <a:gd name="connsiteX5" fmla="*/ 185738 w 207779"/>
                    <a:gd name="connsiteY5" fmla="*/ 157162 h 190500"/>
                    <a:gd name="connsiteX6" fmla="*/ 123825 w 207779"/>
                    <a:gd name="connsiteY6" fmla="*/ 185737 h 190500"/>
                    <a:gd name="connsiteX7" fmla="*/ 23813 w 207779"/>
                    <a:gd name="connsiteY7" fmla="*/ 190500 h 190500"/>
                    <a:gd name="connsiteX8" fmla="*/ 9525 w 207779"/>
                    <a:gd name="connsiteY8" fmla="*/ 185737 h 190500"/>
                    <a:gd name="connsiteX9" fmla="*/ 0 w 207779"/>
                    <a:gd name="connsiteY9" fmla="*/ 176212 h 190500"/>
                    <a:gd name="connsiteX0" fmla="*/ 33338 w 208748"/>
                    <a:gd name="connsiteY0" fmla="*/ 0 h 190500"/>
                    <a:gd name="connsiteX1" fmla="*/ 57150 w 208748"/>
                    <a:gd name="connsiteY1" fmla="*/ 14287 h 190500"/>
                    <a:gd name="connsiteX2" fmla="*/ 114300 w 208748"/>
                    <a:gd name="connsiteY2" fmla="*/ 33337 h 190500"/>
                    <a:gd name="connsiteX3" fmla="*/ 204787 w 208748"/>
                    <a:gd name="connsiteY3" fmla="*/ 76199 h 190500"/>
                    <a:gd name="connsiteX4" fmla="*/ 185738 w 208748"/>
                    <a:gd name="connsiteY4" fmla="*/ 157162 h 190500"/>
                    <a:gd name="connsiteX5" fmla="*/ 123825 w 208748"/>
                    <a:gd name="connsiteY5" fmla="*/ 185737 h 190500"/>
                    <a:gd name="connsiteX6" fmla="*/ 23813 w 208748"/>
                    <a:gd name="connsiteY6" fmla="*/ 190500 h 190500"/>
                    <a:gd name="connsiteX7" fmla="*/ 9525 w 208748"/>
                    <a:gd name="connsiteY7" fmla="*/ 185737 h 190500"/>
                    <a:gd name="connsiteX8" fmla="*/ 0 w 208748"/>
                    <a:gd name="connsiteY8" fmla="*/ 176212 h 190500"/>
                    <a:gd name="connsiteX0" fmla="*/ 23813 w 199223"/>
                    <a:gd name="connsiteY0" fmla="*/ 0 h 190500"/>
                    <a:gd name="connsiteX1" fmla="*/ 47625 w 199223"/>
                    <a:gd name="connsiteY1" fmla="*/ 14287 h 190500"/>
                    <a:gd name="connsiteX2" fmla="*/ 104775 w 199223"/>
                    <a:gd name="connsiteY2" fmla="*/ 33337 h 190500"/>
                    <a:gd name="connsiteX3" fmla="*/ 195262 w 199223"/>
                    <a:gd name="connsiteY3" fmla="*/ 76199 h 190500"/>
                    <a:gd name="connsiteX4" fmla="*/ 176213 w 199223"/>
                    <a:gd name="connsiteY4" fmla="*/ 157162 h 190500"/>
                    <a:gd name="connsiteX5" fmla="*/ 114300 w 199223"/>
                    <a:gd name="connsiteY5" fmla="*/ 185737 h 190500"/>
                    <a:gd name="connsiteX6" fmla="*/ 14288 w 199223"/>
                    <a:gd name="connsiteY6" fmla="*/ 190500 h 190500"/>
                    <a:gd name="connsiteX7" fmla="*/ 0 w 199223"/>
                    <a:gd name="connsiteY7" fmla="*/ 185737 h 190500"/>
                    <a:gd name="connsiteX0" fmla="*/ 9525 w 184935"/>
                    <a:gd name="connsiteY0" fmla="*/ 0 h 190500"/>
                    <a:gd name="connsiteX1" fmla="*/ 33337 w 184935"/>
                    <a:gd name="connsiteY1" fmla="*/ 14287 h 190500"/>
                    <a:gd name="connsiteX2" fmla="*/ 90487 w 184935"/>
                    <a:gd name="connsiteY2" fmla="*/ 33337 h 190500"/>
                    <a:gd name="connsiteX3" fmla="*/ 180974 w 184935"/>
                    <a:gd name="connsiteY3" fmla="*/ 76199 h 190500"/>
                    <a:gd name="connsiteX4" fmla="*/ 161925 w 184935"/>
                    <a:gd name="connsiteY4" fmla="*/ 157162 h 190500"/>
                    <a:gd name="connsiteX5" fmla="*/ 100012 w 184935"/>
                    <a:gd name="connsiteY5" fmla="*/ 185737 h 190500"/>
                    <a:gd name="connsiteX6" fmla="*/ 0 w 184935"/>
                    <a:gd name="connsiteY6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35" h="190500">
                      <a:moveTo>
                        <a:pt x="9525" y="0"/>
                      </a:moveTo>
                      <a:cubicBezTo>
                        <a:pt x="17462" y="4762"/>
                        <a:pt x="19843" y="8731"/>
                        <a:pt x="33337" y="14287"/>
                      </a:cubicBezTo>
                      <a:cubicBezTo>
                        <a:pt x="46831" y="19843"/>
                        <a:pt x="65881" y="23018"/>
                        <a:pt x="90487" y="33337"/>
                      </a:cubicBezTo>
                      <a:cubicBezTo>
                        <a:pt x="115093" y="43656"/>
                        <a:pt x="169068" y="55562"/>
                        <a:pt x="180974" y="76199"/>
                      </a:cubicBezTo>
                      <a:cubicBezTo>
                        <a:pt x="192880" y="96836"/>
                        <a:pt x="175419" y="138906"/>
                        <a:pt x="161925" y="157162"/>
                      </a:cubicBezTo>
                      <a:cubicBezTo>
                        <a:pt x="148431" y="175418"/>
                        <a:pt x="126999" y="180181"/>
                        <a:pt x="100012" y="185737"/>
                      </a:cubicBezTo>
                      <a:cubicBezTo>
                        <a:pt x="73025" y="191293"/>
                        <a:pt x="33337" y="188912"/>
                        <a:pt x="0" y="19050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3" name="Oval 252">
                  <a:extLst>
                    <a:ext uri="{FF2B5EF4-FFF2-40B4-BE49-F238E27FC236}">
                      <a16:creationId xmlns:a16="http://schemas.microsoft.com/office/drawing/2014/main" id="{77CF09FC-AF2D-E6F6-7E16-829CCA3FEA5F}"/>
                    </a:ext>
                  </a:extLst>
                </p:cNvPr>
                <p:cNvSpPr/>
                <p:nvPr/>
              </p:nvSpPr>
              <p:spPr>
                <a:xfrm>
                  <a:off x="5350866" y="5794815"/>
                  <a:ext cx="261279" cy="259520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4" name="Oval 253">
                  <a:extLst>
                    <a:ext uri="{FF2B5EF4-FFF2-40B4-BE49-F238E27FC236}">
                      <a16:creationId xmlns:a16="http://schemas.microsoft.com/office/drawing/2014/main" id="{99034302-3709-9440-79B6-500BF8B873F0}"/>
                    </a:ext>
                  </a:extLst>
                </p:cNvPr>
                <p:cNvSpPr/>
                <p:nvPr/>
              </p:nvSpPr>
              <p:spPr>
                <a:xfrm>
                  <a:off x="4609151" y="5857615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55" name="Oval 254">
                  <a:extLst>
                    <a:ext uri="{FF2B5EF4-FFF2-40B4-BE49-F238E27FC236}">
                      <a16:creationId xmlns:a16="http://schemas.microsoft.com/office/drawing/2014/main" id="{FB9A0D61-5F9C-C48C-AB00-AA0F0392D6BF}"/>
                    </a:ext>
                  </a:extLst>
                </p:cNvPr>
                <p:cNvSpPr/>
                <p:nvPr/>
              </p:nvSpPr>
              <p:spPr>
                <a:xfrm>
                  <a:off x="5440338" y="5852372"/>
                  <a:ext cx="100007" cy="130464"/>
                </a:xfrm>
                <a:prstGeom prst="ellipse">
                  <a:avLst/>
                </a:prstGeom>
                <a:solidFill>
                  <a:srgbClr val="ED7D31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41" name="Group 240">
                <a:extLst>
                  <a:ext uri="{FF2B5EF4-FFF2-40B4-BE49-F238E27FC236}">
                    <a16:creationId xmlns:a16="http://schemas.microsoft.com/office/drawing/2014/main" id="{5994BB79-2636-0B68-EC69-2144C844F3C5}"/>
                  </a:ext>
                </a:extLst>
              </p:cNvPr>
              <p:cNvGrpSpPr/>
              <p:nvPr/>
            </p:nvGrpSpPr>
            <p:grpSpPr>
              <a:xfrm flipH="1">
                <a:off x="1155138" y="2654171"/>
                <a:ext cx="1972366" cy="622593"/>
                <a:chOff x="914840" y="1896670"/>
                <a:chExt cx="1972366" cy="622593"/>
              </a:xfrm>
            </p:grpSpPr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F08E827F-BBE8-916A-F7F5-70A698E3DAEF}"/>
                    </a:ext>
                  </a:extLst>
                </p:cNvPr>
                <p:cNvSpPr/>
                <p:nvPr/>
              </p:nvSpPr>
              <p:spPr>
                <a:xfrm flipH="1">
                  <a:off x="914840" y="2386707"/>
                  <a:ext cx="1972366" cy="132556"/>
                </a:xfrm>
                <a:custGeom>
                  <a:avLst/>
                  <a:gdLst>
                    <a:gd name="connsiteX0" fmla="*/ 986183 w 1972366"/>
                    <a:gd name="connsiteY0" fmla="*/ 0 h 132556"/>
                    <a:gd name="connsiteX1" fmla="*/ 69274 w 1972366"/>
                    <a:gd name="connsiteY1" fmla="*/ 29221 h 132556"/>
                    <a:gd name="connsiteX2" fmla="*/ 36471 w 1972366"/>
                    <a:gd name="connsiteY2" fmla="*/ 32458 h 132556"/>
                    <a:gd name="connsiteX3" fmla="*/ 13888 w 1972366"/>
                    <a:gd name="connsiteY3" fmla="*/ 68325 h 132556"/>
                    <a:gd name="connsiteX4" fmla="*/ 0 w 1972366"/>
                    <a:gd name="connsiteY4" fmla="*/ 96142 h 132556"/>
                    <a:gd name="connsiteX5" fmla="*/ 13888 w 1972366"/>
                    <a:gd name="connsiteY5" fmla="*/ 97870 h 132556"/>
                    <a:gd name="connsiteX6" fmla="*/ 986183 w 1972366"/>
                    <a:gd name="connsiteY6" fmla="*/ 132556 h 132556"/>
                    <a:gd name="connsiteX7" fmla="*/ 1958478 w 1972366"/>
                    <a:gd name="connsiteY7" fmla="*/ 97870 h 132556"/>
                    <a:gd name="connsiteX8" fmla="*/ 1972366 w 1972366"/>
                    <a:gd name="connsiteY8" fmla="*/ 96142 h 132556"/>
                    <a:gd name="connsiteX9" fmla="*/ 1958478 w 1972366"/>
                    <a:gd name="connsiteY9" fmla="*/ 68325 h 132556"/>
                    <a:gd name="connsiteX10" fmla="*/ 1935895 w 1972366"/>
                    <a:gd name="connsiteY10" fmla="*/ 32458 h 132556"/>
                    <a:gd name="connsiteX11" fmla="*/ 1903092 w 1972366"/>
                    <a:gd name="connsiteY11" fmla="*/ 29221 h 132556"/>
                    <a:gd name="connsiteX12" fmla="*/ 986183 w 1972366"/>
                    <a:gd name="connsiteY12" fmla="*/ 0 h 132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972366" h="132556">
                      <a:moveTo>
                        <a:pt x="986183" y="0"/>
                      </a:moveTo>
                      <a:cubicBezTo>
                        <a:pt x="604501" y="0"/>
                        <a:pt x="267987" y="11592"/>
                        <a:pt x="69274" y="29221"/>
                      </a:cubicBezTo>
                      <a:lnTo>
                        <a:pt x="36471" y="32458"/>
                      </a:lnTo>
                      <a:lnTo>
                        <a:pt x="13888" y="68325"/>
                      </a:lnTo>
                      <a:lnTo>
                        <a:pt x="0" y="96142"/>
                      </a:lnTo>
                      <a:lnTo>
                        <a:pt x="13888" y="97870"/>
                      </a:lnTo>
                      <a:cubicBezTo>
                        <a:pt x="201135" y="118531"/>
                        <a:pt x="566333" y="132556"/>
                        <a:pt x="986183" y="132556"/>
                      </a:cubicBezTo>
                      <a:cubicBezTo>
                        <a:pt x="1406033" y="132556"/>
                        <a:pt x="1771231" y="118531"/>
                        <a:pt x="1958478" y="97870"/>
                      </a:cubicBezTo>
                      <a:lnTo>
                        <a:pt x="1972366" y="96142"/>
                      </a:lnTo>
                      <a:lnTo>
                        <a:pt x="1958478" y="68325"/>
                      </a:lnTo>
                      <a:lnTo>
                        <a:pt x="1935895" y="32458"/>
                      </a:lnTo>
                      <a:lnTo>
                        <a:pt x="1903092" y="29221"/>
                      </a:lnTo>
                      <a:cubicBezTo>
                        <a:pt x="1704380" y="11592"/>
                        <a:pt x="1367865" y="0"/>
                        <a:pt x="986183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DC48BAFE-8963-AE27-3D03-DA304FB13817}"/>
                    </a:ext>
                  </a:extLst>
                </p:cNvPr>
                <p:cNvSpPr/>
                <p:nvPr/>
              </p:nvSpPr>
              <p:spPr>
                <a:xfrm flipH="1">
                  <a:off x="951310" y="1896670"/>
                  <a:ext cx="1899425" cy="522495"/>
                </a:xfrm>
                <a:custGeom>
                  <a:avLst/>
                  <a:gdLst>
                    <a:gd name="connsiteX0" fmla="*/ 949712 w 1899424"/>
                    <a:gd name="connsiteY0" fmla="*/ 0 h 522495"/>
                    <a:gd name="connsiteX1" fmla="*/ 32803 w 1899424"/>
                    <a:gd name="connsiteY1" fmla="*/ 470394 h 522495"/>
                    <a:gd name="connsiteX2" fmla="*/ 0 w 1899424"/>
                    <a:gd name="connsiteY2" fmla="*/ 522495 h 522495"/>
                    <a:gd name="connsiteX3" fmla="*/ 32803 w 1899424"/>
                    <a:gd name="connsiteY3" fmla="*/ 519258 h 522495"/>
                    <a:gd name="connsiteX4" fmla="*/ 949712 w 1899424"/>
                    <a:gd name="connsiteY4" fmla="*/ 490037 h 522495"/>
                    <a:gd name="connsiteX5" fmla="*/ 1866621 w 1899424"/>
                    <a:gd name="connsiteY5" fmla="*/ 519258 h 522495"/>
                    <a:gd name="connsiteX6" fmla="*/ 1899424 w 1899424"/>
                    <a:gd name="connsiteY6" fmla="*/ 522495 h 522495"/>
                    <a:gd name="connsiteX7" fmla="*/ 1866621 w 1899424"/>
                    <a:gd name="connsiteY7" fmla="*/ 470394 h 522495"/>
                    <a:gd name="connsiteX8" fmla="*/ 949712 w 1899424"/>
                    <a:gd name="connsiteY8" fmla="*/ 0 h 522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99424" h="522495">
                      <a:moveTo>
                        <a:pt x="949712" y="0"/>
                      </a:moveTo>
                      <a:cubicBezTo>
                        <a:pt x="568030" y="0"/>
                        <a:pt x="231516" y="186592"/>
                        <a:pt x="32803" y="470394"/>
                      </a:cubicBezTo>
                      <a:lnTo>
                        <a:pt x="0" y="522495"/>
                      </a:lnTo>
                      <a:lnTo>
                        <a:pt x="32803" y="519258"/>
                      </a:lnTo>
                      <a:cubicBezTo>
                        <a:pt x="231516" y="501629"/>
                        <a:pt x="568030" y="490037"/>
                        <a:pt x="949712" y="490037"/>
                      </a:cubicBezTo>
                      <a:cubicBezTo>
                        <a:pt x="1331394" y="490037"/>
                        <a:pt x="1667909" y="501629"/>
                        <a:pt x="1866621" y="519258"/>
                      </a:cubicBezTo>
                      <a:lnTo>
                        <a:pt x="1899424" y="522495"/>
                      </a:lnTo>
                      <a:lnTo>
                        <a:pt x="1866621" y="470394"/>
                      </a:lnTo>
                      <a:cubicBezTo>
                        <a:pt x="1667909" y="186592"/>
                        <a:pt x="1331394" y="0"/>
                        <a:pt x="949712" y="0"/>
                      </a:cubicBezTo>
                      <a:close/>
                    </a:path>
                  </a:pathLst>
                </a:custGeom>
                <a:solidFill>
                  <a:sysClr val="windowText" lastClr="000000"/>
                </a:solidFill>
                <a:ln w="571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A0EFAED0-A19B-4C74-E4BE-90FC15B4BF61}"/>
                    </a:ext>
                  </a:extLst>
                </p:cNvPr>
                <p:cNvSpPr/>
                <p:nvPr/>
              </p:nvSpPr>
              <p:spPr>
                <a:xfrm flipH="1">
                  <a:off x="1432708" y="2347203"/>
                  <a:ext cx="156043" cy="63684"/>
                </a:xfrm>
                <a:custGeom>
                  <a:avLst/>
                  <a:gdLst>
                    <a:gd name="connsiteX0" fmla="*/ 156042 w 156042"/>
                    <a:gd name="connsiteY0" fmla="*/ 0 h 63684"/>
                    <a:gd name="connsiteX1" fmla="*/ 133459 w 156042"/>
                    <a:gd name="connsiteY1" fmla="*/ 2228 h 63684"/>
                    <a:gd name="connsiteX2" fmla="*/ 0 w 156042"/>
                    <a:gd name="connsiteY2" fmla="*/ 33820 h 63684"/>
                    <a:gd name="connsiteX3" fmla="*/ 86896 w 156042"/>
                    <a:gd name="connsiteY3" fmla="*/ 59618 h 63684"/>
                    <a:gd name="connsiteX4" fmla="*/ 119571 w 156042"/>
                    <a:gd name="connsiteY4" fmla="*/ 63684 h 63684"/>
                    <a:gd name="connsiteX5" fmla="*/ 133459 w 156042"/>
                    <a:gd name="connsiteY5" fmla="*/ 35867 h 63684"/>
                    <a:gd name="connsiteX6" fmla="*/ 156042 w 156042"/>
                    <a:gd name="connsiteY6" fmla="*/ 0 h 63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6042" h="63684">
                      <a:moveTo>
                        <a:pt x="156042" y="0"/>
                      </a:moveTo>
                      <a:lnTo>
                        <a:pt x="133459" y="2228"/>
                      </a:lnTo>
                      <a:cubicBezTo>
                        <a:pt x="48346" y="11619"/>
                        <a:pt x="0" y="22381"/>
                        <a:pt x="0" y="33820"/>
                      </a:cubicBezTo>
                      <a:cubicBezTo>
                        <a:pt x="0" y="42971"/>
                        <a:pt x="30942" y="51689"/>
                        <a:pt x="86896" y="59618"/>
                      </a:cubicBezTo>
                      <a:lnTo>
                        <a:pt x="119571" y="63684"/>
                      </a:lnTo>
                      <a:lnTo>
                        <a:pt x="133459" y="35867"/>
                      </a:lnTo>
                      <a:lnTo>
                        <a:pt x="156042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45721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sp>
          <p:nvSpPr>
            <p:cNvPr id="237" name="Arc 236">
              <a:extLst>
                <a:ext uri="{FF2B5EF4-FFF2-40B4-BE49-F238E27FC236}">
                  <a16:creationId xmlns:a16="http://schemas.microsoft.com/office/drawing/2014/main" id="{C0847247-C8C6-8D8B-AFF2-AD382ED0AA3A}"/>
                </a:ext>
              </a:extLst>
            </p:cNvPr>
            <p:cNvSpPr/>
            <p:nvPr/>
          </p:nvSpPr>
          <p:spPr>
            <a:xfrm rot="20364936">
              <a:off x="1404125" y="4304606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Arc 237">
              <a:extLst>
                <a:ext uri="{FF2B5EF4-FFF2-40B4-BE49-F238E27FC236}">
                  <a16:creationId xmlns:a16="http://schemas.microsoft.com/office/drawing/2014/main" id="{F25573AA-A6E0-99B2-6905-62BBE20A243A}"/>
                </a:ext>
              </a:extLst>
            </p:cNvPr>
            <p:cNvSpPr/>
            <p:nvPr/>
          </p:nvSpPr>
          <p:spPr>
            <a:xfrm rot="20364936">
              <a:off x="1898048" y="4302297"/>
              <a:ext cx="283451" cy="67487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9" name="Arc 238">
              <a:extLst>
                <a:ext uri="{FF2B5EF4-FFF2-40B4-BE49-F238E27FC236}">
                  <a16:creationId xmlns:a16="http://schemas.microsoft.com/office/drawing/2014/main" id="{7924F984-3420-03D5-800E-28DC2E348773}"/>
                </a:ext>
              </a:extLst>
            </p:cNvPr>
            <p:cNvSpPr/>
            <p:nvPr/>
          </p:nvSpPr>
          <p:spPr>
            <a:xfrm rot="10320247">
              <a:off x="1771428" y="4514880"/>
              <a:ext cx="143119" cy="60986"/>
            </a:xfrm>
            <a:prstGeom prst="arc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4B41975-83E4-22F1-93DB-D450338A1E9D}"/>
              </a:ext>
            </a:extLst>
          </p:cNvPr>
          <p:cNvGrpSpPr/>
          <p:nvPr/>
        </p:nvGrpSpPr>
        <p:grpSpPr>
          <a:xfrm>
            <a:off x="2018513" y="7181343"/>
            <a:ext cx="6996408" cy="4701842"/>
            <a:chOff x="3685243" y="4154915"/>
            <a:chExt cx="3758176" cy="2525632"/>
          </a:xfrm>
          <a:solidFill>
            <a:srgbClr val="E5BE97"/>
          </a:solidFill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4F3FFE-6BC1-7559-B3A5-B19259FEA829}"/>
                </a:ext>
              </a:extLst>
            </p:cNvPr>
            <p:cNvSpPr/>
            <p:nvPr/>
          </p:nvSpPr>
          <p:spPr>
            <a:xfrm>
              <a:off x="3685991" y="5156143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FE86726-7525-25BD-D879-C64D02A5863C}"/>
                </a:ext>
              </a:extLst>
            </p:cNvPr>
            <p:cNvSpPr/>
            <p:nvPr/>
          </p:nvSpPr>
          <p:spPr>
            <a:xfrm>
              <a:off x="7343108" y="5138201"/>
              <a:ext cx="85636" cy="152440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04FCC12-A1F4-C0E0-E468-BC945D11B77E}"/>
                </a:ext>
              </a:extLst>
            </p:cNvPr>
            <p:cNvSpPr/>
            <p:nvPr/>
          </p:nvSpPr>
          <p:spPr>
            <a:xfrm>
              <a:off x="4208354" y="4166209"/>
              <a:ext cx="2711953" cy="116525"/>
            </a:xfrm>
            <a:prstGeom prst="rect">
              <a:avLst/>
            </a:pr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ectangle 40">
              <a:extLst>
                <a:ext uri="{FF2B5EF4-FFF2-40B4-BE49-F238E27FC236}">
                  <a16:creationId xmlns:a16="http://schemas.microsoft.com/office/drawing/2014/main" id="{05681724-5722-52DE-3035-53EA87677C6E}"/>
                </a:ext>
              </a:extLst>
            </p:cNvPr>
            <p:cNvSpPr/>
            <p:nvPr/>
          </p:nvSpPr>
          <p:spPr>
            <a:xfrm flipH="1">
              <a:off x="3688501" y="4171376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9283 h 847090"/>
                <a:gd name="connsiteX1" fmla="*/ 28744 w 549897"/>
                <a:gd name="connsiteY1" fmla="*/ 0 h 847090"/>
                <a:gd name="connsiteX2" fmla="*/ 549897 w 549897"/>
                <a:gd name="connsiteY2" fmla="*/ 847090 h 847090"/>
                <a:gd name="connsiteX3" fmla="*/ 435428 w 549897"/>
                <a:gd name="connsiteY3" fmla="*/ 847090 h 847090"/>
                <a:gd name="connsiteX4" fmla="*/ 0 w 549897"/>
                <a:gd name="connsiteY4" fmla="*/ 69283 h 847090"/>
                <a:gd name="connsiteX0" fmla="*/ 0 w 530847"/>
                <a:gd name="connsiteY0" fmla="*/ 102621 h 847090"/>
                <a:gd name="connsiteX1" fmla="*/ 9694 w 530847"/>
                <a:gd name="connsiteY1" fmla="*/ 0 h 847090"/>
                <a:gd name="connsiteX2" fmla="*/ 530847 w 530847"/>
                <a:gd name="connsiteY2" fmla="*/ 847090 h 847090"/>
                <a:gd name="connsiteX3" fmla="*/ 416378 w 530847"/>
                <a:gd name="connsiteY3" fmla="*/ 847090 h 847090"/>
                <a:gd name="connsiteX4" fmla="*/ 0 w 530847"/>
                <a:gd name="connsiteY4" fmla="*/ 102621 h 847090"/>
                <a:gd name="connsiteX0" fmla="*/ 0 w 530847"/>
                <a:gd name="connsiteY0" fmla="*/ 102621 h 854234"/>
                <a:gd name="connsiteX1" fmla="*/ 9694 w 530847"/>
                <a:gd name="connsiteY1" fmla="*/ 0 h 854234"/>
                <a:gd name="connsiteX2" fmla="*/ 530847 w 530847"/>
                <a:gd name="connsiteY2" fmla="*/ 847090 h 854234"/>
                <a:gd name="connsiteX3" fmla="*/ 418759 w 530847"/>
                <a:gd name="connsiteY3" fmla="*/ 854234 h 854234"/>
                <a:gd name="connsiteX4" fmla="*/ 0 w 530847"/>
                <a:gd name="connsiteY4" fmla="*/ 102621 h 854234"/>
                <a:gd name="connsiteX0" fmla="*/ 0 w 530847"/>
                <a:gd name="connsiteY0" fmla="*/ 102621 h 992346"/>
                <a:gd name="connsiteX1" fmla="*/ 9694 w 530847"/>
                <a:gd name="connsiteY1" fmla="*/ 0 h 992346"/>
                <a:gd name="connsiteX2" fmla="*/ 530847 w 530847"/>
                <a:gd name="connsiteY2" fmla="*/ 847090 h 992346"/>
                <a:gd name="connsiteX3" fmla="*/ 525916 w 530847"/>
                <a:gd name="connsiteY3" fmla="*/ 992346 h 992346"/>
                <a:gd name="connsiteX4" fmla="*/ 0 w 530847"/>
                <a:gd name="connsiteY4" fmla="*/ 102621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2621"/>
                  </a:moveTo>
                  <a:lnTo>
                    <a:pt x="9694" y="0"/>
                  </a:lnTo>
                  <a:lnTo>
                    <a:pt x="530847" y="847090"/>
                  </a:lnTo>
                  <a:lnTo>
                    <a:pt x="525916" y="992346"/>
                  </a:lnTo>
                  <a:lnTo>
                    <a:pt x="0" y="102621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40">
              <a:extLst>
                <a:ext uri="{FF2B5EF4-FFF2-40B4-BE49-F238E27FC236}">
                  <a16:creationId xmlns:a16="http://schemas.microsoft.com/office/drawing/2014/main" id="{C2472DB1-58BD-12F3-F68E-5FA53A726AA7}"/>
                </a:ext>
              </a:extLst>
            </p:cNvPr>
            <p:cNvSpPr/>
            <p:nvPr/>
          </p:nvSpPr>
          <p:spPr>
            <a:xfrm>
              <a:off x="6904124" y="4175173"/>
              <a:ext cx="530847" cy="992346"/>
            </a:xfrm>
            <a:custGeom>
              <a:avLst/>
              <a:gdLst>
                <a:gd name="connsiteX0" fmla="*/ 0 w 114469"/>
                <a:gd name="connsiteY0" fmla="*/ 0 h 777807"/>
                <a:gd name="connsiteX1" fmla="*/ 114469 w 114469"/>
                <a:gd name="connsiteY1" fmla="*/ 0 h 777807"/>
                <a:gd name="connsiteX2" fmla="*/ 114469 w 114469"/>
                <a:gd name="connsiteY2" fmla="*/ 777807 h 777807"/>
                <a:gd name="connsiteX3" fmla="*/ 0 w 114469"/>
                <a:gd name="connsiteY3" fmla="*/ 777807 h 777807"/>
                <a:gd name="connsiteX4" fmla="*/ 0 w 114469"/>
                <a:gd name="connsiteY4" fmla="*/ 0 h 777807"/>
                <a:gd name="connsiteX0" fmla="*/ 0 w 549897"/>
                <a:gd name="connsiteY0" fmla="*/ 0 h 777807"/>
                <a:gd name="connsiteX1" fmla="*/ 549897 w 549897"/>
                <a:gd name="connsiteY1" fmla="*/ 0 h 777807"/>
                <a:gd name="connsiteX2" fmla="*/ 549897 w 549897"/>
                <a:gd name="connsiteY2" fmla="*/ 777807 h 777807"/>
                <a:gd name="connsiteX3" fmla="*/ 435428 w 549897"/>
                <a:gd name="connsiteY3" fmla="*/ 777807 h 777807"/>
                <a:gd name="connsiteX4" fmla="*/ 0 w 549897"/>
                <a:gd name="connsiteY4" fmla="*/ 0 h 777807"/>
                <a:gd name="connsiteX0" fmla="*/ 0 w 549897"/>
                <a:gd name="connsiteY0" fmla="*/ 58057 h 835864"/>
                <a:gd name="connsiteX1" fmla="*/ 128983 w 549897"/>
                <a:gd name="connsiteY1" fmla="*/ 0 h 835864"/>
                <a:gd name="connsiteX2" fmla="*/ 549897 w 549897"/>
                <a:gd name="connsiteY2" fmla="*/ 835864 h 835864"/>
                <a:gd name="connsiteX3" fmla="*/ 435428 w 549897"/>
                <a:gd name="connsiteY3" fmla="*/ 835864 h 835864"/>
                <a:gd name="connsiteX4" fmla="*/ 0 w 549897"/>
                <a:gd name="connsiteY4" fmla="*/ 58057 h 835864"/>
                <a:gd name="connsiteX0" fmla="*/ 0 w 549897"/>
                <a:gd name="connsiteY0" fmla="*/ 14514 h 792321"/>
                <a:gd name="connsiteX1" fmla="*/ 114469 w 549897"/>
                <a:gd name="connsiteY1" fmla="*/ 0 h 792321"/>
                <a:gd name="connsiteX2" fmla="*/ 549897 w 549897"/>
                <a:gd name="connsiteY2" fmla="*/ 792321 h 792321"/>
                <a:gd name="connsiteX3" fmla="*/ 435428 w 549897"/>
                <a:gd name="connsiteY3" fmla="*/ 792321 h 792321"/>
                <a:gd name="connsiteX4" fmla="*/ 0 w 549897"/>
                <a:gd name="connsiteY4" fmla="*/ 14514 h 792321"/>
                <a:gd name="connsiteX0" fmla="*/ 0 w 549897"/>
                <a:gd name="connsiteY0" fmla="*/ 65314 h 843121"/>
                <a:gd name="connsiteX1" fmla="*/ 66844 w 549897"/>
                <a:gd name="connsiteY1" fmla="*/ 0 h 843121"/>
                <a:gd name="connsiteX2" fmla="*/ 549897 w 549897"/>
                <a:gd name="connsiteY2" fmla="*/ 843121 h 843121"/>
                <a:gd name="connsiteX3" fmla="*/ 435428 w 549897"/>
                <a:gd name="connsiteY3" fmla="*/ 843121 h 843121"/>
                <a:gd name="connsiteX4" fmla="*/ 0 w 549897"/>
                <a:gd name="connsiteY4" fmla="*/ 65314 h 843121"/>
                <a:gd name="connsiteX0" fmla="*/ 0 w 505447"/>
                <a:gd name="connsiteY0" fmla="*/ 103414 h 843121"/>
                <a:gd name="connsiteX1" fmla="*/ 22394 w 505447"/>
                <a:gd name="connsiteY1" fmla="*/ 0 h 843121"/>
                <a:gd name="connsiteX2" fmla="*/ 505447 w 505447"/>
                <a:gd name="connsiteY2" fmla="*/ 843121 h 843121"/>
                <a:gd name="connsiteX3" fmla="*/ 390978 w 505447"/>
                <a:gd name="connsiteY3" fmla="*/ 843121 h 843121"/>
                <a:gd name="connsiteX4" fmla="*/ 0 w 505447"/>
                <a:gd name="connsiteY4" fmla="*/ 103414 h 843121"/>
                <a:gd name="connsiteX0" fmla="*/ 0 w 499097"/>
                <a:gd name="connsiteY0" fmla="*/ 106589 h 843121"/>
                <a:gd name="connsiteX1" fmla="*/ 16044 w 499097"/>
                <a:gd name="connsiteY1" fmla="*/ 0 h 843121"/>
                <a:gd name="connsiteX2" fmla="*/ 499097 w 499097"/>
                <a:gd name="connsiteY2" fmla="*/ 843121 h 843121"/>
                <a:gd name="connsiteX3" fmla="*/ 384628 w 499097"/>
                <a:gd name="connsiteY3" fmla="*/ 843121 h 843121"/>
                <a:gd name="connsiteX4" fmla="*/ 0 w 499097"/>
                <a:gd name="connsiteY4" fmla="*/ 106589 h 843121"/>
                <a:gd name="connsiteX0" fmla="*/ 0 w 530847"/>
                <a:gd name="connsiteY0" fmla="*/ 106589 h 843121"/>
                <a:gd name="connsiteX1" fmla="*/ 16044 w 530847"/>
                <a:gd name="connsiteY1" fmla="*/ 0 h 843121"/>
                <a:gd name="connsiteX2" fmla="*/ 530847 w 530847"/>
                <a:gd name="connsiteY2" fmla="*/ 843121 h 843121"/>
                <a:gd name="connsiteX3" fmla="*/ 384628 w 530847"/>
                <a:gd name="connsiteY3" fmla="*/ 843121 h 843121"/>
                <a:gd name="connsiteX4" fmla="*/ 0 w 530847"/>
                <a:gd name="connsiteY4" fmla="*/ 106589 h 843121"/>
                <a:gd name="connsiteX0" fmla="*/ 0 w 530847"/>
                <a:gd name="connsiteY0" fmla="*/ 106589 h 992346"/>
                <a:gd name="connsiteX1" fmla="*/ 16044 w 530847"/>
                <a:gd name="connsiteY1" fmla="*/ 0 h 992346"/>
                <a:gd name="connsiteX2" fmla="*/ 530847 w 530847"/>
                <a:gd name="connsiteY2" fmla="*/ 843121 h 992346"/>
                <a:gd name="connsiteX3" fmla="*/ 530678 w 530847"/>
                <a:gd name="connsiteY3" fmla="*/ 992346 h 992346"/>
                <a:gd name="connsiteX4" fmla="*/ 0 w 530847"/>
                <a:gd name="connsiteY4" fmla="*/ 106589 h 99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0847" h="992346">
                  <a:moveTo>
                    <a:pt x="0" y="106589"/>
                  </a:moveTo>
                  <a:lnTo>
                    <a:pt x="16044" y="0"/>
                  </a:lnTo>
                  <a:lnTo>
                    <a:pt x="530847" y="843121"/>
                  </a:lnTo>
                  <a:cubicBezTo>
                    <a:pt x="530791" y="892863"/>
                    <a:pt x="530734" y="942604"/>
                    <a:pt x="530678" y="992346"/>
                  </a:cubicBezTo>
                  <a:lnTo>
                    <a:pt x="0" y="106589"/>
                  </a:lnTo>
                  <a:close/>
                </a:path>
              </a:pathLst>
            </a:custGeom>
            <a:grpFill/>
            <a:ln w="12700" cap="flat" cmpd="sng" algn="ctr">
              <a:solidFill>
                <a:srgbClr val="83533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265569-A63F-6D38-6F61-BFFFCDF816EB}"/>
                </a:ext>
              </a:extLst>
            </p:cNvPr>
            <p:cNvSpPr/>
            <p:nvPr/>
          </p:nvSpPr>
          <p:spPr>
            <a:xfrm>
              <a:off x="3685243" y="5010210"/>
              <a:ext cx="3758176" cy="160374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innerShdw blurRad="63500" dist="50800" dir="16200000">
                <a:srgbClr val="E5BE97">
                  <a:alpha val="50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6F7DA882-6671-0716-DA62-5FB3029313DB}"/>
                </a:ext>
              </a:extLst>
            </p:cNvPr>
            <p:cNvSpPr/>
            <p:nvPr/>
          </p:nvSpPr>
          <p:spPr>
            <a:xfrm>
              <a:off x="3689961" y="4154915"/>
              <a:ext cx="3736238" cy="856197"/>
            </a:xfrm>
            <a:custGeom>
              <a:avLst/>
              <a:gdLst>
                <a:gd name="connsiteX0" fmla="*/ 0 w 2720238"/>
                <a:gd name="connsiteY0" fmla="*/ 0 h 811747"/>
                <a:gd name="connsiteX1" fmla="*/ 2720238 w 2720238"/>
                <a:gd name="connsiteY1" fmla="*/ 0 h 811747"/>
                <a:gd name="connsiteX2" fmla="*/ 2720238 w 2720238"/>
                <a:gd name="connsiteY2" fmla="*/ 811747 h 811747"/>
                <a:gd name="connsiteX3" fmla="*/ 0 w 2720238"/>
                <a:gd name="connsiteY3" fmla="*/ 811747 h 811747"/>
                <a:gd name="connsiteX4" fmla="*/ 0 w 2720238"/>
                <a:gd name="connsiteY4" fmla="*/ 0 h 811747"/>
                <a:gd name="connsiteX0" fmla="*/ 482600 w 3202838"/>
                <a:gd name="connsiteY0" fmla="*/ 0 h 856197"/>
                <a:gd name="connsiteX1" fmla="*/ 3202838 w 3202838"/>
                <a:gd name="connsiteY1" fmla="*/ 0 h 856197"/>
                <a:gd name="connsiteX2" fmla="*/ 3202838 w 3202838"/>
                <a:gd name="connsiteY2" fmla="*/ 811747 h 856197"/>
                <a:gd name="connsiteX3" fmla="*/ 0 w 3202838"/>
                <a:gd name="connsiteY3" fmla="*/ 856197 h 856197"/>
                <a:gd name="connsiteX4" fmla="*/ 482600 w 32028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984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307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0283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4349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  <a:gd name="connsiteX0" fmla="*/ 482600 w 3736238"/>
                <a:gd name="connsiteY0" fmla="*/ 0 h 856197"/>
                <a:gd name="connsiteX1" fmla="*/ 3221888 w 3736238"/>
                <a:gd name="connsiteY1" fmla="*/ 0 h 856197"/>
                <a:gd name="connsiteX2" fmla="*/ 3736238 w 3736238"/>
                <a:gd name="connsiteY2" fmla="*/ 851117 h 856197"/>
                <a:gd name="connsiteX3" fmla="*/ 0 w 3736238"/>
                <a:gd name="connsiteY3" fmla="*/ 856197 h 856197"/>
                <a:gd name="connsiteX4" fmla="*/ 482600 w 3736238"/>
                <a:gd name="connsiteY4" fmla="*/ 0 h 85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238" h="856197">
                  <a:moveTo>
                    <a:pt x="482600" y="0"/>
                  </a:moveTo>
                  <a:lnTo>
                    <a:pt x="3221888" y="0"/>
                  </a:lnTo>
                  <a:lnTo>
                    <a:pt x="3736238" y="851117"/>
                  </a:lnTo>
                  <a:lnTo>
                    <a:pt x="0" y="856197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miter lim="800000"/>
            </a:ln>
            <a:effectLst>
              <a:outerShdw blurRad="50800" dist="50800" dir="5400000" algn="ctr" rotWithShape="0">
                <a:schemeClr val="tx1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8776B6-7922-234E-7E47-0BD0B3A20287}"/>
              </a:ext>
            </a:extLst>
          </p:cNvPr>
          <p:cNvSpPr txBox="1"/>
          <p:nvPr/>
        </p:nvSpPr>
        <p:spPr>
          <a:xfrm>
            <a:off x="132968" y="1295679"/>
            <a:ext cx="6556984" cy="1754326"/>
          </a:xfrm>
          <a:prstGeom prst="rect">
            <a:avLst/>
          </a:prstGeom>
          <a:noFill/>
          <a:effectLst>
            <a:glow rad="190500">
              <a:schemeClr val="accent1"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POV: </a:t>
            </a:r>
            <a:r>
              <a:rPr lang="en-US" sz="3600" dirty="0">
                <a:solidFill>
                  <a:prstClr val="black"/>
                </a:solidFill>
                <a:latin typeface="Arial Black" panose="020B0A04020102020204" pitchFamily="34" charset="0"/>
              </a:rPr>
              <a:t>You’re taking motivational quotes too seriously.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B883C1EB-FA11-968A-EFA2-E0AC24D8BE80}"/>
              </a:ext>
            </a:extLst>
          </p:cNvPr>
          <p:cNvSpPr/>
          <p:nvPr/>
        </p:nvSpPr>
        <p:spPr>
          <a:xfrm rot="11279753" flipH="1">
            <a:off x="1670868" y="4908681"/>
            <a:ext cx="322076" cy="137243"/>
          </a:xfrm>
          <a:prstGeom prst="arc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21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1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130</TotalTime>
  <Words>15</Words>
  <Application>Microsoft Office PowerPoint</Application>
  <PresentationFormat>Widescreen</PresentationFormat>
  <Paragraphs>4</Paragraphs>
  <Slides>9</Slides>
  <Notes>2</Notes>
  <HiddenSlides>0</HiddenSlides>
  <MMClips>15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hellotuners1@outlook.com</dc:creator>
  <cp:lastModifiedBy>hellotuners1@outlook.com</cp:lastModifiedBy>
  <cp:revision>2</cp:revision>
  <dcterms:created xsi:type="dcterms:W3CDTF">2024-12-22T18:02:48Z</dcterms:created>
  <dcterms:modified xsi:type="dcterms:W3CDTF">2024-12-22T20:13:03Z</dcterms:modified>
</cp:coreProperties>
</file>