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1" r:id="rId2"/>
    <p:sldId id="292" r:id="rId3"/>
    <p:sldId id="281" r:id="rId4"/>
    <p:sldId id="293" r:id="rId5"/>
    <p:sldId id="290" r:id="rId6"/>
    <p:sldId id="294" r:id="rId7"/>
    <p:sldId id="295" r:id="rId8"/>
    <p:sldId id="280" r:id="rId9"/>
    <p:sldId id="288" r:id="rId10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35" d="100"/>
          <a:sy n="35" d="100"/>
        </p:scale>
        <p:origin x="26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7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8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05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20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26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9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23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6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7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69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67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93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3.mp3"/><Relationship Id="rId7" Type="http://schemas.openxmlformats.org/officeDocument/2006/relationships/image" Target="../media/image1.pn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3.mp3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4.mp3"/><Relationship Id="rId1" Type="http://schemas.openxmlformats.org/officeDocument/2006/relationships/audio" Target="NULL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5.mp3"/><Relationship Id="rId7" Type="http://schemas.openxmlformats.org/officeDocument/2006/relationships/image" Target="../media/image1.pn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5.mp3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6.mp3"/><Relationship Id="rId1" Type="http://schemas.openxmlformats.org/officeDocument/2006/relationships/audio" Target="NULL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7.mp3"/><Relationship Id="rId7" Type="http://schemas.openxmlformats.org/officeDocument/2006/relationships/image" Target="../media/image1.pn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7.mp3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video" Target="NULL" TargetMode="External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audio" Target="../media/media9.mp3"/><Relationship Id="rId5" Type="http://schemas.microsoft.com/office/2007/relationships/media" Target="../media/media9.mp3"/><Relationship Id="rId4" Type="http://schemas.microsoft.com/office/2007/relationships/media" Target="../media/media2.mp4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D4BB5-5C11-448C-34F1-89D9AA00D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2FD7754-BDC8-160C-B43E-CBD3B3345D91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B182776-AC34-A871-D8E7-2DABB415F97A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C0EA8B10-3B15-CDCA-4C35-4F3A0589486E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7AD81D1-1001-E427-9487-3BDBCE00DAD1}"/>
              </a:ext>
            </a:extLst>
          </p:cNvPr>
          <p:cNvSpPr/>
          <p:nvPr/>
        </p:nvSpPr>
        <p:spPr>
          <a:xfrm>
            <a:off x="290641" y="-126454"/>
            <a:ext cx="6567359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0B17BA-1403-8327-1D9D-D308DB152231}"/>
              </a:ext>
            </a:extLst>
          </p:cNvPr>
          <p:cNvGrpSpPr/>
          <p:nvPr/>
        </p:nvGrpSpPr>
        <p:grpSpPr>
          <a:xfrm>
            <a:off x="2879416" y="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57DB5A52-3F69-7E45-9571-A99A98074054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71F0BCE-797E-A625-7540-9F87F0F570F6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F2872AEC-C0E9-5B54-9A38-070B5D224AEB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041CC0E-669C-7330-E090-C9649987B23F}"/>
              </a:ext>
            </a:extLst>
          </p:cNvPr>
          <p:cNvGrpSpPr/>
          <p:nvPr/>
        </p:nvGrpSpPr>
        <p:grpSpPr>
          <a:xfrm>
            <a:off x="161935" y="5019572"/>
            <a:ext cx="6664555" cy="3207169"/>
            <a:chOff x="4372593" y="3034240"/>
            <a:chExt cx="3259863" cy="1568737"/>
          </a:xfrm>
        </p:grpSpPr>
        <p:sp>
          <p:nvSpPr>
            <p:cNvPr id="162" name="Rectangle: Rounded Corners 88">
              <a:extLst>
                <a:ext uri="{FF2B5EF4-FFF2-40B4-BE49-F238E27FC236}">
                  <a16:creationId xmlns:a16="http://schemas.microsoft.com/office/drawing/2014/main" id="{7C90E9BD-0FB4-965A-1919-35D2926B02B5}"/>
                </a:ext>
              </a:extLst>
            </p:cNvPr>
            <p:cNvSpPr/>
            <p:nvPr/>
          </p:nvSpPr>
          <p:spPr>
            <a:xfrm rot="3539312">
              <a:off x="7228896" y="436860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Rectangle: Rounded Corners 88">
              <a:extLst>
                <a:ext uri="{FF2B5EF4-FFF2-40B4-BE49-F238E27FC236}">
                  <a16:creationId xmlns:a16="http://schemas.microsoft.com/office/drawing/2014/main" id="{21A2027E-DB60-1E1B-2344-7EDE1FAAC475}"/>
                </a:ext>
              </a:extLst>
            </p:cNvPr>
            <p:cNvSpPr/>
            <p:nvPr/>
          </p:nvSpPr>
          <p:spPr>
            <a:xfrm rot="18060688" flipH="1">
              <a:off x="4518664" y="4374393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Rectangle: Rounded Corners 88">
              <a:extLst>
                <a:ext uri="{FF2B5EF4-FFF2-40B4-BE49-F238E27FC236}">
                  <a16:creationId xmlns:a16="http://schemas.microsoft.com/office/drawing/2014/main" id="{A5677520-A051-9F12-FA74-7E2FF724C962}"/>
                </a:ext>
              </a:extLst>
            </p:cNvPr>
            <p:cNvSpPr/>
            <p:nvPr/>
          </p:nvSpPr>
          <p:spPr>
            <a:xfrm rot="5044876">
              <a:off x="7002263" y="4173311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Rectangle: Rounded Corners 88">
              <a:extLst>
                <a:ext uri="{FF2B5EF4-FFF2-40B4-BE49-F238E27FC236}">
                  <a16:creationId xmlns:a16="http://schemas.microsoft.com/office/drawing/2014/main" id="{8A1056F7-6CC3-17FA-B110-743C555110C6}"/>
                </a:ext>
              </a:extLst>
            </p:cNvPr>
            <p:cNvSpPr/>
            <p:nvPr/>
          </p:nvSpPr>
          <p:spPr>
            <a:xfrm rot="16555124" flipH="1">
              <a:off x="4756901" y="419238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Rectangle: Rounded Corners 77">
              <a:extLst>
                <a:ext uri="{FF2B5EF4-FFF2-40B4-BE49-F238E27FC236}">
                  <a16:creationId xmlns:a16="http://schemas.microsoft.com/office/drawing/2014/main" id="{AAD0675F-A2C3-165F-F757-22127DF4AC60}"/>
                </a:ext>
              </a:extLst>
            </p:cNvPr>
            <p:cNvSpPr/>
            <p:nvPr/>
          </p:nvSpPr>
          <p:spPr>
            <a:xfrm>
              <a:off x="4816913" y="3034240"/>
              <a:ext cx="2365756" cy="945840"/>
            </a:xfrm>
            <a:custGeom>
              <a:avLst/>
              <a:gdLst>
                <a:gd name="connsiteX0" fmla="*/ 0 w 4966129"/>
                <a:gd name="connsiteY0" fmla="*/ 275806 h 1942019"/>
                <a:gd name="connsiteX1" fmla="*/ 275806 w 4966129"/>
                <a:gd name="connsiteY1" fmla="*/ 0 h 1942019"/>
                <a:gd name="connsiteX2" fmla="*/ 4690323 w 4966129"/>
                <a:gd name="connsiteY2" fmla="*/ 0 h 1942019"/>
                <a:gd name="connsiteX3" fmla="*/ 4966129 w 4966129"/>
                <a:gd name="connsiteY3" fmla="*/ 275806 h 1942019"/>
                <a:gd name="connsiteX4" fmla="*/ 4966129 w 4966129"/>
                <a:gd name="connsiteY4" fmla="*/ 1666213 h 1942019"/>
                <a:gd name="connsiteX5" fmla="*/ 4690323 w 4966129"/>
                <a:gd name="connsiteY5" fmla="*/ 1942019 h 1942019"/>
                <a:gd name="connsiteX6" fmla="*/ 275806 w 4966129"/>
                <a:gd name="connsiteY6" fmla="*/ 1942019 h 1942019"/>
                <a:gd name="connsiteX7" fmla="*/ 0 w 4966129"/>
                <a:gd name="connsiteY7" fmla="*/ 1666213 h 1942019"/>
                <a:gd name="connsiteX8" fmla="*/ 0 w 4966129"/>
                <a:gd name="connsiteY8" fmla="*/ 275806 h 1942019"/>
                <a:gd name="connsiteX0" fmla="*/ 0 w 4966129"/>
                <a:gd name="connsiteY0" fmla="*/ 300725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0 w 4966129"/>
                <a:gd name="connsiteY9" fmla="*/ 300725 h 1966938"/>
                <a:gd name="connsiteX0" fmla="*/ 19050 w 4966129"/>
                <a:gd name="connsiteY0" fmla="*/ 310250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19050 w 496612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28575 w 4947079"/>
                <a:gd name="connsiteY8" fmla="*/ 1691132 h 1966938"/>
                <a:gd name="connsiteX9" fmla="*/ 0 w 494707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85725 w 4947079"/>
                <a:gd name="connsiteY8" fmla="*/ 1691132 h 1966938"/>
                <a:gd name="connsiteX9" fmla="*/ 0 w 4947079"/>
                <a:gd name="connsiteY9" fmla="*/ 310250 h 1966938"/>
                <a:gd name="connsiteX0" fmla="*/ 0 w 4918504"/>
                <a:gd name="connsiteY0" fmla="*/ 319775 h 1966938"/>
                <a:gd name="connsiteX1" fmla="*/ 228181 w 4918504"/>
                <a:gd name="connsiteY1" fmla="*/ 24919 h 1966938"/>
                <a:gd name="connsiteX2" fmla="*/ 2455667 w 4918504"/>
                <a:gd name="connsiteY2" fmla="*/ 0 h 1966938"/>
                <a:gd name="connsiteX3" fmla="*/ 4642698 w 4918504"/>
                <a:gd name="connsiteY3" fmla="*/ 24919 h 1966938"/>
                <a:gd name="connsiteX4" fmla="*/ 4918504 w 4918504"/>
                <a:gd name="connsiteY4" fmla="*/ 300725 h 1966938"/>
                <a:gd name="connsiteX5" fmla="*/ 4918504 w 4918504"/>
                <a:gd name="connsiteY5" fmla="*/ 1691132 h 1966938"/>
                <a:gd name="connsiteX6" fmla="*/ 4642698 w 4918504"/>
                <a:gd name="connsiteY6" fmla="*/ 1966938 h 1966938"/>
                <a:gd name="connsiteX7" fmla="*/ 228181 w 4918504"/>
                <a:gd name="connsiteY7" fmla="*/ 1966938 h 1966938"/>
                <a:gd name="connsiteX8" fmla="*/ 57150 w 4918504"/>
                <a:gd name="connsiteY8" fmla="*/ 1691132 h 1966938"/>
                <a:gd name="connsiteX9" fmla="*/ 0 w 4918504"/>
                <a:gd name="connsiteY9" fmla="*/ 319775 h 1966938"/>
                <a:gd name="connsiteX0" fmla="*/ 1245 w 4919749"/>
                <a:gd name="connsiteY0" fmla="*/ 319775 h 1966938"/>
                <a:gd name="connsiteX1" fmla="*/ 229426 w 4919749"/>
                <a:gd name="connsiteY1" fmla="*/ 24919 h 1966938"/>
                <a:gd name="connsiteX2" fmla="*/ 2456912 w 4919749"/>
                <a:gd name="connsiteY2" fmla="*/ 0 h 1966938"/>
                <a:gd name="connsiteX3" fmla="*/ 4643943 w 4919749"/>
                <a:gd name="connsiteY3" fmla="*/ 24919 h 1966938"/>
                <a:gd name="connsiteX4" fmla="*/ 4919749 w 4919749"/>
                <a:gd name="connsiteY4" fmla="*/ 300725 h 1966938"/>
                <a:gd name="connsiteX5" fmla="*/ 4919749 w 4919749"/>
                <a:gd name="connsiteY5" fmla="*/ 1691132 h 1966938"/>
                <a:gd name="connsiteX6" fmla="*/ 4643943 w 4919749"/>
                <a:gd name="connsiteY6" fmla="*/ 1966938 h 1966938"/>
                <a:gd name="connsiteX7" fmla="*/ 229426 w 4919749"/>
                <a:gd name="connsiteY7" fmla="*/ 1966938 h 1966938"/>
                <a:gd name="connsiteX8" fmla="*/ 58395 w 4919749"/>
                <a:gd name="connsiteY8" fmla="*/ 1691132 h 1966938"/>
                <a:gd name="connsiteX9" fmla="*/ 1245 w 4919749"/>
                <a:gd name="connsiteY9" fmla="*/ 319775 h 196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19749" h="1966938">
                  <a:moveTo>
                    <a:pt x="1245" y="319775"/>
                  </a:moveTo>
                  <a:cubicBezTo>
                    <a:pt x="1245" y="167452"/>
                    <a:pt x="77103" y="24919"/>
                    <a:pt x="229426" y="24919"/>
                  </a:cubicBezTo>
                  <a:lnTo>
                    <a:pt x="2456912" y="0"/>
                  </a:lnTo>
                  <a:lnTo>
                    <a:pt x="4643943" y="24919"/>
                  </a:lnTo>
                  <a:cubicBezTo>
                    <a:pt x="4796266" y="24919"/>
                    <a:pt x="4919749" y="148402"/>
                    <a:pt x="4919749" y="300725"/>
                  </a:cubicBezTo>
                  <a:lnTo>
                    <a:pt x="4919749" y="1691132"/>
                  </a:lnTo>
                  <a:cubicBezTo>
                    <a:pt x="4919749" y="1843455"/>
                    <a:pt x="4796266" y="1966938"/>
                    <a:pt x="4643943" y="1966938"/>
                  </a:cubicBezTo>
                  <a:lnTo>
                    <a:pt x="229426" y="1966938"/>
                  </a:lnTo>
                  <a:cubicBezTo>
                    <a:pt x="77103" y="1966938"/>
                    <a:pt x="58395" y="1843455"/>
                    <a:pt x="58395" y="1691132"/>
                  </a:cubicBezTo>
                  <a:cubicBezTo>
                    <a:pt x="39345" y="1234013"/>
                    <a:pt x="-8280" y="776894"/>
                    <a:pt x="1245" y="319775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7E76C7A-5D0A-FFD4-C8D7-48A56BD36DF8}"/>
                </a:ext>
              </a:extLst>
            </p:cNvPr>
            <p:cNvSpPr/>
            <p:nvPr/>
          </p:nvSpPr>
          <p:spPr>
            <a:xfrm>
              <a:off x="4547305" y="3818045"/>
              <a:ext cx="2910439" cy="533107"/>
            </a:xfrm>
            <a:custGeom>
              <a:avLst/>
              <a:gdLst>
                <a:gd name="connsiteX0" fmla="*/ 322068 w 2910439"/>
                <a:gd name="connsiteY0" fmla="*/ 0 h 533107"/>
                <a:gd name="connsiteX1" fmla="*/ 2590231 w 2910439"/>
                <a:gd name="connsiteY1" fmla="*/ 0 h 533107"/>
                <a:gd name="connsiteX2" fmla="*/ 2821795 w 2910439"/>
                <a:gd name="connsiteY2" fmla="*/ 159615 h 533107"/>
                <a:gd name="connsiteX3" fmla="*/ 2827602 w 2910439"/>
                <a:gd name="connsiteY3" fmla="*/ 167491 h 533107"/>
                <a:gd name="connsiteX4" fmla="*/ 2838950 w 2910439"/>
                <a:gd name="connsiteY4" fmla="*/ 169782 h 533107"/>
                <a:gd name="connsiteX5" fmla="*/ 2910439 w 2910439"/>
                <a:gd name="connsiteY5" fmla="*/ 277634 h 533107"/>
                <a:gd name="connsiteX6" fmla="*/ 2910439 w 2910439"/>
                <a:gd name="connsiteY6" fmla="*/ 416056 h 533107"/>
                <a:gd name="connsiteX7" fmla="*/ 2793388 w 2910439"/>
                <a:gd name="connsiteY7" fmla="*/ 533107 h 533107"/>
                <a:gd name="connsiteX8" fmla="*/ 117051 w 2910439"/>
                <a:gd name="connsiteY8" fmla="*/ 533107 h 533107"/>
                <a:gd name="connsiteX9" fmla="*/ 0 w 2910439"/>
                <a:gd name="connsiteY9" fmla="*/ 416056 h 533107"/>
                <a:gd name="connsiteX10" fmla="*/ 0 w 2910439"/>
                <a:gd name="connsiteY10" fmla="*/ 277634 h 533107"/>
                <a:gd name="connsiteX11" fmla="*/ 71489 w 2910439"/>
                <a:gd name="connsiteY11" fmla="*/ 169782 h 533107"/>
                <a:gd name="connsiteX12" fmla="*/ 89138 w 2910439"/>
                <a:gd name="connsiteY12" fmla="*/ 166219 h 533107"/>
                <a:gd name="connsiteX13" fmla="*/ 92258 w 2910439"/>
                <a:gd name="connsiteY13" fmla="*/ 163474 h 533107"/>
                <a:gd name="connsiteX14" fmla="*/ 322068 w 2910439"/>
                <a:gd name="connsiteY14" fmla="*/ 0 h 533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0439" h="533107">
                  <a:moveTo>
                    <a:pt x="322068" y="0"/>
                  </a:moveTo>
                  <a:lnTo>
                    <a:pt x="2590231" y="0"/>
                  </a:lnTo>
                  <a:cubicBezTo>
                    <a:pt x="2605857" y="0"/>
                    <a:pt x="2778803" y="117160"/>
                    <a:pt x="2821795" y="159615"/>
                  </a:cubicBezTo>
                  <a:lnTo>
                    <a:pt x="2827602" y="167491"/>
                  </a:lnTo>
                  <a:lnTo>
                    <a:pt x="2838950" y="169782"/>
                  </a:lnTo>
                  <a:cubicBezTo>
                    <a:pt x="2880961" y="187551"/>
                    <a:pt x="2910439" y="229150"/>
                    <a:pt x="2910439" y="277634"/>
                  </a:cubicBezTo>
                  <a:lnTo>
                    <a:pt x="2910439" y="416056"/>
                  </a:lnTo>
                  <a:cubicBezTo>
                    <a:pt x="2910439" y="480701"/>
                    <a:pt x="2858033" y="533107"/>
                    <a:pt x="2793388" y="533107"/>
                  </a:cubicBezTo>
                  <a:lnTo>
                    <a:pt x="117051" y="533107"/>
                  </a:lnTo>
                  <a:cubicBezTo>
                    <a:pt x="52406" y="533107"/>
                    <a:pt x="0" y="480701"/>
                    <a:pt x="0" y="416056"/>
                  </a:cubicBezTo>
                  <a:lnTo>
                    <a:pt x="0" y="277634"/>
                  </a:lnTo>
                  <a:cubicBezTo>
                    <a:pt x="0" y="229150"/>
                    <a:pt x="29478" y="187551"/>
                    <a:pt x="71489" y="169782"/>
                  </a:cubicBezTo>
                  <a:lnTo>
                    <a:pt x="89138" y="166219"/>
                  </a:lnTo>
                  <a:lnTo>
                    <a:pt x="92258" y="163474"/>
                  </a:lnTo>
                  <a:cubicBezTo>
                    <a:pt x="144719" y="120248"/>
                    <a:pt x="306443" y="0"/>
                    <a:pt x="322068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5ABC3F8B-7C1D-A46F-C985-C00BC6A2BE40}"/>
                </a:ext>
              </a:extLst>
            </p:cNvPr>
            <p:cNvGrpSpPr/>
            <p:nvPr/>
          </p:nvGrpSpPr>
          <p:grpSpPr>
            <a:xfrm>
              <a:off x="7124504" y="3485716"/>
              <a:ext cx="507952" cy="865436"/>
              <a:chOff x="7124504" y="3485716"/>
              <a:chExt cx="507952" cy="865436"/>
            </a:xfrm>
          </p:grpSpPr>
          <p:sp>
            <p:nvSpPr>
              <p:cNvPr id="172" name="Rectangle: Rounded Corners 79">
                <a:extLst>
                  <a:ext uri="{FF2B5EF4-FFF2-40B4-BE49-F238E27FC236}">
                    <a16:creationId xmlns:a16="http://schemas.microsoft.com/office/drawing/2014/main" id="{26649C62-18FB-A3BE-BC41-DDFAB7CDB460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Rectangle: Rounded Corners 85">
                <a:extLst>
                  <a:ext uri="{FF2B5EF4-FFF2-40B4-BE49-F238E27FC236}">
                    <a16:creationId xmlns:a16="http://schemas.microsoft.com/office/drawing/2014/main" id="{7F0C764F-9CAD-C54D-816E-0367BE17433A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606A679A-8847-6F6A-20B0-F6A96D2FD105}"/>
                </a:ext>
              </a:extLst>
            </p:cNvPr>
            <p:cNvGrpSpPr/>
            <p:nvPr/>
          </p:nvGrpSpPr>
          <p:grpSpPr>
            <a:xfrm flipH="1">
              <a:off x="4372593" y="3507160"/>
              <a:ext cx="507952" cy="865436"/>
              <a:chOff x="7124504" y="3485716"/>
              <a:chExt cx="507952" cy="865436"/>
            </a:xfrm>
          </p:grpSpPr>
          <p:sp>
            <p:nvSpPr>
              <p:cNvPr id="170" name="Rectangle: Rounded Corners 79">
                <a:extLst>
                  <a:ext uri="{FF2B5EF4-FFF2-40B4-BE49-F238E27FC236}">
                    <a16:creationId xmlns:a16="http://schemas.microsoft.com/office/drawing/2014/main" id="{C760750B-7243-9DD0-2595-0A491E2BD164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Rectangle: Rounded Corners 85">
                <a:extLst>
                  <a:ext uri="{FF2B5EF4-FFF2-40B4-BE49-F238E27FC236}">
                    <a16:creationId xmlns:a16="http://schemas.microsoft.com/office/drawing/2014/main" id="{BB7EC750-D0F6-2CE8-4D0F-8E09FD44E905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8A50276-27CE-6A9E-A554-AE4B46348D1A}"/>
              </a:ext>
            </a:extLst>
          </p:cNvPr>
          <p:cNvGrpSpPr/>
          <p:nvPr/>
        </p:nvGrpSpPr>
        <p:grpSpPr>
          <a:xfrm>
            <a:off x="4084197" y="4357372"/>
            <a:ext cx="2493094" cy="3768642"/>
            <a:chOff x="6428512" y="3367711"/>
            <a:chExt cx="1534625" cy="2319788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DB62292A-60D0-A167-3AB5-CAA15341E38D}"/>
                </a:ext>
              </a:extLst>
            </p:cNvPr>
            <p:cNvGrpSpPr/>
            <p:nvPr/>
          </p:nvGrpSpPr>
          <p:grpSpPr>
            <a:xfrm flipH="1">
              <a:off x="6428512" y="3378295"/>
              <a:ext cx="1534625" cy="2309204"/>
              <a:chOff x="3576297" y="5056698"/>
              <a:chExt cx="2536874" cy="3817325"/>
            </a:xfrm>
          </p:grpSpPr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6B436102-2F5D-0908-240B-B0E7DFB73E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5087" y="7271981"/>
                <a:ext cx="276646" cy="240113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63095B9E-B978-77B5-BFEE-7DACB1EB6B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6761" y="7272823"/>
                <a:ext cx="276646" cy="240113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CDD2AEA3-C12F-F08C-83E2-F2A30B5B5C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99238" y="7486288"/>
                <a:ext cx="19890" cy="1303191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16BB4CD9-E856-D22E-09E7-BF09A0716B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30325" y="7481934"/>
                <a:ext cx="34997" cy="1347843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22733E12-34C5-65C0-9D45-9ADA329FD201}"/>
                  </a:ext>
                </a:extLst>
              </p:cNvPr>
              <p:cNvSpPr/>
              <p:nvPr/>
            </p:nvSpPr>
            <p:spPr>
              <a:xfrm>
                <a:off x="3576297" y="5056698"/>
                <a:ext cx="2536874" cy="2447778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4F196EA6-6168-3B6F-122A-B353CE972E84}"/>
                  </a:ext>
                </a:extLst>
              </p:cNvPr>
              <p:cNvSpPr/>
              <p:nvPr/>
            </p:nvSpPr>
            <p:spPr>
              <a:xfrm>
                <a:off x="4413402" y="5944841"/>
                <a:ext cx="261278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Rectangle: Top Corners Rounded 184">
                <a:extLst>
                  <a:ext uri="{FF2B5EF4-FFF2-40B4-BE49-F238E27FC236}">
                    <a16:creationId xmlns:a16="http://schemas.microsoft.com/office/drawing/2014/main" id="{53D222F0-FE04-382F-4F3A-C0E1591EFA8C}"/>
                  </a:ext>
                </a:extLst>
              </p:cNvPr>
              <p:cNvSpPr/>
              <p:nvPr/>
            </p:nvSpPr>
            <p:spPr>
              <a:xfrm>
                <a:off x="5017666" y="8668496"/>
                <a:ext cx="669495" cy="20031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Rectangle: Top Corners Rounded 185">
                <a:extLst>
                  <a:ext uri="{FF2B5EF4-FFF2-40B4-BE49-F238E27FC236}">
                    <a16:creationId xmlns:a16="http://schemas.microsoft.com/office/drawing/2014/main" id="{1D4F3EA1-A669-55F7-DE16-A2CE22902835}"/>
                  </a:ext>
                </a:extLst>
              </p:cNvPr>
              <p:cNvSpPr/>
              <p:nvPr/>
            </p:nvSpPr>
            <p:spPr>
              <a:xfrm>
                <a:off x="4406469" y="8673713"/>
                <a:ext cx="669495" cy="20031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D4A7A67B-E82F-3190-7BE3-B709F783E23D}"/>
                  </a:ext>
                </a:extLst>
              </p:cNvPr>
              <p:cNvSpPr/>
              <p:nvPr/>
            </p:nvSpPr>
            <p:spPr>
              <a:xfrm rot="296513">
                <a:off x="4911011" y="6384328"/>
                <a:ext cx="67406" cy="190499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9EFBA5A0-9BC5-C14C-879B-6EDB30739BAD}"/>
                  </a:ext>
                </a:extLst>
              </p:cNvPr>
              <p:cNvSpPr/>
              <p:nvPr/>
            </p:nvSpPr>
            <p:spPr>
              <a:xfrm>
                <a:off x="5295995" y="5944839"/>
                <a:ext cx="261278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FB0938E7-3F1E-1ED4-47E3-DF07A95B85E7}"/>
                  </a:ext>
                </a:extLst>
              </p:cNvPr>
              <p:cNvSpPr/>
              <p:nvPr/>
            </p:nvSpPr>
            <p:spPr>
              <a:xfrm>
                <a:off x="4509176" y="5995127"/>
                <a:ext cx="100007" cy="13046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3EA7E063-0604-BE7C-3B7A-87E5830A518F}"/>
                  </a:ext>
                </a:extLst>
              </p:cNvPr>
              <p:cNvSpPr/>
              <p:nvPr/>
            </p:nvSpPr>
            <p:spPr>
              <a:xfrm>
                <a:off x="5393926" y="5990050"/>
                <a:ext cx="100007" cy="13046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A554A017-445B-8E3D-C226-87E2C7289F12}"/>
                  </a:ext>
                </a:extLst>
              </p:cNvPr>
              <p:cNvSpPr/>
              <p:nvPr/>
            </p:nvSpPr>
            <p:spPr>
              <a:xfrm>
                <a:off x="4416910" y="5917182"/>
                <a:ext cx="261278" cy="25952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0BCB67D0-93E0-04F5-3AFF-EE632FA3E62B}"/>
                  </a:ext>
                </a:extLst>
              </p:cNvPr>
              <p:cNvSpPr/>
              <p:nvPr/>
            </p:nvSpPr>
            <p:spPr>
              <a:xfrm>
                <a:off x="5289417" y="5918435"/>
                <a:ext cx="261278" cy="25952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767F7324-5AAE-1F52-9CDA-7AF6B5591BB9}"/>
                </a:ext>
              </a:extLst>
            </p:cNvPr>
            <p:cNvSpPr/>
            <p:nvPr/>
          </p:nvSpPr>
          <p:spPr>
            <a:xfrm>
              <a:off x="6600139" y="3367711"/>
              <a:ext cx="1232186" cy="347260"/>
            </a:xfrm>
            <a:custGeom>
              <a:avLst/>
              <a:gdLst>
                <a:gd name="connsiteX0" fmla="*/ 584194 w 1232186"/>
                <a:gd name="connsiteY0" fmla="*/ 0 h 347260"/>
                <a:gd name="connsiteX1" fmla="*/ 1220462 w 1232186"/>
                <a:gd name="connsiteY1" fmla="*/ 326419 h 347260"/>
                <a:gd name="connsiteX2" fmla="*/ 1232186 w 1232186"/>
                <a:gd name="connsiteY2" fmla="*/ 347260 h 347260"/>
                <a:gd name="connsiteX3" fmla="*/ 0 w 1232186"/>
                <a:gd name="connsiteY3" fmla="*/ 347260 h 347260"/>
                <a:gd name="connsiteX4" fmla="*/ 0 w 1232186"/>
                <a:gd name="connsiteY4" fmla="*/ 265522 h 347260"/>
                <a:gd name="connsiteX5" fmla="*/ 41622 w 1232186"/>
                <a:gd name="connsiteY5" fmla="*/ 216848 h 347260"/>
                <a:gd name="connsiteX6" fmla="*/ 584194 w 1232186"/>
                <a:gd name="connsiteY6" fmla="*/ 0 h 34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2186" h="347260">
                  <a:moveTo>
                    <a:pt x="584194" y="0"/>
                  </a:moveTo>
                  <a:cubicBezTo>
                    <a:pt x="849053" y="0"/>
                    <a:pt x="1082570" y="129481"/>
                    <a:pt x="1220462" y="326419"/>
                  </a:cubicBezTo>
                  <a:lnTo>
                    <a:pt x="1232186" y="347260"/>
                  </a:lnTo>
                  <a:lnTo>
                    <a:pt x="0" y="347260"/>
                  </a:lnTo>
                  <a:lnTo>
                    <a:pt x="0" y="265522"/>
                  </a:lnTo>
                  <a:lnTo>
                    <a:pt x="41622" y="216848"/>
                  </a:lnTo>
                  <a:cubicBezTo>
                    <a:pt x="180478" y="82868"/>
                    <a:pt x="372307" y="0"/>
                    <a:pt x="584194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EDD08D61-A3C0-22D1-32F9-37B2F6FCB385}"/>
                </a:ext>
              </a:extLst>
            </p:cNvPr>
            <p:cNvSpPr/>
            <p:nvPr/>
          </p:nvSpPr>
          <p:spPr>
            <a:xfrm rot="21346442">
              <a:off x="7729729" y="3685812"/>
              <a:ext cx="205192" cy="305266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D6D392A-6E70-EB4B-75BB-5E6CFCB8CCA5}"/>
                </a:ext>
              </a:extLst>
            </p:cNvPr>
            <p:cNvSpPr/>
            <p:nvPr/>
          </p:nvSpPr>
          <p:spPr>
            <a:xfrm rot="1390805" flipH="1">
              <a:off x="6537758" y="3590147"/>
              <a:ext cx="114064" cy="305266"/>
            </a:xfrm>
            <a:custGeom>
              <a:avLst/>
              <a:gdLst>
                <a:gd name="connsiteX0" fmla="*/ 0 w 114064"/>
                <a:gd name="connsiteY0" fmla="*/ 0 h 305266"/>
                <a:gd name="connsiteX1" fmla="*/ 55131 w 114064"/>
                <a:gd name="connsiteY1" fmla="*/ 0 h 305266"/>
                <a:gd name="connsiteX2" fmla="*/ 89680 w 114064"/>
                <a:gd name="connsiteY2" fmla="*/ 61418 h 305266"/>
                <a:gd name="connsiteX3" fmla="*/ 114064 w 114064"/>
                <a:gd name="connsiteY3" fmla="*/ 137214 h 305266"/>
                <a:gd name="connsiteX4" fmla="*/ 114064 w 114064"/>
                <a:gd name="connsiteY4" fmla="*/ 305266 h 305266"/>
                <a:gd name="connsiteX5" fmla="*/ 109661 w 114064"/>
                <a:gd name="connsiteY5" fmla="*/ 305266 h 305266"/>
                <a:gd name="connsiteX6" fmla="*/ 98475 w 114064"/>
                <a:gd name="connsiteY6" fmla="*/ 234551 h 305266"/>
                <a:gd name="connsiteX7" fmla="*/ 53765 w 114064"/>
                <a:gd name="connsiteY7" fmla="*/ 95577 h 305266"/>
                <a:gd name="connsiteX8" fmla="*/ 0 w 114064"/>
                <a:gd name="connsiteY8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064" h="305266">
                  <a:moveTo>
                    <a:pt x="0" y="0"/>
                  </a:moveTo>
                  <a:lnTo>
                    <a:pt x="55131" y="0"/>
                  </a:lnTo>
                  <a:lnTo>
                    <a:pt x="89680" y="61418"/>
                  </a:lnTo>
                  <a:lnTo>
                    <a:pt x="114064" y="137214"/>
                  </a:lnTo>
                  <a:lnTo>
                    <a:pt x="114064" y="305266"/>
                  </a:lnTo>
                  <a:lnTo>
                    <a:pt x="109661" y="305266"/>
                  </a:lnTo>
                  <a:lnTo>
                    <a:pt x="98475" y="234551"/>
                  </a:lnTo>
                  <a:cubicBezTo>
                    <a:pt x="88255" y="186355"/>
                    <a:pt x="73180" y="139865"/>
                    <a:pt x="53765" y="955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5C8A99B-D51F-F81D-FFC5-22C6BA9818B9}"/>
              </a:ext>
            </a:extLst>
          </p:cNvPr>
          <p:cNvSpPr/>
          <p:nvPr/>
        </p:nvSpPr>
        <p:spPr>
          <a:xfrm rot="17841463">
            <a:off x="4506512" y="5824707"/>
            <a:ext cx="638694" cy="908032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1C28ABC-152F-9B95-97AD-1338F15C4C20}"/>
              </a:ext>
            </a:extLst>
          </p:cNvPr>
          <p:cNvGrpSpPr/>
          <p:nvPr/>
        </p:nvGrpSpPr>
        <p:grpSpPr>
          <a:xfrm>
            <a:off x="4838582" y="6253248"/>
            <a:ext cx="851843" cy="926068"/>
            <a:chOff x="4838582" y="6253248"/>
            <a:chExt cx="851843" cy="926068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B7EABBDD-6106-1C83-A8D8-E6B08CFCD208}"/>
                </a:ext>
              </a:extLst>
            </p:cNvPr>
            <p:cNvGrpSpPr/>
            <p:nvPr/>
          </p:nvGrpSpPr>
          <p:grpSpPr>
            <a:xfrm>
              <a:off x="4838582" y="6321518"/>
              <a:ext cx="851843" cy="857798"/>
              <a:chOff x="4838582" y="6321518"/>
              <a:chExt cx="851843" cy="85779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250C384-8563-F094-62FA-3C830B13AAD3}"/>
                  </a:ext>
                </a:extLst>
              </p:cNvPr>
              <p:cNvSpPr/>
              <p:nvPr/>
            </p:nvSpPr>
            <p:spPr>
              <a:xfrm>
                <a:off x="4906206" y="6321518"/>
                <a:ext cx="784219" cy="798428"/>
              </a:xfrm>
              <a:custGeom>
                <a:avLst/>
                <a:gdLst>
                  <a:gd name="connsiteX0" fmla="*/ 0 w 784219"/>
                  <a:gd name="connsiteY0" fmla="*/ 0 h 783188"/>
                  <a:gd name="connsiteX1" fmla="*/ 784219 w 784219"/>
                  <a:gd name="connsiteY1" fmla="*/ 0 h 783188"/>
                  <a:gd name="connsiteX2" fmla="*/ 784219 w 784219"/>
                  <a:gd name="connsiteY2" fmla="*/ 783188 h 783188"/>
                  <a:gd name="connsiteX3" fmla="*/ 0 w 784219"/>
                  <a:gd name="connsiteY3" fmla="*/ 783188 h 783188"/>
                  <a:gd name="connsiteX4" fmla="*/ 0 w 784219"/>
                  <a:gd name="connsiteY4" fmla="*/ 0 h 783188"/>
                  <a:gd name="connsiteX0" fmla="*/ 0 w 784219"/>
                  <a:gd name="connsiteY0" fmla="*/ 0 h 783188"/>
                  <a:gd name="connsiteX1" fmla="*/ 784219 w 784219"/>
                  <a:gd name="connsiteY1" fmla="*/ 0 h 783188"/>
                  <a:gd name="connsiteX2" fmla="*/ 715639 w 784219"/>
                  <a:gd name="connsiteY2" fmla="*/ 783188 h 783188"/>
                  <a:gd name="connsiteX3" fmla="*/ 0 w 784219"/>
                  <a:gd name="connsiteY3" fmla="*/ 783188 h 783188"/>
                  <a:gd name="connsiteX4" fmla="*/ 0 w 784219"/>
                  <a:gd name="connsiteY4" fmla="*/ 0 h 783188"/>
                  <a:gd name="connsiteX0" fmla="*/ 0 w 784219"/>
                  <a:gd name="connsiteY0" fmla="*/ 0 h 783188"/>
                  <a:gd name="connsiteX1" fmla="*/ 784219 w 784219"/>
                  <a:gd name="connsiteY1" fmla="*/ 0 h 783188"/>
                  <a:gd name="connsiteX2" fmla="*/ 715639 w 784219"/>
                  <a:gd name="connsiteY2" fmla="*/ 783188 h 783188"/>
                  <a:gd name="connsiteX3" fmla="*/ 76200 w 784219"/>
                  <a:gd name="connsiteY3" fmla="*/ 775568 h 783188"/>
                  <a:gd name="connsiteX4" fmla="*/ 0 w 784219"/>
                  <a:gd name="connsiteY4" fmla="*/ 0 h 783188"/>
                  <a:gd name="connsiteX0" fmla="*/ 0 w 784219"/>
                  <a:gd name="connsiteY0" fmla="*/ 0 h 798428"/>
                  <a:gd name="connsiteX1" fmla="*/ 784219 w 784219"/>
                  <a:gd name="connsiteY1" fmla="*/ 0 h 798428"/>
                  <a:gd name="connsiteX2" fmla="*/ 715639 w 784219"/>
                  <a:gd name="connsiteY2" fmla="*/ 783188 h 798428"/>
                  <a:gd name="connsiteX3" fmla="*/ 76200 w 784219"/>
                  <a:gd name="connsiteY3" fmla="*/ 798428 h 798428"/>
                  <a:gd name="connsiteX4" fmla="*/ 0 w 784219"/>
                  <a:gd name="connsiteY4" fmla="*/ 0 h 798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219" h="798428">
                    <a:moveTo>
                      <a:pt x="0" y="0"/>
                    </a:moveTo>
                    <a:lnTo>
                      <a:pt x="784219" y="0"/>
                    </a:lnTo>
                    <a:lnTo>
                      <a:pt x="715639" y="783188"/>
                    </a:lnTo>
                    <a:lnTo>
                      <a:pt x="76200" y="7984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FA5ABE6A-E06F-4A6F-6EEE-206784320DEF}"/>
                  </a:ext>
                </a:extLst>
              </p:cNvPr>
              <p:cNvSpPr/>
              <p:nvPr/>
            </p:nvSpPr>
            <p:spPr>
              <a:xfrm rot="416330">
                <a:off x="5578672" y="6330660"/>
                <a:ext cx="88859" cy="824471"/>
              </a:xfrm>
              <a:custGeom>
                <a:avLst/>
                <a:gdLst>
                  <a:gd name="connsiteX0" fmla="*/ 0 w 45719"/>
                  <a:gd name="connsiteY0" fmla="*/ 0 h 798428"/>
                  <a:gd name="connsiteX1" fmla="*/ 45719 w 45719"/>
                  <a:gd name="connsiteY1" fmla="*/ 0 h 798428"/>
                  <a:gd name="connsiteX2" fmla="*/ 45719 w 45719"/>
                  <a:gd name="connsiteY2" fmla="*/ 798428 h 798428"/>
                  <a:gd name="connsiteX3" fmla="*/ 0 w 45719"/>
                  <a:gd name="connsiteY3" fmla="*/ 798428 h 798428"/>
                  <a:gd name="connsiteX4" fmla="*/ 0 w 45719"/>
                  <a:gd name="connsiteY4" fmla="*/ 0 h 798428"/>
                  <a:gd name="connsiteX0" fmla="*/ 0 w 67398"/>
                  <a:gd name="connsiteY0" fmla="*/ 5837 h 798428"/>
                  <a:gd name="connsiteX1" fmla="*/ 67398 w 67398"/>
                  <a:gd name="connsiteY1" fmla="*/ 0 h 798428"/>
                  <a:gd name="connsiteX2" fmla="*/ 67398 w 67398"/>
                  <a:gd name="connsiteY2" fmla="*/ 798428 h 798428"/>
                  <a:gd name="connsiteX3" fmla="*/ 21679 w 67398"/>
                  <a:gd name="connsiteY3" fmla="*/ 798428 h 798428"/>
                  <a:gd name="connsiteX4" fmla="*/ 0 w 67398"/>
                  <a:gd name="connsiteY4" fmla="*/ 5837 h 798428"/>
                  <a:gd name="connsiteX0" fmla="*/ 0 w 67398"/>
                  <a:gd name="connsiteY0" fmla="*/ 49577 h 842168"/>
                  <a:gd name="connsiteX1" fmla="*/ 58876 w 67398"/>
                  <a:gd name="connsiteY1" fmla="*/ 0 h 842168"/>
                  <a:gd name="connsiteX2" fmla="*/ 67398 w 67398"/>
                  <a:gd name="connsiteY2" fmla="*/ 842168 h 842168"/>
                  <a:gd name="connsiteX3" fmla="*/ 21679 w 67398"/>
                  <a:gd name="connsiteY3" fmla="*/ 842168 h 842168"/>
                  <a:gd name="connsiteX4" fmla="*/ 0 w 67398"/>
                  <a:gd name="connsiteY4" fmla="*/ 49577 h 842168"/>
                  <a:gd name="connsiteX0" fmla="*/ 0 w 88859"/>
                  <a:gd name="connsiteY0" fmla="*/ 49577 h 842168"/>
                  <a:gd name="connsiteX1" fmla="*/ 58876 w 88859"/>
                  <a:gd name="connsiteY1" fmla="*/ 0 h 842168"/>
                  <a:gd name="connsiteX2" fmla="*/ 88859 w 88859"/>
                  <a:gd name="connsiteY2" fmla="*/ 781984 h 842168"/>
                  <a:gd name="connsiteX3" fmla="*/ 21679 w 88859"/>
                  <a:gd name="connsiteY3" fmla="*/ 842168 h 842168"/>
                  <a:gd name="connsiteX4" fmla="*/ 0 w 88859"/>
                  <a:gd name="connsiteY4" fmla="*/ 49577 h 842168"/>
                  <a:gd name="connsiteX0" fmla="*/ 0 w 88859"/>
                  <a:gd name="connsiteY0" fmla="*/ 49577 h 839866"/>
                  <a:gd name="connsiteX1" fmla="*/ 58876 w 88859"/>
                  <a:gd name="connsiteY1" fmla="*/ 0 h 839866"/>
                  <a:gd name="connsiteX2" fmla="*/ 88859 w 88859"/>
                  <a:gd name="connsiteY2" fmla="*/ 781984 h 839866"/>
                  <a:gd name="connsiteX3" fmla="*/ 40589 w 88859"/>
                  <a:gd name="connsiteY3" fmla="*/ 839866 h 839866"/>
                  <a:gd name="connsiteX4" fmla="*/ 0 w 88859"/>
                  <a:gd name="connsiteY4" fmla="*/ 49577 h 839866"/>
                  <a:gd name="connsiteX0" fmla="*/ 0 w 88859"/>
                  <a:gd name="connsiteY0" fmla="*/ 49577 h 841017"/>
                  <a:gd name="connsiteX1" fmla="*/ 58876 w 88859"/>
                  <a:gd name="connsiteY1" fmla="*/ 0 h 841017"/>
                  <a:gd name="connsiteX2" fmla="*/ 88859 w 88859"/>
                  <a:gd name="connsiteY2" fmla="*/ 781984 h 841017"/>
                  <a:gd name="connsiteX3" fmla="*/ 31134 w 88859"/>
                  <a:gd name="connsiteY3" fmla="*/ 841017 h 841017"/>
                  <a:gd name="connsiteX4" fmla="*/ 0 w 88859"/>
                  <a:gd name="connsiteY4" fmla="*/ 49577 h 841017"/>
                  <a:gd name="connsiteX0" fmla="*/ 0 w 88859"/>
                  <a:gd name="connsiteY0" fmla="*/ 49577 h 833926"/>
                  <a:gd name="connsiteX1" fmla="*/ 58876 w 88859"/>
                  <a:gd name="connsiteY1" fmla="*/ 0 h 833926"/>
                  <a:gd name="connsiteX2" fmla="*/ 88859 w 88859"/>
                  <a:gd name="connsiteY2" fmla="*/ 781984 h 833926"/>
                  <a:gd name="connsiteX3" fmla="*/ 30271 w 88859"/>
                  <a:gd name="connsiteY3" fmla="*/ 833926 h 833926"/>
                  <a:gd name="connsiteX4" fmla="*/ 0 w 88859"/>
                  <a:gd name="connsiteY4" fmla="*/ 49577 h 833926"/>
                  <a:gd name="connsiteX0" fmla="*/ 0 w 88859"/>
                  <a:gd name="connsiteY0" fmla="*/ 49577 h 823608"/>
                  <a:gd name="connsiteX1" fmla="*/ 58876 w 88859"/>
                  <a:gd name="connsiteY1" fmla="*/ 0 h 823608"/>
                  <a:gd name="connsiteX2" fmla="*/ 88859 w 88859"/>
                  <a:gd name="connsiteY2" fmla="*/ 781984 h 823608"/>
                  <a:gd name="connsiteX3" fmla="*/ 36212 w 88859"/>
                  <a:gd name="connsiteY3" fmla="*/ 823608 h 823608"/>
                  <a:gd name="connsiteX4" fmla="*/ 0 w 88859"/>
                  <a:gd name="connsiteY4" fmla="*/ 49577 h 823608"/>
                  <a:gd name="connsiteX0" fmla="*/ 0 w 88859"/>
                  <a:gd name="connsiteY0" fmla="*/ 49577 h 824471"/>
                  <a:gd name="connsiteX1" fmla="*/ 58876 w 88859"/>
                  <a:gd name="connsiteY1" fmla="*/ 0 h 824471"/>
                  <a:gd name="connsiteX2" fmla="*/ 88859 w 88859"/>
                  <a:gd name="connsiteY2" fmla="*/ 781984 h 824471"/>
                  <a:gd name="connsiteX3" fmla="*/ 29120 w 88859"/>
                  <a:gd name="connsiteY3" fmla="*/ 824471 h 824471"/>
                  <a:gd name="connsiteX4" fmla="*/ 0 w 88859"/>
                  <a:gd name="connsiteY4" fmla="*/ 49577 h 824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859" h="824471">
                    <a:moveTo>
                      <a:pt x="0" y="49577"/>
                    </a:moveTo>
                    <a:lnTo>
                      <a:pt x="58876" y="0"/>
                    </a:lnTo>
                    <a:cubicBezTo>
                      <a:pt x="61717" y="280723"/>
                      <a:pt x="86018" y="501261"/>
                      <a:pt x="88859" y="781984"/>
                    </a:cubicBezTo>
                    <a:lnTo>
                      <a:pt x="29120" y="824471"/>
                    </a:lnTo>
                    <a:lnTo>
                      <a:pt x="0" y="49577"/>
                    </a:lnTo>
                    <a:close/>
                  </a:path>
                </a:pathLst>
              </a:custGeom>
              <a:solidFill>
                <a:srgbClr val="FFFF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27">
                <a:extLst>
                  <a:ext uri="{FF2B5EF4-FFF2-40B4-BE49-F238E27FC236}">
                    <a16:creationId xmlns:a16="http://schemas.microsoft.com/office/drawing/2014/main" id="{D3A98530-2BC6-7307-2D30-4996FBD36DB2}"/>
                  </a:ext>
                </a:extLst>
              </p:cNvPr>
              <p:cNvSpPr/>
              <p:nvPr/>
            </p:nvSpPr>
            <p:spPr>
              <a:xfrm rot="21328516">
                <a:off x="4879023" y="6323738"/>
                <a:ext cx="88859" cy="824471"/>
              </a:xfrm>
              <a:custGeom>
                <a:avLst/>
                <a:gdLst>
                  <a:gd name="connsiteX0" fmla="*/ 0 w 45719"/>
                  <a:gd name="connsiteY0" fmla="*/ 0 h 798428"/>
                  <a:gd name="connsiteX1" fmla="*/ 45719 w 45719"/>
                  <a:gd name="connsiteY1" fmla="*/ 0 h 798428"/>
                  <a:gd name="connsiteX2" fmla="*/ 45719 w 45719"/>
                  <a:gd name="connsiteY2" fmla="*/ 798428 h 798428"/>
                  <a:gd name="connsiteX3" fmla="*/ 0 w 45719"/>
                  <a:gd name="connsiteY3" fmla="*/ 798428 h 798428"/>
                  <a:gd name="connsiteX4" fmla="*/ 0 w 45719"/>
                  <a:gd name="connsiteY4" fmla="*/ 0 h 798428"/>
                  <a:gd name="connsiteX0" fmla="*/ 0 w 67398"/>
                  <a:gd name="connsiteY0" fmla="*/ 5837 h 798428"/>
                  <a:gd name="connsiteX1" fmla="*/ 67398 w 67398"/>
                  <a:gd name="connsiteY1" fmla="*/ 0 h 798428"/>
                  <a:gd name="connsiteX2" fmla="*/ 67398 w 67398"/>
                  <a:gd name="connsiteY2" fmla="*/ 798428 h 798428"/>
                  <a:gd name="connsiteX3" fmla="*/ 21679 w 67398"/>
                  <a:gd name="connsiteY3" fmla="*/ 798428 h 798428"/>
                  <a:gd name="connsiteX4" fmla="*/ 0 w 67398"/>
                  <a:gd name="connsiteY4" fmla="*/ 5837 h 798428"/>
                  <a:gd name="connsiteX0" fmla="*/ 0 w 67398"/>
                  <a:gd name="connsiteY0" fmla="*/ 49577 h 842168"/>
                  <a:gd name="connsiteX1" fmla="*/ 58876 w 67398"/>
                  <a:gd name="connsiteY1" fmla="*/ 0 h 842168"/>
                  <a:gd name="connsiteX2" fmla="*/ 67398 w 67398"/>
                  <a:gd name="connsiteY2" fmla="*/ 842168 h 842168"/>
                  <a:gd name="connsiteX3" fmla="*/ 21679 w 67398"/>
                  <a:gd name="connsiteY3" fmla="*/ 842168 h 842168"/>
                  <a:gd name="connsiteX4" fmla="*/ 0 w 67398"/>
                  <a:gd name="connsiteY4" fmla="*/ 49577 h 842168"/>
                  <a:gd name="connsiteX0" fmla="*/ 0 w 88859"/>
                  <a:gd name="connsiteY0" fmla="*/ 49577 h 842168"/>
                  <a:gd name="connsiteX1" fmla="*/ 58876 w 88859"/>
                  <a:gd name="connsiteY1" fmla="*/ 0 h 842168"/>
                  <a:gd name="connsiteX2" fmla="*/ 88859 w 88859"/>
                  <a:gd name="connsiteY2" fmla="*/ 781984 h 842168"/>
                  <a:gd name="connsiteX3" fmla="*/ 21679 w 88859"/>
                  <a:gd name="connsiteY3" fmla="*/ 842168 h 842168"/>
                  <a:gd name="connsiteX4" fmla="*/ 0 w 88859"/>
                  <a:gd name="connsiteY4" fmla="*/ 49577 h 842168"/>
                  <a:gd name="connsiteX0" fmla="*/ 0 w 88859"/>
                  <a:gd name="connsiteY0" fmla="*/ 49577 h 839866"/>
                  <a:gd name="connsiteX1" fmla="*/ 58876 w 88859"/>
                  <a:gd name="connsiteY1" fmla="*/ 0 h 839866"/>
                  <a:gd name="connsiteX2" fmla="*/ 88859 w 88859"/>
                  <a:gd name="connsiteY2" fmla="*/ 781984 h 839866"/>
                  <a:gd name="connsiteX3" fmla="*/ 40589 w 88859"/>
                  <a:gd name="connsiteY3" fmla="*/ 839866 h 839866"/>
                  <a:gd name="connsiteX4" fmla="*/ 0 w 88859"/>
                  <a:gd name="connsiteY4" fmla="*/ 49577 h 839866"/>
                  <a:gd name="connsiteX0" fmla="*/ 0 w 88859"/>
                  <a:gd name="connsiteY0" fmla="*/ 49577 h 841017"/>
                  <a:gd name="connsiteX1" fmla="*/ 58876 w 88859"/>
                  <a:gd name="connsiteY1" fmla="*/ 0 h 841017"/>
                  <a:gd name="connsiteX2" fmla="*/ 88859 w 88859"/>
                  <a:gd name="connsiteY2" fmla="*/ 781984 h 841017"/>
                  <a:gd name="connsiteX3" fmla="*/ 31134 w 88859"/>
                  <a:gd name="connsiteY3" fmla="*/ 841017 h 841017"/>
                  <a:gd name="connsiteX4" fmla="*/ 0 w 88859"/>
                  <a:gd name="connsiteY4" fmla="*/ 49577 h 841017"/>
                  <a:gd name="connsiteX0" fmla="*/ 0 w 88859"/>
                  <a:gd name="connsiteY0" fmla="*/ 49577 h 833926"/>
                  <a:gd name="connsiteX1" fmla="*/ 58876 w 88859"/>
                  <a:gd name="connsiteY1" fmla="*/ 0 h 833926"/>
                  <a:gd name="connsiteX2" fmla="*/ 88859 w 88859"/>
                  <a:gd name="connsiteY2" fmla="*/ 781984 h 833926"/>
                  <a:gd name="connsiteX3" fmla="*/ 30271 w 88859"/>
                  <a:gd name="connsiteY3" fmla="*/ 833926 h 833926"/>
                  <a:gd name="connsiteX4" fmla="*/ 0 w 88859"/>
                  <a:gd name="connsiteY4" fmla="*/ 49577 h 833926"/>
                  <a:gd name="connsiteX0" fmla="*/ 0 w 88859"/>
                  <a:gd name="connsiteY0" fmla="*/ 49577 h 823608"/>
                  <a:gd name="connsiteX1" fmla="*/ 58876 w 88859"/>
                  <a:gd name="connsiteY1" fmla="*/ 0 h 823608"/>
                  <a:gd name="connsiteX2" fmla="*/ 88859 w 88859"/>
                  <a:gd name="connsiteY2" fmla="*/ 781984 h 823608"/>
                  <a:gd name="connsiteX3" fmla="*/ 36212 w 88859"/>
                  <a:gd name="connsiteY3" fmla="*/ 823608 h 823608"/>
                  <a:gd name="connsiteX4" fmla="*/ 0 w 88859"/>
                  <a:gd name="connsiteY4" fmla="*/ 49577 h 823608"/>
                  <a:gd name="connsiteX0" fmla="*/ 0 w 88859"/>
                  <a:gd name="connsiteY0" fmla="*/ 49577 h 824471"/>
                  <a:gd name="connsiteX1" fmla="*/ 58876 w 88859"/>
                  <a:gd name="connsiteY1" fmla="*/ 0 h 824471"/>
                  <a:gd name="connsiteX2" fmla="*/ 88859 w 88859"/>
                  <a:gd name="connsiteY2" fmla="*/ 781984 h 824471"/>
                  <a:gd name="connsiteX3" fmla="*/ 29120 w 88859"/>
                  <a:gd name="connsiteY3" fmla="*/ 824471 h 824471"/>
                  <a:gd name="connsiteX4" fmla="*/ 0 w 88859"/>
                  <a:gd name="connsiteY4" fmla="*/ 49577 h 824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859" h="824471">
                    <a:moveTo>
                      <a:pt x="0" y="49577"/>
                    </a:moveTo>
                    <a:lnTo>
                      <a:pt x="58876" y="0"/>
                    </a:lnTo>
                    <a:cubicBezTo>
                      <a:pt x="61717" y="280723"/>
                      <a:pt x="86018" y="501261"/>
                      <a:pt x="88859" y="781984"/>
                    </a:cubicBezTo>
                    <a:lnTo>
                      <a:pt x="29120" y="824471"/>
                    </a:lnTo>
                    <a:lnTo>
                      <a:pt x="0" y="49577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0A979693-2022-A45D-EB44-473FF864747C}"/>
                  </a:ext>
                </a:extLst>
              </p:cNvPr>
              <p:cNvGrpSpPr/>
              <p:nvPr/>
            </p:nvGrpSpPr>
            <p:grpSpPr>
              <a:xfrm>
                <a:off x="4838582" y="6334848"/>
                <a:ext cx="784219" cy="844468"/>
                <a:chOff x="4838582" y="6334848"/>
                <a:chExt cx="784219" cy="844468"/>
              </a:xfrm>
            </p:grpSpPr>
            <p:sp>
              <p:nvSpPr>
                <p:cNvPr id="149" name="Oval 128">
                  <a:extLst>
                    <a:ext uri="{FF2B5EF4-FFF2-40B4-BE49-F238E27FC236}">
                      <a16:creationId xmlns:a16="http://schemas.microsoft.com/office/drawing/2014/main" id="{1808D003-FC11-13CC-D67F-D65423D98C43}"/>
                    </a:ext>
                  </a:extLst>
                </p:cNvPr>
                <p:cNvSpPr/>
                <p:nvPr/>
              </p:nvSpPr>
              <p:spPr>
                <a:xfrm>
                  <a:off x="5019039" y="6334848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0" name="Oval 128">
                  <a:extLst>
                    <a:ext uri="{FF2B5EF4-FFF2-40B4-BE49-F238E27FC236}">
                      <a16:creationId xmlns:a16="http://schemas.microsoft.com/office/drawing/2014/main" id="{2221340A-D7E0-3349-3DF0-D4778D42E2F4}"/>
                    </a:ext>
                  </a:extLst>
                </p:cNvPr>
                <p:cNvSpPr/>
                <p:nvPr/>
              </p:nvSpPr>
              <p:spPr>
                <a:xfrm rot="11191403">
                  <a:off x="5292098" y="6357821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" name="Rectangle 2">
                  <a:extLst>
                    <a:ext uri="{FF2B5EF4-FFF2-40B4-BE49-F238E27FC236}">
                      <a16:creationId xmlns:a16="http://schemas.microsoft.com/office/drawing/2014/main" id="{E9E83E02-3C0A-E306-567B-7F1A772C3212}"/>
                    </a:ext>
                  </a:extLst>
                </p:cNvPr>
                <p:cNvSpPr/>
                <p:nvPr/>
              </p:nvSpPr>
              <p:spPr>
                <a:xfrm>
                  <a:off x="4838582" y="6380888"/>
                  <a:ext cx="784219" cy="798428"/>
                </a:xfrm>
                <a:custGeom>
                  <a:avLst/>
                  <a:gdLst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8421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76200 w 784219"/>
                    <a:gd name="connsiteY3" fmla="*/ 775568 h 783188"/>
                    <a:gd name="connsiteX4" fmla="*/ 0 w 784219"/>
                    <a:gd name="connsiteY4" fmla="*/ 0 h 783188"/>
                    <a:gd name="connsiteX0" fmla="*/ 0 w 784219"/>
                    <a:gd name="connsiteY0" fmla="*/ 0 h 798428"/>
                    <a:gd name="connsiteX1" fmla="*/ 784219 w 784219"/>
                    <a:gd name="connsiteY1" fmla="*/ 0 h 798428"/>
                    <a:gd name="connsiteX2" fmla="*/ 715639 w 784219"/>
                    <a:gd name="connsiteY2" fmla="*/ 783188 h 798428"/>
                    <a:gd name="connsiteX3" fmla="*/ 76200 w 784219"/>
                    <a:gd name="connsiteY3" fmla="*/ 798428 h 798428"/>
                    <a:gd name="connsiteX4" fmla="*/ 0 w 784219"/>
                    <a:gd name="connsiteY4" fmla="*/ 0 h 798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4219" h="798428">
                      <a:moveTo>
                        <a:pt x="0" y="0"/>
                      </a:moveTo>
                      <a:lnTo>
                        <a:pt x="784219" y="0"/>
                      </a:lnTo>
                      <a:lnTo>
                        <a:pt x="715639" y="783188"/>
                      </a:lnTo>
                      <a:lnTo>
                        <a:pt x="76200" y="7984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BF24053C-C9D0-7F6B-522D-24C3CEE4573B}"/>
                    </a:ext>
                  </a:extLst>
                </p:cNvPr>
                <p:cNvSpPr/>
                <p:nvPr/>
              </p:nvSpPr>
              <p:spPr>
                <a:xfrm>
                  <a:off x="4893735" y="6455049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0" name="Oval 128">
                  <a:extLst>
                    <a:ext uri="{FF2B5EF4-FFF2-40B4-BE49-F238E27FC236}">
                      <a16:creationId xmlns:a16="http://schemas.microsoft.com/office/drawing/2014/main" id="{8545D33D-5396-2FB4-B2AC-8E72F728B486}"/>
                    </a:ext>
                  </a:extLst>
                </p:cNvPr>
                <p:cNvSpPr/>
                <p:nvPr/>
              </p:nvSpPr>
              <p:spPr>
                <a:xfrm rot="1655495">
                  <a:off x="4931903" y="6644793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Oval 128">
                  <a:extLst>
                    <a:ext uri="{FF2B5EF4-FFF2-40B4-BE49-F238E27FC236}">
                      <a16:creationId xmlns:a16="http://schemas.microsoft.com/office/drawing/2014/main" id="{73B8B3AC-E860-E3F4-4FBA-3DB5A27177E7}"/>
                    </a:ext>
                  </a:extLst>
                </p:cNvPr>
                <p:cNvSpPr/>
                <p:nvPr/>
              </p:nvSpPr>
              <p:spPr>
                <a:xfrm rot="4203571">
                  <a:off x="5093109" y="6542433"/>
                  <a:ext cx="176531" cy="101629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Oval 128">
                  <a:extLst>
                    <a:ext uri="{FF2B5EF4-FFF2-40B4-BE49-F238E27FC236}">
                      <a16:creationId xmlns:a16="http://schemas.microsoft.com/office/drawing/2014/main" id="{9B011B54-5975-457F-E783-273D01AC1A22}"/>
                    </a:ext>
                  </a:extLst>
                </p:cNvPr>
                <p:cNvSpPr/>
                <p:nvPr/>
              </p:nvSpPr>
              <p:spPr>
                <a:xfrm rot="16200000">
                  <a:off x="5364108" y="6819875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Oval 128">
                  <a:extLst>
                    <a:ext uri="{FF2B5EF4-FFF2-40B4-BE49-F238E27FC236}">
                      <a16:creationId xmlns:a16="http://schemas.microsoft.com/office/drawing/2014/main" id="{AB952BF0-4A4C-B77B-8E18-8E4F1CF8F21C}"/>
                    </a:ext>
                  </a:extLst>
                </p:cNvPr>
                <p:cNvSpPr/>
                <p:nvPr/>
              </p:nvSpPr>
              <p:spPr>
                <a:xfrm rot="17855495">
                  <a:off x="5232077" y="7002015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" name="Oval 128">
                  <a:extLst>
                    <a:ext uri="{FF2B5EF4-FFF2-40B4-BE49-F238E27FC236}">
                      <a16:creationId xmlns:a16="http://schemas.microsoft.com/office/drawing/2014/main" id="{3C7FC60F-9767-EC3E-8555-53D9D8064A33}"/>
                    </a:ext>
                  </a:extLst>
                </p:cNvPr>
                <p:cNvSpPr/>
                <p:nvPr/>
              </p:nvSpPr>
              <p:spPr>
                <a:xfrm rot="20403571">
                  <a:off x="5377359" y="7028795"/>
                  <a:ext cx="176531" cy="101629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" name="Oval 128">
                  <a:extLst>
                    <a:ext uri="{FF2B5EF4-FFF2-40B4-BE49-F238E27FC236}">
                      <a16:creationId xmlns:a16="http://schemas.microsoft.com/office/drawing/2014/main" id="{5ACDB5DC-789F-53E2-1432-4135F1038BAC}"/>
                    </a:ext>
                  </a:extLst>
                </p:cNvPr>
                <p:cNvSpPr/>
                <p:nvPr/>
              </p:nvSpPr>
              <p:spPr>
                <a:xfrm rot="14880045">
                  <a:off x="4881259" y="6805446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" name="Oval 128">
                  <a:extLst>
                    <a:ext uri="{FF2B5EF4-FFF2-40B4-BE49-F238E27FC236}">
                      <a16:creationId xmlns:a16="http://schemas.microsoft.com/office/drawing/2014/main" id="{0C9DEEDD-49BF-CF21-249A-F96AD8CA0862}"/>
                    </a:ext>
                  </a:extLst>
                </p:cNvPr>
                <p:cNvSpPr/>
                <p:nvPr/>
              </p:nvSpPr>
              <p:spPr>
                <a:xfrm rot="6087391">
                  <a:off x="5050010" y="6937627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0167FEB-FFE2-C78F-7419-8FFBD7B73BA2}"/>
                </a:ext>
              </a:extLst>
            </p:cNvPr>
            <p:cNvSpPr txBox="1"/>
            <p:nvPr/>
          </p:nvSpPr>
          <p:spPr>
            <a:xfrm rot="18867285">
              <a:off x="4976830" y="6455344"/>
              <a:ext cx="773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Crack</a:t>
              </a:r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C5FC714-DC9B-764D-3B4C-3D5DA2D652C4}"/>
              </a:ext>
            </a:extLst>
          </p:cNvPr>
          <p:cNvSpPr/>
          <p:nvPr/>
        </p:nvSpPr>
        <p:spPr>
          <a:xfrm rot="1128567" flipH="1">
            <a:off x="5623562" y="6190478"/>
            <a:ext cx="638694" cy="908032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Oval 128">
            <a:extLst>
              <a:ext uri="{FF2B5EF4-FFF2-40B4-BE49-F238E27FC236}">
                <a16:creationId xmlns:a16="http://schemas.microsoft.com/office/drawing/2014/main" id="{C6875B18-91BE-E7D9-7315-1B4514F86EE4}"/>
              </a:ext>
            </a:extLst>
          </p:cNvPr>
          <p:cNvSpPr/>
          <p:nvPr/>
        </p:nvSpPr>
        <p:spPr>
          <a:xfrm rot="20403571">
            <a:off x="5243979" y="6171784"/>
            <a:ext cx="176531" cy="101629"/>
          </a:xfrm>
          <a:custGeom>
            <a:avLst/>
            <a:gdLst>
              <a:gd name="connsiteX0" fmla="*/ 0 w 162141"/>
              <a:gd name="connsiteY0" fmla="*/ 22860 h 45719"/>
              <a:gd name="connsiteX1" fmla="*/ 81071 w 162141"/>
              <a:gd name="connsiteY1" fmla="*/ 0 h 45719"/>
              <a:gd name="connsiteX2" fmla="*/ 162142 w 162141"/>
              <a:gd name="connsiteY2" fmla="*/ 22860 h 45719"/>
              <a:gd name="connsiteX3" fmla="*/ 81071 w 162141"/>
              <a:gd name="connsiteY3" fmla="*/ 45720 h 45719"/>
              <a:gd name="connsiteX4" fmla="*/ 0 w 162141"/>
              <a:gd name="connsiteY4" fmla="*/ 22860 h 45719"/>
              <a:gd name="connsiteX0" fmla="*/ 14 w 162156"/>
              <a:gd name="connsiteY0" fmla="*/ 22860 h 60007"/>
              <a:gd name="connsiteX1" fmla="*/ 81085 w 162156"/>
              <a:gd name="connsiteY1" fmla="*/ 0 h 60007"/>
              <a:gd name="connsiteX2" fmla="*/ 162156 w 162156"/>
              <a:gd name="connsiteY2" fmla="*/ 22860 h 60007"/>
              <a:gd name="connsiteX3" fmla="*/ 76322 w 162156"/>
              <a:gd name="connsiteY3" fmla="*/ 60007 h 60007"/>
              <a:gd name="connsiteX4" fmla="*/ 14 w 162156"/>
              <a:gd name="connsiteY4" fmla="*/ 22860 h 60007"/>
              <a:gd name="connsiteX0" fmla="*/ 10 w 176439"/>
              <a:gd name="connsiteY0" fmla="*/ 23301 h 60511"/>
              <a:gd name="connsiteX1" fmla="*/ 81081 w 176439"/>
              <a:gd name="connsiteY1" fmla="*/ 441 h 60511"/>
              <a:gd name="connsiteX2" fmla="*/ 176439 w 176439"/>
              <a:gd name="connsiteY2" fmla="*/ 13776 h 60511"/>
              <a:gd name="connsiteX3" fmla="*/ 76318 w 176439"/>
              <a:gd name="connsiteY3" fmla="*/ 60448 h 60511"/>
              <a:gd name="connsiteX4" fmla="*/ 10 w 176439"/>
              <a:gd name="connsiteY4" fmla="*/ 23301 h 60511"/>
              <a:gd name="connsiteX0" fmla="*/ 102 w 176531"/>
              <a:gd name="connsiteY0" fmla="*/ 23301 h 58134"/>
              <a:gd name="connsiteX1" fmla="*/ 81173 w 176531"/>
              <a:gd name="connsiteY1" fmla="*/ 441 h 58134"/>
              <a:gd name="connsiteX2" fmla="*/ 176531 w 176531"/>
              <a:gd name="connsiteY2" fmla="*/ 13776 h 58134"/>
              <a:gd name="connsiteX3" fmla="*/ 97841 w 176531"/>
              <a:gd name="connsiteY3" fmla="*/ 58067 h 58134"/>
              <a:gd name="connsiteX4" fmla="*/ 102 w 176531"/>
              <a:gd name="connsiteY4" fmla="*/ 23301 h 58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531" h="58134">
                <a:moveTo>
                  <a:pt x="102" y="23301"/>
                </a:moveTo>
                <a:cubicBezTo>
                  <a:pt x="-2676" y="13697"/>
                  <a:pt x="51768" y="2028"/>
                  <a:pt x="81173" y="441"/>
                </a:cubicBezTo>
                <a:cubicBezTo>
                  <a:pt x="110578" y="-1146"/>
                  <a:pt x="176531" y="1151"/>
                  <a:pt x="176531" y="13776"/>
                </a:cubicBezTo>
                <a:cubicBezTo>
                  <a:pt x="176531" y="26401"/>
                  <a:pt x="127246" y="56480"/>
                  <a:pt x="97841" y="58067"/>
                </a:cubicBezTo>
                <a:cubicBezTo>
                  <a:pt x="68436" y="59654"/>
                  <a:pt x="2880" y="32905"/>
                  <a:pt x="102" y="23301"/>
                </a:cubicBezTo>
                <a:close/>
              </a:path>
            </a:pathLst>
          </a:cu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EA0A059-89B7-4012-D3A4-821E2AD4017D}"/>
              </a:ext>
            </a:extLst>
          </p:cNvPr>
          <p:cNvGrpSpPr/>
          <p:nvPr/>
        </p:nvGrpSpPr>
        <p:grpSpPr>
          <a:xfrm>
            <a:off x="120067" y="9110885"/>
            <a:ext cx="2200454" cy="2871285"/>
            <a:chOff x="7037048" y="3835054"/>
            <a:chExt cx="2286158" cy="2983115"/>
          </a:xfrm>
        </p:grpSpPr>
        <p:sp>
          <p:nvSpPr>
            <p:cNvPr id="32" name="Isosceles Triangle 6">
              <a:extLst>
                <a:ext uri="{FF2B5EF4-FFF2-40B4-BE49-F238E27FC236}">
                  <a16:creationId xmlns:a16="http://schemas.microsoft.com/office/drawing/2014/main" id="{07A48AB3-1ACD-18CA-33A3-7ACC902797E1}"/>
                </a:ext>
              </a:extLst>
            </p:cNvPr>
            <p:cNvSpPr/>
            <p:nvPr/>
          </p:nvSpPr>
          <p:spPr>
            <a:xfrm rot="21279063">
              <a:off x="7928558" y="3835054"/>
              <a:ext cx="695387" cy="673376"/>
            </a:xfrm>
            <a:custGeom>
              <a:avLst/>
              <a:gdLst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0 w 2120535"/>
                <a:gd name="connsiteY3" fmla="*/ 2053416 h 2053416"/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1059367 w 2120535"/>
                <a:gd name="connsiteY3" fmla="*/ 871375 h 2053416"/>
                <a:gd name="connsiteX4" fmla="*/ 0 w 2120535"/>
                <a:gd name="connsiteY4" fmla="*/ 2053416 h 205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0535" h="2053416">
                  <a:moveTo>
                    <a:pt x="0" y="2053416"/>
                  </a:moveTo>
                  <a:lnTo>
                    <a:pt x="1060268" y="0"/>
                  </a:lnTo>
                  <a:lnTo>
                    <a:pt x="2120535" y="2053416"/>
                  </a:lnTo>
                  <a:cubicBezTo>
                    <a:pt x="1775899" y="2038991"/>
                    <a:pt x="1404003" y="885800"/>
                    <a:pt x="1059367" y="871375"/>
                  </a:cubicBezTo>
                  <a:lnTo>
                    <a:pt x="0" y="2053416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Isosceles Triangle 6">
              <a:extLst>
                <a:ext uri="{FF2B5EF4-FFF2-40B4-BE49-F238E27FC236}">
                  <a16:creationId xmlns:a16="http://schemas.microsoft.com/office/drawing/2014/main" id="{07AB33D2-6AB0-F83D-BF55-67A6A176FFAF}"/>
                </a:ext>
              </a:extLst>
            </p:cNvPr>
            <p:cNvSpPr/>
            <p:nvPr/>
          </p:nvSpPr>
          <p:spPr>
            <a:xfrm rot="2343184" flipH="1">
              <a:off x="8627819" y="3979002"/>
              <a:ext cx="695387" cy="673377"/>
            </a:xfrm>
            <a:custGeom>
              <a:avLst/>
              <a:gdLst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0 w 2120535"/>
                <a:gd name="connsiteY3" fmla="*/ 2053416 h 2053416"/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1059367 w 2120535"/>
                <a:gd name="connsiteY3" fmla="*/ 871375 h 2053416"/>
                <a:gd name="connsiteX4" fmla="*/ 0 w 2120535"/>
                <a:gd name="connsiteY4" fmla="*/ 2053416 h 205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0535" h="2053416">
                  <a:moveTo>
                    <a:pt x="0" y="2053416"/>
                  </a:moveTo>
                  <a:lnTo>
                    <a:pt x="1060268" y="0"/>
                  </a:lnTo>
                  <a:lnTo>
                    <a:pt x="2120535" y="2053416"/>
                  </a:lnTo>
                  <a:cubicBezTo>
                    <a:pt x="1775899" y="2038991"/>
                    <a:pt x="1404003" y="885800"/>
                    <a:pt x="1059367" y="871375"/>
                  </a:cubicBezTo>
                  <a:lnTo>
                    <a:pt x="0" y="2053416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C50A301-3FE3-381C-CC11-8CE17774B21C}"/>
                </a:ext>
              </a:extLst>
            </p:cNvPr>
            <p:cNvSpPr/>
            <p:nvPr/>
          </p:nvSpPr>
          <p:spPr>
            <a:xfrm rot="21298037">
              <a:off x="7623467" y="4100727"/>
              <a:ext cx="1611533" cy="131027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Flowchart: Delay 35">
              <a:extLst>
                <a:ext uri="{FF2B5EF4-FFF2-40B4-BE49-F238E27FC236}">
                  <a16:creationId xmlns:a16="http://schemas.microsoft.com/office/drawing/2014/main" id="{5ACD47B0-9EE3-6468-9C06-9B9ADF1A8254}"/>
                </a:ext>
              </a:extLst>
            </p:cNvPr>
            <p:cNvSpPr/>
            <p:nvPr/>
          </p:nvSpPr>
          <p:spPr>
            <a:xfrm rot="16554597" flipH="1">
              <a:off x="7430033" y="6389612"/>
              <a:ext cx="126361" cy="263732"/>
            </a:xfrm>
            <a:custGeom>
              <a:avLst/>
              <a:gdLst>
                <a:gd name="connsiteX0" fmla="*/ 0 w 234941"/>
                <a:gd name="connsiteY0" fmla="*/ 0 h 188617"/>
                <a:gd name="connsiteX1" fmla="*/ 117471 w 234941"/>
                <a:gd name="connsiteY1" fmla="*/ 0 h 188617"/>
                <a:gd name="connsiteX2" fmla="*/ 234942 w 234941"/>
                <a:gd name="connsiteY2" fmla="*/ 94309 h 188617"/>
                <a:gd name="connsiteX3" fmla="*/ 117471 w 234941"/>
                <a:gd name="connsiteY3" fmla="*/ 188618 h 188617"/>
                <a:gd name="connsiteX4" fmla="*/ 0 w 234941"/>
                <a:gd name="connsiteY4" fmla="*/ 188617 h 188617"/>
                <a:gd name="connsiteX5" fmla="*/ 0 w 234941"/>
                <a:gd name="connsiteY5" fmla="*/ 0 h 188617"/>
                <a:gd name="connsiteX0" fmla="*/ 0 w 234959"/>
                <a:gd name="connsiteY0" fmla="*/ 37557 h 226175"/>
                <a:gd name="connsiteX1" fmla="*/ 123881 w 234959"/>
                <a:gd name="connsiteY1" fmla="*/ 0 h 226175"/>
                <a:gd name="connsiteX2" fmla="*/ 234942 w 234959"/>
                <a:gd name="connsiteY2" fmla="*/ 131866 h 226175"/>
                <a:gd name="connsiteX3" fmla="*/ 117471 w 234959"/>
                <a:gd name="connsiteY3" fmla="*/ 226175 h 226175"/>
                <a:gd name="connsiteX4" fmla="*/ 0 w 234959"/>
                <a:gd name="connsiteY4" fmla="*/ 226174 h 226175"/>
                <a:gd name="connsiteX5" fmla="*/ 0 w 234959"/>
                <a:gd name="connsiteY5" fmla="*/ 37557 h 226175"/>
                <a:gd name="connsiteX0" fmla="*/ 0 w 235295"/>
                <a:gd name="connsiteY0" fmla="*/ 37557 h 226175"/>
                <a:gd name="connsiteX1" fmla="*/ 123881 w 235295"/>
                <a:gd name="connsiteY1" fmla="*/ 0 h 226175"/>
                <a:gd name="connsiteX2" fmla="*/ 234942 w 235295"/>
                <a:gd name="connsiteY2" fmla="*/ 131866 h 226175"/>
                <a:gd name="connsiteX3" fmla="*/ 117471 w 235295"/>
                <a:gd name="connsiteY3" fmla="*/ 226175 h 226175"/>
                <a:gd name="connsiteX4" fmla="*/ 0 w 235295"/>
                <a:gd name="connsiteY4" fmla="*/ 226174 h 226175"/>
                <a:gd name="connsiteX5" fmla="*/ 0 w 235295"/>
                <a:gd name="connsiteY5" fmla="*/ 37557 h 226175"/>
                <a:gd name="connsiteX0" fmla="*/ 0 w 235628"/>
                <a:gd name="connsiteY0" fmla="*/ 37557 h 263732"/>
                <a:gd name="connsiteX1" fmla="*/ 123881 w 235628"/>
                <a:gd name="connsiteY1" fmla="*/ 0 h 263732"/>
                <a:gd name="connsiteX2" fmla="*/ 234942 w 235628"/>
                <a:gd name="connsiteY2" fmla="*/ 131866 h 263732"/>
                <a:gd name="connsiteX3" fmla="*/ 111062 w 235628"/>
                <a:gd name="connsiteY3" fmla="*/ 263732 h 263732"/>
                <a:gd name="connsiteX4" fmla="*/ 0 w 235628"/>
                <a:gd name="connsiteY4" fmla="*/ 226174 h 263732"/>
                <a:gd name="connsiteX5" fmla="*/ 0 w 235628"/>
                <a:gd name="connsiteY5" fmla="*/ 37557 h 263732"/>
                <a:gd name="connsiteX0" fmla="*/ 0 w 235628"/>
                <a:gd name="connsiteY0" fmla="*/ 226174 h 263732"/>
                <a:gd name="connsiteX1" fmla="*/ 123881 w 235628"/>
                <a:gd name="connsiteY1" fmla="*/ 0 h 263732"/>
                <a:gd name="connsiteX2" fmla="*/ 234942 w 235628"/>
                <a:gd name="connsiteY2" fmla="*/ 131866 h 263732"/>
                <a:gd name="connsiteX3" fmla="*/ 111062 w 235628"/>
                <a:gd name="connsiteY3" fmla="*/ 263732 h 263732"/>
                <a:gd name="connsiteX4" fmla="*/ 0 w 235628"/>
                <a:gd name="connsiteY4" fmla="*/ 226174 h 263732"/>
                <a:gd name="connsiteX0" fmla="*/ 0 w 124566"/>
                <a:gd name="connsiteY0" fmla="*/ 263732 h 263732"/>
                <a:gd name="connsiteX1" fmla="*/ 12819 w 124566"/>
                <a:gd name="connsiteY1" fmla="*/ 0 h 263732"/>
                <a:gd name="connsiteX2" fmla="*/ 123880 w 124566"/>
                <a:gd name="connsiteY2" fmla="*/ 131866 h 263732"/>
                <a:gd name="connsiteX3" fmla="*/ 0 w 124566"/>
                <a:gd name="connsiteY3" fmla="*/ 263732 h 263732"/>
                <a:gd name="connsiteX0" fmla="*/ 0 w 124143"/>
                <a:gd name="connsiteY0" fmla="*/ 263732 h 263732"/>
                <a:gd name="connsiteX1" fmla="*/ 12819 w 124143"/>
                <a:gd name="connsiteY1" fmla="*/ 0 h 263732"/>
                <a:gd name="connsiteX2" fmla="*/ 123880 w 124143"/>
                <a:gd name="connsiteY2" fmla="*/ 131866 h 263732"/>
                <a:gd name="connsiteX3" fmla="*/ 0 w 124143"/>
                <a:gd name="connsiteY3" fmla="*/ 263732 h 263732"/>
                <a:gd name="connsiteX0" fmla="*/ 0 w 126361"/>
                <a:gd name="connsiteY0" fmla="*/ 263732 h 263732"/>
                <a:gd name="connsiteX1" fmla="*/ 12819 w 126361"/>
                <a:gd name="connsiteY1" fmla="*/ 0 h 263732"/>
                <a:gd name="connsiteX2" fmla="*/ 123880 w 126361"/>
                <a:gd name="connsiteY2" fmla="*/ 131866 h 263732"/>
                <a:gd name="connsiteX3" fmla="*/ 0 w 126361"/>
                <a:gd name="connsiteY3" fmla="*/ 263732 h 26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61" h="263732">
                  <a:moveTo>
                    <a:pt x="0" y="263732"/>
                  </a:moveTo>
                  <a:lnTo>
                    <a:pt x="12819" y="0"/>
                  </a:lnTo>
                  <a:cubicBezTo>
                    <a:pt x="130276" y="8973"/>
                    <a:pt x="131048" y="1805"/>
                    <a:pt x="123880" y="131866"/>
                  </a:cubicBezTo>
                  <a:cubicBezTo>
                    <a:pt x="116712" y="261927"/>
                    <a:pt x="64877" y="263732"/>
                    <a:pt x="0" y="263732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87C5FE7-D193-F058-394D-0BAE68293374}"/>
                </a:ext>
              </a:extLst>
            </p:cNvPr>
            <p:cNvSpPr/>
            <p:nvPr/>
          </p:nvSpPr>
          <p:spPr>
            <a:xfrm rot="886829" flipH="1">
              <a:off x="7426728" y="6474950"/>
              <a:ext cx="52116" cy="107013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DF13761-1513-A2C0-98C8-82C58BB5051D}"/>
                </a:ext>
              </a:extLst>
            </p:cNvPr>
            <p:cNvSpPr/>
            <p:nvPr/>
          </p:nvSpPr>
          <p:spPr>
            <a:xfrm rot="886829" flipH="1">
              <a:off x="7478936" y="6471267"/>
              <a:ext cx="52116" cy="107013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1BF3652F-9EC2-73A0-9BDD-A2E7CFADD7F1}"/>
                </a:ext>
              </a:extLst>
            </p:cNvPr>
            <p:cNvSpPr/>
            <p:nvPr/>
          </p:nvSpPr>
          <p:spPr>
            <a:xfrm rot="886829" flipH="1">
              <a:off x="7374521" y="6464701"/>
              <a:ext cx="52116" cy="107013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Delay 35">
              <a:extLst>
                <a:ext uri="{FF2B5EF4-FFF2-40B4-BE49-F238E27FC236}">
                  <a16:creationId xmlns:a16="http://schemas.microsoft.com/office/drawing/2014/main" id="{8F152905-B2C9-9626-9A7A-B3F7330E42B6}"/>
                </a:ext>
              </a:extLst>
            </p:cNvPr>
            <p:cNvSpPr/>
            <p:nvPr/>
          </p:nvSpPr>
          <p:spPr>
            <a:xfrm rot="5045403">
              <a:off x="8266965" y="6389612"/>
              <a:ext cx="126361" cy="263732"/>
            </a:xfrm>
            <a:custGeom>
              <a:avLst/>
              <a:gdLst>
                <a:gd name="connsiteX0" fmla="*/ 0 w 234941"/>
                <a:gd name="connsiteY0" fmla="*/ 0 h 188617"/>
                <a:gd name="connsiteX1" fmla="*/ 117471 w 234941"/>
                <a:gd name="connsiteY1" fmla="*/ 0 h 188617"/>
                <a:gd name="connsiteX2" fmla="*/ 234942 w 234941"/>
                <a:gd name="connsiteY2" fmla="*/ 94309 h 188617"/>
                <a:gd name="connsiteX3" fmla="*/ 117471 w 234941"/>
                <a:gd name="connsiteY3" fmla="*/ 188618 h 188617"/>
                <a:gd name="connsiteX4" fmla="*/ 0 w 234941"/>
                <a:gd name="connsiteY4" fmla="*/ 188617 h 188617"/>
                <a:gd name="connsiteX5" fmla="*/ 0 w 234941"/>
                <a:gd name="connsiteY5" fmla="*/ 0 h 188617"/>
                <a:gd name="connsiteX0" fmla="*/ 0 w 234959"/>
                <a:gd name="connsiteY0" fmla="*/ 37557 h 226175"/>
                <a:gd name="connsiteX1" fmla="*/ 123881 w 234959"/>
                <a:gd name="connsiteY1" fmla="*/ 0 h 226175"/>
                <a:gd name="connsiteX2" fmla="*/ 234942 w 234959"/>
                <a:gd name="connsiteY2" fmla="*/ 131866 h 226175"/>
                <a:gd name="connsiteX3" fmla="*/ 117471 w 234959"/>
                <a:gd name="connsiteY3" fmla="*/ 226175 h 226175"/>
                <a:gd name="connsiteX4" fmla="*/ 0 w 234959"/>
                <a:gd name="connsiteY4" fmla="*/ 226174 h 226175"/>
                <a:gd name="connsiteX5" fmla="*/ 0 w 234959"/>
                <a:gd name="connsiteY5" fmla="*/ 37557 h 226175"/>
                <a:gd name="connsiteX0" fmla="*/ 0 w 235295"/>
                <a:gd name="connsiteY0" fmla="*/ 37557 h 226175"/>
                <a:gd name="connsiteX1" fmla="*/ 123881 w 235295"/>
                <a:gd name="connsiteY1" fmla="*/ 0 h 226175"/>
                <a:gd name="connsiteX2" fmla="*/ 234942 w 235295"/>
                <a:gd name="connsiteY2" fmla="*/ 131866 h 226175"/>
                <a:gd name="connsiteX3" fmla="*/ 117471 w 235295"/>
                <a:gd name="connsiteY3" fmla="*/ 226175 h 226175"/>
                <a:gd name="connsiteX4" fmla="*/ 0 w 235295"/>
                <a:gd name="connsiteY4" fmla="*/ 226174 h 226175"/>
                <a:gd name="connsiteX5" fmla="*/ 0 w 235295"/>
                <a:gd name="connsiteY5" fmla="*/ 37557 h 226175"/>
                <a:gd name="connsiteX0" fmla="*/ 0 w 235628"/>
                <a:gd name="connsiteY0" fmla="*/ 37557 h 263732"/>
                <a:gd name="connsiteX1" fmla="*/ 123881 w 235628"/>
                <a:gd name="connsiteY1" fmla="*/ 0 h 263732"/>
                <a:gd name="connsiteX2" fmla="*/ 234942 w 235628"/>
                <a:gd name="connsiteY2" fmla="*/ 131866 h 263732"/>
                <a:gd name="connsiteX3" fmla="*/ 111062 w 235628"/>
                <a:gd name="connsiteY3" fmla="*/ 263732 h 263732"/>
                <a:gd name="connsiteX4" fmla="*/ 0 w 235628"/>
                <a:gd name="connsiteY4" fmla="*/ 226174 h 263732"/>
                <a:gd name="connsiteX5" fmla="*/ 0 w 235628"/>
                <a:gd name="connsiteY5" fmla="*/ 37557 h 263732"/>
                <a:gd name="connsiteX0" fmla="*/ 0 w 235628"/>
                <a:gd name="connsiteY0" fmla="*/ 226174 h 263732"/>
                <a:gd name="connsiteX1" fmla="*/ 123881 w 235628"/>
                <a:gd name="connsiteY1" fmla="*/ 0 h 263732"/>
                <a:gd name="connsiteX2" fmla="*/ 234942 w 235628"/>
                <a:gd name="connsiteY2" fmla="*/ 131866 h 263732"/>
                <a:gd name="connsiteX3" fmla="*/ 111062 w 235628"/>
                <a:gd name="connsiteY3" fmla="*/ 263732 h 263732"/>
                <a:gd name="connsiteX4" fmla="*/ 0 w 235628"/>
                <a:gd name="connsiteY4" fmla="*/ 226174 h 263732"/>
                <a:gd name="connsiteX0" fmla="*/ 0 w 124566"/>
                <a:gd name="connsiteY0" fmla="*/ 263732 h 263732"/>
                <a:gd name="connsiteX1" fmla="*/ 12819 w 124566"/>
                <a:gd name="connsiteY1" fmla="*/ 0 h 263732"/>
                <a:gd name="connsiteX2" fmla="*/ 123880 w 124566"/>
                <a:gd name="connsiteY2" fmla="*/ 131866 h 263732"/>
                <a:gd name="connsiteX3" fmla="*/ 0 w 124566"/>
                <a:gd name="connsiteY3" fmla="*/ 263732 h 263732"/>
                <a:gd name="connsiteX0" fmla="*/ 0 w 124143"/>
                <a:gd name="connsiteY0" fmla="*/ 263732 h 263732"/>
                <a:gd name="connsiteX1" fmla="*/ 12819 w 124143"/>
                <a:gd name="connsiteY1" fmla="*/ 0 h 263732"/>
                <a:gd name="connsiteX2" fmla="*/ 123880 w 124143"/>
                <a:gd name="connsiteY2" fmla="*/ 131866 h 263732"/>
                <a:gd name="connsiteX3" fmla="*/ 0 w 124143"/>
                <a:gd name="connsiteY3" fmla="*/ 263732 h 263732"/>
                <a:gd name="connsiteX0" fmla="*/ 0 w 126361"/>
                <a:gd name="connsiteY0" fmla="*/ 263732 h 263732"/>
                <a:gd name="connsiteX1" fmla="*/ 12819 w 126361"/>
                <a:gd name="connsiteY1" fmla="*/ 0 h 263732"/>
                <a:gd name="connsiteX2" fmla="*/ 123880 w 126361"/>
                <a:gd name="connsiteY2" fmla="*/ 131866 h 263732"/>
                <a:gd name="connsiteX3" fmla="*/ 0 w 126361"/>
                <a:gd name="connsiteY3" fmla="*/ 263732 h 26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61" h="263732">
                  <a:moveTo>
                    <a:pt x="0" y="263732"/>
                  </a:moveTo>
                  <a:lnTo>
                    <a:pt x="12819" y="0"/>
                  </a:lnTo>
                  <a:cubicBezTo>
                    <a:pt x="130276" y="8973"/>
                    <a:pt x="131048" y="1805"/>
                    <a:pt x="123880" y="131866"/>
                  </a:cubicBezTo>
                  <a:cubicBezTo>
                    <a:pt x="116712" y="261927"/>
                    <a:pt x="64877" y="263732"/>
                    <a:pt x="0" y="263732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805B9FE-BBC8-412D-C69B-582A71223293}"/>
                </a:ext>
              </a:extLst>
            </p:cNvPr>
            <p:cNvSpPr/>
            <p:nvPr/>
          </p:nvSpPr>
          <p:spPr>
            <a:xfrm rot="20713171">
              <a:off x="8331350" y="6467969"/>
              <a:ext cx="52116" cy="107013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C0F0AE-6D9A-3AE4-4B4D-6615DA329521}"/>
                </a:ext>
              </a:extLst>
            </p:cNvPr>
            <p:cNvSpPr/>
            <p:nvPr/>
          </p:nvSpPr>
          <p:spPr>
            <a:xfrm rot="20713171">
              <a:off x="8379236" y="6467970"/>
              <a:ext cx="52116" cy="107013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CD39ED4-DA1D-91F4-7309-3CA20FFCCE74}"/>
                </a:ext>
              </a:extLst>
            </p:cNvPr>
            <p:cNvSpPr/>
            <p:nvPr/>
          </p:nvSpPr>
          <p:spPr>
            <a:xfrm rot="20713171">
              <a:off x="8285694" y="6467969"/>
              <a:ext cx="52116" cy="107013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F59169-22C2-B6B7-CC56-47ED44B71154}"/>
                </a:ext>
              </a:extLst>
            </p:cNvPr>
            <p:cNvSpPr/>
            <p:nvPr/>
          </p:nvSpPr>
          <p:spPr>
            <a:xfrm rot="20402253">
              <a:off x="7037048" y="5134157"/>
              <a:ext cx="1825815" cy="1484504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34">
              <a:extLst>
                <a:ext uri="{FF2B5EF4-FFF2-40B4-BE49-F238E27FC236}">
                  <a16:creationId xmlns:a16="http://schemas.microsoft.com/office/drawing/2014/main" id="{85817C14-D977-63B8-7A6A-88004BEFA462}"/>
                </a:ext>
              </a:extLst>
            </p:cNvPr>
            <p:cNvSpPr/>
            <p:nvPr/>
          </p:nvSpPr>
          <p:spPr>
            <a:xfrm rot="649961">
              <a:off x="7540709" y="6020102"/>
              <a:ext cx="441451" cy="798067"/>
            </a:xfrm>
            <a:custGeom>
              <a:avLst/>
              <a:gdLst>
                <a:gd name="connsiteX0" fmla="*/ 0 w 128521"/>
                <a:gd name="connsiteY0" fmla="*/ 373888 h 747775"/>
                <a:gd name="connsiteX1" fmla="*/ 64261 w 128521"/>
                <a:gd name="connsiteY1" fmla="*/ 0 h 747775"/>
                <a:gd name="connsiteX2" fmla="*/ 128522 w 128521"/>
                <a:gd name="connsiteY2" fmla="*/ 373888 h 747775"/>
                <a:gd name="connsiteX3" fmla="*/ 64261 w 128521"/>
                <a:gd name="connsiteY3" fmla="*/ 747776 h 747775"/>
                <a:gd name="connsiteX4" fmla="*/ 0 w 128521"/>
                <a:gd name="connsiteY4" fmla="*/ 373888 h 747775"/>
                <a:gd name="connsiteX0" fmla="*/ 0 w 262421"/>
                <a:gd name="connsiteY0" fmla="*/ 344281 h 748005"/>
                <a:gd name="connsiteX1" fmla="*/ 198160 w 262421"/>
                <a:gd name="connsiteY1" fmla="*/ 125 h 748005"/>
                <a:gd name="connsiteX2" fmla="*/ 262421 w 262421"/>
                <a:gd name="connsiteY2" fmla="*/ 374013 h 748005"/>
                <a:gd name="connsiteX3" fmla="*/ 198160 w 262421"/>
                <a:gd name="connsiteY3" fmla="*/ 747901 h 748005"/>
                <a:gd name="connsiteX4" fmla="*/ 0 w 262421"/>
                <a:gd name="connsiteY4" fmla="*/ 344281 h 748005"/>
                <a:gd name="connsiteX0" fmla="*/ 0 w 199079"/>
                <a:gd name="connsiteY0" fmla="*/ 344179 h 747815"/>
                <a:gd name="connsiteX1" fmla="*/ 198160 w 199079"/>
                <a:gd name="connsiteY1" fmla="*/ 23 h 747815"/>
                <a:gd name="connsiteX2" fmla="*/ 78934 w 199079"/>
                <a:gd name="connsiteY2" fmla="*/ 356583 h 747815"/>
                <a:gd name="connsiteX3" fmla="*/ 198160 w 199079"/>
                <a:gd name="connsiteY3" fmla="*/ 747799 h 747815"/>
                <a:gd name="connsiteX4" fmla="*/ 0 w 199079"/>
                <a:gd name="connsiteY4" fmla="*/ 344179 h 747815"/>
                <a:gd name="connsiteX0" fmla="*/ 5177 w 455703"/>
                <a:gd name="connsiteY0" fmla="*/ 344168 h 469392"/>
                <a:gd name="connsiteX1" fmla="*/ 203337 w 455703"/>
                <a:gd name="connsiteY1" fmla="*/ 12 h 469392"/>
                <a:gd name="connsiteX2" fmla="*/ 84111 w 455703"/>
                <a:gd name="connsiteY2" fmla="*/ 356572 h 469392"/>
                <a:gd name="connsiteX3" fmla="*/ 455373 w 455703"/>
                <a:gd name="connsiteY3" fmla="*/ 421281 h 469392"/>
                <a:gd name="connsiteX4" fmla="*/ 5177 w 455703"/>
                <a:gd name="connsiteY4" fmla="*/ 344168 h 469392"/>
                <a:gd name="connsiteX0" fmla="*/ 5005 w 455229"/>
                <a:gd name="connsiteY0" fmla="*/ 345089 h 548581"/>
                <a:gd name="connsiteX1" fmla="*/ 203165 w 455229"/>
                <a:gd name="connsiteY1" fmla="*/ 933 h 548581"/>
                <a:gd name="connsiteX2" fmla="*/ 29406 w 455229"/>
                <a:gd name="connsiteY2" fmla="*/ 462468 h 548581"/>
                <a:gd name="connsiteX3" fmla="*/ 455201 w 455229"/>
                <a:gd name="connsiteY3" fmla="*/ 422202 h 548581"/>
                <a:gd name="connsiteX4" fmla="*/ 5005 w 455229"/>
                <a:gd name="connsiteY4" fmla="*/ 345089 h 548581"/>
                <a:gd name="connsiteX0" fmla="*/ 5005 w 455229"/>
                <a:gd name="connsiteY0" fmla="*/ 345089 h 470603"/>
                <a:gd name="connsiteX1" fmla="*/ 203165 w 455229"/>
                <a:gd name="connsiteY1" fmla="*/ 933 h 470603"/>
                <a:gd name="connsiteX2" fmla="*/ 29406 w 455229"/>
                <a:gd name="connsiteY2" fmla="*/ 462468 h 470603"/>
                <a:gd name="connsiteX3" fmla="*/ 455201 w 455229"/>
                <a:gd name="connsiteY3" fmla="*/ 422202 h 470603"/>
                <a:gd name="connsiteX4" fmla="*/ 5005 w 455229"/>
                <a:gd name="connsiteY4" fmla="*/ 345089 h 470603"/>
                <a:gd name="connsiteX0" fmla="*/ 4780 w 469905"/>
                <a:gd name="connsiteY0" fmla="*/ 481390 h 502518"/>
                <a:gd name="connsiteX1" fmla="*/ 217796 w 469905"/>
                <a:gd name="connsiteY1" fmla="*/ 32 h 502518"/>
                <a:gd name="connsiteX2" fmla="*/ 44037 w 469905"/>
                <a:gd name="connsiteY2" fmla="*/ 461567 h 502518"/>
                <a:gd name="connsiteX3" fmla="*/ 469832 w 469905"/>
                <a:gd name="connsiteY3" fmla="*/ 421301 h 502518"/>
                <a:gd name="connsiteX4" fmla="*/ 4780 w 469905"/>
                <a:gd name="connsiteY4" fmla="*/ 481390 h 502518"/>
                <a:gd name="connsiteX0" fmla="*/ 4922 w 470385"/>
                <a:gd name="connsiteY0" fmla="*/ 481443 h 502800"/>
                <a:gd name="connsiteX1" fmla="*/ 217938 w 470385"/>
                <a:gd name="connsiteY1" fmla="*/ 85 h 502800"/>
                <a:gd name="connsiteX2" fmla="*/ 93768 w 470385"/>
                <a:gd name="connsiteY2" fmla="*/ 449215 h 502800"/>
                <a:gd name="connsiteX3" fmla="*/ 469974 w 470385"/>
                <a:gd name="connsiteY3" fmla="*/ 421354 h 502800"/>
                <a:gd name="connsiteX4" fmla="*/ 4922 w 470385"/>
                <a:gd name="connsiteY4" fmla="*/ 481443 h 502800"/>
                <a:gd name="connsiteX0" fmla="*/ 9845 w 602542"/>
                <a:gd name="connsiteY0" fmla="*/ 481443 h 761987"/>
                <a:gd name="connsiteX1" fmla="*/ 222861 w 602542"/>
                <a:gd name="connsiteY1" fmla="*/ 85 h 761987"/>
                <a:gd name="connsiteX2" fmla="*/ 98691 w 602542"/>
                <a:gd name="connsiteY2" fmla="*/ 449215 h 761987"/>
                <a:gd name="connsiteX3" fmla="*/ 602231 w 602542"/>
                <a:gd name="connsiteY3" fmla="*/ 761855 h 761987"/>
                <a:gd name="connsiteX4" fmla="*/ 9845 w 602542"/>
                <a:gd name="connsiteY4" fmla="*/ 481443 h 761987"/>
                <a:gd name="connsiteX0" fmla="*/ 10243 w 603800"/>
                <a:gd name="connsiteY0" fmla="*/ 481378 h 761822"/>
                <a:gd name="connsiteX1" fmla="*/ 223259 w 603800"/>
                <a:gd name="connsiteY1" fmla="*/ 20 h 761822"/>
                <a:gd name="connsiteX2" fmla="*/ 173477 w 603800"/>
                <a:gd name="connsiteY2" fmla="*/ 465669 h 761822"/>
                <a:gd name="connsiteX3" fmla="*/ 602629 w 603800"/>
                <a:gd name="connsiteY3" fmla="*/ 761790 h 761822"/>
                <a:gd name="connsiteX4" fmla="*/ 10243 w 603800"/>
                <a:gd name="connsiteY4" fmla="*/ 481378 h 761822"/>
                <a:gd name="connsiteX0" fmla="*/ 12853 w 534544"/>
                <a:gd name="connsiteY0" fmla="*/ 512923 h 762277"/>
                <a:gd name="connsiteX1" fmla="*/ 154785 w 534544"/>
                <a:gd name="connsiteY1" fmla="*/ 169 h 762277"/>
                <a:gd name="connsiteX2" fmla="*/ 105003 w 534544"/>
                <a:gd name="connsiteY2" fmla="*/ 465818 h 762277"/>
                <a:gd name="connsiteX3" fmla="*/ 534155 w 534544"/>
                <a:gd name="connsiteY3" fmla="*/ 761939 h 762277"/>
                <a:gd name="connsiteX4" fmla="*/ 12853 w 534544"/>
                <a:gd name="connsiteY4" fmla="*/ 512923 h 762277"/>
                <a:gd name="connsiteX0" fmla="*/ 19485 w 541176"/>
                <a:gd name="connsiteY0" fmla="*/ 531914 h 781276"/>
                <a:gd name="connsiteX1" fmla="*/ 110997 w 541176"/>
                <a:gd name="connsiteY1" fmla="*/ 158 h 781276"/>
                <a:gd name="connsiteX2" fmla="*/ 111635 w 541176"/>
                <a:gd name="connsiteY2" fmla="*/ 484809 h 781276"/>
                <a:gd name="connsiteX3" fmla="*/ 540787 w 541176"/>
                <a:gd name="connsiteY3" fmla="*/ 780930 h 781276"/>
                <a:gd name="connsiteX4" fmla="*/ 19485 w 541176"/>
                <a:gd name="connsiteY4" fmla="*/ 531914 h 781276"/>
                <a:gd name="connsiteX0" fmla="*/ 28401 w 550175"/>
                <a:gd name="connsiteY0" fmla="*/ 534487 h 804867"/>
                <a:gd name="connsiteX1" fmla="*/ 119913 w 550175"/>
                <a:gd name="connsiteY1" fmla="*/ 2731 h 804867"/>
                <a:gd name="connsiteX2" fmla="*/ 549703 w 550175"/>
                <a:gd name="connsiteY2" fmla="*/ 783503 h 804867"/>
                <a:gd name="connsiteX3" fmla="*/ 28401 w 550175"/>
                <a:gd name="connsiteY3" fmla="*/ 534487 h 804867"/>
                <a:gd name="connsiteX0" fmla="*/ 429790 w 429790"/>
                <a:gd name="connsiteY0" fmla="*/ 780772 h 780772"/>
                <a:gd name="connsiteX1" fmla="*/ 0 w 429790"/>
                <a:gd name="connsiteY1" fmla="*/ 0 h 780772"/>
                <a:gd name="connsiteX2" fmla="*/ 429790 w 429790"/>
                <a:gd name="connsiteY2" fmla="*/ 780772 h 780772"/>
                <a:gd name="connsiteX0" fmla="*/ 439448 w 441451"/>
                <a:gd name="connsiteY0" fmla="*/ 787689 h 798067"/>
                <a:gd name="connsiteX1" fmla="*/ 9658 w 441451"/>
                <a:gd name="connsiteY1" fmla="*/ 6917 h 798067"/>
                <a:gd name="connsiteX2" fmla="*/ 164082 w 441451"/>
                <a:gd name="connsiteY2" fmla="*/ 426239 h 798067"/>
                <a:gd name="connsiteX3" fmla="*/ 439448 w 441451"/>
                <a:gd name="connsiteY3" fmla="*/ 787689 h 798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1451" h="798067">
                  <a:moveTo>
                    <a:pt x="439448" y="787689"/>
                  </a:moveTo>
                  <a:cubicBezTo>
                    <a:pt x="413711" y="717802"/>
                    <a:pt x="55552" y="67159"/>
                    <a:pt x="9658" y="6917"/>
                  </a:cubicBezTo>
                  <a:cubicBezTo>
                    <a:pt x="-36236" y="-53325"/>
                    <a:pt x="92450" y="296110"/>
                    <a:pt x="164082" y="426239"/>
                  </a:cubicBezTo>
                  <a:cubicBezTo>
                    <a:pt x="235714" y="556368"/>
                    <a:pt x="465185" y="857576"/>
                    <a:pt x="439448" y="787689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8" name="Arc 157">
            <a:extLst>
              <a:ext uri="{FF2B5EF4-FFF2-40B4-BE49-F238E27FC236}">
                <a16:creationId xmlns:a16="http://schemas.microsoft.com/office/drawing/2014/main" id="{BFE4436B-C612-07C6-193A-75830EB18F89}"/>
              </a:ext>
            </a:extLst>
          </p:cNvPr>
          <p:cNvSpPr/>
          <p:nvPr/>
        </p:nvSpPr>
        <p:spPr>
          <a:xfrm rot="8106774">
            <a:off x="5138583" y="5707401"/>
            <a:ext cx="329865" cy="329865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7" name="intro-sound-bell-269297">
            <a:hlinkClick r:id="" action="ppaction://media"/>
            <a:extLst>
              <a:ext uri="{FF2B5EF4-FFF2-40B4-BE49-F238E27FC236}">
                <a16:creationId xmlns:a16="http://schemas.microsoft.com/office/drawing/2014/main" id="{81FD0051-920C-C32E-862B-D2FFD4CD3D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31972" y="521118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57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13" fill="hold"/>
                                        <p:tgtEl>
                                          <p:spTgt spid="1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90641" y="-126454"/>
            <a:ext cx="6567359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2879416" y="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17C2181-3E69-C733-ADCB-E6E37F22CCC4}"/>
              </a:ext>
            </a:extLst>
          </p:cNvPr>
          <p:cNvGrpSpPr/>
          <p:nvPr/>
        </p:nvGrpSpPr>
        <p:grpSpPr>
          <a:xfrm>
            <a:off x="-3542742" y="4528040"/>
            <a:ext cx="10218149" cy="4917257"/>
            <a:chOff x="4372593" y="3034240"/>
            <a:chExt cx="3259863" cy="1568737"/>
          </a:xfrm>
        </p:grpSpPr>
        <p:sp>
          <p:nvSpPr>
            <p:cNvPr id="162" name="Rectangle: Rounded Corners 88">
              <a:extLst>
                <a:ext uri="{FF2B5EF4-FFF2-40B4-BE49-F238E27FC236}">
                  <a16:creationId xmlns:a16="http://schemas.microsoft.com/office/drawing/2014/main" id="{261BEA3F-5BDE-67DE-23D8-227491D7358A}"/>
                </a:ext>
              </a:extLst>
            </p:cNvPr>
            <p:cNvSpPr/>
            <p:nvPr/>
          </p:nvSpPr>
          <p:spPr>
            <a:xfrm rot="3539312">
              <a:off x="7228896" y="436860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Rectangle: Rounded Corners 88">
              <a:extLst>
                <a:ext uri="{FF2B5EF4-FFF2-40B4-BE49-F238E27FC236}">
                  <a16:creationId xmlns:a16="http://schemas.microsoft.com/office/drawing/2014/main" id="{32B02C31-64EA-4FB4-91F4-64C970B35DA3}"/>
                </a:ext>
              </a:extLst>
            </p:cNvPr>
            <p:cNvSpPr/>
            <p:nvPr/>
          </p:nvSpPr>
          <p:spPr>
            <a:xfrm rot="18060688" flipH="1">
              <a:off x="4518664" y="4374393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Rectangle: Rounded Corners 88">
              <a:extLst>
                <a:ext uri="{FF2B5EF4-FFF2-40B4-BE49-F238E27FC236}">
                  <a16:creationId xmlns:a16="http://schemas.microsoft.com/office/drawing/2014/main" id="{1AF70313-AEFE-C9B8-67C6-017BF6C2B930}"/>
                </a:ext>
              </a:extLst>
            </p:cNvPr>
            <p:cNvSpPr/>
            <p:nvPr/>
          </p:nvSpPr>
          <p:spPr>
            <a:xfrm rot="5044876">
              <a:off x="7002263" y="4173311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Rectangle: Rounded Corners 88">
              <a:extLst>
                <a:ext uri="{FF2B5EF4-FFF2-40B4-BE49-F238E27FC236}">
                  <a16:creationId xmlns:a16="http://schemas.microsoft.com/office/drawing/2014/main" id="{AEE59473-18EA-0A83-BAC8-8847AE526DE7}"/>
                </a:ext>
              </a:extLst>
            </p:cNvPr>
            <p:cNvSpPr/>
            <p:nvPr/>
          </p:nvSpPr>
          <p:spPr>
            <a:xfrm rot="16555124" flipH="1">
              <a:off x="4756901" y="419238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Rectangle: Rounded Corners 77">
              <a:extLst>
                <a:ext uri="{FF2B5EF4-FFF2-40B4-BE49-F238E27FC236}">
                  <a16:creationId xmlns:a16="http://schemas.microsoft.com/office/drawing/2014/main" id="{083A1721-3FB4-97B6-0CE8-3E5D2DD10CB9}"/>
                </a:ext>
              </a:extLst>
            </p:cNvPr>
            <p:cNvSpPr/>
            <p:nvPr/>
          </p:nvSpPr>
          <p:spPr>
            <a:xfrm>
              <a:off x="4816913" y="3034240"/>
              <a:ext cx="2365756" cy="945840"/>
            </a:xfrm>
            <a:custGeom>
              <a:avLst/>
              <a:gdLst>
                <a:gd name="connsiteX0" fmla="*/ 0 w 4966129"/>
                <a:gd name="connsiteY0" fmla="*/ 275806 h 1942019"/>
                <a:gd name="connsiteX1" fmla="*/ 275806 w 4966129"/>
                <a:gd name="connsiteY1" fmla="*/ 0 h 1942019"/>
                <a:gd name="connsiteX2" fmla="*/ 4690323 w 4966129"/>
                <a:gd name="connsiteY2" fmla="*/ 0 h 1942019"/>
                <a:gd name="connsiteX3" fmla="*/ 4966129 w 4966129"/>
                <a:gd name="connsiteY3" fmla="*/ 275806 h 1942019"/>
                <a:gd name="connsiteX4" fmla="*/ 4966129 w 4966129"/>
                <a:gd name="connsiteY4" fmla="*/ 1666213 h 1942019"/>
                <a:gd name="connsiteX5" fmla="*/ 4690323 w 4966129"/>
                <a:gd name="connsiteY5" fmla="*/ 1942019 h 1942019"/>
                <a:gd name="connsiteX6" fmla="*/ 275806 w 4966129"/>
                <a:gd name="connsiteY6" fmla="*/ 1942019 h 1942019"/>
                <a:gd name="connsiteX7" fmla="*/ 0 w 4966129"/>
                <a:gd name="connsiteY7" fmla="*/ 1666213 h 1942019"/>
                <a:gd name="connsiteX8" fmla="*/ 0 w 4966129"/>
                <a:gd name="connsiteY8" fmla="*/ 275806 h 1942019"/>
                <a:gd name="connsiteX0" fmla="*/ 0 w 4966129"/>
                <a:gd name="connsiteY0" fmla="*/ 300725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0 w 4966129"/>
                <a:gd name="connsiteY9" fmla="*/ 300725 h 1966938"/>
                <a:gd name="connsiteX0" fmla="*/ 19050 w 4966129"/>
                <a:gd name="connsiteY0" fmla="*/ 310250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19050 w 496612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28575 w 4947079"/>
                <a:gd name="connsiteY8" fmla="*/ 1691132 h 1966938"/>
                <a:gd name="connsiteX9" fmla="*/ 0 w 494707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85725 w 4947079"/>
                <a:gd name="connsiteY8" fmla="*/ 1691132 h 1966938"/>
                <a:gd name="connsiteX9" fmla="*/ 0 w 4947079"/>
                <a:gd name="connsiteY9" fmla="*/ 310250 h 1966938"/>
                <a:gd name="connsiteX0" fmla="*/ 0 w 4918504"/>
                <a:gd name="connsiteY0" fmla="*/ 319775 h 1966938"/>
                <a:gd name="connsiteX1" fmla="*/ 228181 w 4918504"/>
                <a:gd name="connsiteY1" fmla="*/ 24919 h 1966938"/>
                <a:gd name="connsiteX2" fmla="*/ 2455667 w 4918504"/>
                <a:gd name="connsiteY2" fmla="*/ 0 h 1966938"/>
                <a:gd name="connsiteX3" fmla="*/ 4642698 w 4918504"/>
                <a:gd name="connsiteY3" fmla="*/ 24919 h 1966938"/>
                <a:gd name="connsiteX4" fmla="*/ 4918504 w 4918504"/>
                <a:gd name="connsiteY4" fmla="*/ 300725 h 1966938"/>
                <a:gd name="connsiteX5" fmla="*/ 4918504 w 4918504"/>
                <a:gd name="connsiteY5" fmla="*/ 1691132 h 1966938"/>
                <a:gd name="connsiteX6" fmla="*/ 4642698 w 4918504"/>
                <a:gd name="connsiteY6" fmla="*/ 1966938 h 1966938"/>
                <a:gd name="connsiteX7" fmla="*/ 228181 w 4918504"/>
                <a:gd name="connsiteY7" fmla="*/ 1966938 h 1966938"/>
                <a:gd name="connsiteX8" fmla="*/ 57150 w 4918504"/>
                <a:gd name="connsiteY8" fmla="*/ 1691132 h 1966938"/>
                <a:gd name="connsiteX9" fmla="*/ 0 w 4918504"/>
                <a:gd name="connsiteY9" fmla="*/ 319775 h 1966938"/>
                <a:gd name="connsiteX0" fmla="*/ 1245 w 4919749"/>
                <a:gd name="connsiteY0" fmla="*/ 319775 h 1966938"/>
                <a:gd name="connsiteX1" fmla="*/ 229426 w 4919749"/>
                <a:gd name="connsiteY1" fmla="*/ 24919 h 1966938"/>
                <a:gd name="connsiteX2" fmla="*/ 2456912 w 4919749"/>
                <a:gd name="connsiteY2" fmla="*/ 0 h 1966938"/>
                <a:gd name="connsiteX3" fmla="*/ 4643943 w 4919749"/>
                <a:gd name="connsiteY3" fmla="*/ 24919 h 1966938"/>
                <a:gd name="connsiteX4" fmla="*/ 4919749 w 4919749"/>
                <a:gd name="connsiteY4" fmla="*/ 300725 h 1966938"/>
                <a:gd name="connsiteX5" fmla="*/ 4919749 w 4919749"/>
                <a:gd name="connsiteY5" fmla="*/ 1691132 h 1966938"/>
                <a:gd name="connsiteX6" fmla="*/ 4643943 w 4919749"/>
                <a:gd name="connsiteY6" fmla="*/ 1966938 h 1966938"/>
                <a:gd name="connsiteX7" fmla="*/ 229426 w 4919749"/>
                <a:gd name="connsiteY7" fmla="*/ 1966938 h 1966938"/>
                <a:gd name="connsiteX8" fmla="*/ 58395 w 4919749"/>
                <a:gd name="connsiteY8" fmla="*/ 1691132 h 1966938"/>
                <a:gd name="connsiteX9" fmla="*/ 1245 w 4919749"/>
                <a:gd name="connsiteY9" fmla="*/ 319775 h 196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19749" h="1966938">
                  <a:moveTo>
                    <a:pt x="1245" y="319775"/>
                  </a:moveTo>
                  <a:cubicBezTo>
                    <a:pt x="1245" y="167452"/>
                    <a:pt x="77103" y="24919"/>
                    <a:pt x="229426" y="24919"/>
                  </a:cubicBezTo>
                  <a:lnTo>
                    <a:pt x="2456912" y="0"/>
                  </a:lnTo>
                  <a:lnTo>
                    <a:pt x="4643943" y="24919"/>
                  </a:lnTo>
                  <a:cubicBezTo>
                    <a:pt x="4796266" y="24919"/>
                    <a:pt x="4919749" y="148402"/>
                    <a:pt x="4919749" y="300725"/>
                  </a:cubicBezTo>
                  <a:lnTo>
                    <a:pt x="4919749" y="1691132"/>
                  </a:lnTo>
                  <a:cubicBezTo>
                    <a:pt x="4919749" y="1843455"/>
                    <a:pt x="4796266" y="1966938"/>
                    <a:pt x="4643943" y="1966938"/>
                  </a:cubicBezTo>
                  <a:lnTo>
                    <a:pt x="229426" y="1966938"/>
                  </a:lnTo>
                  <a:cubicBezTo>
                    <a:pt x="77103" y="1966938"/>
                    <a:pt x="58395" y="1843455"/>
                    <a:pt x="58395" y="1691132"/>
                  </a:cubicBezTo>
                  <a:cubicBezTo>
                    <a:pt x="39345" y="1234013"/>
                    <a:pt x="-8280" y="776894"/>
                    <a:pt x="1245" y="319775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7205213-A262-19D5-4C28-2462C84B23F1}"/>
                </a:ext>
              </a:extLst>
            </p:cNvPr>
            <p:cNvSpPr/>
            <p:nvPr/>
          </p:nvSpPr>
          <p:spPr>
            <a:xfrm>
              <a:off x="4547305" y="3818045"/>
              <a:ext cx="2910439" cy="533107"/>
            </a:xfrm>
            <a:custGeom>
              <a:avLst/>
              <a:gdLst>
                <a:gd name="connsiteX0" fmla="*/ 322068 w 2910439"/>
                <a:gd name="connsiteY0" fmla="*/ 0 h 533107"/>
                <a:gd name="connsiteX1" fmla="*/ 2590231 w 2910439"/>
                <a:gd name="connsiteY1" fmla="*/ 0 h 533107"/>
                <a:gd name="connsiteX2" fmla="*/ 2821795 w 2910439"/>
                <a:gd name="connsiteY2" fmla="*/ 159615 h 533107"/>
                <a:gd name="connsiteX3" fmla="*/ 2827602 w 2910439"/>
                <a:gd name="connsiteY3" fmla="*/ 167491 h 533107"/>
                <a:gd name="connsiteX4" fmla="*/ 2838950 w 2910439"/>
                <a:gd name="connsiteY4" fmla="*/ 169782 h 533107"/>
                <a:gd name="connsiteX5" fmla="*/ 2910439 w 2910439"/>
                <a:gd name="connsiteY5" fmla="*/ 277634 h 533107"/>
                <a:gd name="connsiteX6" fmla="*/ 2910439 w 2910439"/>
                <a:gd name="connsiteY6" fmla="*/ 416056 h 533107"/>
                <a:gd name="connsiteX7" fmla="*/ 2793388 w 2910439"/>
                <a:gd name="connsiteY7" fmla="*/ 533107 h 533107"/>
                <a:gd name="connsiteX8" fmla="*/ 117051 w 2910439"/>
                <a:gd name="connsiteY8" fmla="*/ 533107 h 533107"/>
                <a:gd name="connsiteX9" fmla="*/ 0 w 2910439"/>
                <a:gd name="connsiteY9" fmla="*/ 416056 h 533107"/>
                <a:gd name="connsiteX10" fmla="*/ 0 w 2910439"/>
                <a:gd name="connsiteY10" fmla="*/ 277634 h 533107"/>
                <a:gd name="connsiteX11" fmla="*/ 71489 w 2910439"/>
                <a:gd name="connsiteY11" fmla="*/ 169782 h 533107"/>
                <a:gd name="connsiteX12" fmla="*/ 89138 w 2910439"/>
                <a:gd name="connsiteY12" fmla="*/ 166219 h 533107"/>
                <a:gd name="connsiteX13" fmla="*/ 92258 w 2910439"/>
                <a:gd name="connsiteY13" fmla="*/ 163474 h 533107"/>
                <a:gd name="connsiteX14" fmla="*/ 322068 w 2910439"/>
                <a:gd name="connsiteY14" fmla="*/ 0 h 533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0439" h="533107">
                  <a:moveTo>
                    <a:pt x="322068" y="0"/>
                  </a:moveTo>
                  <a:lnTo>
                    <a:pt x="2590231" y="0"/>
                  </a:lnTo>
                  <a:cubicBezTo>
                    <a:pt x="2605857" y="0"/>
                    <a:pt x="2778803" y="117160"/>
                    <a:pt x="2821795" y="159615"/>
                  </a:cubicBezTo>
                  <a:lnTo>
                    <a:pt x="2827602" y="167491"/>
                  </a:lnTo>
                  <a:lnTo>
                    <a:pt x="2838950" y="169782"/>
                  </a:lnTo>
                  <a:cubicBezTo>
                    <a:pt x="2880961" y="187551"/>
                    <a:pt x="2910439" y="229150"/>
                    <a:pt x="2910439" y="277634"/>
                  </a:cubicBezTo>
                  <a:lnTo>
                    <a:pt x="2910439" y="416056"/>
                  </a:lnTo>
                  <a:cubicBezTo>
                    <a:pt x="2910439" y="480701"/>
                    <a:pt x="2858033" y="533107"/>
                    <a:pt x="2793388" y="533107"/>
                  </a:cubicBezTo>
                  <a:lnTo>
                    <a:pt x="117051" y="533107"/>
                  </a:lnTo>
                  <a:cubicBezTo>
                    <a:pt x="52406" y="533107"/>
                    <a:pt x="0" y="480701"/>
                    <a:pt x="0" y="416056"/>
                  </a:cubicBezTo>
                  <a:lnTo>
                    <a:pt x="0" y="277634"/>
                  </a:lnTo>
                  <a:cubicBezTo>
                    <a:pt x="0" y="229150"/>
                    <a:pt x="29478" y="187551"/>
                    <a:pt x="71489" y="169782"/>
                  </a:cubicBezTo>
                  <a:lnTo>
                    <a:pt x="89138" y="166219"/>
                  </a:lnTo>
                  <a:lnTo>
                    <a:pt x="92258" y="163474"/>
                  </a:lnTo>
                  <a:cubicBezTo>
                    <a:pt x="144719" y="120248"/>
                    <a:pt x="306443" y="0"/>
                    <a:pt x="322068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1DE72449-B4EE-14BF-20FE-4B7537628D76}"/>
                </a:ext>
              </a:extLst>
            </p:cNvPr>
            <p:cNvGrpSpPr/>
            <p:nvPr/>
          </p:nvGrpSpPr>
          <p:grpSpPr>
            <a:xfrm>
              <a:off x="7124504" y="3485716"/>
              <a:ext cx="507952" cy="865436"/>
              <a:chOff x="7124504" y="3485716"/>
              <a:chExt cx="507952" cy="865436"/>
            </a:xfrm>
          </p:grpSpPr>
          <p:sp>
            <p:nvSpPr>
              <p:cNvPr id="172" name="Rectangle: Rounded Corners 79">
                <a:extLst>
                  <a:ext uri="{FF2B5EF4-FFF2-40B4-BE49-F238E27FC236}">
                    <a16:creationId xmlns:a16="http://schemas.microsoft.com/office/drawing/2014/main" id="{6ACF95E4-E094-114F-1C1C-7CB6F29C0ACD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Rectangle: Rounded Corners 85">
                <a:extLst>
                  <a:ext uri="{FF2B5EF4-FFF2-40B4-BE49-F238E27FC236}">
                    <a16:creationId xmlns:a16="http://schemas.microsoft.com/office/drawing/2014/main" id="{334B7891-8EF4-D829-E7DF-74AFF66F28CC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EBD2922F-69FB-930E-7943-F2836E675FFE}"/>
                </a:ext>
              </a:extLst>
            </p:cNvPr>
            <p:cNvGrpSpPr/>
            <p:nvPr/>
          </p:nvGrpSpPr>
          <p:grpSpPr>
            <a:xfrm flipH="1">
              <a:off x="4372593" y="3507160"/>
              <a:ext cx="507952" cy="865436"/>
              <a:chOff x="7124504" y="3485716"/>
              <a:chExt cx="507952" cy="865436"/>
            </a:xfrm>
          </p:grpSpPr>
          <p:sp>
            <p:nvSpPr>
              <p:cNvPr id="170" name="Rectangle: Rounded Corners 79">
                <a:extLst>
                  <a:ext uri="{FF2B5EF4-FFF2-40B4-BE49-F238E27FC236}">
                    <a16:creationId xmlns:a16="http://schemas.microsoft.com/office/drawing/2014/main" id="{3A8FA634-F9A1-30CB-6224-0A32A5DED1A3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Rectangle: Rounded Corners 85">
                <a:extLst>
                  <a:ext uri="{FF2B5EF4-FFF2-40B4-BE49-F238E27FC236}">
                    <a16:creationId xmlns:a16="http://schemas.microsoft.com/office/drawing/2014/main" id="{4BB77A3A-58B4-6FCB-524A-3B0BF8A8B9A2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670D327-2359-BB6F-B12C-71EA4BC279DC}"/>
              </a:ext>
            </a:extLst>
          </p:cNvPr>
          <p:cNvGrpSpPr/>
          <p:nvPr/>
        </p:nvGrpSpPr>
        <p:grpSpPr>
          <a:xfrm>
            <a:off x="2755011" y="3551655"/>
            <a:ext cx="3920396" cy="5926201"/>
            <a:chOff x="4084197" y="4357373"/>
            <a:chExt cx="2493094" cy="3768644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14E866C9-1615-0149-34BE-8FB6C5D6743E}"/>
                </a:ext>
              </a:extLst>
            </p:cNvPr>
            <p:cNvGrpSpPr/>
            <p:nvPr/>
          </p:nvGrpSpPr>
          <p:grpSpPr>
            <a:xfrm>
              <a:off x="4084197" y="4357373"/>
              <a:ext cx="2493094" cy="3768644"/>
              <a:chOff x="6428512" y="3367711"/>
              <a:chExt cx="1534625" cy="2319789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983FFE51-49DB-33CE-8F8A-1DFC235A32DC}"/>
                  </a:ext>
                </a:extLst>
              </p:cNvPr>
              <p:cNvGrpSpPr/>
              <p:nvPr/>
            </p:nvGrpSpPr>
            <p:grpSpPr>
              <a:xfrm flipH="1">
                <a:off x="6428512" y="3378295"/>
                <a:ext cx="1534625" cy="2309205"/>
                <a:chOff x="3576296" y="5056697"/>
                <a:chExt cx="2536874" cy="3817326"/>
              </a:xfrm>
            </p:grpSpPr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04AA6787-B585-3B97-6FFA-5929F0F66E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55087" y="7271981"/>
                  <a:ext cx="276646" cy="24011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79CC7D50-AA2F-F29E-56D4-212D451E1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06761" y="7272823"/>
                  <a:ext cx="276646" cy="24011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FF03B5D0-5AFD-E3E4-FE32-F68A43B1FA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99238" y="7486288"/>
                  <a:ext cx="19890" cy="1303191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011F2E7E-A625-1F1A-BEC8-CA3F16F77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230325" y="7481934"/>
                  <a:ext cx="34997" cy="134784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1164C203-82D9-5A8F-BEC7-04FE4197A565}"/>
                    </a:ext>
                  </a:extLst>
                </p:cNvPr>
                <p:cNvSpPr/>
                <p:nvPr/>
              </p:nvSpPr>
              <p:spPr>
                <a:xfrm>
                  <a:off x="3576296" y="5056697"/>
                  <a:ext cx="2536874" cy="2447778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AF9C35AC-938B-904B-7E66-CCF8F4D428D3}"/>
                    </a:ext>
                  </a:extLst>
                </p:cNvPr>
                <p:cNvSpPr/>
                <p:nvPr/>
              </p:nvSpPr>
              <p:spPr>
                <a:xfrm>
                  <a:off x="4413402" y="5944841"/>
                  <a:ext cx="261278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Rectangle: Top Corners Rounded 184">
                  <a:extLst>
                    <a:ext uri="{FF2B5EF4-FFF2-40B4-BE49-F238E27FC236}">
                      <a16:creationId xmlns:a16="http://schemas.microsoft.com/office/drawing/2014/main" id="{8DADE003-356B-E16F-B96C-2A746AA63B00}"/>
                    </a:ext>
                  </a:extLst>
                </p:cNvPr>
                <p:cNvSpPr/>
                <p:nvPr/>
              </p:nvSpPr>
              <p:spPr>
                <a:xfrm>
                  <a:off x="5017666" y="8668496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Rectangle: Top Corners Rounded 185">
                  <a:extLst>
                    <a:ext uri="{FF2B5EF4-FFF2-40B4-BE49-F238E27FC236}">
                      <a16:creationId xmlns:a16="http://schemas.microsoft.com/office/drawing/2014/main" id="{900344EB-ED6F-943E-E46B-D39A001589C2}"/>
                    </a:ext>
                  </a:extLst>
                </p:cNvPr>
                <p:cNvSpPr/>
                <p:nvPr/>
              </p:nvSpPr>
              <p:spPr>
                <a:xfrm>
                  <a:off x="4406469" y="8673713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21E66421-D494-FCB1-135D-FE214D57552B}"/>
                    </a:ext>
                  </a:extLst>
                </p:cNvPr>
                <p:cNvSpPr/>
                <p:nvPr/>
              </p:nvSpPr>
              <p:spPr>
                <a:xfrm rot="296513">
                  <a:off x="4911011" y="6384328"/>
                  <a:ext cx="67406" cy="190499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72717E9F-0BC6-D653-1C82-F354243C7592}"/>
                    </a:ext>
                  </a:extLst>
                </p:cNvPr>
                <p:cNvSpPr/>
                <p:nvPr/>
              </p:nvSpPr>
              <p:spPr>
                <a:xfrm>
                  <a:off x="5295995" y="5944839"/>
                  <a:ext cx="261278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8C781DE0-7504-AFD1-A993-A1E2632BD12A}"/>
                    </a:ext>
                  </a:extLst>
                </p:cNvPr>
                <p:cNvSpPr/>
                <p:nvPr/>
              </p:nvSpPr>
              <p:spPr>
                <a:xfrm>
                  <a:off x="4509177" y="6032850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B503D174-187D-4A68-DD07-B372AD29EB07}"/>
                    </a:ext>
                  </a:extLst>
                </p:cNvPr>
                <p:cNvSpPr/>
                <p:nvPr/>
              </p:nvSpPr>
              <p:spPr>
                <a:xfrm>
                  <a:off x="5381531" y="6039437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1DBDD0EC-79D0-FCF0-AF5E-D1BFFECE8B1F}"/>
                  </a:ext>
                </a:extLst>
              </p:cNvPr>
              <p:cNvSpPr/>
              <p:nvPr/>
            </p:nvSpPr>
            <p:spPr>
              <a:xfrm>
                <a:off x="6600139" y="3367711"/>
                <a:ext cx="1232186" cy="347260"/>
              </a:xfrm>
              <a:custGeom>
                <a:avLst/>
                <a:gdLst>
                  <a:gd name="connsiteX0" fmla="*/ 584194 w 1232186"/>
                  <a:gd name="connsiteY0" fmla="*/ 0 h 347260"/>
                  <a:gd name="connsiteX1" fmla="*/ 1220462 w 1232186"/>
                  <a:gd name="connsiteY1" fmla="*/ 326419 h 347260"/>
                  <a:gd name="connsiteX2" fmla="*/ 1232186 w 1232186"/>
                  <a:gd name="connsiteY2" fmla="*/ 347260 h 347260"/>
                  <a:gd name="connsiteX3" fmla="*/ 0 w 1232186"/>
                  <a:gd name="connsiteY3" fmla="*/ 347260 h 347260"/>
                  <a:gd name="connsiteX4" fmla="*/ 0 w 1232186"/>
                  <a:gd name="connsiteY4" fmla="*/ 265522 h 347260"/>
                  <a:gd name="connsiteX5" fmla="*/ 41622 w 1232186"/>
                  <a:gd name="connsiteY5" fmla="*/ 216848 h 347260"/>
                  <a:gd name="connsiteX6" fmla="*/ 584194 w 1232186"/>
                  <a:gd name="connsiteY6" fmla="*/ 0 h 347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2186" h="347260">
                    <a:moveTo>
                      <a:pt x="584194" y="0"/>
                    </a:moveTo>
                    <a:cubicBezTo>
                      <a:pt x="849053" y="0"/>
                      <a:pt x="1082570" y="129481"/>
                      <a:pt x="1220462" y="326419"/>
                    </a:cubicBezTo>
                    <a:lnTo>
                      <a:pt x="1232186" y="347260"/>
                    </a:lnTo>
                    <a:lnTo>
                      <a:pt x="0" y="347260"/>
                    </a:lnTo>
                    <a:lnTo>
                      <a:pt x="0" y="265522"/>
                    </a:lnTo>
                    <a:lnTo>
                      <a:pt x="41622" y="216848"/>
                    </a:lnTo>
                    <a:cubicBezTo>
                      <a:pt x="180478" y="82868"/>
                      <a:pt x="372307" y="0"/>
                      <a:pt x="584194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354F3DB9-B9E8-C4F4-7E2F-B0980E37AC6C}"/>
                  </a:ext>
                </a:extLst>
              </p:cNvPr>
              <p:cNvSpPr/>
              <p:nvPr/>
            </p:nvSpPr>
            <p:spPr>
              <a:xfrm rot="21346442">
                <a:off x="7729729" y="3685812"/>
                <a:ext cx="205192" cy="305266"/>
              </a:xfrm>
              <a:custGeom>
                <a:avLst/>
                <a:gdLst>
                  <a:gd name="connsiteX0" fmla="*/ 0 w 205192"/>
                  <a:gd name="connsiteY0" fmla="*/ 0 h 305266"/>
                  <a:gd name="connsiteX1" fmla="*/ 95531 w 205192"/>
                  <a:gd name="connsiteY1" fmla="*/ 0 h 305266"/>
                  <a:gd name="connsiteX2" fmla="*/ 149297 w 205192"/>
                  <a:gd name="connsiteY2" fmla="*/ 95577 h 305266"/>
                  <a:gd name="connsiteX3" fmla="*/ 194007 w 205192"/>
                  <a:gd name="connsiteY3" fmla="*/ 234551 h 305266"/>
                  <a:gd name="connsiteX4" fmla="*/ 205192 w 205192"/>
                  <a:gd name="connsiteY4" fmla="*/ 305266 h 305266"/>
                  <a:gd name="connsiteX5" fmla="*/ 0 w 205192"/>
                  <a:gd name="connsiteY5" fmla="*/ 305266 h 305266"/>
                  <a:gd name="connsiteX6" fmla="*/ 0 w 205192"/>
                  <a:gd name="connsiteY6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192" h="305266">
                    <a:moveTo>
                      <a:pt x="0" y="0"/>
                    </a:moveTo>
                    <a:lnTo>
                      <a:pt x="95531" y="0"/>
                    </a:lnTo>
                    <a:lnTo>
                      <a:pt x="149297" y="95577"/>
                    </a:lnTo>
                    <a:cubicBezTo>
                      <a:pt x="168711" y="139865"/>
                      <a:pt x="183786" y="186355"/>
                      <a:pt x="194007" y="234551"/>
                    </a:cubicBezTo>
                    <a:lnTo>
                      <a:pt x="205192" y="305266"/>
                    </a:lnTo>
                    <a:lnTo>
                      <a:pt x="0" y="305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CAA3594C-0449-F013-0C33-E57D7A6D2F3A}"/>
                  </a:ext>
                </a:extLst>
              </p:cNvPr>
              <p:cNvSpPr/>
              <p:nvPr/>
            </p:nvSpPr>
            <p:spPr>
              <a:xfrm rot="1390805" flipH="1">
                <a:off x="6537758" y="3590147"/>
                <a:ext cx="114064" cy="305266"/>
              </a:xfrm>
              <a:custGeom>
                <a:avLst/>
                <a:gdLst>
                  <a:gd name="connsiteX0" fmla="*/ 0 w 114064"/>
                  <a:gd name="connsiteY0" fmla="*/ 0 h 305266"/>
                  <a:gd name="connsiteX1" fmla="*/ 55131 w 114064"/>
                  <a:gd name="connsiteY1" fmla="*/ 0 h 305266"/>
                  <a:gd name="connsiteX2" fmla="*/ 89680 w 114064"/>
                  <a:gd name="connsiteY2" fmla="*/ 61418 h 305266"/>
                  <a:gd name="connsiteX3" fmla="*/ 114064 w 114064"/>
                  <a:gd name="connsiteY3" fmla="*/ 137214 h 305266"/>
                  <a:gd name="connsiteX4" fmla="*/ 114064 w 114064"/>
                  <a:gd name="connsiteY4" fmla="*/ 305266 h 305266"/>
                  <a:gd name="connsiteX5" fmla="*/ 109661 w 114064"/>
                  <a:gd name="connsiteY5" fmla="*/ 305266 h 305266"/>
                  <a:gd name="connsiteX6" fmla="*/ 98475 w 114064"/>
                  <a:gd name="connsiteY6" fmla="*/ 234551 h 305266"/>
                  <a:gd name="connsiteX7" fmla="*/ 53765 w 114064"/>
                  <a:gd name="connsiteY7" fmla="*/ 95577 h 305266"/>
                  <a:gd name="connsiteX8" fmla="*/ 0 w 114064"/>
                  <a:gd name="connsiteY8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064" h="305266">
                    <a:moveTo>
                      <a:pt x="0" y="0"/>
                    </a:moveTo>
                    <a:lnTo>
                      <a:pt x="55131" y="0"/>
                    </a:lnTo>
                    <a:lnTo>
                      <a:pt x="89680" y="61418"/>
                    </a:lnTo>
                    <a:lnTo>
                      <a:pt x="114064" y="137214"/>
                    </a:lnTo>
                    <a:lnTo>
                      <a:pt x="114064" y="305266"/>
                    </a:lnTo>
                    <a:lnTo>
                      <a:pt x="109661" y="305266"/>
                    </a:lnTo>
                    <a:lnTo>
                      <a:pt x="98475" y="234551"/>
                    </a:lnTo>
                    <a:cubicBezTo>
                      <a:pt x="88255" y="186355"/>
                      <a:pt x="73180" y="139865"/>
                      <a:pt x="53765" y="9557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78597A3-440B-2EE2-8BAD-2A6AF14ABAA3}"/>
                </a:ext>
              </a:extLst>
            </p:cNvPr>
            <p:cNvSpPr/>
            <p:nvPr/>
          </p:nvSpPr>
          <p:spPr>
            <a:xfrm rot="17841463">
              <a:off x="4506512" y="5824707"/>
              <a:ext cx="638694" cy="908032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12F15CC4-E5C6-085E-A98C-39578E7A8F25}"/>
                </a:ext>
              </a:extLst>
            </p:cNvPr>
            <p:cNvGrpSpPr/>
            <p:nvPr/>
          </p:nvGrpSpPr>
          <p:grpSpPr>
            <a:xfrm>
              <a:off x="4838582" y="6253248"/>
              <a:ext cx="851843" cy="926068"/>
              <a:chOff x="4838582" y="6253248"/>
              <a:chExt cx="851843" cy="926068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1BBFFDC4-56CE-F49A-E29F-EE53EE810918}"/>
                  </a:ext>
                </a:extLst>
              </p:cNvPr>
              <p:cNvGrpSpPr/>
              <p:nvPr/>
            </p:nvGrpSpPr>
            <p:grpSpPr>
              <a:xfrm>
                <a:off x="4838582" y="6321518"/>
                <a:ext cx="851843" cy="857798"/>
                <a:chOff x="4838582" y="6321518"/>
                <a:chExt cx="851843" cy="857798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998D5821-6926-1FC2-4BBE-ACF9E1D5D316}"/>
                    </a:ext>
                  </a:extLst>
                </p:cNvPr>
                <p:cNvSpPr/>
                <p:nvPr/>
              </p:nvSpPr>
              <p:spPr>
                <a:xfrm>
                  <a:off x="4906206" y="6321518"/>
                  <a:ext cx="784219" cy="798428"/>
                </a:xfrm>
                <a:custGeom>
                  <a:avLst/>
                  <a:gdLst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8421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76200 w 784219"/>
                    <a:gd name="connsiteY3" fmla="*/ 775568 h 783188"/>
                    <a:gd name="connsiteX4" fmla="*/ 0 w 784219"/>
                    <a:gd name="connsiteY4" fmla="*/ 0 h 783188"/>
                    <a:gd name="connsiteX0" fmla="*/ 0 w 784219"/>
                    <a:gd name="connsiteY0" fmla="*/ 0 h 798428"/>
                    <a:gd name="connsiteX1" fmla="*/ 784219 w 784219"/>
                    <a:gd name="connsiteY1" fmla="*/ 0 h 798428"/>
                    <a:gd name="connsiteX2" fmla="*/ 715639 w 784219"/>
                    <a:gd name="connsiteY2" fmla="*/ 783188 h 798428"/>
                    <a:gd name="connsiteX3" fmla="*/ 76200 w 784219"/>
                    <a:gd name="connsiteY3" fmla="*/ 798428 h 798428"/>
                    <a:gd name="connsiteX4" fmla="*/ 0 w 784219"/>
                    <a:gd name="connsiteY4" fmla="*/ 0 h 798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4219" h="798428">
                      <a:moveTo>
                        <a:pt x="0" y="0"/>
                      </a:moveTo>
                      <a:lnTo>
                        <a:pt x="784219" y="0"/>
                      </a:lnTo>
                      <a:lnTo>
                        <a:pt x="715639" y="783188"/>
                      </a:lnTo>
                      <a:lnTo>
                        <a:pt x="76200" y="7984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7F0DEC8F-A03B-BF98-C7C0-7E306AC4B1C2}"/>
                    </a:ext>
                  </a:extLst>
                </p:cNvPr>
                <p:cNvSpPr/>
                <p:nvPr/>
              </p:nvSpPr>
              <p:spPr>
                <a:xfrm rot="416330">
                  <a:off x="5578672" y="6330660"/>
                  <a:ext cx="88859" cy="824471"/>
                </a:xfrm>
                <a:custGeom>
                  <a:avLst/>
                  <a:gdLst>
                    <a:gd name="connsiteX0" fmla="*/ 0 w 45719"/>
                    <a:gd name="connsiteY0" fmla="*/ 0 h 798428"/>
                    <a:gd name="connsiteX1" fmla="*/ 45719 w 45719"/>
                    <a:gd name="connsiteY1" fmla="*/ 0 h 798428"/>
                    <a:gd name="connsiteX2" fmla="*/ 45719 w 45719"/>
                    <a:gd name="connsiteY2" fmla="*/ 798428 h 798428"/>
                    <a:gd name="connsiteX3" fmla="*/ 0 w 45719"/>
                    <a:gd name="connsiteY3" fmla="*/ 798428 h 798428"/>
                    <a:gd name="connsiteX4" fmla="*/ 0 w 45719"/>
                    <a:gd name="connsiteY4" fmla="*/ 0 h 798428"/>
                    <a:gd name="connsiteX0" fmla="*/ 0 w 67398"/>
                    <a:gd name="connsiteY0" fmla="*/ 5837 h 798428"/>
                    <a:gd name="connsiteX1" fmla="*/ 67398 w 67398"/>
                    <a:gd name="connsiteY1" fmla="*/ 0 h 798428"/>
                    <a:gd name="connsiteX2" fmla="*/ 67398 w 67398"/>
                    <a:gd name="connsiteY2" fmla="*/ 798428 h 798428"/>
                    <a:gd name="connsiteX3" fmla="*/ 21679 w 67398"/>
                    <a:gd name="connsiteY3" fmla="*/ 798428 h 798428"/>
                    <a:gd name="connsiteX4" fmla="*/ 0 w 67398"/>
                    <a:gd name="connsiteY4" fmla="*/ 5837 h 798428"/>
                    <a:gd name="connsiteX0" fmla="*/ 0 w 67398"/>
                    <a:gd name="connsiteY0" fmla="*/ 49577 h 842168"/>
                    <a:gd name="connsiteX1" fmla="*/ 58876 w 67398"/>
                    <a:gd name="connsiteY1" fmla="*/ 0 h 842168"/>
                    <a:gd name="connsiteX2" fmla="*/ 67398 w 67398"/>
                    <a:gd name="connsiteY2" fmla="*/ 842168 h 842168"/>
                    <a:gd name="connsiteX3" fmla="*/ 21679 w 67398"/>
                    <a:gd name="connsiteY3" fmla="*/ 842168 h 842168"/>
                    <a:gd name="connsiteX4" fmla="*/ 0 w 67398"/>
                    <a:gd name="connsiteY4" fmla="*/ 49577 h 842168"/>
                    <a:gd name="connsiteX0" fmla="*/ 0 w 88859"/>
                    <a:gd name="connsiteY0" fmla="*/ 49577 h 842168"/>
                    <a:gd name="connsiteX1" fmla="*/ 58876 w 88859"/>
                    <a:gd name="connsiteY1" fmla="*/ 0 h 842168"/>
                    <a:gd name="connsiteX2" fmla="*/ 88859 w 88859"/>
                    <a:gd name="connsiteY2" fmla="*/ 781984 h 842168"/>
                    <a:gd name="connsiteX3" fmla="*/ 21679 w 88859"/>
                    <a:gd name="connsiteY3" fmla="*/ 842168 h 842168"/>
                    <a:gd name="connsiteX4" fmla="*/ 0 w 88859"/>
                    <a:gd name="connsiteY4" fmla="*/ 49577 h 842168"/>
                    <a:gd name="connsiteX0" fmla="*/ 0 w 88859"/>
                    <a:gd name="connsiteY0" fmla="*/ 49577 h 839866"/>
                    <a:gd name="connsiteX1" fmla="*/ 58876 w 88859"/>
                    <a:gd name="connsiteY1" fmla="*/ 0 h 839866"/>
                    <a:gd name="connsiteX2" fmla="*/ 88859 w 88859"/>
                    <a:gd name="connsiteY2" fmla="*/ 781984 h 839866"/>
                    <a:gd name="connsiteX3" fmla="*/ 40589 w 88859"/>
                    <a:gd name="connsiteY3" fmla="*/ 839866 h 839866"/>
                    <a:gd name="connsiteX4" fmla="*/ 0 w 88859"/>
                    <a:gd name="connsiteY4" fmla="*/ 49577 h 839866"/>
                    <a:gd name="connsiteX0" fmla="*/ 0 w 88859"/>
                    <a:gd name="connsiteY0" fmla="*/ 49577 h 841017"/>
                    <a:gd name="connsiteX1" fmla="*/ 58876 w 88859"/>
                    <a:gd name="connsiteY1" fmla="*/ 0 h 841017"/>
                    <a:gd name="connsiteX2" fmla="*/ 88859 w 88859"/>
                    <a:gd name="connsiteY2" fmla="*/ 781984 h 841017"/>
                    <a:gd name="connsiteX3" fmla="*/ 31134 w 88859"/>
                    <a:gd name="connsiteY3" fmla="*/ 841017 h 841017"/>
                    <a:gd name="connsiteX4" fmla="*/ 0 w 88859"/>
                    <a:gd name="connsiteY4" fmla="*/ 49577 h 841017"/>
                    <a:gd name="connsiteX0" fmla="*/ 0 w 88859"/>
                    <a:gd name="connsiteY0" fmla="*/ 49577 h 833926"/>
                    <a:gd name="connsiteX1" fmla="*/ 58876 w 88859"/>
                    <a:gd name="connsiteY1" fmla="*/ 0 h 833926"/>
                    <a:gd name="connsiteX2" fmla="*/ 88859 w 88859"/>
                    <a:gd name="connsiteY2" fmla="*/ 781984 h 833926"/>
                    <a:gd name="connsiteX3" fmla="*/ 30271 w 88859"/>
                    <a:gd name="connsiteY3" fmla="*/ 833926 h 833926"/>
                    <a:gd name="connsiteX4" fmla="*/ 0 w 88859"/>
                    <a:gd name="connsiteY4" fmla="*/ 49577 h 833926"/>
                    <a:gd name="connsiteX0" fmla="*/ 0 w 88859"/>
                    <a:gd name="connsiteY0" fmla="*/ 49577 h 823608"/>
                    <a:gd name="connsiteX1" fmla="*/ 58876 w 88859"/>
                    <a:gd name="connsiteY1" fmla="*/ 0 h 823608"/>
                    <a:gd name="connsiteX2" fmla="*/ 88859 w 88859"/>
                    <a:gd name="connsiteY2" fmla="*/ 781984 h 823608"/>
                    <a:gd name="connsiteX3" fmla="*/ 36212 w 88859"/>
                    <a:gd name="connsiteY3" fmla="*/ 823608 h 823608"/>
                    <a:gd name="connsiteX4" fmla="*/ 0 w 88859"/>
                    <a:gd name="connsiteY4" fmla="*/ 49577 h 823608"/>
                    <a:gd name="connsiteX0" fmla="*/ 0 w 88859"/>
                    <a:gd name="connsiteY0" fmla="*/ 49577 h 824471"/>
                    <a:gd name="connsiteX1" fmla="*/ 58876 w 88859"/>
                    <a:gd name="connsiteY1" fmla="*/ 0 h 824471"/>
                    <a:gd name="connsiteX2" fmla="*/ 88859 w 88859"/>
                    <a:gd name="connsiteY2" fmla="*/ 781984 h 824471"/>
                    <a:gd name="connsiteX3" fmla="*/ 29120 w 88859"/>
                    <a:gd name="connsiteY3" fmla="*/ 824471 h 824471"/>
                    <a:gd name="connsiteX4" fmla="*/ 0 w 88859"/>
                    <a:gd name="connsiteY4" fmla="*/ 49577 h 824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859" h="824471">
                      <a:moveTo>
                        <a:pt x="0" y="49577"/>
                      </a:moveTo>
                      <a:lnTo>
                        <a:pt x="58876" y="0"/>
                      </a:lnTo>
                      <a:cubicBezTo>
                        <a:pt x="61717" y="280723"/>
                        <a:pt x="86018" y="501261"/>
                        <a:pt x="88859" y="781984"/>
                      </a:cubicBezTo>
                      <a:lnTo>
                        <a:pt x="29120" y="824471"/>
                      </a:lnTo>
                      <a:lnTo>
                        <a:pt x="0" y="49577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Rectangle 127">
                  <a:extLst>
                    <a:ext uri="{FF2B5EF4-FFF2-40B4-BE49-F238E27FC236}">
                      <a16:creationId xmlns:a16="http://schemas.microsoft.com/office/drawing/2014/main" id="{5DA809EA-4A03-6380-D362-2467A471ECE0}"/>
                    </a:ext>
                  </a:extLst>
                </p:cNvPr>
                <p:cNvSpPr/>
                <p:nvPr/>
              </p:nvSpPr>
              <p:spPr>
                <a:xfrm rot="21328516">
                  <a:off x="4879023" y="6323738"/>
                  <a:ext cx="88859" cy="824471"/>
                </a:xfrm>
                <a:custGeom>
                  <a:avLst/>
                  <a:gdLst>
                    <a:gd name="connsiteX0" fmla="*/ 0 w 45719"/>
                    <a:gd name="connsiteY0" fmla="*/ 0 h 798428"/>
                    <a:gd name="connsiteX1" fmla="*/ 45719 w 45719"/>
                    <a:gd name="connsiteY1" fmla="*/ 0 h 798428"/>
                    <a:gd name="connsiteX2" fmla="*/ 45719 w 45719"/>
                    <a:gd name="connsiteY2" fmla="*/ 798428 h 798428"/>
                    <a:gd name="connsiteX3" fmla="*/ 0 w 45719"/>
                    <a:gd name="connsiteY3" fmla="*/ 798428 h 798428"/>
                    <a:gd name="connsiteX4" fmla="*/ 0 w 45719"/>
                    <a:gd name="connsiteY4" fmla="*/ 0 h 798428"/>
                    <a:gd name="connsiteX0" fmla="*/ 0 w 67398"/>
                    <a:gd name="connsiteY0" fmla="*/ 5837 h 798428"/>
                    <a:gd name="connsiteX1" fmla="*/ 67398 w 67398"/>
                    <a:gd name="connsiteY1" fmla="*/ 0 h 798428"/>
                    <a:gd name="connsiteX2" fmla="*/ 67398 w 67398"/>
                    <a:gd name="connsiteY2" fmla="*/ 798428 h 798428"/>
                    <a:gd name="connsiteX3" fmla="*/ 21679 w 67398"/>
                    <a:gd name="connsiteY3" fmla="*/ 798428 h 798428"/>
                    <a:gd name="connsiteX4" fmla="*/ 0 w 67398"/>
                    <a:gd name="connsiteY4" fmla="*/ 5837 h 798428"/>
                    <a:gd name="connsiteX0" fmla="*/ 0 w 67398"/>
                    <a:gd name="connsiteY0" fmla="*/ 49577 h 842168"/>
                    <a:gd name="connsiteX1" fmla="*/ 58876 w 67398"/>
                    <a:gd name="connsiteY1" fmla="*/ 0 h 842168"/>
                    <a:gd name="connsiteX2" fmla="*/ 67398 w 67398"/>
                    <a:gd name="connsiteY2" fmla="*/ 842168 h 842168"/>
                    <a:gd name="connsiteX3" fmla="*/ 21679 w 67398"/>
                    <a:gd name="connsiteY3" fmla="*/ 842168 h 842168"/>
                    <a:gd name="connsiteX4" fmla="*/ 0 w 67398"/>
                    <a:gd name="connsiteY4" fmla="*/ 49577 h 842168"/>
                    <a:gd name="connsiteX0" fmla="*/ 0 w 88859"/>
                    <a:gd name="connsiteY0" fmla="*/ 49577 h 842168"/>
                    <a:gd name="connsiteX1" fmla="*/ 58876 w 88859"/>
                    <a:gd name="connsiteY1" fmla="*/ 0 h 842168"/>
                    <a:gd name="connsiteX2" fmla="*/ 88859 w 88859"/>
                    <a:gd name="connsiteY2" fmla="*/ 781984 h 842168"/>
                    <a:gd name="connsiteX3" fmla="*/ 21679 w 88859"/>
                    <a:gd name="connsiteY3" fmla="*/ 842168 h 842168"/>
                    <a:gd name="connsiteX4" fmla="*/ 0 w 88859"/>
                    <a:gd name="connsiteY4" fmla="*/ 49577 h 842168"/>
                    <a:gd name="connsiteX0" fmla="*/ 0 w 88859"/>
                    <a:gd name="connsiteY0" fmla="*/ 49577 h 839866"/>
                    <a:gd name="connsiteX1" fmla="*/ 58876 w 88859"/>
                    <a:gd name="connsiteY1" fmla="*/ 0 h 839866"/>
                    <a:gd name="connsiteX2" fmla="*/ 88859 w 88859"/>
                    <a:gd name="connsiteY2" fmla="*/ 781984 h 839866"/>
                    <a:gd name="connsiteX3" fmla="*/ 40589 w 88859"/>
                    <a:gd name="connsiteY3" fmla="*/ 839866 h 839866"/>
                    <a:gd name="connsiteX4" fmla="*/ 0 w 88859"/>
                    <a:gd name="connsiteY4" fmla="*/ 49577 h 839866"/>
                    <a:gd name="connsiteX0" fmla="*/ 0 w 88859"/>
                    <a:gd name="connsiteY0" fmla="*/ 49577 h 841017"/>
                    <a:gd name="connsiteX1" fmla="*/ 58876 w 88859"/>
                    <a:gd name="connsiteY1" fmla="*/ 0 h 841017"/>
                    <a:gd name="connsiteX2" fmla="*/ 88859 w 88859"/>
                    <a:gd name="connsiteY2" fmla="*/ 781984 h 841017"/>
                    <a:gd name="connsiteX3" fmla="*/ 31134 w 88859"/>
                    <a:gd name="connsiteY3" fmla="*/ 841017 h 841017"/>
                    <a:gd name="connsiteX4" fmla="*/ 0 w 88859"/>
                    <a:gd name="connsiteY4" fmla="*/ 49577 h 841017"/>
                    <a:gd name="connsiteX0" fmla="*/ 0 w 88859"/>
                    <a:gd name="connsiteY0" fmla="*/ 49577 h 833926"/>
                    <a:gd name="connsiteX1" fmla="*/ 58876 w 88859"/>
                    <a:gd name="connsiteY1" fmla="*/ 0 h 833926"/>
                    <a:gd name="connsiteX2" fmla="*/ 88859 w 88859"/>
                    <a:gd name="connsiteY2" fmla="*/ 781984 h 833926"/>
                    <a:gd name="connsiteX3" fmla="*/ 30271 w 88859"/>
                    <a:gd name="connsiteY3" fmla="*/ 833926 h 833926"/>
                    <a:gd name="connsiteX4" fmla="*/ 0 w 88859"/>
                    <a:gd name="connsiteY4" fmla="*/ 49577 h 833926"/>
                    <a:gd name="connsiteX0" fmla="*/ 0 w 88859"/>
                    <a:gd name="connsiteY0" fmla="*/ 49577 h 823608"/>
                    <a:gd name="connsiteX1" fmla="*/ 58876 w 88859"/>
                    <a:gd name="connsiteY1" fmla="*/ 0 h 823608"/>
                    <a:gd name="connsiteX2" fmla="*/ 88859 w 88859"/>
                    <a:gd name="connsiteY2" fmla="*/ 781984 h 823608"/>
                    <a:gd name="connsiteX3" fmla="*/ 36212 w 88859"/>
                    <a:gd name="connsiteY3" fmla="*/ 823608 h 823608"/>
                    <a:gd name="connsiteX4" fmla="*/ 0 w 88859"/>
                    <a:gd name="connsiteY4" fmla="*/ 49577 h 823608"/>
                    <a:gd name="connsiteX0" fmla="*/ 0 w 88859"/>
                    <a:gd name="connsiteY0" fmla="*/ 49577 h 824471"/>
                    <a:gd name="connsiteX1" fmla="*/ 58876 w 88859"/>
                    <a:gd name="connsiteY1" fmla="*/ 0 h 824471"/>
                    <a:gd name="connsiteX2" fmla="*/ 88859 w 88859"/>
                    <a:gd name="connsiteY2" fmla="*/ 781984 h 824471"/>
                    <a:gd name="connsiteX3" fmla="*/ 29120 w 88859"/>
                    <a:gd name="connsiteY3" fmla="*/ 824471 h 824471"/>
                    <a:gd name="connsiteX4" fmla="*/ 0 w 88859"/>
                    <a:gd name="connsiteY4" fmla="*/ 49577 h 824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859" h="824471">
                      <a:moveTo>
                        <a:pt x="0" y="49577"/>
                      </a:moveTo>
                      <a:lnTo>
                        <a:pt x="58876" y="0"/>
                      </a:lnTo>
                      <a:cubicBezTo>
                        <a:pt x="61717" y="280723"/>
                        <a:pt x="86018" y="501261"/>
                        <a:pt x="88859" y="781984"/>
                      </a:cubicBezTo>
                      <a:lnTo>
                        <a:pt x="29120" y="824471"/>
                      </a:lnTo>
                      <a:lnTo>
                        <a:pt x="0" y="49577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4A1C701D-FC4A-A789-BC0A-93A9069E2FFD}"/>
                    </a:ext>
                  </a:extLst>
                </p:cNvPr>
                <p:cNvGrpSpPr/>
                <p:nvPr/>
              </p:nvGrpSpPr>
              <p:grpSpPr>
                <a:xfrm>
                  <a:off x="4838582" y="6334848"/>
                  <a:ext cx="784219" cy="844468"/>
                  <a:chOff x="4838582" y="6334848"/>
                  <a:chExt cx="784219" cy="844468"/>
                </a:xfrm>
              </p:grpSpPr>
              <p:sp>
                <p:nvSpPr>
                  <p:cNvPr id="149" name="Oval 128">
                    <a:extLst>
                      <a:ext uri="{FF2B5EF4-FFF2-40B4-BE49-F238E27FC236}">
                        <a16:creationId xmlns:a16="http://schemas.microsoft.com/office/drawing/2014/main" id="{FAC18195-82CE-FD57-A4D1-15571D176C6D}"/>
                      </a:ext>
                    </a:extLst>
                  </p:cNvPr>
                  <p:cNvSpPr/>
                  <p:nvPr/>
                </p:nvSpPr>
                <p:spPr>
                  <a:xfrm>
                    <a:off x="5019039" y="6334848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0" name="Oval 128">
                    <a:extLst>
                      <a:ext uri="{FF2B5EF4-FFF2-40B4-BE49-F238E27FC236}">
                        <a16:creationId xmlns:a16="http://schemas.microsoft.com/office/drawing/2014/main" id="{75067309-22D0-F238-34B7-B9133BBE4CE2}"/>
                      </a:ext>
                    </a:extLst>
                  </p:cNvPr>
                  <p:cNvSpPr/>
                  <p:nvPr/>
                </p:nvSpPr>
                <p:spPr>
                  <a:xfrm rot="11191403">
                    <a:off x="5292098" y="6357821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2" name="Rectangle 2">
                    <a:extLst>
                      <a:ext uri="{FF2B5EF4-FFF2-40B4-BE49-F238E27FC236}">
                        <a16:creationId xmlns:a16="http://schemas.microsoft.com/office/drawing/2014/main" id="{5CE78901-35F5-E0BE-9777-87E45A32529C}"/>
                      </a:ext>
                    </a:extLst>
                  </p:cNvPr>
                  <p:cNvSpPr/>
                  <p:nvPr/>
                </p:nvSpPr>
                <p:spPr>
                  <a:xfrm>
                    <a:off x="4838582" y="6380888"/>
                    <a:ext cx="784219" cy="798428"/>
                  </a:xfrm>
                  <a:custGeom>
                    <a:avLst/>
                    <a:gdLst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84219 w 784219"/>
                      <a:gd name="connsiteY2" fmla="*/ 783188 h 783188"/>
                      <a:gd name="connsiteX3" fmla="*/ 0 w 784219"/>
                      <a:gd name="connsiteY3" fmla="*/ 78318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15639 w 784219"/>
                      <a:gd name="connsiteY2" fmla="*/ 783188 h 783188"/>
                      <a:gd name="connsiteX3" fmla="*/ 0 w 784219"/>
                      <a:gd name="connsiteY3" fmla="*/ 78318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15639 w 784219"/>
                      <a:gd name="connsiteY2" fmla="*/ 783188 h 783188"/>
                      <a:gd name="connsiteX3" fmla="*/ 76200 w 784219"/>
                      <a:gd name="connsiteY3" fmla="*/ 77556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98428"/>
                      <a:gd name="connsiteX1" fmla="*/ 784219 w 784219"/>
                      <a:gd name="connsiteY1" fmla="*/ 0 h 798428"/>
                      <a:gd name="connsiteX2" fmla="*/ 715639 w 784219"/>
                      <a:gd name="connsiteY2" fmla="*/ 783188 h 798428"/>
                      <a:gd name="connsiteX3" fmla="*/ 76200 w 784219"/>
                      <a:gd name="connsiteY3" fmla="*/ 798428 h 798428"/>
                      <a:gd name="connsiteX4" fmla="*/ 0 w 784219"/>
                      <a:gd name="connsiteY4" fmla="*/ 0 h 798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84219" h="798428">
                        <a:moveTo>
                          <a:pt x="0" y="0"/>
                        </a:moveTo>
                        <a:lnTo>
                          <a:pt x="784219" y="0"/>
                        </a:lnTo>
                        <a:lnTo>
                          <a:pt x="715639" y="783188"/>
                        </a:lnTo>
                        <a:lnTo>
                          <a:pt x="76200" y="7984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CF2EB64C-D9B5-DB8A-8115-2DDD9BAD9B65}"/>
                      </a:ext>
                    </a:extLst>
                  </p:cNvPr>
                  <p:cNvSpPr/>
                  <p:nvPr/>
                </p:nvSpPr>
                <p:spPr>
                  <a:xfrm>
                    <a:off x="4893735" y="6455049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0" name="Oval 128">
                    <a:extLst>
                      <a:ext uri="{FF2B5EF4-FFF2-40B4-BE49-F238E27FC236}">
                        <a16:creationId xmlns:a16="http://schemas.microsoft.com/office/drawing/2014/main" id="{DC8D6816-6DD5-7E74-5AE3-351720B35AC1}"/>
                      </a:ext>
                    </a:extLst>
                  </p:cNvPr>
                  <p:cNvSpPr/>
                  <p:nvPr/>
                </p:nvSpPr>
                <p:spPr>
                  <a:xfrm rot="1655495">
                    <a:off x="4931903" y="6644793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1" name="Oval 128">
                    <a:extLst>
                      <a:ext uri="{FF2B5EF4-FFF2-40B4-BE49-F238E27FC236}">
                        <a16:creationId xmlns:a16="http://schemas.microsoft.com/office/drawing/2014/main" id="{C4000FCA-875D-F59A-26E9-4942DC779DE5}"/>
                      </a:ext>
                    </a:extLst>
                  </p:cNvPr>
                  <p:cNvSpPr/>
                  <p:nvPr/>
                </p:nvSpPr>
                <p:spPr>
                  <a:xfrm rot="4203571">
                    <a:off x="5093109" y="6542433"/>
                    <a:ext cx="176531" cy="101629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" name="Oval 128">
                    <a:extLst>
                      <a:ext uri="{FF2B5EF4-FFF2-40B4-BE49-F238E27FC236}">
                        <a16:creationId xmlns:a16="http://schemas.microsoft.com/office/drawing/2014/main" id="{B90D22FB-BFF8-ABB4-A2CD-11E55FE3D6F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364108" y="6819875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" name="Oval 128">
                    <a:extLst>
                      <a:ext uri="{FF2B5EF4-FFF2-40B4-BE49-F238E27FC236}">
                        <a16:creationId xmlns:a16="http://schemas.microsoft.com/office/drawing/2014/main" id="{626C1518-A50E-6F39-41D1-C05E80113A73}"/>
                      </a:ext>
                    </a:extLst>
                  </p:cNvPr>
                  <p:cNvSpPr/>
                  <p:nvPr/>
                </p:nvSpPr>
                <p:spPr>
                  <a:xfrm rot="17855495">
                    <a:off x="5232077" y="7002015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Oval 128">
                    <a:extLst>
                      <a:ext uri="{FF2B5EF4-FFF2-40B4-BE49-F238E27FC236}">
                        <a16:creationId xmlns:a16="http://schemas.microsoft.com/office/drawing/2014/main" id="{DB2442CE-70E1-3A1A-23BC-30FEB62E9D7C}"/>
                      </a:ext>
                    </a:extLst>
                  </p:cNvPr>
                  <p:cNvSpPr/>
                  <p:nvPr/>
                </p:nvSpPr>
                <p:spPr>
                  <a:xfrm rot="20403571">
                    <a:off x="5377359" y="7028795"/>
                    <a:ext cx="176531" cy="101629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" name="Oval 128">
                    <a:extLst>
                      <a:ext uri="{FF2B5EF4-FFF2-40B4-BE49-F238E27FC236}">
                        <a16:creationId xmlns:a16="http://schemas.microsoft.com/office/drawing/2014/main" id="{95D87115-5C13-B385-4163-BFEC10C7A100}"/>
                      </a:ext>
                    </a:extLst>
                  </p:cNvPr>
                  <p:cNvSpPr/>
                  <p:nvPr/>
                </p:nvSpPr>
                <p:spPr>
                  <a:xfrm rot="14880045">
                    <a:off x="4881259" y="6805446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Oval 128">
                    <a:extLst>
                      <a:ext uri="{FF2B5EF4-FFF2-40B4-BE49-F238E27FC236}">
                        <a16:creationId xmlns:a16="http://schemas.microsoft.com/office/drawing/2014/main" id="{BE9CB488-EF0C-2E09-9746-AD41F82A3AC3}"/>
                      </a:ext>
                    </a:extLst>
                  </p:cNvPr>
                  <p:cNvSpPr/>
                  <p:nvPr/>
                </p:nvSpPr>
                <p:spPr>
                  <a:xfrm rot="6087391">
                    <a:off x="5050010" y="6937627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3F336C4-2312-5932-13ED-B88BF0A61752}"/>
                  </a:ext>
                </a:extLst>
              </p:cNvPr>
              <p:cNvSpPr txBox="1"/>
              <p:nvPr/>
            </p:nvSpPr>
            <p:spPr>
              <a:xfrm rot="18867285">
                <a:off x="4976830" y="6455344"/>
                <a:ext cx="773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Crack</a:t>
                </a: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836900C-87EF-43C2-A6BB-50EE3DFED708}"/>
                </a:ext>
              </a:extLst>
            </p:cNvPr>
            <p:cNvSpPr/>
            <p:nvPr/>
          </p:nvSpPr>
          <p:spPr>
            <a:xfrm rot="1128567" flipH="1">
              <a:off x="5623562" y="6190478"/>
              <a:ext cx="638694" cy="908032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Oval 128">
              <a:extLst>
                <a:ext uri="{FF2B5EF4-FFF2-40B4-BE49-F238E27FC236}">
                  <a16:creationId xmlns:a16="http://schemas.microsoft.com/office/drawing/2014/main" id="{B7DCDC1C-D4DD-D85E-F587-F74F42CDA151}"/>
                </a:ext>
              </a:extLst>
            </p:cNvPr>
            <p:cNvSpPr/>
            <p:nvPr/>
          </p:nvSpPr>
          <p:spPr>
            <a:xfrm rot="20403571">
              <a:off x="5243979" y="6171784"/>
              <a:ext cx="176531" cy="101629"/>
            </a:xfrm>
            <a:custGeom>
              <a:avLst/>
              <a:gdLst>
                <a:gd name="connsiteX0" fmla="*/ 0 w 162141"/>
                <a:gd name="connsiteY0" fmla="*/ 22860 h 45719"/>
                <a:gd name="connsiteX1" fmla="*/ 81071 w 162141"/>
                <a:gd name="connsiteY1" fmla="*/ 0 h 45719"/>
                <a:gd name="connsiteX2" fmla="*/ 162142 w 162141"/>
                <a:gd name="connsiteY2" fmla="*/ 22860 h 45719"/>
                <a:gd name="connsiteX3" fmla="*/ 81071 w 162141"/>
                <a:gd name="connsiteY3" fmla="*/ 45720 h 45719"/>
                <a:gd name="connsiteX4" fmla="*/ 0 w 162141"/>
                <a:gd name="connsiteY4" fmla="*/ 22860 h 45719"/>
                <a:gd name="connsiteX0" fmla="*/ 14 w 162156"/>
                <a:gd name="connsiteY0" fmla="*/ 22860 h 60007"/>
                <a:gd name="connsiteX1" fmla="*/ 81085 w 162156"/>
                <a:gd name="connsiteY1" fmla="*/ 0 h 60007"/>
                <a:gd name="connsiteX2" fmla="*/ 162156 w 162156"/>
                <a:gd name="connsiteY2" fmla="*/ 22860 h 60007"/>
                <a:gd name="connsiteX3" fmla="*/ 76322 w 162156"/>
                <a:gd name="connsiteY3" fmla="*/ 60007 h 60007"/>
                <a:gd name="connsiteX4" fmla="*/ 14 w 162156"/>
                <a:gd name="connsiteY4" fmla="*/ 22860 h 60007"/>
                <a:gd name="connsiteX0" fmla="*/ 10 w 176439"/>
                <a:gd name="connsiteY0" fmla="*/ 23301 h 60511"/>
                <a:gd name="connsiteX1" fmla="*/ 81081 w 176439"/>
                <a:gd name="connsiteY1" fmla="*/ 441 h 60511"/>
                <a:gd name="connsiteX2" fmla="*/ 176439 w 176439"/>
                <a:gd name="connsiteY2" fmla="*/ 13776 h 60511"/>
                <a:gd name="connsiteX3" fmla="*/ 76318 w 176439"/>
                <a:gd name="connsiteY3" fmla="*/ 60448 h 60511"/>
                <a:gd name="connsiteX4" fmla="*/ 10 w 176439"/>
                <a:gd name="connsiteY4" fmla="*/ 23301 h 60511"/>
                <a:gd name="connsiteX0" fmla="*/ 102 w 176531"/>
                <a:gd name="connsiteY0" fmla="*/ 23301 h 58134"/>
                <a:gd name="connsiteX1" fmla="*/ 81173 w 176531"/>
                <a:gd name="connsiteY1" fmla="*/ 441 h 58134"/>
                <a:gd name="connsiteX2" fmla="*/ 176531 w 176531"/>
                <a:gd name="connsiteY2" fmla="*/ 13776 h 58134"/>
                <a:gd name="connsiteX3" fmla="*/ 97841 w 176531"/>
                <a:gd name="connsiteY3" fmla="*/ 58067 h 58134"/>
                <a:gd name="connsiteX4" fmla="*/ 102 w 176531"/>
                <a:gd name="connsiteY4" fmla="*/ 23301 h 58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531" h="58134">
                  <a:moveTo>
                    <a:pt x="102" y="23301"/>
                  </a:moveTo>
                  <a:cubicBezTo>
                    <a:pt x="-2676" y="13697"/>
                    <a:pt x="51768" y="2028"/>
                    <a:pt x="81173" y="441"/>
                  </a:cubicBezTo>
                  <a:cubicBezTo>
                    <a:pt x="110578" y="-1146"/>
                    <a:pt x="176531" y="1151"/>
                    <a:pt x="176531" y="13776"/>
                  </a:cubicBezTo>
                  <a:cubicBezTo>
                    <a:pt x="176531" y="26401"/>
                    <a:pt x="127246" y="56480"/>
                    <a:pt x="97841" y="58067"/>
                  </a:cubicBezTo>
                  <a:cubicBezTo>
                    <a:pt x="68436" y="59654"/>
                    <a:pt x="2880" y="32905"/>
                    <a:pt x="102" y="23301"/>
                  </a:cubicBezTo>
                  <a:close/>
                </a:path>
              </a:pathLst>
            </a:cu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emojimouth">
            <a:hlinkClick r:id="" action="ppaction://media"/>
            <a:extLst>
              <a:ext uri="{FF2B5EF4-FFF2-40B4-BE49-F238E27FC236}">
                <a16:creationId xmlns:a16="http://schemas.microsoft.com/office/drawing/2014/main" id="{5E60D013-F416-BF85-5622-436EEC82984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 flipH="1">
            <a:off x="4526468" y="6035389"/>
            <a:ext cx="334765" cy="244904"/>
          </a:xfrm>
          <a:prstGeom prst="rect">
            <a:avLst/>
          </a:prstGeom>
        </p:spPr>
      </p:pic>
      <p:pic>
        <p:nvPicPr>
          <p:cNvPr id="22" name="ttsMP3.com_VoiceText_2024-12-21_21-57-8">
            <a:hlinkClick r:id="" action="ppaction://media"/>
            <a:extLst>
              <a:ext uri="{FF2B5EF4-FFF2-40B4-BE49-F238E27FC236}">
                <a16:creationId xmlns:a16="http://schemas.microsoft.com/office/drawing/2014/main" id="{29D39B79-5648-2914-3938-4CA7D64D65B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36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096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863D2A3-E4E6-469A-B2B2-86C3850F8837}"/>
              </a:ext>
            </a:extLst>
          </p:cNvPr>
          <p:cNvSpPr/>
          <p:nvPr/>
        </p:nvSpPr>
        <p:spPr>
          <a:xfrm>
            <a:off x="3673227" y="-411838"/>
            <a:ext cx="4625931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0EA6FE-788D-43B9-A055-7CE88051C1B7}"/>
              </a:ext>
            </a:extLst>
          </p:cNvPr>
          <p:cNvGrpSpPr/>
          <p:nvPr/>
        </p:nvGrpSpPr>
        <p:grpSpPr>
          <a:xfrm>
            <a:off x="-4058907" y="-243929"/>
            <a:ext cx="7908359" cy="10785195"/>
            <a:chOff x="-4058907" y="-243929"/>
            <a:chExt cx="7908359" cy="10785195"/>
          </a:xfrm>
        </p:grpSpPr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3A5C8590-74C4-4666-BFEF-40337EEE9372}"/>
                </a:ext>
              </a:extLst>
            </p:cNvPr>
            <p:cNvSpPr/>
            <p:nvPr/>
          </p:nvSpPr>
          <p:spPr>
            <a:xfrm>
              <a:off x="219155" y="-112814"/>
              <a:ext cx="3630297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67F09DF-81E6-436D-ABB6-9D153C245DAD}"/>
                </a:ext>
              </a:extLst>
            </p:cNvPr>
            <p:cNvSpPr/>
            <p:nvPr/>
          </p:nvSpPr>
          <p:spPr>
            <a:xfrm>
              <a:off x="-4058907" y="-243929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86D7EA9-F9B4-4D4F-BDC2-3548E628D656}"/>
              </a:ext>
            </a:extLst>
          </p:cNvPr>
          <p:cNvGrpSpPr/>
          <p:nvPr/>
        </p:nvGrpSpPr>
        <p:grpSpPr>
          <a:xfrm>
            <a:off x="4074117" y="0"/>
            <a:ext cx="1099168" cy="1360157"/>
            <a:chOff x="2894199" y="0"/>
            <a:chExt cx="1099168" cy="1360157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93B8B5BF-7A3A-4226-8F5A-9D9BBBCB401C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C1B3E64-F9F4-4808-9E2C-DE01F0819AC8}"/>
                </a:ext>
              </a:extLst>
            </p:cNvPr>
            <p:cNvCxnSpPr>
              <a:cxnSpLocks/>
            </p:cNvCxnSpPr>
            <p:nvPr/>
          </p:nvCxnSpPr>
          <p:spPr>
            <a:xfrm>
              <a:off x="3430824" y="37480"/>
              <a:ext cx="0" cy="109929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7446C349-B91A-4365-85D4-03FCA73ED9EE}"/>
                </a:ext>
              </a:extLst>
            </p:cNvPr>
            <p:cNvSpPr/>
            <p:nvPr/>
          </p:nvSpPr>
          <p:spPr>
            <a:xfrm>
              <a:off x="2894199" y="1136773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51ED123-FEEF-D2F1-5DB6-FC76E214ECC6}"/>
              </a:ext>
            </a:extLst>
          </p:cNvPr>
          <p:cNvGrpSpPr/>
          <p:nvPr/>
        </p:nvGrpSpPr>
        <p:grpSpPr>
          <a:xfrm>
            <a:off x="1012574" y="4115832"/>
            <a:ext cx="4143752" cy="5046249"/>
            <a:chOff x="7037051" y="3756170"/>
            <a:chExt cx="2385381" cy="2904910"/>
          </a:xfrm>
        </p:grpSpPr>
        <p:sp>
          <p:nvSpPr>
            <p:cNvPr id="14" name="Oval 34">
              <a:extLst>
                <a:ext uri="{FF2B5EF4-FFF2-40B4-BE49-F238E27FC236}">
                  <a16:creationId xmlns:a16="http://schemas.microsoft.com/office/drawing/2014/main" id="{F7605666-5574-35CE-6BF3-E0AE7773FD9C}"/>
                </a:ext>
              </a:extLst>
            </p:cNvPr>
            <p:cNvSpPr/>
            <p:nvPr/>
          </p:nvSpPr>
          <p:spPr>
            <a:xfrm rot="20848793">
              <a:off x="7038585" y="5866962"/>
              <a:ext cx="541176" cy="781276"/>
            </a:xfrm>
            <a:custGeom>
              <a:avLst/>
              <a:gdLst>
                <a:gd name="connsiteX0" fmla="*/ 0 w 128521"/>
                <a:gd name="connsiteY0" fmla="*/ 373888 h 747775"/>
                <a:gd name="connsiteX1" fmla="*/ 64261 w 128521"/>
                <a:gd name="connsiteY1" fmla="*/ 0 h 747775"/>
                <a:gd name="connsiteX2" fmla="*/ 128522 w 128521"/>
                <a:gd name="connsiteY2" fmla="*/ 373888 h 747775"/>
                <a:gd name="connsiteX3" fmla="*/ 64261 w 128521"/>
                <a:gd name="connsiteY3" fmla="*/ 747776 h 747775"/>
                <a:gd name="connsiteX4" fmla="*/ 0 w 128521"/>
                <a:gd name="connsiteY4" fmla="*/ 373888 h 747775"/>
                <a:gd name="connsiteX0" fmla="*/ 0 w 262421"/>
                <a:gd name="connsiteY0" fmla="*/ 344281 h 748005"/>
                <a:gd name="connsiteX1" fmla="*/ 198160 w 262421"/>
                <a:gd name="connsiteY1" fmla="*/ 125 h 748005"/>
                <a:gd name="connsiteX2" fmla="*/ 262421 w 262421"/>
                <a:gd name="connsiteY2" fmla="*/ 374013 h 748005"/>
                <a:gd name="connsiteX3" fmla="*/ 198160 w 262421"/>
                <a:gd name="connsiteY3" fmla="*/ 747901 h 748005"/>
                <a:gd name="connsiteX4" fmla="*/ 0 w 262421"/>
                <a:gd name="connsiteY4" fmla="*/ 344281 h 748005"/>
                <a:gd name="connsiteX0" fmla="*/ 0 w 199079"/>
                <a:gd name="connsiteY0" fmla="*/ 344179 h 747815"/>
                <a:gd name="connsiteX1" fmla="*/ 198160 w 199079"/>
                <a:gd name="connsiteY1" fmla="*/ 23 h 747815"/>
                <a:gd name="connsiteX2" fmla="*/ 78934 w 199079"/>
                <a:gd name="connsiteY2" fmla="*/ 356583 h 747815"/>
                <a:gd name="connsiteX3" fmla="*/ 198160 w 199079"/>
                <a:gd name="connsiteY3" fmla="*/ 747799 h 747815"/>
                <a:gd name="connsiteX4" fmla="*/ 0 w 199079"/>
                <a:gd name="connsiteY4" fmla="*/ 344179 h 747815"/>
                <a:gd name="connsiteX0" fmla="*/ 5177 w 455703"/>
                <a:gd name="connsiteY0" fmla="*/ 344168 h 469392"/>
                <a:gd name="connsiteX1" fmla="*/ 203337 w 455703"/>
                <a:gd name="connsiteY1" fmla="*/ 12 h 469392"/>
                <a:gd name="connsiteX2" fmla="*/ 84111 w 455703"/>
                <a:gd name="connsiteY2" fmla="*/ 356572 h 469392"/>
                <a:gd name="connsiteX3" fmla="*/ 455373 w 455703"/>
                <a:gd name="connsiteY3" fmla="*/ 421281 h 469392"/>
                <a:gd name="connsiteX4" fmla="*/ 5177 w 455703"/>
                <a:gd name="connsiteY4" fmla="*/ 344168 h 469392"/>
                <a:gd name="connsiteX0" fmla="*/ 5005 w 455229"/>
                <a:gd name="connsiteY0" fmla="*/ 345089 h 548581"/>
                <a:gd name="connsiteX1" fmla="*/ 203165 w 455229"/>
                <a:gd name="connsiteY1" fmla="*/ 933 h 548581"/>
                <a:gd name="connsiteX2" fmla="*/ 29406 w 455229"/>
                <a:gd name="connsiteY2" fmla="*/ 462468 h 548581"/>
                <a:gd name="connsiteX3" fmla="*/ 455201 w 455229"/>
                <a:gd name="connsiteY3" fmla="*/ 422202 h 548581"/>
                <a:gd name="connsiteX4" fmla="*/ 5005 w 455229"/>
                <a:gd name="connsiteY4" fmla="*/ 345089 h 548581"/>
                <a:gd name="connsiteX0" fmla="*/ 5005 w 455229"/>
                <a:gd name="connsiteY0" fmla="*/ 345089 h 470603"/>
                <a:gd name="connsiteX1" fmla="*/ 203165 w 455229"/>
                <a:gd name="connsiteY1" fmla="*/ 933 h 470603"/>
                <a:gd name="connsiteX2" fmla="*/ 29406 w 455229"/>
                <a:gd name="connsiteY2" fmla="*/ 462468 h 470603"/>
                <a:gd name="connsiteX3" fmla="*/ 455201 w 455229"/>
                <a:gd name="connsiteY3" fmla="*/ 422202 h 470603"/>
                <a:gd name="connsiteX4" fmla="*/ 5005 w 455229"/>
                <a:gd name="connsiteY4" fmla="*/ 345089 h 470603"/>
                <a:gd name="connsiteX0" fmla="*/ 4780 w 469905"/>
                <a:gd name="connsiteY0" fmla="*/ 481390 h 502518"/>
                <a:gd name="connsiteX1" fmla="*/ 217796 w 469905"/>
                <a:gd name="connsiteY1" fmla="*/ 32 h 502518"/>
                <a:gd name="connsiteX2" fmla="*/ 44037 w 469905"/>
                <a:gd name="connsiteY2" fmla="*/ 461567 h 502518"/>
                <a:gd name="connsiteX3" fmla="*/ 469832 w 469905"/>
                <a:gd name="connsiteY3" fmla="*/ 421301 h 502518"/>
                <a:gd name="connsiteX4" fmla="*/ 4780 w 469905"/>
                <a:gd name="connsiteY4" fmla="*/ 481390 h 502518"/>
                <a:gd name="connsiteX0" fmla="*/ 4922 w 470385"/>
                <a:gd name="connsiteY0" fmla="*/ 481443 h 502800"/>
                <a:gd name="connsiteX1" fmla="*/ 217938 w 470385"/>
                <a:gd name="connsiteY1" fmla="*/ 85 h 502800"/>
                <a:gd name="connsiteX2" fmla="*/ 93768 w 470385"/>
                <a:gd name="connsiteY2" fmla="*/ 449215 h 502800"/>
                <a:gd name="connsiteX3" fmla="*/ 469974 w 470385"/>
                <a:gd name="connsiteY3" fmla="*/ 421354 h 502800"/>
                <a:gd name="connsiteX4" fmla="*/ 4922 w 470385"/>
                <a:gd name="connsiteY4" fmla="*/ 481443 h 502800"/>
                <a:gd name="connsiteX0" fmla="*/ 9845 w 602542"/>
                <a:gd name="connsiteY0" fmla="*/ 481443 h 761987"/>
                <a:gd name="connsiteX1" fmla="*/ 222861 w 602542"/>
                <a:gd name="connsiteY1" fmla="*/ 85 h 761987"/>
                <a:gd name="connsiteX2" fmla="*/ 98691 w 602542"/>
                <a:gd name="connsiteY2" fmla="*/ 449215 h 761987"/>
                <a:gd name="connsiteX3" fmla="*/ 602231 w 602542"/>
                <a:gd name="connsiteY3" fmla="*/ 761855 h 761987"/>
                <a:gd name="connsiteX4" fmla="*/ 9845 w 602542"/>
                <a:gd name="connsiteY4" fmla="*/ 481443 h 761987"/>
                <a:gd name="connsiteX0" fmla="*/ 10243 w 603800"/>
                <a:gd name="connsiteY0" fmla="*/ 481378 h 761822"/>
                <a:gd name="connsiteX1" fmla="*/ 223259 w 603800"/>
                <a:gd name="connsiteY1" fmla="*/ 20 h 761822"/>
                <a:gd name="connsiteX2" fmla="*/ 173477 w 603800"/>
                <a:gd name="connsiteY2" fmla="*/ 465669 h 761822"/>
                <a:gd name="connsiteX3" fmla="*/ 602629 w 603800"/>
                <a:gd name="connsiteY3" fmla="*/ 761790 h 761822"/>
                <a:gd name="connsiteX4" fmla="*/ 10243 w 603800"/>
                <a:gd name="connsiteY4" fmla="*/ 481378 h 761822"/>
                <a:gd name="connsiteX0" fmla="*/ 12853 w 534544"/>
                <a:gd name="connsiteY0" fmla="*/ 512923 h 762277"/>
                <a:gd name="connsiteX1" fmla="*/ 154785 w 534544"/>
                <a:gd name="connsiteY1" fmla="*/ 169 h 762277"/>
                <a:gd name="connsiteX2" fmla="*/ 105003 w 534544"/>
                <a:gd name="connsiteY2" fmla="*/ 465818 h 762277"/>
                <a:gd name="connsiteX3" fmla="*/ 534155 w 534544"/>
                <a:gd name="connsiteY3" fmla="*/ 761939 h 762277"/>
                <a:gd name="connsiteX4" fmla="*/ 12853 w 534544"/>
                <a:gd name="connsiteY4" fmla="*/ 512923 h 762277"/>
                <a:gd name="connsiteX0" fmla="*/ 19485 w 541176"/>
                <a:gd name="connsiteY0" fmla="*/ 531914 h 781276"/>
                <a:gd name="connsiteX1" fmla="*/ 110997 w 541176"/>
                <a:gd name="connsiteY1" fmla="*/ 158 h 781276"/>
                <a:gd name="connsiteX2" fmla="*/ 111635 w 541176"/>
                <a:gd name="connsiteY2" fmla="*/ 484809 h 781276"/>
                <a:gd name="connsiteX3" fmla="*/ 540787 w 541176"/>
                <a:gd name="connsiteY3" fmla="*/ 780930 h 781276"/>
                <a:gd name="connsiteX4" fmla="*/ 19485 w 541176"/>
                <a:gd name="connsiteY4" fmla="*/ 531914 h 78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176" h="781276">
                  <a:moveTo>
                    <a:pt x="19485" y="531914"/>
                  </a:moveTo>
                  <a:cubicBezTo>
                    <a:pt x="-52147" y="401785"/>
                    <a:pt x="95639" y="8009"/>
                    <a:pt x="110997" y="158"/>
                  </a:cubicBezTo>
                  <a:cubicBezTo>
                    <a:pt x="126355" y="-7693"/>
                    <a:pt x="111635" y="278316"/>
                    <a:pt x="111635" y="484809"/>
                  </a:cubicBezTo>
                  <a:cubicBezTo>
                    <a:pt x="112435" y="511950"/>
                    <a:pt x="556145" y="773079"/>
                    <a:pt x="540787" y="780930"/>
                  </a:cubicBezTo>
                  <a:cubicBezTo>
                    <a:pt x="525429" y="788781"/>
                    <a:pt x="91117" y="662043"/>
                    <a:pt x="19485" y="53191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lowchart: Delay 35">
              <a:extLst>
                <a:ext uri="{FF2B5EF4-FFF2-40B4-BE49-F238E27FC236}">
                  <a16:creationId xmlns:a16="http://schemas.microsoft.com/office/drawing/2014/main" id="{DEFFD008-B7E7-288D-DA13-B0B86D393443}"/>
                </a:ext>
              </a:extLst>
            </p:cNvPr>
            <p:cNvSpPr/>
            <p:nvPr/>
          </p:nvSpPr>
          <p:spPr>
            <a:xfrm rot="5045403">
              <a:off x="8266965" y="6389612"/>
              <a:ext cx="126361" cy="263732"/>
            </a:xfrm>
            <a:custGeom>
              <a:avLst/>
              <a:gdLst>
                <a:gd name="connsiteX0" fmla="*/ 0 w 234941"/>
                <a:gd name="connsiteY0" fmla="*/ 0 h 188617"/>
                <a:gd name="connsiteX1" fmla="*/ 117471 w 234941"/>
                <a:gd name="connsiteY1" fmla="*/ 0 h 188617"/>
                <a:gd name="connsiteX2" fmla="*/ 234942 w 234941"/>
                <a:gd name="connsiteY2" fmla="*/ 94309 h 188617"/>
                <a:gd name="connsiteX3" fmla="*/ 117471 w 234941"/>
                <a:gd name="connsiteY3" fmla="*/ 188618 h 188617"/>
                <a:gd name="connsiteX4" fmla="*/ 0 w 234941"/>
                <a:gd name="connsiteY4" fmla="*/ 188617 h 188617"/>
                <a:gd name="connsiteX5" fmla="*/ 0 w 234941"/>
                <a:gd name="connsiteY5" fmla="*/ 0 h 188617"/>
                <a:gd name="connsiteX0" fmla="*/ 0 w 234959"/>
                <a:gd name="connsiteY0" fmla="*/ 37557 h 226175"/>
                <a:gd name="connsiteX1" fmla="*/ 123881 w 234959"/>
                <a:gd name="connsiteY1" fmla="*/ 0 h 226175"/>
                <a:gd name="connsiteX2" fmla="*/ 234942 w 234959"/>
                <a:gd name="connsiteY2" fmla="*/ 131866 h 226175"/>
                <a:gd name="connsiteX3" fmla="*/ 117471 w 234959"/>
                <a:gd name="connsiteY3" fmla="*/ 226175 h 226175"/>
                <a:gd name="connsiteX4" fmla="*/ 0 w 234959"/>
                <a:gd name="connsiteY4" fmla="*/ 226174 h 226175"/>
                <a:gd name="connsiteX5" fmla="*/ 0 w 234959"/>
                <a:gd name="connsiteY5" fmla="*/ 37557 h 226175"/>
                <a:gd name="connsiteX0" fmla="*/ 0 w 235295"/>
                <a:gd name="connsiteY0" fmla="*/ 37557 h 226175"/>
                <a:gd name="connsiteX1" fmla="*/ 123881 w 235295"/>
                <a:gd name="connsiteY1" fmla="*/ 0 h 226175"/>
                <a:gd name="connsiteX2" fmla="*/ 234942 w 235295"/>
                <a:gd name="connsiteY2" fmla="*/ 131866 h 226175"/>
                <a:gd name="connsiteX3" fmla="*/ 117471 w 235295"/>
                <a:gd name="connsiteY3" fmla="*/ 226175 h 226175"/>
                <a:gd name="connsiteX4" fmla="*/ 0 w 235295"/>
                <a:gd name="connsiteY4" fmla="*/ 226174 h 226175"/>
                <a:gd name="connsiteX5" fmla="*/ 0 w 235295"/>
                <a:gd name="connsiteY5" fmla="*/ 37557 h 226175"/>
                <a:gd name="connsiteX0" fmla="*/ 0 w 235628"/>
                <a:gd name="connsiteY0" fmla="*/ 37557 h 263732"/>
                <a:gd name="connsiteX1" fmla="*/ 123881 w 235628"/>
                <a:gd name="connsiteY1" fmla="*/ 0 h 263732"/>
                <a:gd name="connsiteX2" fmla="*/ 234942 w 235628"/>
                <a:gd name="connsiteY2" fmla="*/ 131866 h 263732"/>
                <a:gd name="connsiteX3" fmla="*/ 111062 w 235628"/>
                <a:gd name="connsiteY3" fmla="*/ 263732 h 263732"/>
                <a:gd name="connsiteX4" fmla="*/ 0 w 235628"/>
                <a:gd name="connsiteY4" fmla="*/ 226174 h 263732"/>
                <a:gd name="connsiteX5" fmla="*/ 0 w 235628"/>
                <a:gd name="connsiteY5" fmla="*/ 37557 h 263732"/>
                <a:gd name="connsiteX0" fmla="*/ 0 w 235628"/>
                <a:gd name="connsiteY0" fmla="*/ 226174 h 263732"/>
                <a:gd name="connsiteX1" fmla="*/ 123881 w 235628"/>
                <a:gd name="connsiteY1" fmla="*/ 0 h 263732"/>
                <a:gd name="connsiteX2" fmla="*/ 234942 w 235628"/>
                <a:gd name="connsiteY2" fmla="*/ 131866 h 263732"/>
                <a:gd name="connsiteX3" fmla="*/ 111062 w 235628"/>
                <a:gd name="connsiteY3" fmla="*/ 263732 h 263732"/>
                <a:gd name="connsiteX4" fmla="*/ 0 w 235628"/>
                <a:gd name="connsiteY4" fmla="*/ 226174 h 263732"/>
                <a:gd name="connsiteX0" fmla="*/ 0 w 124566"/>
                <a:gd name="connsiteY0" fmla="*/ 263732 h 263732"/>
                <a:gd name="connsiteX1" fmla="*/ 12819 w 124566"/>
                <a:gd name="connsiteY1" fmla="*/ 0 h 263732"/>
                <a:gd name="connsiteX2" fmla="*/ 123880 w 124566"/>
                <a:gd name="connsiteY2" fmla="*/ 131866 h 263732"/>
                <a:gd name="connsiteX3" fmla="*/ 0 w 124566"/>
                <a:gd name="connsiteY3" fmla="*/ 263732 h 263732"/>
                <a:gd name="connsiteX0" fmla="*/ 0 w 124143"/>
                <a:gd name="connsiteY0" fmla="*/ 263732 h 263732"/>
                <a:gd name="connsiteX1" fmla="*/ 12819 w 124143"/>
                <a:gd name="connsiteY1" fmla="*/ 0 h 263732"/>
                <a:gd name="connsiteX2" fmla="*/ 123880 w 124143"/>
                <a:gd name="connsiteY2" fmla="*/ 131866 h 263732"/>
                <a:gd name="connsiteX3" fmla="*/ 0 w 124143"/>
                <a:gd name="connsiteY3" fmla="*/ 263732 h 263732"/>
                <a:gd name="connsiteX0" fmla="*/ 0 w 126361"/>
                <a:gd name="connsiteY0" fmla="*/ 263732 h 263732"/>
                <a:gd name="connsiteX1" fmla="*/ 12819 w 126361"/>
                <a:gd name="connsiteY1" fmla="*/ 0 h 263732"/>
                <a:gd name="connsiteX2" fmla="*/ 123880 w 126361"/>
                <a:gd name="connsiteY2" fmla="*/ 131866 h 263732"/>
                <a:gd name="connsiteX3" fmla="*/ 0 w 126361"/>
                <a:gd name="connsiteY3" fmla="*/ 263732 h 26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61" h="263732">
                  <a:moveTo>
                    <a:pt x="0" y="263732"/>
                  </a:moveTo>
                  <a:lnTo>
                    <a:pt x="12819" y="0"/>
                  </a:lnTo>
                  <a:cubicBezTo>
                    <a:pt x="130276" y="8973"/>
                    <a:pt x="131048" y="1805"/>
                    <a:pt x="123880" y="131866"/>
                  </a:cubicBezTo>
                  <a:cubicBezTo>
                    <a:pt x="116712" y="261927"/>
                    <a:pt x="64877" y="263732"/>
                    <a:pt x="0" y="263732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C644925-C937-3BEE-649C-5782C4CC507E}"/>
                </a:ext>
              </a:extLst>
            </p:cNvPr>
            <p:cNvSpPr/>
            <p:nvPr/>
          </p:nvSpPr>
          <p:spPr>
            <a:xfrm rot="20713171">
              <a:off x="8331350" y="6467969"/>
              <a:ext cx="52116" cy="107013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CDCEF06-45BD-5566-2CDD-2DF292D7D8A5}"/>
                </a:ext>
              </a:extLst>
            </p:cNvPr>
            <p:cNvSpPr/>
            <p:nvPr/>
          </p:nvSpPr>
          <p:spPr>
            <a:xfrm rot="20713171">
              <a:off x="8379236" y="6467970"/>
              <a:ext cx="52116" cy="107013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79B68-9D27-22AD-DD53-DFF57FEC1B60}"/>
                </a:ext>
              </a:extLst>
            </p:cNvPr>
            <p:cNvSpPr/>
            <p:nvPr/>
          </p:nvSpPr>
          <p:spPr>
            <a:xfrm rot="20713171">
              <a:off x="8285694" y="6467969"/>
              <a:ext cx="52116" cy="107013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997AD1D-23D5-5156-991F-D41806E28561}"/>
                </a:ext>
              </a:extLst>
            </p:cNvPr>
            <p:cNvSpPr/>
            <p:nvPr/>
          </p:nvSpPr>
          <p:spPr>
            <a:xfrm rot="20402253">
              <a:off x="7037051" y="5134156"/>
              <a:ext cx="1825815" cy="1484504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6">
              <a:extLst>
                <a:ext uri="{FF2B5EF4-FFF2-40B4-BE49-F238E27FC236}">
                  <a16:creationId xmlns:a16="http://schemas.microsoft.com/office/drawing/2014/main" id="{FC26C9A2-AF22-6826-1026-A5E3429F2CF4}"/>
                </a:ext>
              </a:extLst>
            </p:cNvPr>
            <p:cNvSpPr/>
            <p:nvPr/>
          </p:nvSpPr>
          <p:spPr>
            <a:xfrm rot="634162">
              <a:off x="7953831" y="3756170"/>
              <a:ext cx="695387" cy="673376"/>
            </a:xfrm>
            <a:custGeom>
              <a:avLst/>
              <a:gdLst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0 w 2120535"/>
                <a:gd name="connsiteY3" fmla="*/ 2053416 h 2053416"/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1059367 w 2120535"/>
                <a:gd name="connsiteY3" fmla="*/ 871375 h 2053416"/>
                <a:gd name="connsiteX4" fmla="*/ 0 w 2120535"/>
                <a:gd name="connsiteY4" fmla="*/ 2053416 h 205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0535" h="2053416">
                  <a:moveTo>
                    <a:pt x="0" y="2053416"/>
                  </a:moveTo>
                  <a:lnTo>
                    <a:pt x="1060268" y="0"/>
                  </a:lnTo>
                  <a:lnTo>
                    <a:pt x="2120535" y="2053416"/>
                  </a:lnTo>
                  <a:cubicBezTo>
                    <a:pt x="1775899" y="2038991"/>
                    <a:pt x="1404003" y="885800"/>
                    <a:pt x="1059367" y="871375"/>
                  </a:cubicBezTo>
                  <a:lnTo>
                    <a:pt x="0" y="2053416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6">
              <a:extLst>
                <a:ext uri="{FF2B5EF4-FFF2-40B4-BE49-F238E27FC236}">
                  <a16:creationId xmlns:a16="http://schemas.microsoft.com/office/drawing/2014/main" id="{6A543145-A8E4-64F6-20EE-A1B6E78A7EC3}"/>
                </a:ext>
              </a:extLst>
            </p:cNvPr>
            <p:cNvSpPr/>
            <p:nvPr/>
          </p:nvSpPr>
          <p:spPr>
            <a:xfrm rot="2828024" flipH="1">
              <a:off x="8738050" y="4139089"/>
              <a:ext cx="695387" cy="673376"/>
            </a:xfrm>
            <a:custGeom>
              <a:avLst/>
              <a:gdLst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0 w 2120535"/>
                <a:gd name="connsiteY3" fmla="*/ 2053416 h 2053416"/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1059367 w 2120535"/>
                <a:gd name="connsiteY3" fmla="*/ 871375 h 2053416"/>
                <a:gd name="connsiteX4" fmla="*/ 0 w 2120535"/>
                <a:gd name="connsiteY4" fmla="*/ 2053416 h 205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0535" h="2053416">
                  <a:moveTo>
                    <a:pt x="0" y="2053416"/>
                  </a:moveTo>
                  <a:lnTo>
                    <a:pt x="1060268" y="0"/>
                  </a:lnTo>
                  <a:lnTo>
                    <a:pt x="2120535" y="2053416"/>
                  </a:lnTo>
                  <a:cubicBezTo>
                    <a:pt x="1775899" y="2038991"/>
                    <a:pt x="1404003" y="885800"/>
                    <a:pt x="1059367" y="871375"/>
                  </a:cubicBezTo>
                  <a:lnTo>
                    <a:pt x="0" y="2053416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8951270-7B67-13F4-B393-AB2576913BFF}"/>
                </a:ext>
              </a:extLst>
            </p:cNvPr>
            <p:cNvSpPr/>
            <p:nvPr/>
          </p:nvSpPr>
          <p:spPr>
            <a:xfrm rot="957794">
              <a:off x="7417239" y="4109791"/>
              <a:ext cx="1825815" cy="1484504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48AB584-CA30-A122-ADEC-2B0DF0C5067D}"/>
                </a:ext>
              </a:extLst>
            </p:cNvPr>
            <p:cNvSpPr/>
            <p:nvPr/>
          </p:nvSpPr>
          <p:spPr>
            <a:xfrm rot="18205505">
              <a:off x="8254750" y="4570664"/>
              <a:ext cx="104659" cy="1446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6490641-3CF0-B4D7-B7DF-DD2A344891FD}"/>
                </a:ext>
              </a:extLst>
            </p:cNvPr>
            <p:cNvSpPr/>
            <p:nvPr/>
          </p:nvSpPr>
          <p:spPr>
            <a:xfrm rot="15582817">
              <a:off x="8624268" y="4683302"/>
              <a:ext cx="104659" cy="1446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4EA6F3E-46F4-2A92-6E39-3FC17402D951}"/>
                </a:ext>
              </a:extLst>
            </p:cNvPr>
            <p:cNvSpPr/>
            <p:nvPr/>
          </p:nvSpPr>
          <p:spPr>
            <a:xfrm rot="20620434">
              <a:off x="8147567" y="4532019"/>
              <a:ext cx="299859" cy="29985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7BAFC9A2-50A4-94AD-4466-44B8FEA604A3}"/>
                </a:ext>
              </a:extLst>
            </p:cNvPr>
            <p:cNvSpPr/>
            <p:nvPr/>
          </p:nvSpPr>
          <p:spPr>
            <a:xfrm rot="19417747">
              <a:off x="8513906" y="4630015"/>
              <a:ext cx="299859" cy="29985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19">
              <a:extLst>
                <a:ext uri="{FF2B5EF4-FFF2-40B4-BE49-F238E27FC236}">
                  <a16:creationId xmlns:a16="http://schemas.microsoft.com/office/drawing/2014/main" id="{14CF7CC3-C724-83D5-1762-E695E9C3699B}"/>
                </a:ext>
              </a:extLst>
            </p:cNvPr>
            <p:cNvSpPr/>
            <p:nvPr/>
          </p:nvSpPr>
          <p:spPr>
            <a:xfrm rot="12316258">
              <a:off x="8235084" y="4839170"/>
              <a:ext cx="298190" cy="189358"/>
            </a:xfrm>
            <a:custGeom>
              <a:avLst/>
              <a:gdLst>
                <a:gd name="connsiteX0" fmla="*/ 0 w 909310"/>
                <a:gd name="connsiteY0" fmla="*/ 433318 h 433318"/>
                <a:gd name="connsiteX1" fmla="*/ 454655 w 909310"/>
                <a:gd name="connsiteY1" fmla="*/ 0 h 433318"/>
                <a:gd name="connsiteX2" fmla="*/ 909310 w 909310"/>
                <a:gd name="connsiteY2" fmla="*/ 433318 h 433318"/>
                <a:gd name="connsiteX3" fmla="*/ 0 w 909310"/>
                <a:gd name="connsiteY3" fmla="*/ 433318 h 433318"/>
                <a:gd name="connsiteX0" fmla="*/ 0 w 909310"/>
                <a:gd name="connsiteY0" fmla="*/ 433318 h 577434"/>
                <a:gd name="connsiteX1" fmla="*/ 454655 w 909310"/>
                <a:gd name="connsiteY1" fmla="*/ 0 h 577434"/>
                <a:gd name="connsiteX2" fmla="*/ 909310 w 909310"/>
                <a:gd name="connsiteY2" fmla="*/ 433318 h 577434"/>
                <a:gd name="connsiteX3" fmla="*/ 469698 w 909310"/>
                <a:gd name="connsiteY3" fmla="*/ 577434 h 577434"/>
                <a:gd name="connsiteX4" fmla="*/ 0 w 909310"/>
                <a:gd name="connsiteY4" fmla="*/ 433318 h 57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310" h="577434">
                  <a:moveTo>
                    <a:pt x="0" y="433318"/>
                  </a:moveTo>
                  <a:lnTo>
                    <a:pt x="454655" y="0"/>
                  </a:lnTo>
                  <a:lnTo>
                    <a:pt x="909310" y="433318"/>
                  </a:lnTo>
                  <a:cubicBezTo>
                    <a:pt x="762773" y="437814"/>
                    <a:pt x="616235" y="572938"/>
                    <a:pt x="469698" y="577434"/>
                  </a:cubicBezTo>
                  <a:lnTo>
                    <a:pt x="0" y="433318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D926643A-02FD-13FE-E74A-D8019C3F5EE0}"/>
                </a:ext>
              </a:extLst>
            </p:cNvPr>
            <p:cNvSpPr/>
            <p:nvPr/>
          </p:nvSpPr>
          <p:spPr>
            <a:xfrm>
              <a:off x="7568240" y="4838910"/>
              <a:ext cx="601332" cy="361900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8AA432DB-F238-B1BD-65F0-B0CD4FDB97F0}"/>
                </a:ext>
              </a:extLst>
            </p:cNvPr>
            <p:cNvSpPr/>
            <p:nvPr/>
          </p:nvSpPr>
          <p:spPr>
            <a:xfrm rot="20523457">
              <a:off x="7587175" y="4946223"/>
              <a:ext cx="601333" cy="361900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B44E5352-CAF0-95D2-F04B-B5A8923BF6AA}"/>
                </a:ext>
              </a:extLst>
            </p:cNvPr>
            <p:cNvSpPr/>
            <p:nvPr/>
          </p:nvSpPr>
          <p:spPr>
            <a:xfrm rot="2484662" flipH="1">
              <a:off x="8396704" y="5116229"/>
              <a:ext cx="601332" cy="361900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B534AC25-8C19-4662-41CB-68E627592878}"/>
                </a:ext>
              </a:extLst>
            </p:cNvPr>
            <p:cNvSpPr/>
            <p:nvPr/>
          </p:nvSpPr>
          <p:spPr>
            <a:xfrm rot="4123249" flipH="1">
              <a:off x="8283756" y="5199571"/>
              <a:ext cx="601333" cy="361900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lowchart: Delay 40">
              <a:extLst>
                <a:ext uri="{FF2B5EF4-FFF2-40B4-BE49-F238E27FC236}">
                  <a16:creationId xmlns:a16="http://schemas.microsoft.com/office/drawing/2014/main" id="{A895A74A-8CCC-040D-397D-BE6424A5A8A1}"/>
                </a:ext>
              </a:extLst>
            </p:cNvPr>
            <p:cNvSpPr/>
            <p:nvPr/>
          </p:nvSpPr>
          <p:spPr>
            <a:xfrm rot="20676315">
              <a:off x="7640503" y="5904776"/>
              <a:ext cx="328766" cy="716735"/>
            </a:xfrm>
            <a:custGeom>
              <a:avLst/>
              <a:gdLst>
                <a:gd name="connsiteX0" fmla="*/ 0 w 571114"/>
                <a:gd name="connsiteY0" fmla="*/ 95188 h 1228568"/>
                <a:gd name="connsiteX1" fmla="*/ 95188 w 571114"/>
                <a:gd name="connsiteY1" fmla="*/ 0 h 1228568"/>
                <a:gd name="connsiteX2" fmla="*/ 475926 w 571114"/>
                <a:gd name="connsiteY2" fmla="*/ 0 h 1228568"/>
                <a:gd name="connsiteX3" fmla="*/ 571114 w 571114"/>
                <a:gd name="connsiteY3" fmla="*/ 95188 h 1228568"/>
                <a:gd name="connsiteX4" fmla="*/ 571114 w 571114"/>
                <a:gd name="connsiteY4" fmla="*/ 1133380 h 1228568"/>
                <a:gd name="connsiteX5" fmla="*/ 475926 w 571114"/>
                <a:gd name="connsiteY5" fmla="*/ 1228568 h 1228568"/>
                <a:gd name="connsiteX6" fmla="*/ 95188 w 571114"/>
                <a:gd name="connsiteY6" fmla="*/ 1228568 h 1228568"/>
                <a:gd name="connsiteX7" fmla="*/ 0 w 571114"/>
                <a:gd name="connsiteY7" fmla="*/ 1133380 h 1228568"/>
                <a:gd name="connsiteX8" fmla="*/ 0 w 571114"/>
                <a:gd name="connsiteY8" fmla="*/ 95188 h 1228568"/>
                <a:gd name="connsiteX0" fmla="*/ 0 w 571114"/>
                <a:gd name="connsiteY0" fmla="*/ 95188 h 1245072"/>
                <a:gd name="connsiteX1" fmla="*/ 95188 w 571114"/>
                <a:gd name="connsiteY1" fmla="*/ 0 h 1245072"/>
                <a:gd name="connsiteX2" fmla="*/ 475926 w 571114"/>
                <a:gd name="connsiteY2" fmla="*/ 0 h 1245072"/>
                <a:gd name="connsiteX3" fmla="*/ 571114 w 571114"/>
                <a:gd name="connsiteY3" fmla="*/ 95188 h 1245072"/>
                <a:gd name="connsiteX4" fmla="*/ 571114 w 571114"/>
                <a:gd name="connsiteY4" fmla="*/ 1133380 h 1245072"/>
                <a:gd name="connsiteX5" fmla="*/ 392346 w 571114"/>
                <a:gd name="connsiteY5" fmla="*/ 1245072 h 1245072"/>
                <a:gd name="connsiteX6" fmla="*/ 95188 w 571114"/>
                <a:gd name="connsiteY6" fmla="*/ 1228568 h 1245072"/>
                <a:gd name="connsiteX7" fmla="*/ 0 w 571114"/>
                <a:gd name="connsiteY7" fmla="*/ 1133380 h 1245072"/>
                <a:gd name="connsiteX8" fmla="*/ 0 w 571114"/>
                <a:gd name="connsiteY8" fmla="*/ 95188 h 1245072"/>
                <a:gd name="connsiteX0" fmla="*/ 0 w 571114"/>
                <a:gd name="connsiteY0" fmla="*/ 95188 h 1245072"/>
                <a:gd name="connsiteX1" fmla="*/ 95188 w 571114"/>
                <a:gd name="connsiteY1" fmla="*/ 0 h 1245072"/>
                <a:gd name="connsiteX2" fmla="*/ 475926 w 571114"/>
                <a:gd name="connsiteY2" fmla="*/ 0 h 1245072"/>
                <a:gd name="connsiteX3" fmla="*/ 571114 w 571114"/>
                <a:gd name="connsiteY3" fmla="*/ 95188 h 1245072"/>
                <a:gd name="connsiteX4" fmla="*/ 436560 w 571114"/>
                <a:gd name="connsiteY4" fmla="*/ 1155608 h 1245072"/>
                <a:gd name="connsiteX5" fmla="*/ 392346 w 571114"/>
                <a:gd name="connsiteY5" fmla="*/ 1245072 h 1245072"/>
                <a:gd name="connsiteX6" fmla="*/ 95188 w 571114"/>
                <a:gd name="connsiteY6" fmla="*/ 1228568 h 1245072"/>
                <a:gd name="connsiteX7" fmla="*/ 0 w 571114"/>
                <a:gd name="connsiteY7" fmla="*/ 1133380 h 1245072"/>
                <a:gd name="connsiteX8" fmla="*/ 0 w 571114"/>
                <a:gd name="connsiteY8" fmla="*/ 95188 h 1245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114" h="1245072">
                  <a:moveTo>
                    <a:pt x="0" y="95188"/>
                  </a:moveTo>
                  <a:cubicBezTo>
                    <a:pt x="0" y="42617"/>
                    <a:pt x="42617" y="0"/>
                    <a:pt x="95188" y="0"/>
                  </a:cubicBezTo>
                  <a:lnTo>
                    <a:pt x="475926" y="0"/>
                  </a:lnTo>
                  <a:cubicBezTo>
                    <a:pt x="528497" y="0"/>
                    <a:pt x="571114" y="42617"/>
                    <a:pt x="571114" y="95188"/>
                  </a:cubicBezTo>
                  <a:lnTo>
                    <a:pt x="436560" y="1155608"/>
                  </a:lnTo>
                  <a:cubicBezTo>
                    <a:pt x="436560" y="1208179"/>
                    <a:pt x="444917" y="1245072"/>
                    <a:pt x="392346" y="1245072"/>
                  </a:cubicBezTo>
                  <a:cubicBezTo>
                    <a:pt x="265433" y="1245072"/>
                    <a:pt x="222101" y="1228568"/>
                    <a:pt x="95188" y="1228568"/>
                  </a:cubicBezTo>
                  <a:cubicBezTo>
                    <a:pt x="42617" y="1228568"/>
                    <a:pt x="0" y="1185951"/>
                    <a:pt x="0" y="1133380"/>
                  </a:cubicBezTo>
                  <a:lnTo>
                    <a:pt x="0" y="95188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0" name="Flowchart: Delay 35">
              <a:extLst>
                <a:ext uri="{FF2B5EF4-FFF2-40B4-BE49-F238E27FC236}">
                  <a16:creationId xmlns:a16="http://schemas.microsoft.com/office/drawing/2014/main" id="{DEA51D09-C431-3F2A-15EC-599F6634C76C}"/>
                </a:ext>
              </a:extLst>
            </p:cNvPr>
            <p:cNvSpPr/>
            <p:nvPr/>
          </p:nvSpPr>
          <p:spPr>
            <a:xfrm rot="5045403">
              <a:off x="7782791" y="6466034"/>
              <a:ext cx="126361" cy="26373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AEF38E8-7E31-E163-99BF-4AB3238A6724}"/>
                </a:ext>
              </a:extLst>
            </p:cNvPr>
            <p:cNvSpPr/>
            <p:nvPr/>
          </p:nvSpPr>
          <p:spPr>
            <a:xfrm rot="20713171">
              <a:off x="7774978" y="6544393"/>
              <a:ext cx="52116" cy="107013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A138AB-05D9-A8C3-9E64-668D448AB427}"/>
                </a:ext>
              </a:extLst>
            </p:cNvPr>
            <p:cNvSpPr/>
            <p:nvPr/>
          </p:nvSpPr>
          <p:spPr>
            <a:xfrm rot="20713171">
              <a:off x="7822835" y="6543419"/>
              <a:ext cx="67273" cy="106038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E0324D3-6708-0E1F-15A6-852316124827}"/>
                </a:ext>
              </a:extLst>
            </p:cNvPr>
            <p:cNvSpPr/>
            <p:nvPr/>
          </p:nvSpPr>
          <p:spPr>
            <a:xfrm rot="20713171">
              <a:off x="7884883" y="6544374"/>
              <a:ext cx="51350" cy="102222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7A12275-3070-91F7-F8D6-97685310F866}"/>
                </a:ext>
              </a:extLst>
            </p:cNvPr>
            <p:cNvSpPr/>
            <p:nvPr/>
          </p:nvSpPr>
          <p:spPr>
            <a:xfrm rot="957794" flipV="1">
              <a:off x="8167861" y="5055817"/>
              <a:ext cx="267325" cy="21735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C00AAD3-2C9B-3BA2-A018-123296EBF4E9}"/>
                </a:ext>
              </a:extLst>
            </p:cNvPr>
            <p:cNvSpPr/>
            <p:nvPr/>
          </p:nvSpPr>
          <p:spPr>
            <a:xfrm rot="2063354">
              <a:off x="8273597" y="5005208"/>
              <a:ext cx="368398" cy="302245"/>
            </a:xfrm>
            <a:custGeom>
              <a:avLst/>
              <a:gdLst>
                <a:gd name="connsiteX0" fmla="*/ 45897 w 1202202"/>
                <a:gd name="connsiteY0" fmla="*/ 0 h 993966"/>
                <a:gd name="connsiteX1" fmla="*/ 72023 w 1202202"/>
                <a:gd name="connsiteY1" fmla="*/ 496389 h 993966"/>
                <a:gd name="connsiteX2" fmla="*/ 725166 w 1202202"/>
                <a:gd name="connsiteY2" fmla="*/ 992777 h 993966"/>
                <a:gd name="connsiteX3" fmla="*/ 1169303 w 1202202"/>
                <a:gd name="connsiteY3" fmla="*/ 627017 h 993966"/>
                <a:gd name="connsiteX4" fmla="*/ 1169303 w 1202202"/>
                <a:gd name="connsiteY4" fmla="*/ 365760 h 993966"/>
                <a:gd name="connsiteX5" fmla="*/ 1169303 w 1202202"/>
                <a:gd name="connsiteY5" fmla="*/ 365760 h 993966"/>
                <a:gd name="connsiteX0" fmla="*/ 45897 w 1169303"/>
                <a:gd name="connsiteY0" fmla="*/ 0 h 993740"/>
                <a:gd name="connsiteX1" fmla="*/ 72023 w 1169303"/>
                <a:gd name="connsiteY1" fmla="*/ 496389 h 993740"/>
                <a:gd name="connsiteX2" fmla="*/ 725166 w 1169303"/>
                <a:gd name="connsiteY2" fmla="*/ 992777 h 993740"/>
                <a:gd name="connsiteX3" fmla="*/ 1169303 w 1169303"/>
                <a:gd name="connsiteY3" fmla="*/ 365760 h 993740"/>
                <a:gd name="connsiteX4" fmla="*/ 1169303 w 1169303"/>
                <a:gd name="connsiteY4" fmla="*/ 365760 h 993740"/>
                <a:gd name="connsiteX0" fmla="*/ 45897 w 1169303"/>
                <a:gd name="connsiteY0" fmla="*/ 0 h 993740"/>
                <a:gd name="connsiteX1" fmla="*/ 72023 w 1169303"/>
                <a:gd name="connsiteY1" fmla="*/ 496389 h 993740"/>
                <a:gd name="connsiteX2" fmla="*/ 725166 w 1169303"/>
                <a:gd name="connsiteY2" fmla="*/ 992777 h 993740"/>
                <a:gd name="connsiteX3" fmla="*/ 1169303 w 1169303"/>
                <a:gd name="connsiteY3" fmla="*/ 365760 h 993740"/>
                <a:gd name="connsiteX4" fmla="*/ 1169303 w 1169303"/>
                <a:gd name="connsiteY4" fmla="*/ 365760 h 993740"/>
                <a:gd name="connsiteX0" fmla="*/ 45898 w 1169304"/>
                <a:gd name="connsiteY0" fmla="*/ 0 h 921357"/>
                <a:gd name="connsiteX1" fmla="*/ 72024 w 1169304"/>
                <a:gd name="connsiteY1" fmla="*/ 496389 h 921357"/>
                <a:gd name="connsiteX2" fmla="*/ 725167 w 1169304"/>
                <a:gd name="connsiteY2" fmla="*/ 920206 h 921357"/>
                <a:gd name="connsiteX3" fmla="*/ 1169304 w 1169304"/>
                <a:gd name="connsiteY3" fmla="*/ 365760 h 921357"/>
                <a:gd name="connsiteX4" fmla="*/ 1169304 w 1169304"/>
                <a:gd name="connsiteY4" fmla="*/ 365760 h 921357"/>
                <a:gd name="connsiteX0" fmla="*/ 0 w 1123406"/>
                <a:gd name="connsiteY0" fmla="*/ 0 h 920206"/>
                <a:gd name="connsiteX1" fmla="*/ 679269 w 1123406"/>
                <a:gd name="connsiteY1" fmla="*/ 920206 h 920206"/>
                <a:gd name="connsiteX2" fmla="*/ 1123406 w 1123406"/>
                <a:gd name="connsiteY2" fmla="*/ 365760 h 920206"/>
                <a:gd name="connsiteX3" fmla="*/ 1123406 w 1123406"/>
                <a:gd name="connsiteY3" fmla="*/ 365760 h 920206"/>
                <a:gd name="connsiteX0" fmla="*/ 0 w 1123406"/>
                <a:gd name="connsiteY0" fmla="*/ 0 h 925974"/>
                <a:gd name="connsiteX1" fmla="*/ 679269 w 1123406"/>
                <a:gd name="connsiteY1" fmla="*/ 920206 h 925974"/>
                <a:gd name="connsiteX2" fmla="*/ 1123406 w 1123406"/>
                <a:gd name="connsiteY2" fmla="*/ 365760 h 925974"/>
                <a:gd name="connsiteX3" fmla="*/ 1123406 w 1123406"/>
                <a:gd name="connsiteY3" fmla="*/ 365760 h 925974"/>
                <a:gd name="connsiteX0" fmla="*/ 0 w 1123406"/>
                <a:gd name="connsiteY0" fmla="*/ 0 h 920868"/>
                <a:gd name="connsiteX1" fmla="*/ 679269 w 1123406"/>
                <a:gd name="connsiteY1" fmla="*/ 920206 h 920868"/>
                <a:gd name="connsiteX2" fmla="*/ 1123406 w 1123406"/>
                <a:gd name="connsiteY2" fmla="*/ 365760 h 920868"/>
                <a:gd name="connsiteX3" fmla="*/ 1123406 w 1123406"/>
                <a:gd name="connsiteY3" fmla="*/ 365760 h 920868"/>
                <a:gd name="connsiteX0" fmla="*/ 0 w 1123406"/>
                <a:gd name="connsiteY0" fmla="*/ 0 h 921848"/>
                <a:gd name="connsiteX1" fmla="*/ 679269 w 1123406"/>
                <a:gd name="connsiteY1" fmla="*/ 920206 h 921848"/>
                <a:gd name="connsiteX2" fmla="*/ 1123406 w 1123406"/>
                <a:gd name="connsiteY2" fmla="*/ 365760 h 921848"/>
                <a:gd name="connsiteX3" fmla="*/ 1123406 w 1123406"/>
                <a:gd name="connsiteY3" fmla="*/ 365760 h 921848"/>
                <a:gd name="connsiteX0" fmla="*/ 0 w 1123406"/>
                <a:gd name="connsiteY0" fmla="*/ 0 h 921675"/>
                <a:gd name="connsiteX1" fmla="*/ 679269 w 1123406"/>
                <a:gd name="connsiteY1" fmla="*/ 920206 h 921675"/>
                <a:gd name="connsiteX2" fmla="*/ 1123406 w 1123406"/>
                <a:gd name="connsiteY2" fmla="*/ 365760 h 921675"/>
                <a:gd name="connsiteX3" fmla="*/ 1123406 w 1123406"/>
                <a:gd name="connsiteY3" fmla="*/ 365760 h 92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3406" h="921675">
                  <a:moveTo>
                    <a:pt x="0" y="0"/>
                  </a:moveTo>
                  <a:cubicBezTo>
                    <a:pt x="14514" y="623510"/>
                    <a:pt x="216263" y="946332"/>
                    <a:pt x="679269" y="920206"/>
                  </a:cubicBezTo>
                  <a:cubicBezTo>
                    <a:pt x="1142275" y="894080"/>
                    <a:pt x="1092925" y="542834"/>
                    <a:pt x="1123406" y="365760"/>
                  </a:cubicBezTo>
                  <a:lnTo>
                    <a:pt x="1123406" y="36576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1CBC179-5C66-4CD9-3E04-656737788BE8}"/>
                </a:ext>
              </a:extLst>
            </p:cNvPr>
            <p:cNvSpPr/>
            <p:nvPr/>
          </p:nvSpPr>
          <p:spPr>
            <a:xfrm rot="1218732" flipH="1">
              <a:off x="7940987" y="4940251"/>
              <a:ext cx="368398" cy="302245"/>
            </a:xfrm>
            <a:custGeom>
              <a:avLst/>
              <a:gdLst>
                <a:gd name="connsiteX0" fmla="*/ 45897 w 1202202"/>
                <a:gd name="connsiteY0" fmla="*/ 0 h 993966"/>
                <a:gd name="connsiteX1" fmla="*/ 72023 w 1202202"/>
                <a:gd name="connsiteY1" fmla="*/ 496389 h 993966"/>
                <a:gd name="connsiteX2" fmla="*/ 725166 w 1202202"/>
                <a:gd name="connsiteY2" fmla="*/ 992777 h 993966"/>
                <a:gd name="connsiteX3" fmla="*/ 1169303 w 1202202"/>
                <a:gd name="connsiteY3" fmla="*/ 627017 h 993966"/>
                <a:gd name="connsiteX4" fmla="*/ 1169303 w 1202202"/>
                <a:gd name="connsiteY4" fmla="*/ 365760 h 993966"/>
                <a:gd name="connsiteX5" fmla="*/ 1169303 w 1202202"/>
                <a:gd name="connsiteY5" fmla="*/ 365760 h 993966"/>
                <a:gd name="connsiteX0" fmla="*/ 45897 w 1169303"/>
                <a:gd name="connsiteY0" fmla="*/ 0 h 993740"/>
                <a:gd name="connsiteX1" fmla="*/ 72023 w 1169303"/>
                <a:gd name="connsiteY1" fmla="*/ 496389 h 993740"/>
                <a:gd name="connsiteX2" fmla="*/ 725166 w 1169303"/>
                <a:gd name="connsiteY2" fmla="*/ 992777 h 993740"/>
                <a:gd name="connsiteX3" fmla="*/ 1169303 w 1169303"/>
                <a:gd name="connsiteY3" fmla="*/ 365760 h 993740"/>
                <a:gd name="connsiteX4" fmla="*/ 1169303 w 1169303"/>
                <a:gd name="connsiteY4" fmla="*/ 365760 h 993740"/>
                <a:gd name="connsiteX0" fmla="*/ 45897 w 1169303"/>
                <a:gd name="connsiteY0" fmla="*/ 0 h 993740"/>
                <a:gd name="connsiteX1" fmla="*/ 72023 w 1169303"/>
                <a:gd name="connsiteY1" fmla="*/ 496389 h 993740"/>
                <a:gd name="connsiteX2" fmla="*/ 725166 w 1169303"/>
                <a:gd name="connsiteY2" fmla="*/ 992777 h 993740"/>
                <a:gd name="connsiteX3" fmla="*/ 1169303 w 1169303"/>
                <a:gd name="connsiteY3" fmla="*/ 365760 h 993740"/>
                <a:gd name="connsiteX4" fmla="*/ 1169303 w 1169303"/>
                <a:gd name="connsiteY4" fmla="*/ 365760 h 993740"/>
                <a:gd name="connsiteX0" fmla="*/ 45898 w 1169304"/>
                <a:gd name="connsiteY0" fmla="*/ 0 h 921357"/>
                <a:gd name="connsiteX1" fmla="*/ 72024 w 1169304"/>
                <a:gd name="connsiteY1" fmla="*/ 496389 h 921357"/>
                <a:gd name="connsiteX2" fmla="*/ 725167 w 1169304"/>
                <a:gd name="connsiteY2" fmla="*/ 920206 h 921357"/>
                <a:gd name="connsiteX3" fmla="*/ 1169304 w 1169304"/>
                <a:gd name="connsiteY3" fmla="*/ 365760 h 921357"/>
                <a:gd name="connsiteX4" fmla="*/ 1169304 w 1169304"/>
                <a:gd name="connsiteY4" fmla="*/ 365760 h 921357"/>
                <a:gd name="connsiteX0" fmla="*/ 0 w 1123406"/>
                <a:gd name="connsiteY0" fmla="*/ 0 h 920206"/>
                <a:gd name="connsiteX1" fmla="*/ 679269 w 1123406"/>
                <a:gd name="connsiteY1" fmla="*/ 920206 h 920206"/>
                <a:gd name="connsiteX2" fmla="*/ 1123406 w 1123406"/>
                <a:gd name="connsiteY2" fmla="*/ 365760 h 920206"/>
                <a:gd name="connsiteX3" fmla="*/ 1123406 w 1123406"/>
                <a:gd name="connsiteY3" fmla="*/ 365760 h 920206"/>
                <a:gd name="connsiteX0" fmla="*/ 0 w 1123406"/>
                <a:gd name="connsiteY0" fmla="*/ 0 h 925974"/>
                <a:gd name="connsiteX1" fmla="*/ 679269 w 1123406"/>
                <a:gd name="connsiteY1" fmla="*/ 920206 h 925974"/>
                <a:gd name="connsiteX2" fmla="*/ 1123406 w 1123406"/>
                <a:gd name="connsiteY2" fmla="*/ 365760 h 925974"/>
                <a:gd name="connsiteX3" fmla="*/ 1123406 w 1123406"/>
                <a:gd name="connsiteY3" fmla="*/ 365760 h 925974"/>
                <a:gd name="connsiteX0" fmla="*/ 0 w 1123406"/>
                <a:gd name="connsiteY0" fmla="*/ 0 h 920868"/>
                <a:gd name="connsiteX1" fmla="*/ 679269 w 1123406"/>
                <a:gd name="connsiteY1" fmla="*/ 920206 h 920868"/>
                <a:gd name="connsiteX2" fmla="*/ 1123406 w 1123406"/>
                <a:gd name="connsiteY2" fmla="*/ 365760 h 920868"/>
                <a:gd name="connsiteX3" fmla="*/ 1123406 w 1123406"/>
                <a:gd name="connsiteY3" fmla="*/ 365760 h 920868"/>
                <a:gd name="connsiteX0" fmla="*/ 0 w 1123406"/>
                <a:gd name="connsiteY0" fmla="*/ 0 h 921848"/>
                <a:gd name="connsiteX1" fmla="*/ 679269 w 1123406"/>
                <a:gd name="connsiteY1" fmla="*/ 920206 h 921848"/>
                <a:gd name="connsiteX2" fmla="*/ 1123406 w 1123406"/>
                <a:gd name="connsiteY2" fmla="*/ 365760 h 921848"/>
                <a:gd name="connsiteX3" fmla="*/ 1123406 w 1123406"/>
                <a:gd name="connsiteY3" fmla="*/ 365760 h 921848"/>
                <a:gd name="connsiteX0" fmla="*/ 0 w 1123406"/>
                <a:gd name="connsiteY0" fmla="*/ 0 h 921675"/>
                <a:gd name="connsiteX1" fmla="*/ 679269 w 1123406"/>
                <a:gd name="connsiteY1" fmla="*/ 920206 h 921675"/>
                <a:gd name="connsiteX2" fmla="*/ 1123406 w 1123406"/>
                <a:gd name="connsiteY2" fmla="*/ 365760 h 921675"/>
                <a:gd name="connsiteX3" fmla="*/ 1123406 w 1123406"/>
                <a:gd name="connsiteY3" fmla="*/ 365760 h 92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3406" h="921675">
                  <a:moveTo>
                    <a:pt x="0" y="0"/>
                  </a:moveTo>
                  <a:cubicBezTo>
                    <a:pt x="14514" y="623510"/>
                    <a:pt x="216263" y="946332"/>
                    <a:pt x="679269" y="920206"/>
                  </a:cubicBezTo>
                  <a:cubicBezTo>
                    <a:pt x="1142275" y="894080"/>
                    <a:pt x="1092925" y="542834"/>
                    <a:pt x="1123406" y="365760"/>
                  </a:cubicBezTo>
                  <a:lnTo>
                    <a:pt x="1123406" y="36576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8" name="huh-002-120386">
            <a:hlinkClick r:id="" action="ppaction://media"/>
            <a:extLst>
              <a:ext uri="{FF2B5EF4-FFF2-40B4-BE49-F238E27FC236}">
                <a16:creationId xmlns:a16="http://schemas.microsoft.com/office/drawing/2014/main" id="{801C98C1-4A02-BA16-38D3-BA6514C7CCE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34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6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0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90641" y="-126454"/>
            <a:ext cx="6567359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2879416" y="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17C2181-3E69-C733-ADCB-E6E37F22CCC4}"/>
              </a:ext>
            </a:extLst>
          </p:cNvPr>
          <p:cNvGrpSpPr/>
          <p:nvPr/>
        </p:nvGrpSpPr>
        <p:grpSpPr>
          <a:xfrm>
            <a:off x="-3542742" y="4528040"/>
            <a:ext cx="10218149" cy="4917257"/>
            <a:chOff x="4372593" y="3034240"/>
            <a:chExt cx="3259863" cy="1568737"/>
          </a:xfrm>
        </p:grpSpPr>
        <p:sp>
          <p:nvSpPr>
            <p:cNvPr id="162" name="Rectangle: Rounded Corners 88">
              <a:extLst>
                <a:ext uri="{FF2B5EF4-FFF2-40B4-BE49-F238E27FC236}">
                  <a16:creationId xmlns:a16="http://schemas.microsoft.com/office/drawing/2014/main" id="{261BEA3F-5BDE-67DE-23D8-227491D7358A}"/>
                </a:ext>
              </a:extLst>
            </p:cNvPr>
            <p:cNvSpPr/>
            <p:nvPr/>
          </p:nvSpPr>
          <p:spPr>
            <a:xfrm rot="3539312">
              <a:off x="7228896" y="436860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Rectangle: Rounded Corners 88">
              <a:extLst>
                <a:ext uri="{FF2B5EF4-FFF2-40B4-BE49-F238E27FC236}">
                  <a16:creationId xmlns:a16="http://schemas.microsoft.com/office/drawing/2014/main" id="{32B02C31-64EA-4FB4-91F4-64C970B35DA3}"/>
                </a:ext>
              </a:extLst>
            </p:cNvPr>
            <p:cNvSpPr/>
            <p:nvPr/>
          </p:nvSpPr>
          <p:spPr>
            <a:xfrm rot="18060688" flipH="1">
              <a:off x="4518664" y="4374393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Rectangle: Rounded Corners 88">
              <a:extLst>
                <a:ext uri="{FF2B5EF4-FFF2-40B4-BE49-F238E27FC236}">
                  <a16:creationId xmlns:a16="http://schemas.microsoft.com/office/drawing/2014/main" id="{1AF70313-AEFE-C9B8-67C6-017BF6C2B930}"/>
                </a:ext>
              </a:extLst>
            </p:cNvPr>
            <p:cNvSpPr/>
            <p:nvPr/>
          </p:nvSpPr>
          <p:spPr>
            <a:xfrm rot="5044876">
              <a:off x="7002263" y="4173311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Rectangle: Rounded Corners 88">
              <a:extLst>
                <a:ext uri="{FF2B5EF4-FFF2-40B4-BE49-F238E27FC236}">
                  <a16:creationId xmlns:a16="http://schemas.microsoft.com/office/drawing/2014/main" id="{AEE59473-18EA-0A83-BAC8-8847AE526DE7}"/>
                </a:ext>
              </a:extLst>
            </p:cNvPr>
            <p:cNvSpPr/>
            <p:nvPr/>
          </p:nvSpPr>
          <p:spPr>
            <a:xfrm rot="16555124" flipH="1">
              <a:off x="4756901" y="419238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Rectangle: Rounded Corners 77">
              <a:extLst>
                <a:ext uri="{FF2B5EF4-FFF2-40B4-BE49-F238E27FC236}">
                  <a16:creationId xmlns:a16="http://schemas.microsoft.com/office/drawing/2014/main" id="{083A1721-3FB4-97B6-0CE8-3E5D2DD10CB9}"/>
                </a:ext>
              </a:extLst>
            </p:cNvPr>
            <p:cNvSpPr/>
            <p:nvPr/>
          </p:nvSpPr>
          <p:spPr>
            <a:xfrm>
              <a:off x="4816913" y="3034240"/>
              <a:ext cx="2365756" cy="945840"/>
            </a:xfrm>
            <a:custGeom>
              <a:avLst/>
              <a:gdLst>
                <a:gd name="connsiteX0" fmla="*/ 0 w 4966129"/>
                <a:gd name="connsiteY0" fmla="*/ 275806 h 1942019"/>
                <a:gd name="connsiteX1" fmla="*/ 275806 w 4966129"/>
                <a:gd name="connsiteY1" fmla="*/ 0 h 1942019"/>
                <a:gd name="connsiteX2" fmla="*/ 4690323 w 4966129"/>
                <a:gd name="connsiteY2" fmla="*/ 0 h 1942019"/>
                <a:gd name="connsiteX3" fmla="*/ 4966129 w 4966129"/>
                <a:gd name="connsiteY3" fmla="*/ 275806 h 1942019"/>
                <a:gd name="connsiteX4" fmla="*/ 4966129 w 4966129"/>
                <a:gd name="connsiteY4" fmla="*/ 1666213 h 1942019"/>
                <a:gd name="connsiteX5" fmla="*/ 4690323 w 4966129"/>
                <a:gd name="connsiteY5" fmla="*/ 1942019 h 1942019"/>
                <a:gd name="connsiteX6" fmla="*/ 275806 w 4966129"/>
                <a:gd name="connsiteY6" fmla="*/ 1942019 h 1942019"/>
                <a:gd name="connsiteX7" fmla="*/ 0 w 4966129"/>
                <a:gd name="connsiteY7" fmla="*/ 1666213 h 1942019"/>
                <a:gd name="connsiteX8" fmla="*/ 0 w 4966129"/>
                <a:gd name="connsiteY8" fmla="*/ 275806 h 1942019"/>
                <a:gd name="connsiteX0" fmla="*/ 0 w 4966129"/>
                <a:gd name="connsiteY0" fmla="*/ 300725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0 w 4966129"/>
                <a:gd name="connsiteY9" fmla="*/ 300725 h 1966938"/>
                <a:gd name="connsiteX0" fmla="*/ 19050 w 4966129"/>
                <a:gd name="connsiteY0" fmla="*/ 310250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19050 w 496612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28575 w 4947079"/>
                <a:gd name="connsiteY8" fmla="*/ 1691132 h 1966938"/>
                <a:gd name="connsiteX9" fmla="*/ 0 w 494707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85725 w 4947079"/>
                <a:gd name="connsiteY8" fmla="*/ 1691132 h 1966938"/>
                <a:gd name="connsiteX9" fmla="*/ 0 w 4947079"/>
                <a:gd name="connsiteY9" fmla="*/ 310250 h 1966938"/>
                <a:gd name="connsiteX0" fmla="*/ 0 w 4918504"/>
                <a:gd name="connsiteY0" fmla="*/ 319775 h 1966938"/>
                <a:gd name="connsiteX1" fmla="*/ 228181 w 4918504"/>
                <a:gd name="connsiteY1" fmla="*/ 24919 h 1966938"/>
                <a:gd name="connsiteX2" fmla="*/ 2455667 w 4918504"/>
                <a:gd name="connsiteY2" fmla="*/ 0 h 1966938"/>
                <a:gd name="connsiteX3" fmla="*/ 4642698 w 4918504"/>
                <a:gd name="connsiteY3" fmla="*/ 24919 h 1966938"/>
                <a:gd name="connsiteX4" fmla="*/ 4918504 w 4918504"/>
                <a:gd name="connsiteY4" fmla="*/ 300725 h 1966938"/>
                <a:gd name="connsiteX5" fmla="*/ 4918504 w 4918504"/>
                <a:gd name="connsiteY5" fmla="*/ 1691132 h 1966938"/>
                <a:gd name="connsiteX6" fmla="*/ 4642698 w 4918504"/>
                <a:gd name="connsiteY6" fmla="*/ 1966938 h 1966938"/>
                <a:gd name="connsiteX7" fmla="*/ 228181 w 4918504"/>
                <a:gd name="connsiteY7" fmla="*/ 1966938 h 1966938"/>
                <a:gd name="connsiteX8" fmla="*/ 57150 w 4918504"/>
                <a:gd name="connsiteY8" fmla="*/ 1691132 h 1966938"/>
                <a:gd name="connsiteX9" fmla="*/ 0 w 4918504"/>
                <a:gd name="connsiteY9" fmla="*/ 319775 h 1966938"/>
                <a:gd name="connsiteX0" fmla="*/ 1245 w 4919749"/>
                <a:gd name="connsiteY0" fmla="*/ 319775 h 1966938"/>
                <a:gd name="connsiteX1" fmla="*/ 229426 w 4919749"/>
                <a:gd name="connsiteY1" fmla="*/ 24919 h 1966938"/>
                <a:gd name="connsiteX2" fmla="*/ 2456912 w 4919749"/>
                <a:gd name="connsiteY2" fmla="*/ 0 h 1966938"/>
                <a:gd name="connsiteX3" fmla="*/ 4643943 w 4919749"/>
                <a:gd name="connsiteY3" fmla="*/ 24919 h 1966938"/>
                <a:gd name="connsiteX4" fmla="*/ 4919749 w 4919749"/>
                <a:gd name="connsiteY4" fmla="*/ 300725 h 1966938"/>
                <a:gd name="connsiteX5" fmla="*/ 4919749 w 4919749"/>
                <a:gd name="connsiteY5" fmla="*/ 1691132 h 1966938"/>
                <a:gd name="connsiteX6" fmla="*/ 4643943 w 4919749"/>
                <a:gd name="connsiteY6" fmla="*/ 1966938 h 1966938"/>
                <a:gd name="connsiteX7" fmla="*/ 229426 w 4919749"/>
                <a:gd name="connsiteY7" fmla="*/ 1966938 h 1966938"/>
                <a:gd name="connsiteX8" fmla="*/ 58395 w 4919749"/>
                <a:gd name="connsiteY8" fmla="*/ 1691132 h 1966938"/>
                <a:gd name="connsiteX9" fmla="*/ 1245 w 4919749"/>
                <a:gd name="connsiteY9" fmla="*/ 319775 h 196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19749" h="1966938">
                  <a:moveTo>
                    <a:pt x="1245" y="319775"/>
                  </a:moveTo>
                  <a:cubicBezTo>
                    <a:pt x="1245" y="167452"/>
                    <a:pt x="77103" y="24919"/>
                    <a:pt x="229426" y="24919"/>
                  </a:cubicBezTo>
                  <a:lnTo>
                    <a:pt x="2456912" y="0"/>
                  </a:lnTo>
                  <a:lnTo>
                    <a:pt x="4643943" y="24919"/>
                  </a:lnTo>
                  <a:cubicBezTo>
                    <a:pt x="4796266" y="24919"/>
                    <a:pt x="4919749" y="148402"/>
                    <a:pt x="4919749" y="300725"/>
                  </a:cubicBezTo>
                  <a:lnTo>
                    <a:pt x="4919749" y="1691132"/>
                  </a:lnTo>
                  <a:cubicBezTo>
                    <a:pt x="4919749" y="1843455"/>
                    <a:pt x="4796266" y="1966938"/>
                    <a:pt x="4643943" y="1966938"/>
                  </a:cubicBezTo>
                  <a:lnTo>
                    <a:pt x="229426" y="1966938"/>
                  </a:lnTo>
                  <a:cubicBezTo>
                    <a:pt x="77103" y="1966938"/>
                    <a:pt x="58395" y="1843455"/>
                    <a:pt x="58395" y="1691132"/>
                  </a:cubicBezTo>
                  <a:cubicBezTo>
                    <a:pt x="39345" y="1234013"/>
                    <a:pt x="-8280" y="776894"/>
                    <a:pt x="1245" y="319775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7205213-A262-19D5-4C28-2462C84B23F1}"/>
                </a:ext>
              </a:extLst>
            </p:cNvPr>
            <p:cNvSpPr/>
            <p:nvPr/>
          </p:nvSpPr>
          <p:spPr>
            <a:xfrm>
              <a:off x="4547305" y="3818045"/>
              <a:ext cx="2910439" cy="533107"/>
            </a:xfrm>
            <a:custGeom>
              <a:avLst/>
              <a:gdLst>
                <a:gd name="connsiteX0" fmla="*/ 322068 w 2910439"/>
                <a:gd name="connsiteY0" fmla="*/ 0 h 533107"/>
                <a:gd name="connsiteX1" fmla="*/ 2590231 w 2910439"/>
                <a:gd name="connsiteY1" fmla="*/ 0 h 533107"/>
                <a:gd name="connsiteX2" fmla="*/ 2821795 w 2910439"/>
                <a:gd name="connsiteY2" fmla="*/ 159615 h 533107"/>
                <a:gd name="connsiteX3" fmla="*/ 2827602 w 2910439"/>
                <a:gd name="connsiteY3" fmla="*/ 167491 h 533107"/>
                <a:gd name="connsiteX4" fmla="*/ 2838950 w 2910439"/>
                <a:gd name="connsiteY4" fmla="*/ 169782 h 533107"/>
                <a:gd name="connsiteX5" fmla="*/ 2910439 w 2910439"/>
                <a:gd name="connsiteY5" fmla="*/ 277634 h 533107"/>
                <a:gd name="connsiteX6" fmla="*/ 2910439 w 2910439"/>
                <a:gd name="connsiteY6" fmla="*/ 416056 h 533107"/>
                <a:gd name="connsiteX7" fmla="*/ 2793388 w 2910439"/>
                <a:gd name="connsiteY7" fmla="*/ 533107 h 533107"/>
                <a:gd name="connsiteX8" fmla="*/ 117051 w 2910439"/>
                <a:gd name="connsiteY8" fmla="*/ 533107 h 533107"/>
                <a:gd name="connsiteX9" fmla="*/ 0 w 2910439"/>
                <a:gd name="connsiteY9" fmla="*/ 416056 h 533107"/>
                <a:gd name="connsiteX10" fmla="*/ 0 w 2910439"/>
                <a:gd name="connsiteY10" fmla="*/ 277634 h 533107"/>
                <a:gd name="connsiteX11" fmla="*/ 71489 w 2910439"/>
                <a:gd name="connsiteY11" fmla="*/ 169782 h 533107"/>
                <a:gd name="connsiteX12" fmla="*/ 89138 w 2910439"/>
                <a:gd name="connsiteY12" fmla="*/ 166219 h 533107"/>
                <a:gd name="connsiteX13" fmla="*/ 92258 w 2910439"/>
                <a:gd name="connsiteY13" fmla="*/ 163474 h 533107"/>
                <a:gd name="connsiteX14" fmla="*/ 322068 w 2910439"/>
                <a:gd name="connsiteY14" fmla="*/ 0 h 533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0439" h="533107">
                  <a:moveTo>
                    <a:pt x="322068" y="0"/>
                  </a:moveTo>
                  <a:lnTo>
                    <a:pt x="2590231" y="0"/>
                  </a:lnTo>
                  <a:cubicBezTo>
                    <a:pt x="2605857" y="0"/>
                    <a:pt x="2778803" y="117160"/>
                    <a:pt x="2821795" y="159615"/>
                  </a:cubicBezTo>
                  <a:lnTo>
                    <a:pt x="2827602" y="167491"/>
                  </a:lnTo>
                  <a:lnTo>
                    <a:pt x="2838950" y="169782"/>
                  </a:lnTo>
                  <a:cubicBezTo>
                    <a:pt x="2880961" y="187551"/>
                    <a:pt x="2910439" y="229150"/>
                    <a:pt x="2910439" y="277634"/>
                  </a:cubicBezTo>
                  <a:lnTo>
                    <a:pt x="2910439" y="416056"/>
                  </a:lnTo>
                  <a:cubicBezTo>
                    <a:pt x="2910439" y="480701"/>
                    <a:pt x="2858033" y="533107"/>
                    <a:pt x="2793388" y="533107"/>
                  </a:cubicBezTo>
                  <a:lnTo>
                    <a:pt x="117051" y="533107"/>
                  </a:lnTo>
                  <a:cubicBezTo>
                    <a:pt x="52406" y="533107"/>
                    <a:pt x="0" y="480701"/>
                    <a:pt x="0" y="416056"/>
                  </a:cubicBezTo>
                  <a:lnTo>
                    <a:pt x="0" y="277634"/>
                  </a:lnTo>
                  <a:cubicBezTo>
                    <a:pt x="0" y="229150"/>
                    <a:pt x="29478" y="187551"/>
                    <a:pt x="71489" y="169782"/>
                  </a:cubicBezTo>
                  <a:lnTo>
                    <a:pt x="89138" y="166219"/>
                  </a:lnTo>
                  <a:lnTo>
                    <a:pt x="92258" y="163474"/>
                  </a:lnTo>
                  <a:cubicBezTo>
                    <a:pt x="144719" y="120248"/>
                    <a:pt x="306443" y="0"/>
                    <a:pt x="322068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1DE72449-B4EE-14BF-20FE-4B7537628D76}"/>
                </a:ext>
              </a:extLst>
            </p:cNvPr>
            <p:cNvGrpSpPr/>
            <p:nvPr/>
          </p:nvGrpSpPr>
          <p:grpSpPr>
            <a:xfrm>
              <a:off x="7124504" y="3485716"/>
              <a:ext cx="507952" cy="865436"/>
              <a:chOff x="7124504" y="3485716"/>
              <a:chExt cx="507952" cy="865436"/>
            </a:xfrm>
          </p:grpSpPr>
          <p:sp>
            <p:nvSpPr>
              <p:cNvPr id="172" name="Rectangle: Rounded Corners 79">
                <a:extLst>
                  <a:ext uri="{FF2B5EF4-FFF2-40B4-BE49-F238E27FC236}">
                    <a16:creationId xmlns:a16="http://schemas.microsoft.com/office/drawing/2014/main" id="{6ACF95E4-E094-114F-1C1C-7CB6F29C0ACD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Rectangle: Rounded Corners 85">
                <a:extLst>
                  <a:ext uri="{FF2B5EF4-FFF2-40B4-BE49-F238E27FC236}">
                    <a16:creationId xmlns:a16="http://schemas.microsoft.com/office/drawing/2014/main" id="{334B7891-8EF4-D829-E7DF-74AFF66F28CC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EBD2922F-69FB-930E-7943-F2836E675FFE}"/>
                </a:ext>
              </a:extLst>
            </p:cNvPr>
            <p:cNvGrpSpPr/>
            <p:nvPr/>
          </p:nvGrpSpPr>
          <p:grpSpPr>
            <a:xfrm flipH="1">
              <a:off x="4372593" y="3507160"/>
              <a:ext cx="507952" cy="865436"/>
              <a:chOff x="7124504" y="3485716"/>
              <a:chExt cx="507952" cy="865436"/>
            </a:xfrm>
          </p:grpSpPr>
          <p:sp>
            <p:nvSpPr>
              <p:cNvPr id="170" name="Rectangle: Rounded Corners 79">
                <a:extLst>
                  <a:ext uri="{FF2B5EF4-FFF2-40B4-BE49-F238E27FC236}">
                    <a16:creationId xmlns:a16="http://schemas.microsoft.com/office/drawing/2014/main" id="{3A8FA634-F9A1-30CB-6224-0A32A5DED1A3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Rectangle: Rounded Corners 85">
                <a:extLst>
                  <a:ext uri="{FF2B5EF4-FFF2-40B4-BE49-F238E27FC236}">
                    <a16:creationId xmlns:a16="http://schemas.microsoft.com/office/drawing/2014/main" id="{4BB77A3A-58B4-6FCB-524A-3B0BF8A8B9A2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670D327-2359-BB6F-B12C-71EA4BC279DC}"/>
              </a:ext>
            </a:extLst>
          </p:cNvPr>
          <p:cNvGrpSpPr/>
          <p:nvPr/>
        </p:nvGrpSpPr>
        <p:grpSpPr>
          <a:xfrm>
            <a:off x="2755011" y="3551655"/>
            <a:ext cx="3920396" cy="5926201"/>
            <a:chOff x="4084197" y="4357373"/>
            <a:chExt cx="2493094" cy="3768644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14E866C9-1615-0149-34BE-8FB6C5D6743E}"/>
                </a:ext>
              </a:extLst>
            </p:cNvPr>
            <p:cNvGrpSpPr/>
            <p:nvPr/>
          </p:nvGrpSpPr>
          <p:grpSpPr>
            <a:xfrm>
              <a:off x="4084197" y="4357373"/>
              <a:ext cx="2493094" cy="3768644"/>
              <a:chOff x="6428512" y="3367711"/>
              <a:chExt cx="1534625" cy="2319789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983FFE51-49DB-33CE-8F8A-1DFC235A32DC}"/>
                  </a:ext>
                </a:extLst>
              </p:cNvPr>
              <p:cNvGrpSpPr/>
              <p:nvPr/>
            </p:nvGrpSpPr>
            <p:grpSpPr>
              <a:xfrm flipH="1">
                <a:off x="6428512" y="3378295"/>
                <a:ext cx="1534625" cy="2309205"/>
                <a:chOff x="3576296" y="5056697"/>
                <a:chExt cx="2536874" cy="3817326"/>
              </a:xfrm>
            </p:grpSpPr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04AA6787-B585-3B97-6FFA-5929F0F66E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55087" y="7271981"/>
                  <a:ext cx="276646" cy="24011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79CC7D50-AA2F-F29E-56D4-212D451E1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06761" y="7272823"/>
                  <a:ext cx="276646" cy="24011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FF03B5D0-5AFD-E3E4-FE32-F68A43B1FA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99238" y="7486288"/>
                  <a:ext cx="19890" cy="1303191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011F2E7E-A625-1F1A-BEC8-CA3F16F77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230325" y="7481934"/>
                  <a:ext cx="34997" cy="134784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1164C203-82D9-5A8F-BEC7-04FE4197A565}"/>
                    </a:ext>
                  </a:extLst>
                </p:cNvPr>
                <p:cNvSpPr/>
                <p:nvPr/>
              </p:nvSpPr>
              <p:spPr>
                <a:xfrm>
                  <a:off x="3576296" y="5056697"/>
                  <a:ext cx="2536874" cy="2447778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AF9C35AC-938B-904B-7E66-CCF8F4D428D3}"/>
                    </a:ext>
                  </a:extLst>
                </p:cNvPr>
                <p:cNvSpPr/>
                <p:nvPr/>
              </p:nvSpPr>
              <p:spPr>
                <a:xfrm>
                  <a:off x="4413402" y="5944841"/>
                  <a:ext cx="261278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Rectangle: Top Corners Rounded 184">
                  <a:extLst>
                    <a:ext uri="{FF2B5EF4-FFF2-40B4-BE49-F238E27FC236}">
                      <a16:creationId xmlns:a16="http://schemas.microsoft.com/office/drawing/2014/main" id="{8DADE003-356B-E16F-B96C-2A746AA63B00}"/>
                    </a:ext>
                  </a:extLst>
                </p:cNvPr>
                <p:cNvSpPr/>
                <p:nvPr/>
              </p:nvSpPr>
              <p:spPr>
                <a:xfrm>
                  <a:off x="5017666" y="8668496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Rectangle: Top Corners Rounded 185">
                  <a:extLst>
                    <a:ext uri="{FF2B5EF4-FFF2-40B4-BE49-F238E27FC236}">
                      <a16:creationId xmlns:a16="http://schemas.microsoft.com/office/drawing/2014/main" id="{900344EB-ED6F-943E-E46B-D39A001589C2}"/>
                    </a:ext>
                  </a:extLst>
                </p:cNvPr>
                <p:cNvSpPr/>
                <p:nvPr/>
              </p:nvSpPr>
              <p:spPr>
                <a:xfrm>
                  <a:off x="4406469" y="8673713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21E66421-D494-FCB1-135D-FE214D57552B}"/>
                    </a:ext>
                  </a:extLst>
                </p:cNvPr>
                <p:cNvSpPr/>
                <p:nvPr/>
              </p:nvSpPr>
              <p:spPr>
                <a:xfrm rot="296513">
                  <a:off x="4911011" y="6384328"/>
                  <a:ext cx="67406" cy="190499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72717E9F-0BC6-D653-1C82-F354243C7592}"/>
                    </a:ext>
                  </a:extLst>
                </p:cNvPr>
                <p:cNvSpPr/>
                <p:nvPr/>
              </p:nvSpPr>
              <p:spPr>
                <a:xfrm>
                  <a:off x="5295995" y="5944839"/>
                  <a:ext cx="261278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8C781DE0-7504-AFD1-A993-A1E2632BD12A}"/>
                    </a:ext>
                  </a:extLst>
                </p:cNvPr>
                <p:cNvSpPr/>
                <p:nvPr/>
              </p:nvSpPr>
              <p:spPr>
                <a:xfrm>
                  <a:off x="4509177" y="6032850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B503D174-187D-4A68-DD07-B372AD29EB07}"/>
                    </a:ext>
                  </a:extLst>
                </p:cNvPr>
                <p:cNvSpPr/>
                <p:nvPr/>
              </p:nvSpPr>
              <p:spPr>
                <a:xfrm>
                  <a:off x="5381531" y="6039437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1DBDD0EC-79D0-FCF0-AF5E-D1BFFECE8B1F}"/>
                  </a:ext>
                </a:extLst>
              </p:cNvPr>
              <p:cNvSpPr/>
              <p:nvPr/>
            </p:nvSpPr>
            <p:spPr>
              <a:xfrm>
                <a:off x="6600139" y="3367711"/>
                <a:ext cx="1232186" cy="347260"/>
              </a:xfrm>
              <a:custGeom>
                <a:avLst/>
                <a:gdLst>
                  <a:gd name="connsiteX0" fmla="*/ 584194 w 1232186"/>
                  <a:gd name="connsiteY0" fmla="*/ 0 h 347260"/>
                  <a:gd name="connsiteX1" fmla="*/ 1220462 w 1232186"/>
                  <a:gd name="connsiteY1" fmla="*/ 326419 h 347260"/>
                  <a:gd name="connsiteX2" fmla="*/ 1232186 w 1232186"/>
                  <a:gd name="connsiteY2" fmla="*/ 347260 h 347260"/>
                  <a:gd name="connsiteX3" fmla="*/ 0 w 1232186"/>
                  <a:gd name="connsiteY3" fmla="*/ 347260 h 347260"/>
                  <a:gd name="connsiteX4" fmla="*/ 0 w 1232186"/>
                  <a:gd name="connsiteY4" fmla="*/ 265522 h 347260"/>
                  <a:gd name="connsiteX5" fmla="*/ 41622 w 1232186"/>
                  <a:gd name="connsiteY5" fmla="*/ 216848 h 347260"/>
                  <a:gd name="connsiteX6" fmla="*/ 584194 w 1232186"/>
                  <a:gd name="connsiteY6" fmla="*/ 0 h 347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2186" h="347260">
                    <a:moveTo>
                      <a:pt x="584194" y="0"/>
                    </a:moveTo>
                    <a:cubicBezTo>
                      <a:pt x="849053" y="0"/>
                      <a:pt x="1082570" y="129481"/>
                      <a:pt x="1220462" y="326419"/>
                    </a:cubicBezTo>
                    <a:lnTo>
                      <a:pt x="1232186" y="347260"/>
                    </a:lnTo>
                    <a:lnTo>
                      <a:pt x="0" y="347260"/>
                    </a:lnTo>
                    <a:lnTo>
                      <a:pt x="0" y="265522"/>
                    </a:lnTo>
                    <a:lnTo>
                      <a:pt x="41622" y="216848"/>
                    </a:lnTo>
                    <a:cubicBezTo>
                      <a:pt x="180478" y="82868"/>
                      <a:pt x="372307" y="0"/>
                      <a:pt x="584194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354F3DB9-B9E8-C4F4-7E2F-B0980E37AC6C}"/>
                  </a:ext>
                </a:extLst>
              </p:cNvPr>
              <p:cNvSpPr/>
              <p:nvPr/>
            </p:nvSpPr>
            <p:spPr>
              <a:xfrm rot="21346442">
                <a:off x="7729729" y="3685812"/>
                <a:ext cx="205192" cy="305266"/>
              </a:xfrm>
              <a:custGeom>
                <a:avLst/>
                <a:gdLst>
                  <a:gd name="connsiteX0" fmla="*/ 0 w 205192"/>
                  <a:gd name="connsiteY0" fmla="*/ 0 h 305266"/>
                  <a:gd name="connsiteX1" fmla="*/ 95531 w 205192"/>
                  <a:gd name="connsiteY1" fmla="*/ 0 h 305266"/>
                  <a:gd name="connsiteX2" fmla="*/ 149297 w 205192"/>
                  <a:gd name="connsiteY2" fmla="*/ 95577 h 305266"/>
                  <a:gd name="connsiteX3" fmla="*/ 194007 w 205192"/>
                  <a:gd name="connsiteY3" fmla="*/ 234551 h 305266"/>
                  <a:gd name="connsiteX4" fmla="*/ 205192 w 205192"/>
                  <a:gd name="connsiteY4" fmla="*/ 305266 h 305266"/>
                  <a:gd name="connsiteX5" fmla="*/ 0 w 205192"/>
                  <a:gd name="connsiteY5" fmla="*/ 305266 h 305266"/>
                  <a:gd name="connsiteX6" fmla="*/ 0 w 205192"/>
                  <a:gd name="connsiteY6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192" h="305266">
                    <a:moveTo>
                      <a:pt x="0" y="0"/>
                    </a:moveTo>
                    <a:lnTo>
                      <a:pt x="95531" y="0"/>
                    </a:lnTo>
                    <a:lnTo>
                      <a:pt x="149297" y="95577"/>
                    </a:lnTo>
                    <a:cubicBezTo>
                      <a:pt x="168711" y="139865"/>
                      <a:pt x="183786" y="186355"/>
                      <a:pt x="194007" y="234551"/>
                    </a:cubicBezTo>
                    <a:lnTo>
                      <a:pt x="205192" y="305266"/>
                    </a:lnTo>
                    <a:lnTo>
                      <a:pt x="0" y="305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CAA3594C-0449-F013-0C33-E57D7A6D2F3A}"/>
                  </a:ext>
                </a:extLst>
              </p:cNvPr>
              <p:cNvSpPr/>
              <p:nvPr/>
            </p:nvSpPr>
            <p:spPr>
              <a:xfrm rot="1390805" flipH="1">
                <a:off x="6537758" y="3590147"/>
                <a:ext cx="114064" cy="305266"/>
              </a:xfrm>
              <a:custGeom>
                <a:avLst/>
                <a:gdLst>
                  <a:gd name="connsiteX0" fmla="*/ 0 w 114064"/>
                  <a:gd name="connsiteY0" fmla="*/ 0 h 305266"/>
                  <a:gd name="connsiteX1" fmla="*/ 55131 w 114064"/>
                  <a:gd name="connsiteY1" fmla="*/ 0 h 305266"/>
                  <a:gd name="connsiteX2" fmla="*/ 89680 w 114064"/>
                  <a:gd name="connsiteY2" fmla="*/ 61418 h 305266"/>
                  <a:gd name="connsiteX3" fmla="*/ 114064 w 114064"/>
                  <a:gd name="connsiteY3" fmla="*/ 137214 h 305266"/>
                  <a:gd name="connsiteX4" fmla="*/ 114064 w 114064"/>
                  <a:gd name="connsiteY4" fmla="*/ 305266 h 305266"/>
                  <a:gd name="connsiteX5" fmla="*/ 109661 w 114064"/>
                  <a:gd name="connsiteY5" fmla="*/ 305266 h 305266"/>
                  <a:gd name="connsiteX6" fmla="*/ 98475 w 114064"/>
                  <a:gd name="connsiteY6" fmla="*/ 234551 h 305266"/>
                  <a:gd name="connsiteX7" fmla="*/ 53765 w 114064"/>
                  <a:gd name="connsiteY7" fmla="*/ 95577 h 305266"/>
                  <a:gd name="connsiteX8" fmla="*/ 0 w 114064"/>
                  <a:gd name="connsiteY8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064" h="305266">
                    <a:moveTo>
                      <a:pt x="0" y="0"/>
                    </a:moveTo>
                    <a:lnTo>
                      <a:pt x="55131" y="0"/>
                    </a:lnTo>
                    <a:lnTo>
                      <a:pt x="89680" y="61418"/>
                    </a:lnTo>
                    <a:lnTo>
                      <a:pt x="114064" y="137214"/>
                    </a:lnTo>
                    <a:lnTo>
                      <a:pt x="114064" y="305266"/>
                    </a:lnTo>
                    <a:lnTo>
                      <a:pt x="109661" y="305266"/>
                    </a:lnTo>
                    <a:lnTo>
                      <a:pt x="98475" y="234551"/>
                    </a:lnTo>
                    <a:cubicBezTo>
                      <a:pt x="88255" y="186355"/>
                      <a:pt x="73180" y="139865"/>
                      <a:pt x="53765" y="9557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78597A3-440B-2EE2-8BAD-2A6AF14ABAA3}"/>
                </a:ext>
              </a:extLst>
            </p:cNvPr>
            <p:cNvSpPr/>
            <p:nvPr/>
          </p:nvSpPr>
          <p:spPr>
            <a:xfrm rot="18548409" flipH="1">
              <a:off x="4852335" y="5821151"/>
              <a:ext cx="288842" cy="908032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12F15CC4-E5C6-085E-A98C-39578E7A8F25}"/>
                </a:ext>
              </a:extLst>
            </p:cNvPr>
            <p:cNvGrpSpPr/>
            <p:nvPr/>
          </p:nvGrpSpPr>
          <p:grpSpPr>
            <a:xfrm>
              <a:off x="4838582" y="6253248"/>
              <a:ext cx="851843" cy="926068"/>
              <a:chOff x="4838582" y="6253248"/>
              <a:chExt cx="851843" cy="926068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1BBFFDC4-56CE-F49A-E29F-EE53EE810918}"/>
                  </a:ext>
                </a:extLst>
              </p:cNvPr>
              <p:cNvGrpSpPr/>
              <p:nvPr/>
            </p:nvGrpSpPr>
            <p:grpSpPr>
              <a:xfrm>
                <a:off x="4838582" y="6321518"/>
                <a:ext cx="851843" cy="857798"/>
                <a:chOff x="4838582" y="6321518"/>
                <a:chExt cx="851843" cy="857798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998D5821-6926-1FC2-4BBE-ACF9E1D5D316}"/>
                    </a:ext>
                  </a:extLst>
                </p:cNvPr>
                <p:cNvSpPr/>
                <p:nvPr/>
              </p:nvSpPr>
              <p:spPr>
                <a:xfrm>
                  <a:off x="4906206" y="6321518"/>
                  <a:ext cx="784219" cy="798428"/>
                </a:xfrm>
                <a:custGeom>
                  <a:avLst/>
                  <a:gdLst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8421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76200 w 784219"/>
                    <a:gd name="connsiteY3" fmla="*/ 775568 h 783188"/>
                    <a:gd name="connsiteX4" fmla="*/ 0 w 784219"/>
                    <a:gd name="connsiteY4" fmla="*/ 0 h 783188"/>
                    <a:gd name="connsiteX0" fmla="*/ 0 w 784219"/>
                    <a:gd name="connsiteY0" fmla="*/ 0 h 798428"/>
                    <a:gd name="connsiteX1" fmla="*/ 784219 w 784219"/>
                    <a:gd name="connsiteY1" fmla="*/ 0 h 798428"/>
                    <a:gd name="connsiteX2" fmla="*/ 715639 w 784219"/>
                    <a:gd name="connsiteY2" fmla="*/ 783188 h 798428"/>
                    <a:gd name="connsiteX3" fmla="*/ 76200 w 784219"/>
                    <a:gd name="connsiteY3" fmla="*/ 798428 h 798428"/>
                    <a:gd name="connsiteX4" fmla="*/ 0 w 784219"/>
                    <a:gd name="connsiteY4" fmla="*/ 0 h 798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4219" h="798428">
                      <a:moveTo>
                        <a:pt x="0" y="0"/>
                      </a:moveTo>
                      <a:lnTo>
                        <a:pt x="784219" y="0"/>
                      </a:lnTo>
                      <a:lnTo>
                        <a:pt x="715639" y="783188"/>
                      </a:lnTo>
                      <a:lnTo>
                        <a:pt x="76200" y="7984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7F0DEC8F-A03B-BF98-C7C0-7E306AC4B1C2}"/>
                    </a:ext>
                  </a:extLst>
                </p:cNvPr>
                <p:cNvSpPr/>
                <p:nvPr/>
              </p:nvSpPr>
              <p:spPr>
                <a:xfrm rot="416330">
                  <a:off x="5578672" y="6330660"/>
                  <a:ext cx="88859" cy="824471"/>
                </a:xfrm>
                <a:custGeom>
                  <a:avLst/>
                  <a:gdLst>
                    <a:gd name="connsiteX0" fmla="*/ 0 w 45719"/>
                    <a:gd name="connsiteY0" fmla="*/ 0 h 798428"/>
                    <a:gd name="connsiteX1" fmla="*/ 45719 w 45719"/>
                    <a:gd name="connsiteY1" fmla="*/ 0 h 798428"/>
                    <a:gd name="connsiteX2" fmla="*/ 45719 w 45719"/>
                    <a:gd name="connsiteY2" fmla="*/ 798428 h 798428"/>
                    <a:gd name="connsiteX3" fmla="*/ 0 w 45719"/>
                    <a:gd name="connsiteY3" fmla="*/ 798428 h 798428"/>
                    <a:gd name="connsiteX4" fmla="*/ 0 w 45719"/>
                    <a:gd name="connsiteY4" fmla="*/ 0 h 798428"/>
                    <a:gd name="connsiteX0" fmla="*/ 0 w 67398"/>
                    <a:gd name="connsiteY0" fmla="*/ 5837 h 798428"/>
                    <a:gd name="connsiteX1" fmla="*/ 67398 w 67398"/>
                    <a:gd name="connsiteY1" fmla="*/ 0 h 798428"/>
                    <a:gd name="connsiteX2" fmla="*/ 67398 w 67398"/>
                    <a:gd name="connsiteY2" fmla="*/ 798428 h 798428"/>
                    <a:gd name="connsiteX3" fmla="*/ 21679 w 67398"/>
                    <a:gd name="connsiteY3" fmla="*/ 798428 h 798428"/>
                    <a:gd name="connsiteX4" fmla="*/ 0 w 67398"/>
                    <a:gd name="connsiteY4" fmla="*/ 5837 h 798428"/>
                    <a:gd name="connsiteX0" fmla="*/ 0 w 67398"/>
                    <a:gd name="connsiteY0" fmla="*/ 49577 h 842168"/>
                    <a:gd name="connsiteX1" fmla="*/ 58876 w 67398"/>
                    <a:gd name="connsiteY1" fmla="*/ 0 h 842168"/>
                    <a:gd name="connsiteX2" fmla="*/ 67398 w 67398"/>
                    <a:gd name="connsiteY2" fmla="*/ 842168 h 842168"/>
                    <a:gd name="connsiteX3" fmla="*/ 21679 w 67398"/>
                    <a:gd name="connsiteY3" fmla="*/ 842168 h 842168"/>
                    <a:gd name="connsiteX4" fmla="*/ 0 w 67398"/>
                    <a:gd name="connsiteY4" fmla="*/ 49577 h 842168"/>
                    <a:gd name="connsiteX0" fmla="*/ 0 w 88859"/>
                    <a:gd name="connsiteY0" fmla="*/ 49577 h 842168"/>
                    <a:gd name="connsiteX1" fmla="*/ 58876 w 88859"/>
                    <a:gd name="connsiteY1" fmla="*/ 0 h 842168"/>
                    <a:gd name="connsiteX2" fmla="*/ 88859 w 88859"/>
                    <a:gd name="connsiteY2" fmla="*/ 781984 h 842168"/>
                    <a:gd name="connsiteX3" fmla="*/ 21679 w 88859"/>
                    <a:gd name="connsiteY3" fmla="*/ 842168 h 842168"/>
                    <a:gd name="connsiteX4" fmla="*/ 0 w 88859"/>
                    <a:gd name="connsiteY4" fmla="*/ 49577 h 842168"/>
                    <a:gd name="connsiteX0" fmla="*/ 0 w 88859"/>
                    <a:gd name="connsiteY0" fmla="*/ 49577 h 839866"/>
                    <a:gd name="connsiteX1" fmla="*/ 58876 w 88859"/>
                    <a:gd name="connsiteY1" fmla="*/ 0 h 839866"/>
                    <a:gd name="connsiteX2" fmla="*/ 88859 w 88859"/>
                    <a:gd name="connsiteY2" fmla="*/ 781984 h 839866"/>
                    <a:gd name="connsiteX3" fmla="*/ 40589 w 88859"/>
                    <a:gd name="connsiteY3" fmla="*/ 839866 h 839866"/>
                    <a:gd name="connsiteX4" fmla="*/ 0 w 88859"/>
                    <a:gd name="connsiteY4" fmla="*/ 49577 h 839866"/>
                    <a:gd name="connsiteX0" fmla="*/ 0 w 88859"/>
                    <a:gd name="connsiteY0" fmla="*/ 49577 h 841017"/>
                    <a:gd name="connsiteX1" fmla="*/ 58876 w 88859"/>
                    <a:gd name="connsiteY1" fmla="*/ 0 h 841017"/>
                    <a:gd name="connsiteX2" fmla="*/ 88859 w 88859"/>
                    <a:gd name="connsiteY2" fmla="*/ 781984 h 841017"/>
                    <a:gd name="connsiteX3" fmla="*/ 31134 w 88859"/>
                    <a:gd name="connsiteY3" fmla="*/ 841017 h 841017"/>
                    <a:gd name="connsiteX4" fmla="*/ 0 w 88859"/>
                    <a:gd name="connsiteY4" fmla="*/ 49577 h 841017"/>
                    <a:gd name="connsiteX0" fmla="*/ 0 w 88859"/>
                    <a:gd name="connsiteY0" fmla="*/ 49577 h 833926"/>
                    <a:gd name="connsiteX1" fmla="*/ 58876 w 88859"/>
                    <a:gd name="connsiteY1" fmla="*/ 0 h 833926"/>
                    <a:gd name="connsiteX2" fmla="*/ 88859 w 88859"/>
                    <a:gd name="connsiteY2" fmla="*/ 781984 h 833926"/>
                    <a:gd name="connsiteX3" fmla="*/ 30271 w 88859"/>
                    <a:gd name="connsiteY3" fmla="*/ 833926 h 833926"/>
                    <a:gd name="connsiteX4" fmla="*/ 0 w 88859"/>
                    <a:gd name="connsiteY4" fmla="*/ 49577 h 833926"/>
                    <a:gd name="connsiteX0" fmla="*/ 0 w 88859"/>
                    <a:gd name="connsiteY0" fmla="*/ 49577 h 823608"/>
                    <a:gd name="connsiteX1" fmla="*/ 58876 w 88859"/>
                    <a:gd name="connsiteY1" fmla="*/ 0 h 823608"/>
                    <a:gd name="connsiteX2" fmla="*/ 88859 w 88859"/>
                    <a:gd name="connsiteY2" fmla="*/ 781984 h 823608"/>
                    <a:gd name="connsiteX3" fmla="*/ 36212 w 88859"/>
                    <a:gd name="connsiteY3" fmla="*/ 823608 h 823608"/>
                    <a:gd name="connsiteX4" fmla="*/ 0 w 88859"/>
                    <a:gd name="connsiteY4" fmla="*/ 49577 h 823608"/>
                    <a:gd name="connsiteX0" fmla="*/ 0 w 88859"/>
                    <a:gd name="connsiteY0" fmla="*/ 49577 h 824471"/>
                    <a:gd name="connsiteX1" fmla="*/ 58876 w 88859"/>
                    <a:gd name="connsiteY1" fmla="*/ 0 h 824471"/>
                    <a:gd name="connsiteX2" fmla="*/ 88859 w 88859"/>
                    <a:gd name="connsiteY2" fmla="*/ 781984 h 824471"/>
                    <a:gd name="connsiteX3" fmla="*/ 29120 w 88859"/>
                    <a:gd name="connsiteY3" fmla="*/ 824471 h 824471"/>
                    <a:gd name="connsiteX4" fmla="*/ 0 w 88859"/>
                    <a:gd name="connsiteY4" fmla="*/ 49577 h 824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859" h="824471">
                      <a:moveTo>
                        <a:pt x="0" y="49577"/>
                      </a:moveTo>
                      <a:lnTo>
                        <a:pt x="58876" y="0"/>
                      </a:lnTo>
                      <a:cubicBezTo>
                        <a:pt x="61717" y="280723"/>
                        <a:pt x="86018" y="501261"/>
                        <a:pt x="88859" y="781984"/>
                      </a:cubicBezTo>
                      <a:lnTo>
                        <a:pt x="29120" y="824471"/>
                      </a:lnTo>
                      <a:lnTo>
                        <a:pt x="0" y="49577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Rectangle 127">
                  <a:extLst>
                    <a:ext uri="{FF2B5EF4-FFF2-40B4-BE49-F238E27FC236}">
                      <a16:creationId xmlns:a16="http://schemas.microsoft.com/office/drawing/2014/main" id="{5DA809EA-4A03-6380-D362-2467A471ECE0}"/>
                    </a:ext>
                  </a:extLst>
                </p:cNvPr>
                <p:cNvSpPr/>
                <p:nvPr/>
              </p:nvSpPr>
              <p:spPr>
                <a:xfrm rot="21328516">
                  <a:off x="4879023" y="6323738"/>
                  <a:ext cx="88859" cy="824471"/>
                </a:xfrm>
                <a:custGeom>
                  <a:avLst/>
                  <a:gdLst>
                    <a:gd name="connsiteX0" fmla="*/ 0 w 45719"/>
                    <a:gd name="connsiteY0" fmla="*/ 0 h 798428"/>
                    <a:gd name="connsiteX1" fmla="*/ 45719 w 45719"/>
                    <a:gd name="connsiteY1" fmla="*/ 0 h 798428"/>
                    <a:gd name="connsiteX2" fmla="*/ 45719 w 45719"/>
                    <a:gd name="connsiteY2" fmla="*/ 798428 h 798428"/>
                    <a:gd name="connsiteX3" fmla="*/ 0 w 45719"/>
                    <a:gd name="connsiteY3" fmla="*/ 798428 h 798428"/>
                    <a:gd name="connsiteX4" fmla="*/ 0 w 45719"/>
                    <a:gd name="connsiteY4" fmla="*/ 0 h 798428"/>
                    <a:gd name="connsiteX0" fmla="*/ 0 w 67398"/>
                    <a:gd name="connsiteY0" fmla="*/ 5837 h 798428"/>
                    <a:gd name="connsiteX1" fmla="*/ 67398 w 67398"/>
                    <a:gd name="connsiteY1" fmla="*/ 0 h 798428"/>
                    <a:gd name="connsiteX2" fmla="*/ 67398 w 67398"/>
                    <a:gd name="connsiteY2" fmla="*/ 798428 h 798428"/>
                    <a:gd name="connsiteX3" fmla="*/ 21679 w 67398"/>
                    <a:gd name="connsiteY3" fmla="*/ 798428 h 798428"/>
                    <a:gd name="connsiteX4" fmla="*/ 0 w 67398"/>
                    <a:gd name="connsiteY4" fmla="*/ 5837 h 798428"/>
                    <a:gd name="connsiteX0" fmla="*/ 0 w 67398"/>
                    <a:gd name="connsiteY0" fmla="*/ 49577 h 842168"/>
                    <a:gd name="connsiteX1" fmla="*/ 58876 w 67398"/>
                    <a:gd name="connsiteY1" fmla="*/ 0 h 842168"/>
                    <a:gd name="connsiteX2" fmla="*/ 67398 w 67398"/>
                    <a:gd name="connsiteY2" fmla="*/ 842168 h 842168"/>
                    <a:gd name="connsiteX3" fmla="*/ 21679 w 67398"/>
                    <a:gd name="connsiteY3" fmla="*/ 842168 h 842168"/>
                    <a:gd name="connsiteX4" fmla="*/ 0 w 67398"/>
                    <a:gd name="connsiteY4" fmla="*/ 49577 h 842168"/>
                    <a:gd name="connsiteX0" fmla="*/ 0 w 88859"/>
                    <a:gd name="connsiteY0" fmla="*/ 49577 h 842168"/>
                    <a:gd name="connsiteX1" fmla="*/ 58876 w 88859"/>
                    <a:gd name="connsiteY1" fmla="*/ 0 h 842168"/>
                    <a:gd name="connsiteX2" fmla="*/ 88859 w 88859"/>
                    <a:gd name="connsiteY2" fmla="*/ 781984 h 842168"/>
                    <a:gd name="connsiteX3" fmla="*/ 21679 w 88859"/>
                    <a:gd name="connsiteY3" fmla="*/ 842168 h 842168"/>
                    <a:gd name="connsiteX4" fmla="*/ 0 w 88859"/>
                    <a:gd name="connsiteY4" fmla="*/ 49577 h 842168"/>
                    <a:gd name="connsiteX0" fmla="*/ 0 w 88859"/>
                    <a:gd name="connsiteY0" fmla="*/ 49577 h 839866"/>
                    <a:gd name="connsiteX1" fmla="*/ 58876 w 88859"/>
                    <a:gd name="connsiteY1" fmla="*/ 0 h 839866"/>
                    <a:gd name="connsiteX2" fmla="*/ 88859 w 88859"/>
                    <a:gd name="connsiteY2" fmla="*/ 781984 h 839866"/>
                    <a:gd name="connsiteX3" fmla="*/ 40589 w 88859"/>
                    <a:gd name="connsiteY3" fmla="*/ 839866 h 839866"/>
                    <a:gd name="connsiteX4" fmla="*/ 0 w 88859"/>
                    <a:gd name="connsiteY4" fmla="*/ 49577 h 839866"/>
                    <a:gd name="connsiteX0" fmla="*/ 0 w 88859"/>
                    <a:gd name="connsiteY0" fmla="*/ 49577 h 841017"/>
                    <a:gd name="connsiteX1" fmla="*/ 58876 w 88859"/>
                    <a:gd name="connsiteY1" fmla="*/ 0 h 841017"/>
                    <a:gd name="connsiteX2" fmla="*/ 88859 w 88859"/>
                    <a:gd name="connsiteY2" fmla="*/ 781984 h 841017"/>
                    <a:gd name="connsiteX3" fmla="*/ 31134 w 88859"/>
                    <a:gd name="connsiteY3" fmla="*/ 841017 h 841017"/>
                    <a:gd name="connsiteX4" fmla="*/ 0 w 88859"/>
                    <a:gd name="connsiteY4" fmla="*/ 49577 h 841017"/>
                    <a:gd name="connsiteX0" fmla="*/ 0 w 88859"/>
                    <a:gd name="connsiteY0" fmla="*/ 49577 h 833926"/>
                    <a:gd name="connsiteX1" fmla="*/ 58876 w 88859"/>
                    <a:gd name="connsiteY1" fmla="*/ 0 h 833926"/>
                    <a:gd name="connsiteX2" fmla="*/ 88859 w 88859"/>
                    <a:gd name="connsiteY2" fmla="*/ 781984 h 833926"/>
                    <a:gd name="connsiteX3" fmla="*/ 30271 w 88859"/>
                    <a:gd name="connsiteY3" fmla="*/ 833926 h 833926"/>
                    <a:gd name="connsiteX4" fmla="*/ 0 w 88859"/>
                    <a:gd name="connsiteY4" fmla="*/ 49577 h 833926"/>
                    <a:gd name="connsiteX0" fmla="*/ 0 w 88859"/>
                    <a:gd name="connsiteY0" fmla="*/ 49577 h 823608"/>
                    <a:gd name="connsiteX1" fmla="*/ 58876 w 88859"/>
                    <a:gd name="connsiteY1" fmla="*/ 0 h 823608"/>
                    <a:gd name="connsiteX2" fmla="*/ 88859 w 88859"/>
                    <a:gd name="connsiteY2" fmla="*/ 781984 h 823608"/>
                    <a:gd name="connsiteX3" fmla="*/ 36212 w 88859"/>
                    <a:gd name="connsiteY3" fmla="*/ 823608 h 823608"/>
                    <a:gd name="connsiteX4" fmla="*/ 0 w 88859"/>
                    <a:gd name="connsiteY4" fmla="*/ 49577 h 823608"/>
                    <a:gd name="connsiteX0" fmla="*/ 0 w 88859"/>
                    <a:gd name="connsiteY0" fmla="*/ 49577 h 824471"/>
                    <a:gd name="connsiteX1" fmla="*/ 58876 w 88859"/>
                    <a:gd name="connsiteY1" fmla="*/ 0 h 824471"/>
                    <a:gd name="connsiteX2" fmla="*/ 88859 w 88859"/>
                    <a:gd name="connsiteY2" fmla="*/ 781984 h 824471"/>
                    <a:gd name="connsiteX3" fmla="*/ 29120 w 88859"/>
                    <a:gd name="connsiteY3" fmla="*/ 824471 h 824471"/>
                    <a:gd name="connsiteX4" fmla="*/ 0 w 88859"/>
                    <a:gd name="connsiteY4" fmla="*/ 49577 h 824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859" h="824471">
                      <a:moveTo>
                        <a:pt x="0" y="49577"/>
                      </a:moveTo>
                      <a:lnTo>
                        <a:pt x="58876" y="0"/>
                      </a:lnTo>
                      <a:cubicBezTo>
                        <a:pt x="61717" y="280723"/>
                        <a:pt x="86018" y="501261"/>
                        <a:pt x="88859" y="781984"/>
                      </a:cubicBezTo>
                      <a:lnTo>
                        <a:pt x="29120" y="824471"/>
                      </a:lnTo>
                      <a:lnTo>
                        <a:pt x="0" y="49577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4A1C701D-FC4A-A789-BC0A-93A9069E2FFD}"/>
                    </a:ext>
                  </a:extLst>
                </p:cNvPr>
                <p:cNvGrpSpPr/>
                <p:nvPr/>
              </p:nvGrpSpPr>
              <p:grpSpPr>
                <a:xfrm>
                  <a:off x="4838582" y="6334848"/>
                  <a:ext cx="784219" cy="844468"/>
                  <a:chOff x="4838582" y="6334848"/>
                  <a:chExt cx="784219" cy="844468"/>
                </a:xfrm>
              </p:grpSpPr>
              <p:sp>
                <p:nvSpPr>
                  <p:cNvPr id="149" name="Oval 128">
                    <a:extLst>
                      <a:ext uri="{FF2B5EF4-FFF2-40B4-BE49-F238E27FC236}">
                        <a16:creationId xmlns:a16="http://schemas.microsoft.com/office/drawing/2014/main" id="{FAC18195-82CE-FD57-A4D1-15571D176C6D}"/>
                      </a:ext>
                    </a:extLst>
                  </p:cNvPr>
                  <p:cNvSpPr/>
                  <p:nvPr/>
                </p:nvSpPr>
                <p:spPr>
                  <a:xfrm>
                    <a:off x="5019039" y="6334848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0" name="Oval 128">
                    <a:extLst>
                      <a:ext uri="{FF2B5EF4-FFF2-40B4-BE49-F238E27FC236}">
                        <a16:creationId xmlns:a16="http://schemas.microsoft.com/office/drawing/2014/main" id="{75067309-22D0-F238-34B7-B9133BBE4CE2}"/>
                      </a:ext>
                    </a:extLst>
                  </p:cNvPr>
                  <p:cNvSpPr/>
                  <p:nvPr/>
                </p:nvSpPr>
                <p:spPr>
                  <a:xfrm rot="11191403">
                    <a:off x="5292098" y="6357821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2" name="Rectangle 2">
                    <a:extLst>
                      <a:ext uri="{FF2B5EF4-FFF2-40B4-BE49-F238E27FC236}">
                        <a16:creationId xmlns:a16="http://schemas.microsoft.com/office/drawing/2014/main" id="{5CE78901-35F5-E0BE-9777-87E45A32529C}"/>
                      </a:ext>
                    </a:extLst>
                  </p:cNvPr>
                  <p:cNvSpPr/>
                  <p:nvPr/>
                </p:nvSpPr>
                <p:spPr>
                  <a:xfrm>
                    <a:off x="4838582" y="6380888"/>
                    <a:ext cx="784219" cy="798428"/>
                  </a:xfrm>
                  <a:custGeom>
                    <a:avLst/>
                    <a:gdLst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84219 w 784219"/>
                      <a:gd name="connsiteY2" fmla="*/ 783188 h 783188"/>
                      <a:gd name="connsiteX3" fmla="*/ 0 w 784219"/>
                      <a:gd name="connsiteY3" fmla="*/ 78318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15639 w 784219"/>
                      <a:gd name="connsiteY2" fmla="*/ 783188 h 783188"/>
                      <a:gd name="connsiteX3" fmla="*/ 0 w 784219"/>
                      <a:gd name="connsiteY3" fmla="*/ 78318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15639 w 784219"/>
                      <a:gd name="connsiteY2" fmla="*/ 783188 h 783188"/>
                      <a:gd name="connsiteX3" fmla="*/ 76200 w 784219"/>
                      <a:gd name="connsiteY3" fmla="*/ 77556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98428"/>
                      <a:gd name="connsiteX1" fmla="*/ 784219 w 784219"/>
                      <a:gd name="connsiteY1" fmla="*/ 0 h 798428"/>
                      <a:gd name="connsiteX2" fmla="*/ 715639 w 784219"/>
                      <a:gd name="connsiteY2" fmla="*/ 783188 h 798428"/>
                      <a:gd name="connsiteX3" fmla="*/ 76200 w 784219"/>
                      <a:gd name="connsiteY3" fmla="*/ 798428 h 798428"/>
                      <a:gd name="connsiteX4" fmla="*/ 0 w 784219"/>
                      <a:gd name="connsiteY4" fmla="*/ 0 h 798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84219" h="798428">
                        <a:moveTo>
                          <a:pt x="0" y="0"/>
                        </a:moveTo>
                        <a:lnTo>
                          <a:pt x="784219" y="0"/>
                        </a:lnTo>
                        <a:lnTo>
                          <a:pt x="715639" y="783188"/>
                        </a:lnTo>
                        <a:lnTo>
                          <a:pt x="76200" y="7984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CF2EB64C-D9B5-DB8A-8115-2DDD9BAD9B65}"/>
                      </a:ext>
                    </a:extLst>
                  </p:cNvPr>
                  <p:cNvSpPr/>
                  <p:nvPr/>
                </p:nvSpPr>
                <p:spPr>
                  <a:xfrm>
                    <a:off x="4893735" y="6455049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0" name="Oval 128">
                    <a:extLst>
                      <a:ext uri="{FF2B5EF4-FFF2-40B4-BE49-F238E27FC236}">
                        <a16:creationId xmlns:a16="http://schemas.microsoft.com/office/drawing/2014/main" id="{DC8D6816-6DD5-7E74-5AE3-351720B35AC1}"/>
                      </a:ext>
                    </a:extLst>
                  </p:cNvPr>
                  <p:cNvSpPr/>
                  <p:nvPr/>
                </p:nvSpPr>
                <p:spPr>
                  <a:xfrm rot="1655495">
                    <a:off x="4931903" y="6644793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1" name="Oval 128">
                    <a:extLst>
                      <a:ext uri="{FF2B5EF4-FFF2-40B4-BE49-F238E27FC236}">
                        <a16:creationId xmlns:a16="http://schemas.microsoft.com/office/drawing/2014/main" id="{C4000FCA-875D-F59A-26E9-4942DC779DE5}"/>
                      </a:ext>
                    </a:extLst>
                  </p:cNvPr>
                  <p:cNvSpPr/>
                  <p:nvPr/>
                </p:nvSpPr>
                <p:spPr>
                  <a:xfrm rot="4203571">
                    <a:off x="5093109" y="6542433"/>
                    <a:ext cx="176531" cy="101629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" name="Oval 128">
                    <a:extLst>
                      <a:ext uri="{FF2B5EF4-FFF2-40B4-BE49-F238E27FC236}">
                        <a16:creationId xmlns:a16="http://schemas.microsoft.com/office/drawing/2014/main" id="{B90D22FB-BFF8-ABB4-A2CD-11E55FE3D6F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364108" y="6819875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" name="Oval 128">
                    <a:extLst>
                      <a:ext uri="{FF2B5EF4-FFF2-40B4-BE49-F238E27FC236}">
                        <a16:creationId xmlns:a16="http://schemas.microsoft.com/office/drawing/2014/main" id="{626C1518-A50E-6F39-41D1-C05E80113A73}"/>
                      </a:ext>
                    </a:extLst>
                  </p:cNvPr>
                  <p:cNvSpPr/>
                  <p:nvPr/>
                </p:nvSpPr>
                <p:spPr>
                  <a:xfrm rot="17855495">
                    <a:off x="5232077" y="7002015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Oval 128">
                    <a:extLst>
                      <a:ext uri="{FF2B5EF4-FFF2-40B4-BE49-F238E27FC236}">
                        <a16:creationId xmlns:a16="http://schemas.microsoft.com/office/drawing/2014/main" id="{DB2442CE-70E1-3A1A-23BC-30FEB62E9D7C}"/>
                      </a:ext>
                    </a:extLst>
                  </p:cNvPr>
                  <p:cNvSpPr/>
                  <p:nvPr/>
                </p:nvSpPr>
                <p:spPr>
                  <a:xfrm rot="20403571">
                    <a:off x="5377359" y="7028795"/>
                    <a:ext cx="176531" cy="101629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" name="Oval 128">
                    <a:extLst>
                      <a:ext uri="{FF2B5EF4-FFF2-40B4-BE49-F238E27FC236}">
                        <a16:creationId xmlns:a16="http://schemas.microsoft.com/office/drawing/2014/main" id="{95D87115-5C13-B385-4163-BFEC10C7A100}"/>
                      </a:ext>
                    </a:extLst>
                  </p:cNvPr>
                  <p:cNvSpPr/>
                  <p:nvPr/>
                </p:nvSpPr>
                <p:spPr>
                  <a:xfrm rot="14880045">
                    <a:off x="4881259" y="6805446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Oval 128">
                    <a:extLst>
                      <a:ext uri="{FF2B5EF4-FFF2-40B4-BE49-F238E27FC236}">
                        <a16:creationId xmlns:a16="http://schemas.microsoft.com/office/drawing/2014/main" id="{BE9CB488-EF0C-2E09-9746-AD41F82A3AC3}"/>
                      </a:ext>
                    </a:extLst>
                  </p:cNvPr>
                  <p:cNvSpPr/>
                  <p:nvPr/>
                </p:nvSpPr>
                <p:spPr>
                  <a:xfrm rot="6087391">
                    <a:off x="5050010" y="6937627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3F336C4-2312-5932-13ED-B88BF0A61752}"/>
                  </a:ext>
                </a:extLst>
              </p:cNvPr>
              <p:cNvSpPr txBox="1"/>
              <p:nvPr/>
            </p:nvSpPr>
            <p:spPr>
              <a:xfrm rot="18867285">
                <a:off x="4976830" y="6455344"/>
                <a:ext cx="773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Crack</a:t>
                </a: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836900C-87EF-43C2-A6BB-50EE3DFED708}"/>
                </a:ext>
              </a:extLst>
            </p:cNvPr>
            <p:cNvSpPr/>
            <p:nvPr/>
          </p:nvSpPr>
          <p:spPr>
            <a:xfrm rot="1128567" flipH="1">
              <a:off x="5623562" y="6190478"/>
              <a:ext cx="638694" cy="908032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" name="emojimouth">
            <a:hlinkClick r:id="" action="ppaction://media"/>
            <a:extLst>
              <a:ext uri="{FF2B5EF4-FFF2-40B4-BE49-F238E27FC236}">
                <a16:creationId xmlns:a16="http://schemas.microsoft.com/office/drawing/2014/main" id="{5E60D013-F416-BF85-5622-436EEC82984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 flipH="1">
            <a:off x="4557876" y="6040140"/>
            <a:ext cx="289391" cy="211710"/>
          </a:xfrm>
          <a:prstGeom prst="rect">
            <a:avLst/>
          </a:prstGeom>
        </p:spPr>
      </p:pic>
      <p:pic>
        <p:nvPicPr>
          <p:cNvPr id="9" name="ttsMP3.com_VoiceText_2024-12-21_22-18-16">
            <a:hlinkClick r:id="" action="ppaction://media"/>
            <a:extLst>
              <a:ext uri="{FF2B5EF4-FFF2-40B4-BE49-F238E27FC236}">
                <a16:creationId xmlns:a16="http://schemas.microsoft.com/office/drawing/2014/main" id="{A6F099FC-9D33-9E77-98F9-CD6E120AB73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3D0F4127-7578-059B-FCA2-F533488665B5}"/>
              </a:ext>
            </a:extLst>
          </p:cNvPr>
          <p:cNvSpPr/>
          <p:nvPr/>
        </p:nvSpPr>
        <p:spPr>
          <a:xfrm rot="18601939">
            <a:off x="4787653" y="4714633"/>
            <a:ext cx="914400" cy="914400"/>
          </a:xfrm>
          <a:prstGeom prst="arc">
            <a:avLst>
              <a:gd name="adj1" fmla="val 18512797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5D18244-E94E-FE1E-804B-C2D8F0D5CF19}"/>
              </a:ext>
            </a:extLst>
          </p:cNvPr>
          <p:cNvSpPr/>
          <p:nvPr/>
        </p:nvSpPr>
        <p:spPr>
          <a:xfrm rot="18324542">
            <a:off x="3358760" y="4657523"/>
            <a:ext cx="914400" cy="914400"/>
          </a:xfrm>
          <a:prstGeom prst="arc">
            <a:avLst>
              <a:gd name="adj1" fmla="val 18512797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928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B6BAE-3A11-406B-7E0C-961EDB05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F32F44A-57C9-57E1-AD5A-E40914F0C6A4}"/>
              </a:ext>
            </a:extLst>
          </p:cNvPr>
          <p:cNvSpPr/>
          <p:nvPr/>
        </p:nvSpPr>
        <p:spPr>
          <a:xfrm>
            <a:off x="3673227" y="-411838"/>
            <a:ext cx="4625931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90FB9CA-5D6E-EF24-84DD-A5C2143F6DCE}"/>
              </a:ext>
            </a:extLst>
          </p:cNvPr>
          <p:cNvGrpSpPr/>
          <p:nvPr/>
        </p:nvGrpSpPr>
        <p:grpSpPr>
          <a:xfrm>
            <a:off x="-4058907" y="-243929"/>
            <a:ext cx="7908359" cy="10785195"/>
            <a:chOff x="-4058907" y="-243929"/>
            <a:chExt cx="7908359" cy="10785195"/>
          </a:xfrm>
        </p:grpSpPr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7C7521C-F508-DD12-D801-81EB3542F48A}"/>
                </a:ext>
              </a:extLst>
            </p:cNvPr>
            <p:cNvSpPr/>
            <p:nvPr/>
          </p:nvSpPr>
          <p:spPr>
            <a:xfrm>
              <a:off x="219155" y="-112814"/>
              <a:ext cx="3630297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9FBD9B51-E26E-7741-F312-2C348A6D01E7}"/>
                </a:ext>
              </a:extLst>
            </p:cNvPr>
            <p:cNvSpPr/>
            <p:nvPr/>
          </p:nvSpPr>
          <p:spPr>
            <a:xfrm>
              <a:off x="-4058907" y="-243929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62F0F9-3032-A75E-9930-4AF3A1BCAC0D}"/>
              </a:ext>
            </a:extLst>
          </p:cNvPr>
          <p:cNvGrpSpPr/>
          <p:nvPr/>
        </p:nvGrpSpPr>
        <p:grpSpPr>
          <a:xfrm>
            <a:off x="4074117" y="0"/>
            <a:ext cx="1099168" cy="1360157"/>
            <a:chOff x="2894199" y="0"/>
            <a:chExt cx="1099168" cy="1360157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76DCAD57-6FB6-8ACD-EC7F-F46728379473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9BB83ABB-4923-9EFE-ED7C-8596E7E533C6}"/>
                </a:ext>
              </a:extLst>
            </p:cNvPr>
            <p:cNvCxnSpPr>
              <a:cxnSpLocks/>
            </p:cNvCxnSpPr>
            <p:nvPr/>
          </p:nvCxnSpPr>
          <p:spPr>
            <a:xfrm>
              <a:off x="3430824" y="37480"/>
              <a:ext cx="0" cy="109929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A375B452-DA3C-3A25-691C-E5FE1C3FFEB1}"/>
                </a:ext>
              </a:extLst>
            </p:cNvPr>
            <p:cNvSpPr/>
            <p:nvPr/>
          </p:nvSpPr>
          <p:spPr>
            <a:xfrm>
              <a:off x="2894199" y="1136773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890CEF1-8D02-F760-ED9F-9A961751DD5F}"/>
              </a:ext>
            </a:extLst>
          </p:cNvPr>
          <p:cNvGrpSpPr/>
          <p:nvPr/>
        </p:nvGrpSpPr>
        <p:grpSpPr>
          <a:xfrm>
            <a:off x="1090469" y="5448515"/>
            <a:ext cx="3171705" cy="4125435"/>
            <a:chOff x="1165721" y="4960367"/>
            <a:chExt cx="3171705" cy="4125435"/>
          </a:xfrm>
        </p:grpSpPr>
        <p:sp>
          <p:nvSpPr>
            <p:cNvPr id="40" name="Flowchart: Delay 40">
              <a:extLst>
                <a:ext uri="{FF2B5EF4-FFF2-40B4-BE49-F238E27FC236}">
                  <a16:creationId xmlns:a16="http://schemas.microsoft.com/office/drawing/2014/main" id="{2FE665E0-693A-65AB-7F7F-7BC73D05CCF8}"/>
                </a:ext>
              </a:extLst>
            </p:cNvPr>
            <p:cNvSpPr/>
            <p:nvPr/>
          </p:nvSpPr>
          <p:spPr>
            <a:xfrm rot="21404381" flipH="1">
              <a:off x="2172002" y="7442689"/>
              <a:ext cx="717460" cy="1228568"/>
            </a:xfrm>
            <a:custGeom>
              <a:avLst/>
              <a:gdLst>
                <a:gd name="connsiteX0" fmla="*/ 0 w 571114"/>
                <a:gd name="connsiteY0" fmla="*/ 142590 h 1228568"/>
                <a:gd name="connsiteX1" fmla="*/ 142590 w 571114"/>
                <a:gd name="connsiteY1" fmla="*/ 0 h 1228568"/>
                <a:gd name="connsiteX2" fmla="*/ 428524 w 571114"/>
                <a:gd name="connsiteY2" fmla="*/ 0 h 1228568"/>
                <a:gd name="connsiteX3" fmla="*/ 571114 w 571114"/>
                <a:gd name="connsiteY3" fmla="*/ 142590 h 1228568"/>
                <a:gd name="connsiteX4" fmla="*/ 571114 w 571114"/>
                <a:gd name="connsiteY4" fmla="*/ 1085978 h 1228568"/>
                <a:gd name="connsiteX5" fmla="*/ 428524 w 571114"/>
                <a:gd name="connsiteY5" fmla="*/ 1228568 h 1228568"/>
                <a:gd name="connsiteX6" fmla="*/ 142590 w 571114"/>
                <a:gd name="connsiteY6" fmla="*/ 1228568 h 1228568"/>
                <a:gd name="connsiteX7" fmla="*/ 0 w 571114"/>
                <a:gd name="connsiteY7" fmla="*/ 1085978 h 1228568"/>
                <a:gd name="connsiteX8" fmla="*/ 0 w 571114"/>
                <a:gd name="connsiteY8" fmla="*/ 142590 h 1228568"/>
                <a:gd name="connsiteX0" fmla="*/ 0 w 571367"/>
                <a:gd name="connsiteY0" fmla="*/ 142590 h 1228568"/>
                <a:gd name="connsiteX1" fmla="*/ 142590 w 571367"/>
                <a:gd name="connsiteY1" fmla="*/ 0 h 1228568"/>
                <a:gd name="connsiteX2" fmla="*/ 428524 w 571367"/>
                <a:gd name="connsiteY2" fmla="*/ 0 h 1228568"/>
                <a:gd name="connsiteX3" fmla="*/ 571114 w 571367"/>
                <a:gd name="connsiteY3" fmla="*/ 142590 h 1228568"/>
                <a:gd name="connsiteX4" fmla="*/ 494818 w 571367"/>
                <a:gd name="connsiteY4" fmla="*/ 814556 h 1228568"/>
                <a:gd name="connsiteX5" fmla="*/ 571114 w 571367"/>
                <a:gd name="connsiteY5" fmla="*/ 1085978 h 1228568"/>
                <a:gd name="connsiteX6" fmla="*/ 428524 w 571367"/>
                <a:gd name="connsiteY6" fmla="*/ 1228568 h 1228568"/>
                <a:gd name="connsiteX7" fmla="*/ 142590 w 571367"/>
                <a:gd name="connsiteY7" fmla="*/ 1228568 h 1228568"/>
                <a:gd name="connsiteX8" fmla="*/ 0 w 571367"/>
                <a:gd name="connsiteY8" fmla="*/ 1085978 h 1228568"/>
                <a:gd name="connsiteX9" fmla="*/ 0 w 571367"/>
                <a:gd name="connsiteY9" fmla="*/ 142590 h 1228568"/>
                <a:gd name="connsiteX0" fmla="*/ 0 w 571620"/>
                <a:gd name="connsiteY0" fmla="*/ 142590 h 1263568"/>
                <a:gd name="connsiteX1" fmla="*/ 142590 w 571620"/>
                <a:gd name="connsiteY1" fmla="*/ 0 h 1263568"/>
                <a:gd name="connsiteX2" fmla="*/ 428524 w 571620"/>
                <a:gd name="connsiteY2" fmla="*/ 0 h 1263568"/>
                <a:gd name="connsiteX3" fmla="*/ 571114 w 571620"/>
                <a:gd name="connsiteY3" fmla="*/ 142590 h 1263568"/>
                <a:gd name="connsiteX4" fmla="*/ 494818 w 571620"/>
                <a:gd name="connsiteY4" fmla="*/ 814556 h 1263568"/>
                <a:gd name="connsiteX5" fmla="*/ 571367 w 571620"/>
                <a:gd name="connsiteY5" fmla="*/ 1228568 h 1263568"/>
                <a:gd name="connsiteX6" fmla="*/ 428524 w 571620"/>
                <a:gd name="connsiteY6" fmla="*/ 1228568 h 1263568"/>
                <a:gd name="connsiteX7" fmla="*/ 142590 w 571620"/>
                <a:gd name="connsiteY7" fmla="*/ 1228568 h 1263568"/>
                <a:gd name="connsiteX8" fmla="*/ 0 w 571620"/>
                <a:gd name="connsiteY8" fmla="*/ 1085978 h 1263568"/>
                <a:gd name="connsiteX9" fmla="*/ 0 w 571620"/>
                <a:gd name="connsiteY9" fmla="*/ 142590 h 1263568"/>
                <a:gd name="connsiteX0" fmla="*/ 0 w 571619"/>
                <a:gd name="connsiteY0" fmla="*/ 142590 h 1263568"/>
                <a:gd name="connsiteX1" fmla="*/ 142590 w 571619"/>
                <a:gd name="connsiteY1" fmla="*/ 0 h 1263568"/>
                <a:gd name="connsiteX2" fmla="*/ 428524 w 571619"/>
                <a:gd name="connsiteY2" fmla="*/ 0 h 1263568"/>
                <a:gd name="connsiteX3" fmla="*/ 571114 w 571619"/>
                <a:gd name="connsiteY3" fmla="*/ 142590 h 1263568"/>
                <a:gd name="connsiteX4" fmla="*/ 494818 w 571619"/>
                <a:gd name="connsiteY4" fmla="*/ 814556 h 1263568"/>
                <a:gd name="connsiteX5" fmla="*/ 571367 w 571619"/>
                <a:gd name="connsiteY5" fmla="*/ 1228568 h 1263568"/>
                <a:gd name="connsiteX6" fmla="*/ 428524 w 571619"/>
                <a:gd name="connsiteY6" fmla="*/ 1228568 h 1263568"/>
                <a:gd name="connsiteX7" fmla="*/ 142590 w 571619"/>
                <a:gd name="connsiteY7" fmla="*/ 1228568 h 1263568"/>
                <a:gd name="connsiteX8" fmla="*/ 0 w 571619"/>
                <a:gd name="connsiteY8" fmla="*/ 1085978 h 1263568"/>
                <a:gd name="connsiteX9" fmla="*/ 93753 w 571619"/>
                <a:gd name="connsiteY9" fmla="*/ 813533 h 1263568"/>
                <a:gd name="connsiteX10" fmla="*/ 0 w 571619"/>
                <a:gd name="connsiteY10" fmla="*/ 142590 h 1263568"/>
                <a:gd name="connsiteX0" fmla="*/ 0 w 571619"/>
                <a:gd name="connsiteY0" fmla="*/ 142590 h 1263568"/>
                <a:gd name="connsiteX1" fmla="*/ 142590 w 571619"/>
                <a:gd name="connsiteY1" fmla="*/ 0 h 1263568"/>
                <a:gd name="connsiteX2" fmla="*/ 428524 w 571619"/>
                <a:gd name="connsiteY2" fmla="*/ 0 h 1263568"/>
                <a:gd name="connsiteX3" fmla="*/ 571114 w 571619"/>
                <a:gd name="connsiteY3" fmla="*/ 142590 h 1263568"/>
                <a:gd name="connsiteX4" fmla="*/ 494818 w 571619"/>
                <a:gd name="connsiteY4" fmla="*/ 814556 h 1263568"/>
                <a:gd name="connsiteX5" fmla="*/ 571367 w 571619"/>
                <a:gd name="connsiteY5" fmla="*/ 1228568 h 1263568"/>
                <a:gd name="connsiteX6" fmla="*/ 428524 w 571619"/>
                <a:gd name="connsiteY6" fmla="*/ 1228568 h 1263568"/>
                <a:gd name="connsiteX7" fmla="*/ 142590 w 571619"/>
                <a:gd name="connsiteY7" fmla="*/ 1228568 h 1263568"/>
                <a:gd name="connsiteX8" fmla="*/ 85561 w 571619"/>
                <a:gd name="connsiteY8" fmla="*/ 1094685 h 1263568"/>
                <a:gd name="connsiteX9" fmla="*/ 93753 w 571619"/>
                <a:gd name="connsiteY9" fmla="*/ 813533 h 1263568"/>
                <a:gd name="connsiteX10" fmla="*/ 0 w 571619"/>
                <a:gd name="connsiteY10" fmla="*/ 142590 h 1263568"/>
                <a:gd name="connsiteX0" fmla="*/ 0 w 571366"/>
                <a:gd name="connsiteY0" fmla="*/ 142590 h 1228568"/>
                <a:gd name="connsiteX1" fmla="*/ 142590 w 571366"/>
                <a:gd name="connsiteY1" fmla="*/ 0 h 1228568"/>
                <a:gd name="connsiteX2" fmla="*/ 428524 w 571366"/>
                <a:gd name="connsiteY2" fmla="*/ 0 h 1228568"/>
                <a:gd name="connsiteX3" fmla="*/ 571114 w 571366"/>
                <a:gd name="connsiteY3" fmla="*/ 142590 h 1228568"/>
                <a:gd name="connsiteX4" fmla="*/ 494818 w 571366"/>
                <a:gd name="connsiteY4" fmla="*/ 814556 h 1228568"/>
                <a:gd name="connsiteX5" fmla="*/ 502324 w 571366"/>
                <a:gd name="connsiteY5" fmla="*/ 1123682 h 1228568"/>
                <a:gd name="connsiteX6" fmla="*/ 428524 w 571366"/>
                <a:gd name="connsiteY6" fmla="*/ 1228568 h 1228568"/>
                <a:gd name="connsiteX7" fmla="*/ 142590 w 571366"/>
                <a:gd name="connsiteY7" fmla="*/ 1228568 h 1228568"/>
                <a:gd name="connsiteX8" fmla="*/ 85561 w 571366"/>
                <a:gd name="connsiteY8" fmla="*/ 1094685 h 1228568"/>
                <a:gd name="connsiteX9" fmla="*/ 93753 w 571366"/>
                <a:gd name="connsiteY9" fmla="*/ 813533 h 1228568"/>
                <a:gd name="connsiteX10" fmla="*/ 0 w 571366"/>
                <a:gd name="connsiteY10" fmla="*/ 142590 h 1228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1366" h="1228568">
                  <a:moveTo>
                    <a:pt x="0" y="142590"/>
                  </a:moveTo>
                  <a:cubicBezTo>
                    <a:pt x="0" y="63840"/>
                    <a:pt x="63840" y="0"/>
                    <a:pt x="142590" y="0"/>
                  </a:cubicBezTo>
                  <a:lnTo>
                    <a:pt x="428524" y="0"/>
                  </a:lnTo>
                  <a:cubicBezTo>
                    <a:pt x="507274" y="0"/>
                    <a:pt x="571114" y="63840"/>
                    <a:pt x="571114" y="142590"/>
                  </a:cubicBezTo>
                  <a:cubicBezTo>
                    <a:pt x="576658" y="352094"/>
                    <a:pt x="489274" y="605052"/>
                    <a:pt x="494818" y="814556"/>
                  </a:cubicBezTo>
                  <a:cubicBezTo>
                    <a:pt x="489274" y="919515"/>
                    <a:pt x="507868" y="1018723"/>
                    <a:pt x="502324" y="1123682"/>
                  </a:cubicBezTo>
                  <a:cubicBezTo>
                    <a:pt x="502324" y="1202432"/>
                    <a:pt x="507274" y="1228568"/>
                    <a:pt x="428524" y="1228568"/>
                  </a:cubicBezTo>
                  <a:lnTo>
                    <a:pt x="142590" y="1228568"/>
                  </a:lnTo>
                  <a:cubicBezTo>
                    <a:pt x="63840" y="1228568"/>
                    <a:pt x="85561" y="1173435"/>
                    <a:pt x="85561" y="1094685"/>
                  </a:cubicBezTo>
                  <a:cubicBezTo>
                    <a:pt x="90420" y="994508"/>
                    <a:pt x="88894" y="913710"/>
                    <a:pt x="93753" y="813533"/>
                  </a:cubicBezTo>
                  <a:lnTo>
                    <a:pt x="0" y="14259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" name="Flowchart: Delay 40">
              <a:extLst>
                <a:ext uri="{FF2B5EF4-FFF2-40B4-BE49-F238E27FC236}">
                  <a16:creationId xmlns:a16="http://schemas.microsoft.com/office/drawing/2014/main" id="{BD295B00-482F-BB50-86D9-E9BCFD5F92DD}"/>
                </a:ext>
              </a:extLst>
            </p:cNvPr>
            <p:cNvSpPr/>
            <p:nvPr/>
          </p:nvSpPr>
          <p:spPr>
            <a:xfrm rot="21404381" flipH="1">
              <a:off x="2809353" y="7812142"/>
              <a:ext cx="673239" cy="1228568"/>
            </a:xfrm>
            <a:custGeom>
              <a:avLst/>
              <a:gdLst>
                <a:gd name="connsiteX0" fmla="*/ 0 w 571114"/>
                <a:gd name="connsiteY0" fmla="*/ 142590 h 1228568"/>
                <a:gd name="connsiteX1" fmla="*/ 142590 w 571114"/>
                <a:gd name="connsiteY1" fmla="*/ 0 h 1228568"/>
                <a:gd name="connsiteX2" fmla="*/ 428524 w 571114"/>
                <a:gd name="connsiteY2" fmla="*/ 0 h 1228568"/>
                <a:gd name="connsiteX3" fmla="*/ 571114 w 571114"/>
                <a:gd name="connsiteY3" fmla="*/ 142590 h 1228568"/>
                <a:gd name="connsiteX4" fmla="*/ 571114 w 571114"/>
                <a:gd name="connsiteY4" fmla="*/ 1085978 h 1228568"/>
                <a:gd name="connsiteX5" fmla="*/ 428524 w 571114"/>
                <a:gd name="connsiteY5" fmla="*/ 1228568 h 1228568"/>
                <a:gd name="connsiteX6" fmla="*/ 142590 w 571114"/>
                <a:gd name="connsiteY6" fmla="*/ 1228568 h 1228568"/>
                <a:gd name="connsiteX7" fmla="*/ 0 w 571114"/>
                <a:gd name="connsiteY7" fmla="*/ 1085978 h 1228568"/>
                <a:gd name="connsiteX8" fmla="*/ 0 w 571114"/>
                <a:gd name="connsiteY8" fmla="*/ 142590 h 1228568"/>
                <a:gd name="connsiteX0" fmla="*/ 0 w 571367"/>
                <a:gd name="connsiteY0" fmla="*/ 142590 h 1228568"/>
                <a:gd name="connsiteX1" fmla="*/ 142590 w 571367"/>
                <a:gd name="connsiteY1" fmla="*/ 0 h 1228568"/>
                <a:gd name="connsiteX2" fmla="*/ 428524 w 571367"/>
                <a:gd name="connsiteY2" fmla="*/ 0 h 1228568"/>
                <a:gd name="connsiteX3" fmla="*/ 571114 w 571367"/>
                <a:gd name="connsiteY3" fmla="*/ 142590 h 1228568"/>
                <a:gd name="connsiteX4" fmla="*/ 494818 w 571367"/>
                <a:gd name="connsiteY4" fmla="*/ 814556 h 1228568"/>
                <a:gd name="connsiteX5" fmla="*/ 571114 w 571367"/>
                <a:gd name="connsiteY5" fmla="*/ 1085978 h 1228568"/>
                <a:gd name="connsiteX6" fmla="*/ 428524 w 571367"/>
                <a:gd name="connsiteY6" fmla="*/ 1228568 h 1228568"/>
                <a:gd name="connsiteX7" fmla="*/ 142590 w 571367"/>
                <a:gd name="connsiteY7" fmla="*/ 1228568 h 1228568"/>
                <a:gd name="connsiteX8" fmla="*/ 0 w 571367"/>
                <a:gd name="connsiteY8" fmla="*/ 1085978 h 1228568"/>
                <a:gd name="connsiteX9" fmla="*/ 0 w 571367"/>
                <a:gd name="connsiteY9" fmla="*/ 142590 h 1228568"/>
                <a:gd name="connsiteX0" fmla="*/ 0 w 571620"/>
                <a:gd name="connsiteY0" fmla="*/ 142590 h 1263568"/>
                <a:gd name="connsiteX1" fmla="*/ 142590 w 571620"/>
                <a:gd name="connsiteY1" fmla="*/ 0 h 1263568"/>
                <a:gd name="connsiteX2" fmla="*/ 428524 w 571620"/>
                <a:gd name="connsiteY2" fmla="*/ 0 h 1263568"/>
                <a:gd name="connsiteX3" fmla="*/ 571114 w 571620"/>
                <a:gd name="connsiteY3" fmla="*/ 142590 h 1263568"/>
                <a:gd name="connsiteX4" fmla="*/ 494818 w 571620"/>
                <a:gd name="connsiteY4" fmla="*/ 814556 h 1263568"/>
                <a:gd name="connsiteX5" fmla="*/ 571367 w 571620"/>
                <a:gd name="connsiteY5" fmla="*/ 1228568 h 1263568"/>
                <a:gd name="connsiteX6" fmla="*/ 428524 w 571620"/>
                <a:gd name="connsiteY6" fmla="*/ 1228568 h 1263568"/>
                <a:gd name="connsiteX7" fmla="*/ 142590 w 571620"/>
                <a:gd name="connsiteY7" fmla="*/ 1228568 h 1263568"/>
                <a:gd name="connsiteX8" fmla="*/ 0 w 571620"/>
                <a:gd name="connsiteY8" fmla="*/ 1085978 h 1263568"/>
                <a:gd name="connsiteX9" fmla="*/ 0 w 571620"/>
                <a:gd name="connsiteY9" fmla="*/ 142590 h 1263568"/>
                <a:gd name="connsiteX0" fmla="*/ 0 w 571619"/>
                <a:gd name="connsiteY0" fmla="*/ 142590 h 1263568"/>
                <a:gd name="connsiteX1" fmla="*/ 142590 w 571619"/>
                <a:gd name="connsiteY1" fmla="*/ 0 h 1263568"/>
                <a:gd name="connsiteX2" fmla="*/ 428524 w 571619"/>
                <a:gd name="connsiteY2" fmla="*/ 0 h 1263568"/>
                <a:gd name="connsiteX3" fmla="*/ 571114 w 571619"/>
                <a:gd name="connsiteY3" fmla="*/ 142590 h 1263568"/>
                <a:gd name="connsiteX4" fmla="*/ 494818 w 571619"/>
                <a:gd name="connsiteY4" fmla="*/ 814556 h 1263568"/>
                <a:gd name="connsiteX5" fmla="*/ 571367 w 571619"/>
                <a:gd name="connsiteY5" fmla="*/ 1228568 h 1263568"/>
                <a:gd name="connsiteX6" fmla="*/ 428524 w 571619"/>
                <a:gd name="connsiteY6" fmla="*/ 1228568 h 1263568"/>
                <a:gd name="connsiteX7" fmla="*/ 142590 w 571619"/>
                <a:gd name="connsiteY7" fmla="*/ 1228568 h 1263568"/>
                <a:gd name="connsiteX8" fmla="*/ 0 w 571619"/>
                <a:gd name="connsiteY8" fmla="*/ 1085978 h 1263568"/>
                <a:gd name="connsiteX9" fmla="*/ 93753 w 571619"/>
                <a:gd name="connsiteY9" fmla="*/ 813533 h 1263568"/>
                <a:gd name="connsiteX10" fmla="*/ 0 w 571619"/>
                <a:gd name="connsiteY10" fmla="*/ 142590 h 1263568"/>
                <a:gd name="connsiteX0" fmla="*/ 0 w 571619"/>
                <a:gd name="connsiteY0" fmla="*/ 142590 h 1263568"/>
                <a:gd name="connsiteX1" fmla="*/ 142590 w 571619"/>
                <a:gd name="connsiteY1" fmla="*/ 0 h 1263568"/>
                <a:gd name="connsiteX2" fmla="*/ 428524 w 571619"/>
                <a:gd name="connsiteY2" fmla="*/ 0 h 1263568"/>
                <a:gd name="connsiteX3" fmla="*/ 571114 w 571619"/>
                <a:gd name="connsiteY3" fmla="*/ 142590 h 1263568"/>
                <a:gd name="connsiteX4" fmla="*/ 494818 w 571619"/>
                <a:gd name="connsiteY4" fmla="*/ 814556 h 1263568"/>
                <a:gd name="connsiteX5" fmla="*/ 571367 w 571619"/>
                <a:gd name="connsiteY5" fmla="*/ 1228568 h 1263568"/>
                <a:gd name="connsiteX6" fmla="*/ 428524 w 571619"/>
                <a:gd name="connsiteY6" fmla="*/ 1228568 h 1263568"/>
                <a:gd name="connsiteX7" fmla="*/ 142590 w 571619"/>
                <a:gd name="connsiteY7" fmla="*/ 1228568 h 1263568"/>
                <a:gd name="connsiteX8" fmla="*/ 85561 w 571619"/>
                <a:gd name="connsiteY8" fmla="*/ 1094685 h 1263568"/>
                <a:gd name="connsiteX9" fmla="*/ 93753 w 571619"/>
                <a:gd name="connsiteY9" fmla="*/ 813533 h 1263568"/>
                <a:gd name="connsiteX10" fmla="*/ 0 w 571619"/>
                <a:gd name="connsiteY10" fmla="*/ 142590 h 1263568"/>
                <a:gd name="connsiteX0" fmla="*/ 0 w 571366"/>
                <a:gd name="connsiteY0" fmla="*/ 142590 h 1228568"/>
                <a:gd name="connsiteX1" fmla="*/ 142590 w 571366"/>
                <a:gd name="connsiteY1" fmla="*/ 0 h 1228568"/>
                <a:gd name="connsiteX2" fmla="*/ 428524 w 571366"/>
                <a:gd name="connsiteY2" fmla="*/ 0 h 1228568"/>
                <a:gd name="connsiteX3" fmla="*/ 571114 w 571366"/>
                <a:gd name="connsiteY3" fmla="*/ 142590 h 1228568"/>
                <a:gd name="connsiteX4" fmla="*/ 494818 w 571366"/>
                <a:gd name="connsiteY4" fmla="*/ 814556 h 1228568"/>
                <a:gd name="connsiteX5" fmla="*/ 502324 w 571366"/>
                <a:gd name="connsiteY5" fmla="*/ 1123682 h 1228568"/>
                <a:gd name="connsiteX6" fmla="*/ 428524 w 571366"/>
                <a:gd name="connsiteY6" fmla="*/ 1228568 h 1228568"/>
                <a:gd name="connsiteX7" fmla="*/ 142590 w 571366"/>
                <a:gd name="connsiteY7" fmla="*/ 1228568 h 1228568"/>
                <a:gd name="connsiteX8" fmla="*/ 85561 w 571366"/>
                <a:gd name="connsiteY8" fmla="*/ 1094685 h 1228568"/>
                <a:gd name="connsiteX9" fmla="*/ 93753 w 571366"/>
                <a:gd name="connsiteY9" fmla="*/ 813533 h 1228568"/>
                <a:gd name="connsiteX10" fmla="*/ 0 w 571366"/>
                <a:gd name="connsiteY10" fmla="*/ 142590 h 1228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1366" h="1228568">
                  <a:moveTo>
                    <a:pt x="0" y="142590"/>
                  </a:moveTo>
                  <a:cubicBezTo>
                    <a:pt x="0" y="63840"/>
                    <a:pt x="63840" y="0"/>
                    <a:pt x="142590" y="0"/>
                  </a:cubicBezTo>
                  <a:lnTo>
                    <a:pt x="428524" y="0"/>
                  </a:lnTo>
                  <a:cubicBezTo>
                    <a:pt x="507274" y="0"/>
                    <a:pt x="571114" y="63840"/>
                    <a:pt x="571114" y="142590"/>
                  </a:cubicBezTo>
                  <a:cubicBezTo>
                    <a:pt x="576658" y="352094"/>
                    <a:pt x="489274" y="605052"/>
                    <a:pt x="494818" y="814556"/>
                  </a:cubicBezTo>
                  <a:cubicBezTo>
                    <a:pt x="489274" y="919515"/>
                    <a:pt x="507868" y="1018723"/>
                    <a:pt x="502324" y="1123682"/>
                  </a:cubicBezTo>
                  <a:cubicBezTo>
                    <a:pt x="502324" y="1202432"/>
                    <a:pt x="507274" y="1228568"/>
                    <a:pt x="428524" y="1228568"/>
                  </a:cubicBezTo>
                  <a:lnTo>
                    <a:pt x="142590" y="1228568"/>
                  </a:lnTo>
                  <a:cubicBezTo>
                    <a:pt x="63840" y="1228568"/>
                    <a:pt x="85561" y="1173435"/>
                    <a:pt x="85561" y="1094685"/>
                  </a:cubicBezTo>
                  <a:cubicBezTo>
                    <a:pt x="90420" y="994508"/>
                    <a:pt x="88894" y="913710"/>
                    <a:pt x="93753" y="813533"/>
                  </a:cubicBezTo>
                  <a:lnTo>
                    <a:pt x="0" y="14259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34">
              <a:extLst>
                <a:ext uri="{FF2B5EF4-FFF2-40B4-BE49-F238E27FC236}">
                  <a16:creationId xmlns:a16="http://schemas.microsoft.com/office/drawing/2014/main" id="{403B254C-011A-BE14-255E-4F1BC499F12B}"/>
                </a:ext>
              </a:extLst>
            </p:cNvPr>
            <p:cNvSpPr/>
            <p:nvPr/>
          </p:nvSpPr>
          <p:spPr>
            <a:xfrm rot="20848793">
              <a:off x="2669223" y="4960367"/>
              <a:ext cx="940101" cy="1357190"/>
            </a:xfrm>
            <a:custGeom>
              <a:avLst/>
              <a:gdLst>
                <a:gd name="connsiteX0" fmla="*/ 0 w 128521"/>
                <a:gd name="connsiteY0" fmla="*/ 373888 h 747775"/>
                <a:gd name="connsiteX1" fmla="*/ 64261 w 128521"/>
                <a:gd name="connsiteY1" fmla="*/ 0 h 747775"/>
                <a:gd name="connsiteX2" fmla="*/ 128522 w 128521"/>
                <a:gd name="connsiteY2" fmla="*/ 373888 h 747775"/>
                <a:gd name="connsiteX3" fmla="*/ 64261 w 128521"/>
                <a:gd name="connsiteY3" fmla="*/ 747776 h 747775"/>
                <a:gd name="connsiteX4" fmla="*/ 0 w 128521"/>
                <a:gd name="connsiteY4" fmla="*/ 373888 h 747775"/>
                <a:gd name="connsiteX0" fmla="*/ 0 w 262421"/>
                <a:gd name="connsiteY0" fmla="*/ 344281 h 748005"/>
                <a:gd name="connsiteX1" fmla="*/ 198160 w 262421"/>
                <a:gd name="connsiteY1" fmla="*/ 125 h 748005"/>
                <a:gd name="connsiteX2" fmla="*/ 262421 w 262421"/>
                <a:gd name="connsiteY2" fmla="*/ 374013 h 748005"/>
                <a:gd name="connsiteX3" fmla="*/ 198160 w 262421"/>
                <a:gd name="connsiteY3" fmla="*/ 747901 h 748005"/>
                <a:gd name="connsiteX4" fmla="*/ 0 w 262421"/>
                <a:gd name="connsiteY4" fmla="*/ 344281 h 748005"/>
                <a:gd name="connsiteX0" fmla="*/ 0 w 199079"/>
                <a:gd name="connsiteY0" fmla="*/ 344179 h 747815"/>
                <a:gd name="connsiteX1" fmla="*/ 198160 w 199079"/>
                <a:gd name="connsiteY1" fmla="*/ 23 h 747815"/>
                <a:gd name="connsiteX2" fmla="*/ 78934 w 199079"/>
                <a:gd name="connsiteY2" fmla="*/ 356583 h 747815"/>
                <a:gd name="connsiteX3" fmla="*/ 198160 w 199079"/>
                <a:gd name="connsiteY3" fmla="*/ 747799 h 747815"/>
                <a:gd name="connsiteX4" fmla="*/ 0 w 199079"/>
                <a:gd name="connsiteY4" fmla="*/ 344179 h 747815"/>
                <a:gd name="connsiteX0" fmla="*/ 5177 w 455703"/>
                <a:gd name="connsiteY0" fmla="*/ 344168 h 469392"/>
                <a:gd name="connsiteX1" fmla="*/ 203337 w 455703"/>
                <a:gd name="connsiteY1" fmla="*/ 12 h 469392"/>
                <a:gd name="connsiteX2" fmla="*/ 84111 w 455703"/>
                <a:gd name="connsiteY2" fmla="*/ 356572 h 469392"/>
                <a:gd name="connsiteX3" fmla="*/ 455373 w 455703"/>
                <a:gd name="connsiteY3" fmla="*/ 421281 h 469392"/>
                <a:gd name="connsiteX4" fmla="*/ 5177 w 455703"/>
                <a:gd name="connsiteY4" fmla="*/ 344168 h 469392"/>
                <a:gd name="connsiteX0" fmla="*/ 5005 w 455229"/>
                <a:gd name="connsiteY0" fmla="*/ 345089 h 548581"/>
                <a:gd name="connsiteX1" fmla="*/ 203165 w 455229"/>
                <a:gd name="connsiteY1" fmla="*/ 933 h 548581"/>
                <a:gd name="connsiteX2" fmla="*/ 29406 w 455229"/>
                <a:gd name="connsiteY2" fmla="*/ 462468 h 548581"/>
                <a:gd name="connsiteX3" fmla="*/ 455201 w 455229"/>
                <a:gd name="connsiteY3" fmla="*/ 422202 h 548581"/>
                <a:gd name="connsiteX4" fmla="*/ 5005 w 455229"/>
                <a:gd name="connsiteY4" fmla="*/ 345089 h 548581"/>
                <a:gd name="connsiteX0" fmla="*/ 5005 w 455229"/>
                <a:gd name="connsiteY0" fmla="*/ 345089 h 470603"/>
                <a:gd name="connsiteX1" fmla="*/ 203165 w 455229"/>
                <a:gd name="connsiteY1" fmla="*/ 933 h 470603"/>
                <a:gd name="connsiteX2" fmla="*/ 29406 w 455229"/>
                <a:gd name="connsiteY2" fmla="*/ 462468 h 470603"/>
                <a:gd name="connsiteX3" fmla="*/ 455201 w 455229"/>
                <a:gd name="connsiteY3" fmla="*/ 422202 h 470603"/>
                <a:gd name="connsiteX4" fmla="*/ 5005 w 455229"/>
                <a:gd name="connsiteY4" fmla="*/ 345089 h 470603"/>
                <a:gd name="connsiteX0" fmla="*/ 4780 w 469905"/>
                <a:gd name="connsiteY0" fmla="*/ 481390 h 502518"/>
                <a:gd name="connsiteX1" fmla="*/ 217796 w 469905"/>
                <a:gd name="connsiteY1" fmla="*/ 32 h 502518"/>
                <a:gd name="connsiteX2" fmla="*/ 44037 w 469905"/>
                <a:gd name="connsiteY2" fmla="*/ 461567 h 502518"/>
                <a:gd name="connsiteX3" fmla="*/ 469832 w 469905"/>
                <a:gd name="connsiteY3" fmla="*/ 421301 h 502518"/>
                <a:gd name="connsiteX4" fmla="*/ 4780 w 469905"/>
                <a:gd name="connsiteY4" fmla="*/ 481390 h 502518"/>
                <a:gd name="connsiteX0" fmla="*/ 4922 w 470385"/>
                <a:gd name="connsiteY0" fmla="*/ 481443 h 502800"/>
                <a:gd name="connsiteX1" fmla="*/ 217938 w 470385"/>
                <a:gd name="connsiteY1" fmla="*/ 85 h 502800"/>
                <a:gd name="connsiteX2" fmla="*/ 93768 w 470385"/>
                <a:gd name="connsiteY2" fmla="*/ 449215 h 502800"/>
                <a:gd name="connsiteX3" fmla="*/ 469974 w 470385"/>
                <a:gd name="connsiteY3" fmla="*/ 421354 h 502800"/>
                <a:gd name="connsiteX4" fmla="*/ 4922 w 470385"/>
                <a:gd name="connsiteY4" fmla="*/ 481443 h 502800"/>
                <a:gd name="connsiteX0" fmla="*/ 9845 w 602542"/>
                <a:gd name="connsiteY0" fmla="*/ 481443 h 761987"/>
                <a:gd name="connsiteX1" fmla="*/ 222861 w 602542"/>
                <a:gd name="connsiteY1" fmla="*/ 85 h 761987"/>
                <a:gd name="connsiteX2" fmla="*/ 98691 w 602542"/>
                <a:gd name="connsiteY2" fmla="*/ 449215 h 761987"/>
                <a:gd name="connsiteX3" fmla="*/ 602231 w 602542"/>
                <a:gd name="connsiteY3" fmla="*/ 761855 h 761987"/>
                <a:gd name="connsiteX4" fmla="*/ 9845 w 602542"/>
                <a:gd name="connsiteY4" fmla="*/ 481443 h 761987"/>
                <a:gd name="connsiteX0" fmla="*/ 10243 w 603800"/>
                <a:gd name="connsiteY0" fmla="*/ 481378 h 761822"/>
                <a:gd name="connsiteX1" fmla="*/ 223259 w 603800"/>
                <a:gd name="connsiteY1" fmla="*/ 20 h 761822"/>
                <a:gd name="connsiteX2" fmla="*/ 173477 w 603800"/>
                <a:gd name="connsiteY2" fmla="*/ 465669 h 761822"/>
                <a:gd name="connsiteX3" fmla="*/ 602629 w 603800"/>
                <a:gd name="connsiteY3" fmla="*/ 761790 h 761822"/>
                <a:gd name="connsiteX4" fmla="*/ 10243 w 603800"/>
                <a:gd name="connsiteY4" fmla="*/ 481378 h 761822"/>
                <a:gd name="connsiteX0" fmla="*/ 12853 w 534544"/>
                <a:gd name="connsiteY0" fmla="*/ 512923 h 762277"/>
                <a:gd name="connsiteX1" fmla="*/ 154785 w 534544"/>
                <a:gd name="connsiteY1" fmla="*/ 169 h 762277"/>
                <a:gd name="connsiteX2" fmla="*/ 105003 w 534544"/>
                <a:gd name="connsiteY2" fmla="*/ 465818 h 762277"/>
                <a:gd name="connsiteX3" fmla="*/ 534155 w 534544"/>
                <a:gd name="connsiteY3" fmla="*/ 761939 h 762277"/>
                <a:gd name="connsiteX4" fmla="*/ 12853 w 534544"/>
                <a:gd name="connsiteY4" fmla="*/ 512923 h 762277"/>
                <a:gd name="connsiteX0" fmla="*/ 19485 w 541176"/>
                <a:gd name="connsiteY0" fmla="*/ 531914 h 781276"/>
                <a:gd name="connsiteX1" fmla="*/ 110997 w 541176"/>
                <a:gd name="connsiteY1" fmla="*/ 158 h 781276"/>
                <a:gd name="connsiteX2" fmla="*/ 111635 w 541176"/>
                <a:gd name="connsiteY2" fmla="*/ 484809 h 781276"/>
                <a:gd name="connsiteX3" fmla="*/ 540787 w 541176"/>
                <a:gd name="connsiteY3" fmla="*/ 780930 h 781276"/>
                <a:gd name="connsiteX4" fmla="*/ 19485 w 541176"/>
                <a:gd name="connsiteY4" fmla="*/ 531914 h 78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176" h="781276">
                  <a:moveTo>
                    <a:pt x="19485" y="531914"/>
                  </a:moveTo>
                  <a:cubicBezTo>
                    <a:pt x="-52147" y="401785"/>
                    <a:pt x="95639" y="8009"/>
                    <a:pt x="110997" y="158"/>
                  </a:cubicBezTo>
                  <a:cubicBezTo>
                    <a:pt x="126355" y="-7693"/>
                    <a:pt x="111635" y="278316"/>
                    <a:pt x="111635" y="484809"/>
                  </a:cubicBezTo>
                  <a:cubicBezTo>
                    <a:pt x="112435" y="511950"/>
                    <a:pt x="556145" y="773079"/>
                    <a:pt x="540787" y="780930"/>
                  </a:cubicBezTo>
                  <a:cubicBezTo>
                    <a:pt x="525429" y="788781"/>
                    <a:pt x="91117" y="662043"/>
                    <a:pt x="19485" y="53191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8E2541-C52F-76C3-C34A-BFCF5827FDD0}"/>
                </a:ext>
              </a:extLst>
            </p:cNvPr>
            <p:cNvSpPr/>
            <p:nvPr/>
          </p:nvSpPr>
          <p:spPr>
            <a:xfrm>
              <a:off x="1165721" y="5389713"/>
              <a:ext cx="3171705" cy="2578798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6">
              <a:extLst>
                <a:ext uri="{FF2B5EF4-FFF2-40B4-BE49-F238E27FC236}">
                  <a16:creationId xmlns:a16="http://schemas.microsoft.com/office/drawing/2014/main" id="{0371C2EC-577B-AB14-BFDE-C62C632B77CC}"/>
                </a:ext>
              </a:extLst>
            </p:cNvPr>
            <p:cNvSpPr/>
            <p:nvPr/>
          </p:nvSpPr>
          <p:spPr>
            <a:xfrm rot="242475">
              <a:off x="2948274" y="5514336"/>
              <a:ext cx="591329" cy="621573"/>
            </a:xfrm>
            <a:custGeom>
              <a:avLst/>
              <a:gdLst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0 w 2120535"/>
                <a:gd name="connsiteY3" fmla="*/ 2053416 h 2053416"/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1059367 w 2120535"/>
                <a:gd name="connsiteY3" fmla="*/ 871375 h 2053416"/>
                <a:gd name="connsiteX4" fmla="*/ 0 w 2120535"/>
                <a:gd name="connsiteY4" fmla="*/ 2053416 h 205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0535" h="2053416">
                  <a:moveTo>
                    <a:pt x="0" y="2053416"/>
                  </a:moveTo>
                  <a:lnTo>
                    <a:pt x="1060268" y="0"/>
                  </a:lnTo>
                  <a:lnTo>
                    <a:pt x="2120535" y="2053416"/>
                  </a:lnTo>
                  <a:cubicBezTo>
                    <a:pt x="1775899" y="2038991"/>
                    <a:pt x="1404003" y="885800"/>
                    <a:pt x="1059367" y="871375"/>
                  </a:cubicBezTo>
                  <a:lnTo>
                    <a:pt x="0" y="2053416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6">
              <a:extLst>
                <a:ext uri="{FF2B5EF4-FFF2-40B4-BE49-F238E27FC236}">
                  <a16:creationId xmlns:a16="http://schemas.microsoft.com/office/drawing/2014/main" id="{D9EA9CED-0574-9A55-2F33-C9D36FBE01D0}"/>
                </a:ext>
              </a:extLst>
            </p:cNvPr>
            <p:cNvSpPr/>
            <p:nvPr/>
          </p:nvSpPr>
          <p:spPr>
            <a:xfrm rot="242475">
              <a:off x="2231104" y="5512303"/>
              <a:ext cx="591329" cy="621573"/>
            </a:xfrm>
            <a:custGeom>
              <a:avLst/>
              <a:gdLst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0 w 2120535"/>
                <a:gd name="connsiteY3" fmla="*/ 2053416 h 2053416"/>
                <a:gd name="connsiteX0" fmla="*/ 0 w 2120535"/>
                <a:gd name="connsiteY0" fmla="*/ 2053416 h 2053416"/>
                <a:gd name="connsiteX1" fmla="*/ 1060268 w 2120535"/>
                <a:gd name="connsiteY1" fmla="*/ 0 h 2053416"/>
                <a:gd name="connsiteX2" fmla="*/ 2120535 w 2120535"/>
                <a:gd name="connsiteY2" fmla="*/ 2053416 h 2053416"/>
                <a:gd name="connsiteX3" fmla="*/ 1059367 w 2120535"/>
                <a:gd name="connsiteY3" fmla="*/ 871375 h 2053416"/>
                <a:gd name="connsiteX4" fmla="*/ 0 w 2120535"/>
                <a:gd name="connsiteY4" fmla="*/ 2053416 h 2053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0535" h="2053416">
                  <a:moveTo>
                    <a:pt x="0" y="2053416"/>
                  </a:moveTo>
                  <a:lnTo>
                    <a:pt x="1060268" y="0"/>
                  </a:lnTo>
                  <a:lnTo>
                    <a:pt x="2120535" y="2053416"/>
                  </a:lnTo>
                  <a:cubicBezTo>
                    <a:pt x="1775899" y="2038991"/>
                    <a:pt x="1404003" y="885800"/>
                    <a:pt x="1059367" y="871375"/>
                  </a:cubicBezTo>
                  <a:lnTo>
                    <a:pt x="0" y="2053416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890B2CF-6C34-3358-C873-8449F14A1D07}"/>
                </a:ext>
              </a:extLst>
            </p:cNvPr>
            <p:cNvSpPr/>
            <p:nvPr/>
          </p:nvSpPr>
          <p:spPr>
            <a:xfrm>
              <a:off x="1639007" y="5859977"/>
              <a:ext cx="2439641" cy="198358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247AD20-A1EC-9EA2-16ED-6CB0A369B163}"/>
                </a:ext>
              </a:extLst>
            </p:cNvPr>
            <p:cNvSpPr/>
            <p:nvPr/>
          </p:nvSpPr>
          <p:spPr>
            <a:xfrm rot="16035984" flipV="1">
              <a:off x="3310731" y="6303588"/>
              <a:ext cx="132520" cy="20299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799BA824-FA7F-1745-ACB3-91A59A1E80AA}"/>
                </a:ext>
              </a:extLst>
            </p:cNvPr>
            <p:cNvSpPr/>
            <p:nvPr/>
          </p:nvSpPr>
          <p:spPr>
            <a:xfrm rot="17549490">
              <a:off x="3107049" y="6243427"/>
              <a:ext cx="520899" cy="520898"/>
            </a:xfrm>
            <a:prstGeom prst="arc">
              <a:avLst>
                <a:gd name="adj1" fmla="val 18967513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19">
              <a:extLst>
                <a:ext uri="{FF2B5EF4-FFF2-40B4-BE49-F238E27FC236}">
                  <a16:creationId xmlns:a16="http://schemas.microsoft.com/office/drawing/2014/main" id="{0E5A69F8-F956-8FD7-A968-6C15E81991DC}"/>
                </a:ext>
              </a:extLst>
            </p:cNvPr>
            <p:cNvSpPr/>
            <p:nvPr/>
          </p:nvSpPr>
          <p:spPr>
            <a:xfrm rot="11039199">
              <a:off x="2759975" y="6667878"/>
              <a:ext cx="402594" cy="255657"/>
            </a:xfrm>
            <a:custGeom>
              <a:avLst/>
              <a:gdLst>
                <a:gd name="connsiteX0" fmla="*/ 0 w 909310"/>
                <a:gd name="connsiteY0" fmla="*/ 433318 h 433318"/>
                <a:gd name="connsiteX1" fmla="*/ 454655 w 909310"/>
                <a:gd name="connsiteY1" fmla="*/ 0 h 433318"/>
                <a:gd name="connsiteX2" fmla="*/ 909310 w 909310"/>
                <a:gd name="connsiteY2" fmla="*/ 433318 h 433318"/>
                <a:gd name="connsiteX3" fmla="*/ 0 w 909310"/>
                <a:gd name="connsiteY3" fmla="*/ 433318 h 433318"/>
                <a:gd name="connsiteX0" fmla="*/ 0 w 909310"/>
                <a:gd name="connsiteY0" fmla="*/ 433318 h 577434"/>
                <a:gd name="connsiteX1" fmla="*/ 454655 w 909310"/>
                <a:gd name="connsiteY1" fmla="*/ 0 h 577434"/>
                <a:gd name="connsiteX2" fmla="*/ 909310 w 909310"/>
                <a:gd name="connsiteY2" fmla="*/ 433318 h 577434"/>
                <a:gd name="connsiteX3" fmla="*/ 469698 w 909310"/>
                <a:gd name="connsiteY3" fmla="*/ 577434 h 577434"/>
                <a:gd name="connsiteX4" fmla="*/ 0 w 909310"/>
                <a:gd name="connsiteY4" fmla="*/ 433318 h 57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310" h="577434">
                  <a:moveTo>
                    <a:pt x="0" y="433318"/>
                  </a:moveTo>
                  <a:lnTo>
                    <a:pt x="454655" y="0"/>
                  </a:lnTo>
                  <a:lnTo>
                    <a:pt x="909310" y="433318"/>
                  </a:lnTo>
                  <a:cubicBezTo>
                    <a:pt x="762773" y="437814"/>
                    <a:pt x="616235" y="572938"/>
                    <a:pt x="469698" y="577434"/>
                  </a:cubicBezTo>
                  <a:lnTo>
                    <a:pt x="0" y="433318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310921A3-888F-6A9A-58AE-1D580360232F}"/>
                </a:ext>
              </a:extLst>
            </p:cNvPr>
            <p:cNvSpPr/>
            <p:nvPr/>
          </p:nvSpPr>
          <p:spPr>
            <a:xfrm rot="2484662" flipH="1">
              <a:off x="3169420" y="6826217"/>
              <a:ext cx="695132" cy="418351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9231846C-B753-519B-61AC-C36BB858FA70}"/>
                </a:ext>
              </a:extLst>
            </p:cNvPr>
            <p:cNvSpPr/>
            <p:nvPr/>
          </p:nvSpPr>
          <p:spPr>
            <a:xfrm rot="4123249" flipH="1">
              <a:off x="3069280" y="6964455"/>
              <a:ext cx="695134" cy="418351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F1AB83D-99EC-27E2-1EF7-512FE6CF4956}"/>
                </a:ext>
              </a:extLst>
            </p:cNvPr>
            <p:cNvSpPr/>
            <p:nvPr/>
          </p:nvSpPr>
          <p:spPr>
            <a:xfrm rot="4207368" flipV="1">
              <a:off x="2837733" y="7079703"/>
              <a:ext cx="218727" cy="169113"/>
            </a:xfrm>
            <a:custGeom>
              <a:avLst/>
              <a:gdLst>
                <a:gd name="connsiteX0" fmla="*/ 81635 w 193217"/>
                <a:gd name="connsiteY0" fmla="*/ 140848 h 149388"/>
                <a:gd name="connsiteX1" fmla="*/ 133663 w 193217"/>
                <a:gd name="connsiteY1" fmla="*/ 149388 h 149388"/>
                <a:gd name="connsiteX2" fmla="*/ 185209 w 193217"/>
                <a:gd name="connsiteY2" fmla="*/ 140926 h 149388"/>
                <a:gd name="connsiteX3" fmla="*/ 193217 w 193217"/>
                <a:gd name="connsiteY3" fmla="*/ 108676 h 149388"/>
                <a:gd name="connsiteX4" fmla="*/ 59554 w 193217"/>
                <a:gd name="connsiteY4" fmla="*/ 0 h 149388"/>
                <a:gd name="connsiteX5" fmla="*/ 8008 w 193217"/>
                <a:gd name="connsiteY5" fmla="*/ 8461 h 149388"/>
                <a:gd name="connsiteX6" fmla="*/ 0 w 193217"/>
                <a:gd name="connsiteY6" fmla="*/ 40712 h 149388"/>
                <a:gd name="connsiteX7" fmla="*/ 81635 w 193217"/>
                <a:gd name="connsiteY7" fmla="*/ 140848 h 149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217" h="149388">
                  <a:moveTo>
                    <a:pt x="81635" y="140848"/>
                  </a:moveTo>
                  <a:cubicBezTo>
                    <a:pt x="97627" y="146347"/>
                    <a:pt x="115208" y="149388"/>
                    <a:pt x="133663" y="149388"/>
                  </a:cubicBezTo>
                  <a:lnTo>
                    <a:pt x="185209" y="140926"/>
                  </a:lnTo>
                  <a:lnTo>
                    <a:pt x="193217" y="108676"/>
                  </a:lnTo>
                  <a:cubicBezTo>
                    <a:pt x="193217" y="48656"/>
                    <a:pt x="133374" y="0"/>
                    <a:pt x="59554" y="0"/>
                  </a:cubicBezTo>
                  <a:lnTo>
                    <a:pt x="8008" y="8461"/>
                  </a:lnTo>
                  <a:lnTo>
                    <a:pt x="0" y="40712"/>
                  </a:lnTo>
                  <a:cubicBezTo>
                    <a:pt x="0" y="85727"/>
                    <a:pt x="33662" y="124349"/>
                    <a:pt x="81635" y="140848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E42291F-6577-E48F-6A78-EEFDFB1239E2}"/>
                </a:ext>
              </a:extLst>
            </p:cNvPr>
            <p:cNvSpPr/>
            <p:nvPr/>
          </p:nvSpPr>
          <p:spPr>
            <a:xfrm rot="957794" flipV="1">
              <a:off x="2790277" y="6938780"/>
              <a:ext cx="337788" cy="27464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557919D-9664-5D13-7EB2-9F6D7B40866C}"/>
                </a:ext>
              </a:extLst>
            </p:cNvPr>
            <p:cNvSpPr/>
            <p:nvPr/>
          </p:nvSpPr>
          <p:spPr>
            <a:xfrm rot="21313353">
              <a:off x="2948900" y="6867710"/>
              <a:ext cx="413519" cy="339263"/>
            </a:xfrm>
            <a:custGeom>
              <a:avLst/>
              <a:gdLst>
                <a:gd name="connsiteX0" fmla="*/ 45897 w 1202202"/>
                <a:gd name="connsiteY0" fmla="*/ 0 h 993966"/>
                <a:gd name="connsiteX1" fmla="*/ 72023 w 1202202"/>
                <a:gd name="connsiteY1" fmla="*/ 496389 h 993966"/>
                <a:gd name="connsiteX2" fmla="*/ 725166 w 1202202"/>
                <a:gd name="connsiteY2" fmla="*/ 992777 h 993966"/>
                <a:gd name="connsiteX3" fmla="*/ 1169303 w 1202202"/>
                <a:gd name="connsiteY3" fmla="*/ 627017 h 993966"/>
                <a:gd name="connsiteX4" fmla="*/ 1169303 w 1202202"/>
                <a:gd name="connsiteY4" fmla="*/ 365760 h 993966"/>
                <a:gd name="connsiteX5" fmla="*/ 1169303 w 1202202"/>
                <a:gd name="connsiteY5" fmla="*/ 365760 h 993966"/>
                <a:gd name="connsiteX0" fmla="*/ 45897 w 1169303"/>
                <a:gd name="connsiteY0" fmla="*/ 0 h 993740"/>
                <a:gd name="connsiteX1" fmla="*/ 72023 w 1169303"/>
                <a:gd name="connsiteY1" fmla="*/ 496389 h 993740"/>
                <a:gd name="connsiteX2" fmla="*/ 725166 w 1169303"/>
                <a:gd name="connsiteY2" fmla="*/ 992777 h 993740"/>
                <a:gd name="connsiteX3" fmla="*/ 1169303 w 1169303"/>
                <a:gd name="connsiteY3" fmla="*/ 365760 h 993740"/>
                <a:gd name="connsiteX4" fmla="*/ 1169303 w 1169303"/>
                <a:gd name="connsiteY4" fmla="*/ 365760 h 993740"/>
                <a:gd name="connsiteX0" fmla="*/ 45897 w 1169303"/>
                <a:gd name="connsiteY0" fmla="*/ 0 h 993740"/>
                <a:gd name="connsiteX1" fmla="*/ 72023 w 1169303"/>
                <a:gd name="connsiteY1" fmla="*/ 496389 h 993740"/>
                <a:gd name="connsiteX2" fmla="*/ 725166 w 1169303"/>
                <a:gd name="connsiteY2" fmla="*/ 992777 h 993740"/>
                <a:gd name="connsiteX3" fmla="*/ 1169303 w 1169303"/>
                <a:gd name="connsiteY3" fmla="*/ 365760 h 993740"/>
                <a:gd name="connsiteX4" fmla="*/ 1169303 w 1169303"/>
                <a:gd name="connsiteY4" fmla="*/ 365760 h 993740"/>
                <a:gd name="connsiteX0" fmla="*/ 45898 w 1169304"/>
                <a:gd name="connsiteY0" fmla="*/ 0 h 921357"/>
                <a:gd name="connsiteX1" fmla="*/ 72024 w 1169304"/>
                <a:gd name="connsiteY1" fmla="*/ 496389 h 921357"/>
                <a:gd name="connsiteX2" fmla="*/ 725167 w 1169304"/>
                <a:gd name="connsiteY2" fmla="*/ 920206 h 921357"/>
                <a:gd name="connsiteX3" fmla="*/ 1169304 w 1169304"/>
                <a:gd name="connsiteY3" fmla="*/ 365760 h 921357"/>
                <a:gd name="connsiteX4" fmla="*/ 1169304 w 1169304"/>
                <a:gd name="connsiteY4" fmla="*/ 365760 h 921357"/>
                <a:gd name="connsiteX0" fmla="*/ 0 w 1123406"/>
                <a:gd name="connsiteY0" fmla="*/ 0 h 920206"/>
                <a:gd name="connsiteX1" fmla="*/ 679269 w 1123406"/>
                <a:gd name="connsiteY1" fmla="*/ 920206 h 920206"/>
                <a:gd name="connsiteX2" fmla="*/ 1123406 w 1123406"/>
                <a:gd name="connsiteY2" fmla="*/ 365760 h 920206"/>
                <a:gd name="connsiteX3" fmla="*/ 1123406 w 1123406"/>
                <a:gd name="connsiteY3" fmla="*/ 365760 h 920206"/>
                <a:gd name="connsiteX0" fmla="*/ 0 w 1123406"/>
                <a:gd name="connsiteY0" fmla="*/ 0 h 925974"/>
                <a:gd name="connsiteX1" fmla="*/ 679269 w 1123406"/>
                <a:gd name="connsiteY1" fmla="*/ 920206 h 925974"/>
                <a:gd name="connsiteX2" fmla="*/ 1123406 w 1123406"/>
                <a:gd name="connsiteY2" fmla="*/ 365760 h 925974"/>
                <a:gd name="connsiteX3" fmla="*/ 1123406 w 1123406"/>
                <a:gd name="connsiteY3" fmla="*/ 365760 h 925974"/>
                <a:gd name="connsiteX0" fmla="*/ 0 w 1123406"/>
                <a:gd name="connsiteY0" fmla="*/ 0 h 920868"/>
                <a:gd name="connsiteX1" fmla="*/ 679269 w 1123406"/>
                <a:gd name="connsiteY1" fmla="*/ 920206 h 920868"/>
                <a:gd name="connsiteX2" fmla="*/ 1123406 w 1123406"/>
                <a:gd name="connsiteY2" fmla="*/ 365760 h 920868"/>
                <a:gd name="connsiteX3" fmla="*/ 1123406 w 1123406"/>
                <a:gd name="connsiteY3" fmla="*/ 365760 h 920868"/>
                <a:gd name="connsiteX0" fmla="*/ 0 w 1123406"/>
                <a:gd name="connsiteY0" fmla="*/ 0 h 921848"/>
                <a:gd name="connsiteX1" fmla="*/ 679269 w 1123406"/>
                <a:gd name="connsiteY1" fmla="*/ 920206 h 921848"/>
                <a:gd name="connsiteX2" fmla="*/ 1123406 w 1123406"/>
                <a:gd name="connsiteY2" fmla="*/ 365760 h 921848"/>
                <a:gd name="connsiteX3" fmla="*/ 1123406 w 1123406"/>
                <a:gd name="connsiteY3" fmla="*/ 365760 h 921848"/>
                <a:gd name="connsiteX0" fmla="*/ 0 w 1123406"/>
                <a:gd name="connsiteY0" fmla="*/ 0 h 921675"/>
                <a:gd name="connsiteX1" fmla="*/ 679269 w 1123406"/>
                <a:gd name="connsiteY1" fmla="*/ 920206 h 921675"/>
                <a:gd name="connsiteX2" fmla="*/ 1123406 w 1123406"/>
                <a:gd name="connsiteY2" fmla="*/ 365760 h 921675"/>
                <a:gd name="connsiteX3" fmla="*/ 1123406 w 1123406"/>
                <a:gd name="connsiteY3" fmla="*/ 365760 h 92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3406" h="921675">
                  <a:moveTo>
                    <a:pt x="0" y="0"/>
                  </a:moveTo>
                  <a:cubicBezTo>
                    <a:pt x="14514" y="623510"/>
                    <a:pt x="216263" y="946332"/>
                    <a:pt x="679269" y="920206"/>
                  </a:cubicBezTo>
                  <a:cubicBezTo>
                    <a:pt x="1142275" y="894080"/>
                    <a:pt x="1092925" y="542834"/>
                    <a:pt x="1123406" y="365760"/>
                  </a:cubicBezTo>
                  <a:lnTo>
                    <a:pt x="1123406" y="36576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3BE91E8-F747-5904-D01C-9D7C7CAD233A}"/>
                </a:ext>
              </a:extLst>
            </p:cNvPr>
            <p:cNvSpPr/>
            <p:nvPr/>
          </p:nvSpPr>
          <p:spPr>
            <a:xfrm rot="20926047" flipH="1">
              <a:off x="2561325" y="6879342"/>
              <a:ext cx="409211" cy="335728"/>
            </a:xfrm>
            <a:custGeom>
              <a:avLst/>
              <a:gdLst>
                <a:gd name="connsiteX0" fmla="*/ 45897 w 1202202"/>
                <a:gd name="connsiteY0" fmla="*/ 0 h 993966"/>
                <a:gd name="connsiteX1" fmla="*/ 72023 w 1202202"/>
                <a:gd name="connsiteY1" fmla="*/ 496389 h 993966"/>
                <a:gd name="connsiteX2" fmla="*/ 725166 w 1202202"/>
                <a:gd name="connsiteY2" fmla="*/ 992777 h 993966"/>
                <a:gd name="connsiteX3" fmla="*/ 1169303 w 1202202"/>
                <a:gd name="connsiteY3" fmla="*/ 627017 h 993966"/>
                <a:gd name="connsiteX4" fmla="*/ 1169303 w 1202202"/>
                <a:gd name="connsiteY4" fmla="*/ 365760 h 993966"/>
                <a:gd name="connsiteX5" fmla="*/ 1169303 w 1202202"/>
                <a:gd name="connsiteY5" fmla="*/ 365760 h 993966"/>
                <a:gd name="connsiteX0" fmla="*/ 45897 w 1169303"/>
                <a:gd name="connsiteY0" fmla="*/ 0 h 993740"/>
                <a:gd name="connsiteX1" fmla="*/ 72023 w 1169303"/>
                <a:gd name="connsiteY1" fmla="*/ 496389 h 993740"/>
                <a:gd name="connsiteX2" fmla="*/ 725166 w 1169303"/>
                <a:gd name="connsiteY2" fmla="*/ 992777 h 993740"/>
                <a:gd name="connsiteX3" fmla="*/ 1169303 w 1169303"/>
                <a:gd name="connsiteY3" fmla="*/ 365760 h 993740"/>
                <a:gd name="connsiteX4" fmla="*/ 1169303 w 1169303"/>
                <a:gd name="connsiteY4" fmla="*/ 365760 h 993740"/>
                <a:gd name="connsiteX0" fmla="*/ 45897 w 1169303"/>
                <a:gd name="connsiteY0" fmla="*/ 0 h 993740"/>
                <a:gd name="connsiteX1" fmla="*/ 72023 w 1169303"/>
                <a:gd name="connsiteY1" fmla="*/ 496389 h 993740"/>
                <a:gd name="connsiteX2" fmla="*/ 725166 w 1169303"/>
                <a:gd name="connsiteY2" fmla="*/ 992777 h 993740"/>
                <a:gd name="connsiteX3" fmla="*/ 1169303 w 1169303"/>
                <a:gd name="connsiteY3" fmla="*/ 365760 h 993740"/>
                <a:gd name="connsiteX4" fmla="*/ 1169303 w 1169303"/>
                <a:gd name="connsiteY4" fmla="*/ 365760 h 993740"/>
                <a:gd name="connsiteX0" fmla="*/ 45898 w 1169304"/>
                <a:gd name="connsiteY0" fmla="*/ 0 h 921357"/>
                <a:gd name="connsiteX1" fmla="*/ 72024 w 1169304"/>
                <a:gd name="connsiteY1" fmla="*/ 496389 h 921357"/>
                <a:gd name="connsiteX2" fmla="*/ 725167 w 1169304"/>
                <a:gd name="connsiteY2" fmla="*/ 920206 h 921357"/>
                <a:gd name="connsiteX3" fmla="*/ 1169304 w 1169304"/>
                <a:gd name="connsiteY3" fmla="*/ 365760 h 921357"/>
                <a:gd name="connsiteX4" fmla="*/ 1169304 w 1169304"/>
                <a:gd name="connsiteY4" fmla="*/ 365760 h 921357"/>
                <a:gd name="connsiteX0" fmla="*/ 0 w 1123406"/>
                <a:gd name="connsiteY0" fmla="*/ 0 h 920206"/>
                <a:gd name="connsiteX1" fmla="*/ 679269 w 1123406"/>
                <a:gd name="connsiteY1" fmla="*/ 920206 h 920206"/>
                <a:gd name="connsiteX2" fmla="*/ 1123406 w 1123406"/>
                <a:gd name="connsiteY2" fmla="*/ 365760 h 920206"/>
                <a:gd name="connsiteX3" fmla="*/ 1123406 w 1123406"/>
                <a:gd name="connsiteY3" fmla="*/ 365760 h 920206"/>
                <a:gd name="connsiteX0" fmla="*/ 0 w 1123406"/>
                <a:gd name="connsiteY0" fmla="*/ 0 h 925974"/>
                <a:gd name="connsiteX1" fmla="*/ 679269 w 1123406"/>
                <a:gd name="connsiteY1" fmla="*/ 920206 h 925974"/>
                <a:gd name="connsiteX2" fmla="*/ 1123406 w 1123406"/>
                <a:gd name="connsiteY2" fmla="*/ 365760 h 925974"/>
                <a:gd name="connsiteX3" fmla="*/ 1123406 w 1123406"/>
                <a:gd name="connsiteY3" fmla="*/ 365760 h 925974"/>
                <a:gd name="connsiteX0" fmla="*/ 0 w 1123406"/>
                <a:gd name="connsiteY0" fmla="*/ 0 h 920868"/>
                <a:gd name="connsiteX1" fmla="*/ 679269 w 1123406"/>
                <a:gd name="connsiteY1" fmla="*/ 920206 h 920868"/>
                <a:gd name="connsiteX2" fmla="*/ 1123406 w 1123406"/>
                <a:gd name="connsiteY2" fmla="*/ 365760 h 920868"/>
                <a:gd name="connsiteX3" fmla="*/ 1123406 w 1123406"/>
                <a:gd name="connsiteY3" fmla="*/ 365760 h 920868"/>
                <a:gd name="connsiteX0" fmla="*/ 0 w 1123406"/>
                <a:gd name="connsiteY0" fmla="*/ 0 h 921848"/>
                <a:gd name="connsiteX1" fmla="*/ 679269 w 1123406"/>
                <a:gd name="connsiteY1" fmla="*/ 920206 h 921848"/>
                <a:gd name="connsiteX2" fmla="*/ 1123406 w 1123406"/>
                <a:gd name="connsiteY2" fmla="*/ 365760 h 921848"/>
                <a:gd name="connsiteX3" fmla="*/ 1123406 w 1123406"/>
                <a:gd name="connsiteY3" fmla="*/ 365760 h 921848"/>
                <a:gd name="connsiteX0" fmla="*/ 0 w 1123406"/>
                <a:gd name="connsiteY0" fmla="*/ 0 h 921675"/>
                <a:gd name="connsiteX1" fmla="*/ 679269 w 1123406"/>
                <a:gd name="connsiteY1" fmla="*/ 920206 h 921675"/>
                <a:gd name="connsiteX2" fmla="*/ 1123406 w 1123406"/>
                <a:gd name="connsiteY2" fmla="*/ 365760 h 921675"/>
                <a:gd name="connsiteX3" fmla="*/ 1123406 w 1123406"/>
                <a:gd name="connsiteY3" fmla="*/ 365760 h 92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3406" h="921675">
                  <a:moveTo>
                    <a:pt x="0" y="0"/>
                  </a:moveTo>
                  <a:cubicBezTo>
                    <a:pt x="14514" y="623510"/>
                    <a:pt x="216263" y="946332"/>
                    <a:pt x="679269" y="920206"/>
                  </a:cubicBezTo>
                  <a:cubicBezTo>
                    <a:pt x="1142275" y="894080"/>
                    <a:pt x="1092925" y="542834"/>
                    <a:pt x="1123406" y="365760"/>
                  </a:cubicBezTo>
                  <a:lnTo>
                    <a:pt x="1123406" y="36576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05834F9-35A0-744D-8054-1C5CB20FAB02}"/>
                </a:ext>
              </a:extLst>
            </p:cNvPr>
            <p:cNvSpPr/>
            <p:nvPr/>
          </p:nvSpPr>
          <p:spPr>
            <a:xfrm rot="16035984" flipV="1">
              <a:off x="2472448" y="6313794"/>
              <a:ext cx="132520" cy="20299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D498CD95-EF67-5FC1-4256-AED60B84A25D}"/>
                </a:ext>
              </a:extLst>
            </p:cNvPr>
            <p:cNvSpPr/>
            <p:nvPr/>
          </p:nvSpPr>
          <p:spPr>
            <a:xfrm rot="17549490">
              <a:off x="2268766" y="6253633"/>
              <a:ext cx="520899" cy="520898"/>
            </a:xfrm>
            <a:prstGeom prst="arc">
              <a:avLst>
                <a:gd name="adj1" fmla="val 18967513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A38DFD1-9110-2265-79D0-4948E8E75092}"/>
                </a:ext>
              </a:extLst>
            </p:cNvPr>
            <p:cNvSpPr/>
            <p:nvPr/>
          </p:nvSpPr>
          <p:spPr>
            <a:xfrm rot="19115338">
              <a:off x="2122331" y="6856226"/>
              <a:ext cx="695132" cy="418351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5DE01C3D-FD40-42BE-918B-F3F438057E76}"/>
                </a:ext>
              </a:extLst>
            </p:cNvPr>
            <p:cNvSpPr/>
            <p:nvPr/>
          </p:nvSpPr>
          <p:spPr>
            <a:xfrm rot="17476751">
              <a:off x="2232194" y="7006423"/>
              <a:ext cx="695134" cy="418351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F76131F-0AA4-5D2C-BC45-93D464BD382C}"/>
                </a:ext>
              </a:extLst>
            </p:cNvPr>
            <p:cNvSpPr/>
            <p:nvPr/>
          </p:nvSpPr>
          <p:spPr>
            <a:xfrm>
              <a:off x="2258709" y="8560283"/>
              <a:ext cx="571684" cy="18081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9BD56A4-57D3-6C7C-62CE-C81EC5DC23D2}"/>
                </a:ext>
              </a:extLst>
            </p:cNvPr>
            <p:cNvSpPr/>
            <p:nvPr/>
          </p:nvSpPr>
          <p:spPr>
            <a:xfrm rot="20713171">
              <a:off x="2373682" y="8571596"/>
              <a:ext cx="59717" cy="154681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B348076-8F96-2DCF-6DB6-E9F68843A21C}"/>
                </a:ext>
              </a:extLst>
            </p:cNvPr>
            <p:cNvSpPr/>
            <p:nvPr/>
          </p:nvSpPr>
          <p:spPr>
            <a:xfrm rot="20713171">
              <a:off x="2507196" y="8559904"/>
              <a:ext cx="45719" cy="168385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B3FC46B-1BD0-188B-8B5C-F4E69A70A991}"/>
                </a:ext>
              </a:extLst>
            </p:cNvPr>
            <p:cNvSpPr/>
            <p:nvPr/>
          </p:nvSpPr>
          <p:spPr>
            <a:xfrm rot="20713171">
              <a:off x="2625842" y="8571594"/>
              <a:ext cx="59717" cy="154681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79A2E8A-DDA8-7047-8B3F-58E0EC2F55FC}"/>
                </a:ext>
              </a:extLst>
            </p:cNvPr>
            <p:cNvSpPr/>
            <p:nvPr/>
          </p:nvSpPr>
          <p:spPr>
            <a:xfrm>
              <a:off x="2875458" y="8904989"/>
              <a:ext cx="571684" cy="18081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F25374E-C317-4AED-CDB8-9AD3FCC8BF94}"/>
                </a:ext>
              </a:extLst>
            </p:cNvPr>
            <p:cNvSpPr/>
            <p:nvPr/>
          </p:nvSpPr>
          <p:spPr>
            <a:xfrm rot="20713171">
              <a:off x="2990431" y="8916302"/>
              <a:ext cx="59717" cy="154681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0D42EAC-2070-47E1-4EAF-02D7895DF6BE}"/>
                </a:ext>
              </a:extLst>
            </p:cNvPr>
            <p:cNvSpPr/>
            <p:nvPr/>
          </p:nvSpPr>
          <p:spPr>
            <a:xfrm rot="20713171">
              <a:off x="3123945" y="8904610"/>
              <a:ext cx="45719" cy="168385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FB28D28-69FD-EBE0-BDAF-837E5D119839}"/>
                </a:ext>
              </a:extLst>
            </p:cNvPr>
            <p:cNvSpPr/>
            <p:nvPr/>
          </p:nvSpPr>
          <p:spPr>
            <a:xfrm rot="20713171">
              <a:off x="3242591" y="8916300"/>
              <a:ext cx="59717" cy="154681"/>
            </a:xfrm>
            <a:custGeom>
              <a:avLst/>
              <a:gdLst>
                <a:gd name="connsiteX0" fmla="*/ 0 w 304800"/>
                <a:gd name="connsiteY0" fmla="*/ 381000 h 381000"/>
                <a:gd name="connsiteX1" fmla="*/ 95250 w 304800"/>
                <a:gd name="connsiteY1" fmla="*/ 114300 h 381000"/>
                <a:gd name="connsiteX2" fmla="*/ 304800 w 304800"/>
                <a:gd name="connsiteY2" fmla="*/ 0 h 381000"/>
                <a:gd name="connsiteX3" fmla="*/ 304800 w 304800"/>
                <a:gd name="connsiteY3" fmla="*/ 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800" h="381000">
                  <a:moveTo>
                    <a:pt x="0" y="381000"/>
                  </a:moveTo>
                  <a:cubicBezTo>
                    <a:pt x="22225" y="279400"/>
                    <a:pt x="44450" y="177800"/>
                    <a:pt x="95250" y="114300"/>
                  </a:cubicBezTo>
                  <a:cubicBezTo>
                    <a:pt x="146050" y="50800"/>
                    <a:pt x="304800" y="0"/>
                    <a:pt x="304800" y="0"/>
                  </a:cubicBezTo>
                  <a:lnTo>
                    <a:pt x="3048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" name="hmmm-question-2-6812">
            <a:hlinkClick r:id="" action="ppaction://media"/>
            <a:extLst>
              <a:ext uri="{FF2B5EF4-FFF2-40B4-BE49-F238E27FC236}">
                <a16:creationId xmlns:a16="http://schemas.microsoft.com/office/drawing/2014/main" id="{9C0DB441-3751-50D7-7FB2-B83F3AB4BB8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826" end="774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86192" y="383504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1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4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4.375E-6 L 0.18333 0.1947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97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90641" y="-126454"/>
            <a:ext cx="6567359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2879416" y="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17C2181-3E69-C733-ADCB-E6E37F22CCC4}"/>
              </a:ext>
            </a:extLst>
          </p:cNvPr>
          <p:cNvGrpSpPr/>
          <p:nvPr/>
        </p:nvGrpSpPr>
        <p:grpSpPr>
          <a:xfrm>
            <a:off x="-3542742" y="4528040"/>
            <a:ext cx="10218149" cy="4917257"/>
            <a:chOff x="4372593" y="3034240"/>
            <a:chExt cx="3259863" cy="1568737"/>
          </a:xfrm>
        </p:grpSpPr>
        <p:sp>
          <p:nvSpPr>
            <p:cNvPr id="162" name="Rectangle: Rounded Corners 88">
              <a:extLst>
                <a:ext uri="{FF2B5EF4-FFF2-40B4-BE49-F238E27FC236}">
                  <a16:creationId xmlns:a16="http://schemas.microsoft.com/office/drawing/2014/main" id="{261BEA3F-5BDE-67DE-23D8-227491D7358A}"/>
                </a:ext>
              </a:extLst>
            </p:cNvPr>
            <p:cNvSpPr/>
            <p:nvPr/>
          </p:nvSpPr>
          <p:spPr>
            <a:xfrm rot="3539312">
              <a:off x="7228896" y="436860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Rectangle: Rounded Corners 88">
              <a:extLst>
                <a:ext uri="{FF2B5EF4-FFF2-40B4-BE49-F238E27FC236}">
                  <a16:creationId xmlns:a16="http://schemas.microsoft.com/office/drawing/2014/main" id="{32B02C31-64EA-4FB4-91F4-64C970B35DA3}"/>
                </a:ext>
              </a:extLst>
            </p:cNvPr>
            <p:cNvSpPr/>
            <p:nvPr/>
          </p:nvSpPr>
          <p:spPr>
            <a:xfrm rot="18060688" flipH="1">
              <a:off x="4518664" y="4374393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Rectangle: Rounded Corners 88">
              <a:extLst>
                <a:ext uri="{FF2B5EF4-FFF2-40B4-BE49-F238E27FC236}">
                  <a16:creationId xmlns:a16="http://schemas.microsoft.com/office/drawing/2014/main" id="{1AF70313-AEFE-C9B8-67C6-017BF6C2B930}"/>
                </a:ext>
              </a:extLst>
            </p:cNvPr>
            <p:cNvSpPr/>
            <p:nvPr/>
          </p:nvSpPr>
          <p:spPr>
            <a:xfrm rot="5044876">
              <a:off x="7002263" y="4173311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Rectangle: Rounded Corners 88">
              <a:extLst>
                <a:ext uri="{FF2B5EF4-FFF2-40B4-BE49-F238E27FC236}">
                  <a16:creationId xmlns:a16="http://schemas.microsoft.com/office/drawing/2014/main" id="{AEE59473-18EA-0A83-BAC8-8847AE526DE7}"/>
                </a:ext>
              </a:extLst>
            </p:cNvPr>
            <p:cNvSpPr/>
            <p:nvPr/>
          </p:nvSpPr>
          <p:spPr>
            <a:xfrm rot="16555124" flipH="1">
              <a:off x="4756901" y="419238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Rectangle: Rounded Corners 77">
              <a:extLst>
                <a:ext uri="{FF2B5EF4-FFF2-40B4-BE49-F238E27FC236}">
                  <a16:creationId xmlns:a16="http://schemas.microsoft.com/office/drawing/2014/main" id="{083A1721-3FB4-97B6-0CE8-3E5D2DD10CB9}"/>
                </a:ext>
              </a:extLst>
            </p:cNvPr>
            <p:cNvSpPr/>
            <p:nvPr/>
          </p:nvSpPr>
          <p:spPr>
            <a:xfrm>
              <a:off x="4816913" y="3034240"/>
              <a:ext cx="2365756" cy="945840"/>
            </a:xfrm>
            <a:custGeom>
              <a:avLst/>
              <a:gdLst>
                <a:gd name="connsiteX0" fmla="*/ 0 w 4966129"/>
                <a:gd name="connsiteY0" fmla="*/ 275806 h 1942019"/>
                <a:gd name="connsiteX1" fmla="*/ 275806 w 4966129"/>
                <a:gd name="connsiteY1" fmla="*/ 0 h 1942019"/>
                <a:gd name="connsiteX2" fmla="*/ 4690323 w 4966129"/>
                <a:gd name="connsiteY2" fmla="*/ 0 h 1942019"/>
                <a:gd name="connsiteX3" fmla="*/ 4966129 w 4966129"/>
                <a:gd name="connsiteY3" fmla="*/ 275806 h 1942019"/>
                <a:gd name="connsiteX4" fmla="*/ 4966129 w 4966129"/>
                <a:gd name="connsiteY4" fmla="*/ 1666213 h 1942019"/>
                <a:gd name="connsiteX5" fmla="*/ 4690323 w 4966129"/>
                <a:gd name="connsiteY5" fmla="*/ 1942019 h 1942019"/>
                <a:gd name="connsiteX6" fmla="*/ 275806 w 4966129"/>
                <a:gd name="connsiteY6" fmla="*/ 1942019 h 1942019"/>
                <a:gd name="connsiteX7" fmla="*/ 0 w 4966129"/>
                <a:gd name="connsiteY7" fmla="*/ 1666213 h 1942019"/>
                <a:gd name="connsiteX8" fmla="*/ 0 w 4966129"/>
                <a:gd name="connsiteY8" fmla="*/ 275806 h 1942019"/>
                <a:gd name="connsiteX0" fmla="*/ 0 w 4966129"/>
                <a:gd name="connsiteY0" fmla="*/ 300725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0 w 4966129"/>
                <a:gd name="connsiteY9" fmla="*/ 300725 h 1966938"/>
                <a:gd name="connsiteX0" fmla="*/ 19050 w 4966129"/>
                <a:gd name="connsiteY0" fmla="*/ 310250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19050 w 496612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28575 w 4947079"/>
                <a:gd name="connsiteY8" fmla="*/ 1691132 h 1966938"/>
                <a:gd name="connsiteX9" fmla="*/ 0 w 494707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85725 w 4947079"/>
                <a:gd name="connsiteY8" fmla="*/ 1691132 h 1966938"/>
                <a:gd name="connsiteX9" fmla="*/ 0 w 4947079"/>
                <a:gd name="connsiteY9" fmla="*/ 310250 h 1966938"/>
                <a:gd name="connsiteX0" fmla="*/ 0 w 4918504"/>
                <a:gd name="connsiteY0" fmla="*/ 319775 h 1966938"/>
                <a:gd name="connsiteX1" fmla="*/ 228181 w 4918504"/>
                <a:gd name="connsiteY1" fmla="*/ 24919 h 1966938"/>
                <a:gd name="connsiteX2" fmla="*/ 2455667 w 4918504"/>
                <a:gd name="connsiteY2" fmla="*/ 0 h 1966938"/>
                <a:gd name="connsiteX3" fmla="*/ 4642698 w 4918504"/>
                <a:gd name="connsiteY3" fmla="*/ 24919 h 1966938"/>
                <a:gd name="connsiteX4" fmla="*/ 4918504 w 4918504"/>
                <a:gd name="connsiteY4" fmla="*/ 300725 h 1966938"/>
                <a:gd name="connsiteX5" fmla="*/ 4918504 w 4918504"/>
                <a:gd name="connsiteY5" fmla="*/ 1691132 h 1966938"/>
                <a:gd name="connsiteX6" fmla="*/ 4642698 w 4918504"/>
                <a:gd name="connsiteY6" fmla="*/ 1966938 h 1966938"/>
                <a:gd name="connsiteX7" fmla="*/ 228181 w 4918504"/>
                <a:gd name="connsiteY7" fmla="*/ 1966938 h 1966938"/>
                <a:gd name="connsiteX8" fmla="*/ 57150 w 4918504"/>
                <a:gd name="connsiteY8" fmla="*/ 1691132 h 1966938"/>
                <a:gd name="connsiteX9" fmla="*/ 0 w 4918504"/>
                <a:gd name="connsiteY9" fmla="*/ 319775 h 1966938"/>
                <a:gd name="connsiteX0" fmla="*/ 1245 w 4919749"/>
                <a:gd name="connsiteY0" fmla="*/ 319775 h 1966938"/>
                <a:gd name="connsiteX1" fmla="*/ 229426 w 4919749"/>
                <a:gd name="connsiteY1" fmla="*/ 24919 h 1966938"/>
                <a:gd name="connsiteX2" fmla="*/ 2456912 w 4919749"/>
                <a:gd name="connsiteY2" fmla="*/ 0 h 1966938"/>
                <a:gd name="connsiteX3" fmla="*/ 4643943 w 4919749"/>
                <a:gd name="connsiteY3" fmla="*/ 24919 h 1966938"/>
                <a:gd name="connsiteX4" fmla="*/ 4919749 w 4919749"/>
                <a:gd name="connsiteY4" fmla="*/ 300725 h 1966938"/>
                <a:gd name="connsiteX5" fmla="*/ 4919749 w 4919749"/>
                <a:gd name="connsiteY5" fmla="*/ 1691132 h 1966938"/>
                <a:gd name="connsiteX6" fmla="*/ 4643943 w 4919749"/>
                <a:gd name="connsiteY6" fmla="*/ 1966938 h 1966938"/>
                <a:gd name="connsiteX7" fmla="*/ 229426 w 4919749"/>
                <a:gd name="connsiteY7" fmla="*/ 1966938 h 1966938"/>
                <a:gd name="connsiteX8" fmla="*/ 58395 w 4919749"/>
                <a:gd name="connsiteY8" fmla="*/ 1691132 h 1966938"/>
                <a:gd name="connsiteX9" fmla="*/ 1245 w 4919749"/>
                <a:gd name="connsiteY9" fmla="*/ 319775 h 196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19749" h="1966938">
                  <a:moveTo>
                    <a:pt x="1245" y="319775"/>
                  </a:moveTo>
                  <a:cubicBezTo>
                    <a:pt x="1245" y="167452"/>
                    <a:pt x="77103" y="24919"/>
                    <a:pt x="229426" y="24919"/>
                  </a:cubicBezTo>
                  <a:lnTo>
                    <a:pt x="2456912" y="0"/>
                  </a:lnTo>
                  <a:lnTo>
                    <a:pt x="4643943" y="24919"/>
                  </a:lnTo>
                  <a:cubicBezTo>
                    <a:pt x="4796266" y="24919"/>
                    <a:pt x="4919749" y="148402"/>
                    <a:pt x="4919749" y="300725"/>
                  </a:cubicBezTo>
                  <a:lnTo>
                    <a:pt x="4919749" y="1691132"/>
                  </a:lnTo>
                  <a:cubicBezTo>
                    <a:pt x="4919749" y="1843455"/>
                    <a:pt x="4796266" y="1966938"/>
                    <a:pt x="4643943" y="1966938"/>
                  </a:cubicBezTo>
                  <a:lnTo>
                    <a:pt x="229426" y="1966938"/>
                  </a:lnTo>
                  <a:cubicBezTo>
                    <a:pt x="77103" y="1966938"/>
                    <a:pt x="58395" y="1843455"/>
                    <a:pt x="58395" y="1691132"/>
                  </a:cubicBezTo>
                  <a:cubicBezTo>
                    <a:pt x="39345" y="1234013"/>
                    <a:pt x="-8280" y="776894"/>
                    <a:pt x="1245" y="319775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7205213-A262-19D5-4C28-2462C84B23F1}"/>
                </a:ext>
              </a:extLst>
            </p:cNvPr>
            <p:cNvSpPr/>
            <p:nvPr/>
          </p:nvSpPr>
          <p:spPr>
            <a:xfrm>
              <a:off x="4547305" y="3818045"/>
              <a:ext cx="2910439" cy="533107"/>
            </a:xfrm>
            <a:custGeom>
              <a:avLst/>
              <a:gdLst>
                <a:gd name="connsiteX0" fmla="*/ 322068 w 2910439"/>
                <a:gd name="connsiteY0" fmla="*/ 0 h 533107"/>
                <a:gd name="connsiteX1" fmla="*/ 2590231 w 2910439"/>
                <a:gd name="connsiteY1" fmla="*/ 0 h 533107"/>
                <a:gd name="connsiteX2" fmla="*/ 2821795 w 2910439"/>
                <a:gd name="connsiteY2" fmla="*/ 159615 h 533107"/>
                <a:gd name="connsiteX3" fmla="*/ 2827602 w 2910439"/>
                <a:gd name="connsiteY3" fmla="*/ 167491 h 533107"/>
                <a:gd name="connsiteX4" fmla="*/ 2838950 w 2910439"/>
                <a:gd name="connsiteY4" fmla="*/ 169782 h 533107"/>
                <a:gd name="connsiteX5" fmla="*/ 2910439 w 2910439"/>
                <a:gd name="connsiteY5" fmla="*/ 277634 h 533107"/>
                <a:gd name="connsiteX6" fmla="*/ 2910439 w 2910439"/>
                <a:gd name="connsiteY6" fmla="*/ 416056 h 533107"/>
                <a:gd name="connsiteX7" fmla="*/ 2793388 w 2910439"/>
                <a:gd name="connsiteY7" fmla="*/ 533107 h 533107"/>
                <a:gd name="connsiteX8" fmla="*/ 117051 w 2910439"/>
                <a:gd name="connsiteY8" fmla="*/ 533107 h 533107"/>
                <a:gd name="connsiteX9" fmla="*/ 0 w 2910439"/>
                <a:gd name="connsiteY9" fmla="*/ 416056 h 533107"/>
                <a:gd name="connsiteX10" fmla="*/ 0 w 2910439"/>
                <a:gd name="connsiteY10" fmla="*/ 277634 h 533107"/>
                <a:gd name="connsiteX11" fmla="*/ 71489 w 2910439"/>
                <a:gd name="connsiteY11" fmla="*/ 169782 h 533107"/>
                <a:gd name="connsiteX12" fmla="*/ 89138 w 2910439"/>
                <a:gd name="connsiteY12" fmla="*/ 166219 h 533107"/>
                <a:gd name="connsiteX13" fmla="*/ 92258 w 2910439"/>
                <a:gd name="connsiteY13" fmla="*/ 163474 h 533107"/>
                <a:gd name="connsiteX14" fmla="*/ 322068 w 2910439"/>
                <a:gd name="connsiteY14" fmla="*/ 0 h 533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0439" h="533107">
                  <a:moveTo>
                    <a:pt x="322068" y="0"/>
                  </a:moveTo>
                  <a:lnTo>
                    <a:pt x="2590231" y="0"/>
                  </a:lnTo>
                  <a:cubicBezTo>
                    <a:pt x="2605857" y="0"/>
                    <a:pt x="2778803" y="117160"/>
                    <a:pt x="2821795" y="159615"/>
                  </a:cubicBezTo>
                  <a:lnTo>
                    <a:pt x="2827602" y="167491"/>
                  </a:lnTo>
                  <a:lnTo>
                    <a:pt x="2838950" y="169782"/>
                  </a:lnTo>
                  <a:cubicBezTo>
                    <a:pt x="2880961" y="187551"/>
                    <a:pt x="2910439" y="229150"/>
                    <a:pt x="2910439" y="277634"/>
                  </a:cubicBezTo>
                  <a:lnTo>
                    <a:pt x="2910439" y="416056"/>
                  </a:lnTo>
                  <a:cubicBezTo>
                    <a:pt x="2910439" y="480701"/>
                    <a:pt x="2858033" y="533107"/>
                    <a:pt x="2793388" y="533107"/>
                  </a:cubicBezTo>
                  <a:lnTo>
                    <a:pt x="117051" y="533107"/>
                  </a:lnTo>
                  <a:cubicBezTo>
                    <a:pt x="52406" y="533107"/>
                    <a:pt x="0" y="480701"/>
                    <a:pt x="0" y="416056"/>
                  </a:cubicBezTo>
                  <a:lnTo>
                    <a:pt x="0" y="277634"/>
                  </a:lnTo>
                  <a:cubicBezTo>
                    <a:pt x="0" y="229150"/>
                    <a:pt x="29478" y="187551"/>
                    <a:pt x="71489" y="169782"/>
                  </a:cubicBezTo>
                  <a:lnTo>
                    <a:pt x="89138" y="166219"/>
                  </a:lnTo>
                  <a:lnTo>
                    <a:pt x="92258" y="163474"/>
                  </a:lnTo>
                  <a:cubicBezTo>
                    <a:pt x="144719" y="120248"/>
                    <a:pt x="306443" y="0"/>
                    <a:pt x="322068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1DE72449-B4EE-14BF-20FE-4B7537628D76}"/>
                </a:ext>
              </a:extLst>
            </p:cNvPr>
            <p:cNvGrpSpPr/>
            <p:nvPr/>
          </p:nvGrpSpPr>
          <p:grpSpPr>
            <a:xfrm>
              <a:off x="7124504" y="3485716"/>
              <a:ext cx="507952" cy="865436"/>
              <a:chOff x="7124504" y="3485716"/>
              <a:chExt cx="507952" cy="865436"/>
            </a:xfrm>
          </p:grpSpPr>
          <p:sp>
            <p:nvSpPr>
              <p:cNvPr id="172" name="Rectangle: Rounded Corners 79">
                <a:extLst>
                  <a:ext uri="{FF2B5EF4-FFF2-40B4-BE49-F238E27FC236}">
                    <a16:creationId xmlns:a16="http://schemas.microsoft.com/office/drawing/2014/main" id="{6ACF95E4-E094-114F-1C1C-7CB6F29C0ACD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Rectangle: Rounded Corners 85">
                <a:extLst>
                  <a:ext uri="{FF2B5EF4-FFF2-40B4-BE49-F238E27FC236}">
                    <a16:creationId xmlns:a16="http://schemas.microsoft.com/office/drawing/2014/main" id="{334B7891-8EF4-D829-E7DF-74AFF66F28CC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EBD2922F-69FB-930E-7943-F2836E675FFE}"/>
                </a:ext>
              </a:extLst>
            </p:cNvPr>
            <p:cNvGrpSpPr/>
            <p:nvPr/>
          </p:nvGrpSpPr>
          <p:grpSpPr>
            <a:xfrm flipH="1">
              <a:off x="4372593" y="3507160"/>
              <a:ext cx="507952" cy="865436"/>
              <a:chOff x="7124504" y="3485716"/>
              <a:chExt cx="507952" cy="865436"/>
            </a:xfrm>
          </p:grpSpPr>
          <p:sp>
            <p:nvSpPr>
              <p:cNvPr id="170" name="Rectangle: Rounded Corners 79">
                <a:extLst>
                  <a:ext uri="{FF2B5EF4-FFF2-40B4-BE49-F238E27FC236}">
                    <a16:creationId xmlns:a16="http://schemas.microsoft.com/office/drawing/2014/main" id="{3A8FA634-F9A1-30CB-6224-0A32A5DED1A3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Rectangle: Rounded Corners 85">
                <a:extLst>
                  <a:ext uri="{FF2B5EF4-FFF2-40B4-BE49-F238E27FC236}">
                    <a16:creationId xmlns:a16="http://schemas.microsoft.com/office/drawing/2014/main" id="{4BB77A3A-58B4-6FCB-524A-3B0BF8A8B9A2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670D327-2359-BB6F-B12C-71EA4BC279DC}"/>
              </a:ext>
            </a:extLst>
          </p:cNvPr>
          <p:cNvGrpSpPr/>
          <p:nvPr/>
        </p:nvGrpSpPr>
        <p:grpSpPr>
          <a:xfrm>
            <a:off x="2755014" y="3551657"/>
            <a:ext cx="3920396" cy="5926207"/>
            <a:chOff x="4084199" y="4357375"/>
            <a:chExt cx="2493094" cy="3768648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14E866C9-1615-0149-34BE-8FB6C5D6743E}"/>
                </a:ext>
              </a:extLst>
            </p:cNvPr>
            <p:cNvGrpSpPr/>
            <p:nvPr/>
          </p:nvGrpSpPr>
          <p:grpSpPr>
            <a:xfrm>
              <a:off x="4084199" y="4357375"/>
              <a:ext cx="2493094" cy="3768648"/>
              <a:chOff x="6428513" y="3367711"/>
              <a:chExt cx="1534625" cy="2319791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983FFE51-49DB-33CE-8F8A-1DFC235A32DC}"/>
                  </a:ext>
                </a:extLst>
              </p:cNvPr>
              <p:cNvGrpSpPr/>
              <p:nvPr/>
            </p:nvGrpSpPr>
            <p:grpSpPr>
              <a:xfrm flipH="1">
                <a:off x="6428513" y="3378295"/>
                <a:ext cx="1534625" cy="2309207"/>
                <a:chOff x="3576295" y="5056695"/>
                <a:chExt cx="2536874" cy="3817328"/>
              </a:xfrm>
            </p:grpSpPr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04AA6787-B585-3B97-6FFA-5929F0F66E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55087" y="7271981"/>
                  <a:ext cx="276646" cy="24011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79CC7D50-AA2F-F29E-56D4-212D451E1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06761" y="7272823"/>
                  <a:ext cx="276646" cy="24011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FF03B5D0-5AFD-E3E4-FE32-F68A43B1FA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99238" y="7486288"/>
                  <a:ext cx="19890" cy="1303191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011F2E7E-A625-1F1A-BEC8-CA3F16F77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230325" y="7481934"/>
                  <a:ext cx="34997" cy="134784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1164C203-82D9-5A8F-BEC7-04FE4197A565}"/>
                    </a:ext>
                  </a:extLst>
                </p:cNvPr>
                <p:cNvSpPr/>
                <p:nvPr/>
              </p:nvSpPr>
              <p:spPr>
                <a:xfrm>
                  <a:off x="3576295" y="5056695"/>
                  <a:ext cx="2536874" cy="2447778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AF9C35AC-938B-904B-7E66-CCF8F4D428D3}"/>
                    </a:ext>
                  </a:extLst>
                </p:cNvPr>
                <p:cNvSpPr/>
                <p:nvPr/>
              </p:nvSpPr>
              <p:spPr>
                <a:xfrm>
                  <a:off x="4413402" y="5944841"/>
                  <a:ext cx="261278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Rectangle: Top Corners Rounded 184">
                  <a:extLst>
                    <a:ext uri="{FF2B5EF4-FFF2-40B4-BE49-F238E27FC236}">
                      <a16:creationId xmlns:a16="http://schemas.microsoft.com/office/drawing/2014/main" id="{8DADE003-356B-E16F-B96C-2A746AA63B00}"/>
                    </a:ext>
                  </a:extLst>
                </p:cNvPr>
                <p:cNvSpPr/>
                <p:nvPr/>
              </p:nvSpPr>
              <p:spPr>
                <a:xfrm>
                  <a:off x="5017666" y="8668496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Rectangle: Top Corners Rounded 185">
                  <a:extLst>
                    <a:ext uri="{FF2B5EF4-FFF2-40B4-BE49-F238E27FC236}">
                      <a16:creationId xmlns:a16="http://schemas.microsoft.com/office/drawing/2014/main" id="{900344EB-ED6F-943E-E46B-D39A001589C2}"/>
                    </a:ext>
                  </a:extLst>
                </p:cNvPr>
                <p:cNvSpPr/>
                <p:nvPr/>
              </p:nvSpPr>
              <p:spPr>
                <a:xfrm>
                  <a:off x="4406469" y="8673713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21E66421-D494-FCB1-135D-FE214D57552B}"/>
                    </a:ext>
                  </a:extLst>
                </p:cNvPr>
                <p:cNvSpPr/>
                <p:nvPr/>
              </p:nvSpPr>
              <p:spPr>
                <a:xfrm rot="296513">
                  <a:off x="4911011" y="6384328"/>
                  <a:ext cx="67406" cy="190499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72717E9F-0BC6-D653-1C82-F354243C7592}"/>
                    </a:ext>
                  </a:extLst>
                </p:cNvPr>
                <p:cNvSpPr/>
                <p:nvPr/>
              </p:nvSpPr>
              <p:spPr>
                <a:xfrm>
                  <a:off x="5295995" y="5944839"/>
                  <a:ext cx="261278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8C781DE0-7504-AFD1-A993-A1E2632BD12A}"/>
                    </a:ext>
                  </a:extLst>
                </p:cNvPr>
                <p:cNvSpPr/>
                <p:nvPr/>
              </p:nvSpPr>
              <p:spPr>
                <a:xfrm>
                  <a:off x="4509177" y="6032850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B503D174-187D-4A68-DD07-B372AD29EB07}"/>
                    </a:ext>
                  </a:extLst>
                </p:cNvPr>
                <p:cNvSpPr/>
                <p:nvPr/>
              </p:nvSpPr>
              <p:spPr>
                <a:xfrm>
                  <a:off x="5381531" y="6039437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1DBDD0EC-79D0-FCF0-AF5E-D1BFFECE8B1F}"/>
                  </a:ext>
                </a:extLst>
              </p:cNvPr>
              <p:cNvSpPr/>
              <p:nvPr/>
            </p:nvSpPr>
            <p:spPr>
              <a:xfrm>
                <a:off x="6600139" y="3367711"/>
                <a:ext cx="1232186" cy="347260"/>
              </a:xfrm>
              <a:custGeom>
                <a:avLst/>
                <a:gdLst>
                  <a:gd name="connsiteX0" fmla="*/ 584194 w 1232186"/>
                  <a:gd name="connsiteY0" fmla="*/ 0 h 347260"/>
                  <a:gd name="connsiteX1" fmla="*/ 1220462 w 1232186"/>
                  <a:gd name="connsiteY1" fmla="*/ 326419 h 347260"/>
                  <a:gd name="connsiteX2" fmla="*/ 1232186 w 1232186"/>
                  <a:gd name="connsiteY2" fmla="*/ 347260 h 347260"/>
                  <a:gd name="connsiteX3" fmla="*/ 0 w 1232186"/>
                  <a:gd name="connsiteY3" fmla="*/ 347260 h 347260"/>
                  <a:gd name="connsiteX4" fmla="*/ 0 w 1232186"/>
                  <a:gd name="connsiteY4" fmla="*/ 265522 h 347260"/>
                  <a:gd name="connsiteX5" fmla="*/ 41622 w 1232186"/>
                  <a:gd name="connsiteY5" fmla="*/ 216848 h 347260"/>
                  <a:gd name="connsiteX6" fmla="*/ 584194 w 1232186"/>
                  <a:gd name="connsiteY6" fmla="*/ 0 h 347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2186" h="347260">
                    <a:moveTo>
                      <a:pt x="584194" y="0"/>
                    </a:moveTo>
                    <a:cubicBezTo>
                      <a:pt x="849053" y="0"/>
                      <a:pt x="1082570" y="129481"/>
                      <a:pt x="1220462" y="326419"/>
                    </a:cubicBezTo>
                    <a:lnTo>
                      <a:pt x="1232186" y="347260"/>
                    </a:lnTo>
                    <a:lnTo>
                      <a:pt x="0" y="347260"/>
                    </a:lnTo>
                    <a:lnTo>
                      <a:pt x="0" y="265522"/>
                    </a:lnTo>
                    <a:lnTo>
                      <a:pt x="41622" y="216848"/>
                    </a:lnTo>
                    <a:cubicBezTo>
                      <a:pt x="180478" y="82868"/>
                      <a:pt x="372307" y="0"/>
                      <a:pt x="584194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354F3DB9-B9E8-C4F4-7E2F-B0980E37AC6C}"/>
                  </a:ext>
                </a:extLst>
              </p:cNvPr>
              <p:cNvSpPr/>
              <p:nvPr/>
            </p:nvSpPr>
            <p:spPr>
              <a:xfrm rot="21346442">
                <a:off x="7729729" y="3685812"/>
                <a:ext cx="205192" cy="305266"/>
              </a:xfrm>
              <a:custGeom>
                <a:avLst/>
                <a:gdLst>
                  <a:gd name="connsiteX0" fmla="*/ 0 w 205192"/>
                  <a:gd name="connsiteY0" fmla="*/ 0 h 305266"/>
                  <a:gd name="connsiteX1" fmla="*/ 95531 w 205192"/>
                  <a:gd name="connsiteY1" fmla="*/ 0 h 305266"/>
                  <a:gd name="connsiteX2" fmla="*/ 149297 w 205192"/>
                  <a:gd name="connsiteY2" fmla="*/ 95577 h 305266"/>
                  <a:gd name="connsiteX3" fmla="*/ 194007 w 205192"/>
                  <a:gd name="connsiteY3" fmla="*/ 234551 h 305266"/>
                  <a:gd name="connsiteX4" fmla="*/ 205192 w 205192"/>
                  <a:gd name="connsiteY4" fmla="*/ 305266 h 305266"/>
                  <a:gd name="connsiteX5" fmla="*/ 0 w 205192"/>
                  <a:gd name="connsiteY5" fmla="*/ 305266 h 305266"/>
                  <a:gd name="connsiteX6" fmla="*/ 0 w 205192"/>
                  <a:gd name="connsiteY6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192" h="305266">
                    <a:moveTo>
                      <a:pt x="0" y="0"/>
                    </a:moveTo>
                    <a:lnTo>
                      <a:pt x="95531" y="0"/>
                    </a:lnTo>
                    <a:lnTo>
                      <a:pt x="149297" y="95577"/>
                    </a:lnTo>
                    <a:cubicBezTo>
                      <a:pt x="168711" y="139865"/>
                      <a:pt x="183786" y="186355"/>
                      <a:pt x="194007" y="234551"/>
                    </a:cubicBezTo>
                    <a:lnTo>
                      <a:pt x="205192" y="305266"/>
                    </a:lnTo>
                    <a:lnTo>
                      <a:pt x="0" y="305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CAA3594C-0449-F013-0C33-E57D7A6D2F3A}"/>
                  </a:ext>
                </a:extLst>
              </p:cNvPr>
              <p:cNvSpPr/>
              <p:nvPr/>
            </p:nvSpPr>
            <p:spPr>
              <a:xfrm rot="1390805" flipH="1">
                <a:off x="6537758" y="3590147"/>
                <a:ext cx="114064" cy="305266"/>
              </a:xfrm>
              <a:custGeom>
                <a:avLst/>
                <a:gdLst>
                  <a:gd name="connsiteX0" fmla="*/ 0 w 114064"/>
                  <a:gd name="connsiteY0" fmla="*/ 0 h 305266"/>
                  <a:gd name="connsiteX1" fmla="*/ 55131 w 114064"/>
                  <a:gd name="connsiteY1" fmla="*/ 0 h 305266"/>
                  <a:gd name="connsiteX2" fmla="*/ 89680 w 114064"/>
                  <a:gd name="connsiteY2" fmla="*/ 61418 h 305266"/>
                  <a:gd name="connsiteX3" fmla="*/ 114064 w 114064"/>
                  <a:gd name="connsiteY3" fmla="*/ 137214 h 305266"/>
                  <a:gd name="connsiteX4" fmla="*/ 114064 w 114064"/>
                  <a:gd name="connsiteY4" fmla="*/ 305266 h 305266"/>
                  <a:gd name="connsiteX5" fmla="*/ 109661 w 114064"/>
                  <a:gd name="connsiteY5" fmla="*/ 305266 h 305266"/>
                  <a:gd name="connsiteX6" fmla="*/ 98475 w 114064"/>
                  <a:gd name="connsiteY6" fmla="*/ 234551 h 305266"/>
                  <a:gd name="connsiteX7" fmla="*/ 53765 w 114064"/>
                  <a:gd name="connsiteY7" fmla="*/ 95577 h 305266"/>
                  <a:gd name="connsiteX8" fmla="*/ 0 w 114064"/>
                  <a:gd name="connsiteY8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064" h="305266">
                    <a:moveTo>
                      <a:pt x="0" y="0"/>
                    </a:moveTo>
                    <a:lnTo>
                      <a:pt x="55131" y="0"/>
                    </a:lnTo>
                    <a:lnTo>
                      <a:pt x="89680" y="61418"/>
                    </a:lnTo>
                    <a:lnTo>
                      <a:pt x="114064" y="137214"/>
                    </a:lnTo>
                    <a:lnTo>
                      <a:pt x="114064" y="305266"/>
                    </a:lnTo>
                    <a:lnTo>
                      <a:pt x="109661" y="305266"/>
                    </a:lnTo>
                    <a:lnTo>
                      <a:pt x="98475" y="234551"/>
                    </a:lnTo>
                    <a:cubicBezTo>
                      <a:pt x="88255" y="186355"/>
                      <a:pt x="73180" y="139865"/>
                      <a:pt x="53765" y="9557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78597A3-440B-2EE2-8BAD-2A6AF14ABAA3}"/>
                </a:ext>
              </a:extLst>
            </p:cNvPr>
            <p:cNvSpPr/>
            <p:nvPr/>
          </p:nvSpPr>
          <p:spPr>
            <a:xfrm rot="4934224">
              <a:off x="4827797" y="5861407"/>
              <a:ext cx="288842" cy="908032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12F15CC4-E5C6-085E-A98C-39578E7A8F25}"/>
                </a:ext>
              </a:extLst>
            </p:cNvPr>
            <p:cNvGrpSpPr/>
            <p:nvPr/>
          </p:nvGrpSpPr>
          <p:grpSpPr>
            <a:xfrm>
              <a:off x="4838582" y="6253248"/>
              <a:ext cx="851843" cy="926068"/>
              <a:chOff x="4838582" y="6253248"/>
              <a:chExt cx="851843" cy="926068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1BBFFDC4-56CE-F49A-E29F-EE53EE810918}"/>
                  </a:ext>
                </a:extLst>
              </p:cNvPr>
              <p:cNvGrpSpPr/>
              <p:nvPr/>
            </p:nvGrpSpPr>
            <p:grpSpPr>
              <a:xfrm>
                <a:off x="4838582" y="6321518"/>
                <a:ext cx="851843" cy="857798"/>
                <a:chOff x="4838582" y="6321518"/>
                <a:chExt cx="851843" cy="857798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998D5821-6926-1FC2-4BBE-ACF9E1D5D316}"/>
                    </a:ext>
                  </a:extLst>
                </p:cNvPr>
                <p:cNvSpPr/>
                <p:nvPr/>
              </p:nvSpPr>
              <p:spPr>
                <a:xfrm>
                  <a:off x="4906206" y="6321518"/>
                  <a:ext cx="784219" cy="798428"/>
                </a:xfrm>
                <a:custGeom>
                  <a:avLst/>
                  <a:gdLst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8421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76200 w 784219"/>
                    <a:gd name="connsiteY3" fmla="*/ 775568 h 783188"/>
                    <a:gd name="connsiteX4" fmla="*/ 0 w 784219"/>
                    <a:gd name="connsiteY4" fmla="*/ 0 h 783188"/>
                    <a:gd name="connsiteX0" fmla="*/ 0 w 784219"/>
                    <a:gd name="connsiteY0" fmla="*/ 0 h 798428"/>
                    <a:gd name="connsiteX1" fmla="*/ 784219 w 784219"/>
                    <a:gd name="connsiteY1" fmla="*/ 0 h 798428"/>
                    <a:gd name="connsiteX2" fmla="*/ 715639 w 784219"/>
                    <a:gd name="connsiteY2" fmla="*/ 783188 h 798428"/>
                    <a:gd name="connsiteX3" fmla="*/ 76200 w 784219"/>
                    <a:gd name="connsiteY3" fmla="*/ 798428 h 798428"/>
                    <a:gd name="connsiteX4" fmla="*/ 0 w 784219"/>
                    <a:gd name="connsiteY4" fmla="*/ 0 h 798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4219" h="798428">
                      <a:moveTo>
                        <a:pt x="0" y="0"/>
                      </a:moveTo>
                      <a:lnTo>
                        <a:pt x="784219" y="0"/>
                      </a:lnTo>
                      <a:lnTo>
                        <a:pt x="715639" y="783188"/>
                      </a:lnTo>
                      <a:lnTo>
                        <a:pt x="76200" y="7984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7F0DEC8F-A03B-BF98-C7C0-7E306AC4B1C2}"/>
                    </a:ext>
                  </a:extLst>
                </p:cNvPr>
                <p:cNvSpPr/>
                <p:nvPr/>
              </p:nvSpPr>
              <p:spPr>
                <a:xfrm rot="416330">
                  <a:off x="5578672" y="6330660"/>
                  <a:ext cx="88859" cy="824471"/>
                </a:xfrm>
                <a:custGeom>
                  <a:avLst/>
                  <a:gdLst>
                    <a:gd name="connsiteX0" fmla="*/ 0 w 45719"/>
                    <a:gd name="connsiteY0" fmla="*/ 0 h 798428"/>
                    <a:gd name="connsiteX1" fmla="*/ 45719 w 45719"/>
                    <a:gd name="connsiteY1" fmla="*/ 0 h 798428"/>
                    <a:gd name="connsiteX2" fmla="*/ 45719 w 45719"/>
                    <a:gd name="connsiteY2" fmla="*/ 798428 h 798428"/>
                    <a:gd name="connsiteX3" fmla="*/ 0 w 45719"/>
                    <a:gd name="connsiteY3" fmla="*/ 798428 h 798428"/>
                    <a:gd name="connsiteX4" fmla="*/ 0 w 45719"/>
                    <a:gd name="connsiteY4" fmla="*/ 0 h 798428"/>
                    <a:gd name="connsiteX0" fmla="*/ 0 w 67398"/>
                    <a:gd name="connsiteY0" fmla="*/ 5837 h 798428"/>
                    <a:gd name="connsiteX1" fmla="*/ 67398 w 67398"/>
                    <a:gd name="connsiteY1" fmla="*/ 0 h 798428"/>
                    <a:gd name="connsiteX2" fmla="*/ 67398 w 67398"/>
                    <a:gd name="connsiteY2" fmla="*/ 798428 h 798428"/>
                    <a:gd name="connsiteX3" fmla="*/ 21679 w 67398"/>
                    <a:gd name="connsiteY3" fmla="*/ 798428 h 798428"/>
                    <a:gd name="connsiteX4" fmla="*/ 0 w 67398"/>
                    <a:gd name="connsiteY4" fmla="*/ 5837 h 798428"/>
                    <a:gd name="connsiteX0" fmla="*/ 0 w 67398"/>
                    <a:gd name="connsiteY0" fmla="*/ 49577 h 842168"/>
                    <a:gd name="connsiteX1" fmla="*/ 58876 w 67398"/>
                    <a:gd name="connsiteY1" fmla="*/ 0 h 842168"/>
                    <a:gd name="connsiteX2" fmla="*/ 67398 w 67398"/>
                    <a:gd name="connsiteY2" fmla="*/ 842168 h 842168"/>
                    <a:gd name="connsiteX3" fmla="*/ 21679 w 67398"/>
                    <a:gd name="connsiteY3" fmla="*/ 842168 h 842168"/>
                    <a:gd name="connsiteX4" fmla="*/ 0 w 67398"/>
                    <a:gd name="connsiteY4" fmla="*/ 49577 h 842168"/>
                    <a:gd name="connsiteX0" fmla="*/ 0 w 88859"/>
                    <a:gd name="connsiteY0" fmla="*/ 49577 h 842168"/>
                    <a:gd name="connsiteX1" fmla="*/ 58876 w 88859"/>
                    <a:gd name="connsiteY1" fmla="*/ 0 h 842168"/>
                    <a:gd name="connsiteX2" fmla="*/ 88859 w 88859"/>
                    <a:gd name="connsiteY2" fmla="*/ 781984 h 842168"/>
                    <a:gd name="connsiteX3" fmla="*/ 21679 w 88859"/>
                    <a:gd name="connsiteY3" fmla="*/ 842168 h 842168"/>
                    <a:gd name="connsiteX4" fmla="*/ 0 w 88859"/>
                    <a:gd name="connsiteY4" fmla="*/ 49577 h 842168"/>
                    <a:gd name="connsiteX0" fmla="*/ 0 w 88859"/>
                    <a:gd name="connsiteY0" fmla="*/ 49577 h 839866"/>
                    <a:gd name="connsiteX1" fmla="*/ 58876 w 88859"/>
                    <a:gd name="connsiteY1" fmla="*/ 0 h 839866"/>
                    <a:gd name="connsiteX2" fmla="*/ 88859 w 88859"/>
                    <a:gd name="connsiteY2" fmla="*/ 781984 h 839866"/>
                    <a:gd name="connsiteX3" fmla="*/ 40589 w 88859"/>
                    <a:gd name="connsiteY3" fmla="*/ 839866 h 839866"/>
                    <a:gd name="connsiteX4" fmla="*/ 0 w 88859"/>
                    <a:gd name="connsiteY4" fmla="*/ 49577 h 839866"/>
                    <a:gd name="connsiteX0" fmla="*/ 0 w 88859"/>
                    <a:gd name="connsiteY0" fmla="*/ 49577 h 841017"/>
                    <a:gd name="connsiteX1" fmla="*/ 58876 w 88859"/>
                    <a:gd name="connsiteY1" fmla="*/ 0 h 841017"/>
                    <a:gd name="connsiteX2" fmla="*/ 88859 w 88859"/>
                    <a:gd name="connsiteY2" fmla="*/ 781984 h 841017"/>
                    <a:gd name="connsiteX3" fmla="*/ 31134 w 88859"/>
                    <a:gd name="connsiteY3" fmla="*/ 841017 h 841017"/>
                    <a:gd name="connsiteX4" fmla="*/ 0 w 88859"/>
                    <a:gd name="connsiteY4" fmla="*/ 49577 h 841017"/>
                    <a:gd name="connsiteX0" fmla="*/ 0 w 88859"/>
                    <a:gd name="connsiteY0" fmla="*/ 49577 h 833926"/>
                    <a:gd name="connsiteX1" fmla="*/ 58876 w 88859"/>
                    <a:gd name="connsiteY1" fmla="*/ 0 h 833926"/>
                    <a:gd name="connsiteX2" fmla="*/ 88859 w 88859"/>
                    <a:gd name="connsiteY2" fmla="*/ 781984 h 833926"/>
                    <a:gd name="connsiteX3" fmla="*/ 30271 w 88859"/>
                    <a:gd name="connsiteY3" fmla="*/ 833926 h 833926"/>
                    <a:gd name="connsiteX4" fmla="*/ 0 w 88859"/>
                    <a:gd name="connsiteY4" fmla="*/ 49577 h 833926"/>
                    <a:gd name="connsiteX0" fmla="*/ 0 w 88859"/>
                    <a:gd name="connsiteY0" fmla="*/ 49577 h 823608"/>
                    <a:gd name="connsiteX1" fmla="*/ 58876 w 88859"/>
                    <a:gd name="connsiteY1" fmla="*/ 0 h 823608"/>
                    <a:gd name="connsiteX2" fmla="*/ 88859 w 88859"/>
                    <a:gd name="connsiteY2" fmla="*/ 781984 h 823608"/>
                    <a:gd name="connsiteX3" fmla="*/ 36212 w 88859"/>
                    <a:gd name="connsiteY3" fmla="*/ 823608 h 823608"/>
                    <a:gd name="connsiteX4" fmla="*/ 0 w 88859"/>
                    <a:gd name="connsiteY4" fmla="*/ 49577 h 823608"/>
                    <a:gd name="connsiteX0" fmla="*/ 0 w 88859"/>
                    <a:gd name="connsiteY0" fmla="*/ 49577 h 824471"/>
                    <a:gd name="connsiteX1" fmla="*/ 58876 w 88859"/>
                    <a:gd name="connsiteY1" fmla="*/ 0 h 824471"/>
                    <a:gd name="connsiteX2" fmla="*/ 88859 w 88859"/>
                    <a:gd name="connsiteY2" fmla="*/ 781984 h 824471"/>
                    <a:gd name="connsiteX3" fmla="*/ 29120 w 88859"/>
                    <a:gd name="connsiteY3" fmla="*/ 824471 h 824471"/>
                    <a:gd name="connsiteX4" fmla="*/ 0 w 88859"/>
                    <a:gd name="connsiteY4" fmla="*/ 49577 h 824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859" h="824471">
                      <a:moveTo>
                        <a:pt x="0" y="49577"/>
                      </a:moveTo>
                      <a:lnTo>
                        <a:pt x="58876" y="0"/>
                      </a:lnTo>
                      <a:cubicBezTo>
                        <a:pt x="61717" y="280723"/>
                        <a:pt x="86018" y="501261"/>
                        <a:pt x="88859" y="781984"/>
                      </a:cubicBezTo>
                      <a:lnTo>
                        <a:pt x="29120" y="824471"/>
                      </a:lnTo>
                      <a:lnTo>
                        <a:pt x="0" y="49577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Rectangle 127">
                  <a:extLst>
                    <a:ext uri="{FF2B5EF4-FFF2-40B4-BE49-F238E27FC236}">
                      <a16:creationId xmlns:a16="http://schemas.microsoft.com/office/drawing/2014/main" id="{5DA809EA-4A03-6380-D362-2467A471ECE0}"/>
                    </a:ext>
                  </a:extLst>
                </p:cNvPr>
                <p:cNvSpPr/>
                <p:nvPr/>
              </p:nvSpPr>
              <p:spPr>
                <a:xfrm rot="21328516">
                  <a:off x="4879023" y="6323738"/>
                  <a:ext cx="88859" cy="824471"/>
                </a:xfrm>
                <a:custGeom>
                  <a:avLst/>
                  <a:gdLst>
                    <a:gd name="connsiteX0" fmla="*/ 0 w 45719"/>
                    <a:gd name="connsiteY0" fmla="*/ 0 h 798428"/>
                    <a:gd name="connsiteX1" fmla="*/ 45719 w 45719"/>
                    <a:gd name="connsiteY1" fmla="*/ 0 h 798428"/>
                    <a:gd name="connsiteX2" fmla="*/ 45719 w 45719"/>
                    <a:gd name="connsiteY2" fmla="*/ 798428 h 798428"/>
                    <a:gd name="connsiteX3" fmla="*/ 0 w 45719"/>
                    <a:gd name="connsiteY3" fmla="*/ 798428 h 798428"/>
                    <a:gd name="connsiteX4" fmla="*/ 0 w 45719"/>
                    <a:gd name="connsiteY4" fmla="*/ 0 h 798428"/>
                    <a:gd name="connsiteX0" fmla="*/ 0 w 67398"/>
                    <a:gd name="connsiteY0" fmla="*/ 5837 h 798428"/>
                    <a:gd name="connsiteX1" fmla="*/ 67398 w 67398"/>
                    <a:gd name="connsiteY1" fmla="*/ 0 h 798428"/>
                    <a:gd name="connsiteX2" fmla="*/ 67398 w 67398"/>
                    <a:gd name="connsiteY2" fmla="*/ 798428 h 798428"/>
                    <a:gd name="connsiteX3" fmla="*/ 21679 w 67398"/>
                    <a:gd name="connsiteY3" fmla="*/ 798428 h 798428"/>
                    <a:gd name="connsiteX4" fmla="*/ 0 w 67398"/>
                    <a:gd name="connsiteY4" fmla="*/ 5837 h 798428"/>
                    <a:gd name="connsiteX0" fmla="*/ 0 w 67398"/>
                    <a:gd name="connsiteY0" fmla="*/ 49577 h 842168"/>
                    <a:gd name="connsiteX1" fmla="*/ 58876 w 67398"/>
                    <a:gd name="connsiteY1" fmla="*/ 0 h 842168"/>
                    <a:gd name="connsiteX2" fmla="*/ 67398 w 67398"/>
                    <a:gd name="connsiteY2" fmla="*/ 842168 h 842168"/>
                    <a:gd name="connsiteX3" fmla="*/ 21679 w 67398"/>
                    <a:gd name="connsiteY3" fmla="*/ 842168 h 842168"/>
                    <a:gd name="connsiteX4" fmla="*/ 0 w 67398"/>
                    <a:gd name="connsiteY4" fmla="*/ 49577 h 842168"/>
                    <a:gd name="connsiteX0" fmla="*/ 0 w 88859"/>
                    <a:gd name="connsiteY0" fmla="*/ 49577 h 842168"/>
                    <a:gd name="connsiteX1" fmla="*/ 58876 w 88859"/>
                    <a:gd name="connsiteY1" fmla="*/ 0 h 842168"/>
                    <a:gd name="connsiteX2" fmla="*/ 88859 w 88859"/>
                    <a:gd name="connsiteY2" fmla="*/ 781984 h 842168"/>
                    <a:gd name="connsiteX3" fmla="*/ 21679 w 88859"/>
                    <a:gd name="connsiteY3" fmla="*/ 842168 h 842168"/>
                    <a:gd name="connsiteX4" fmla="*/ 0 w 88859"/>
                    <a:gd name="connsiteY4" fmla="*/ 49577 h 842168"/>
                    <a:gd name="connsiteX0" fmla="*/ 0 w 88859"/>
                    <a:gd name="connsiteY0" fmla="*/ 49577 h 839866"/>
                    <a:gd name="connsiteX1" fmla="*/ 58876 w 88859"/>
                    <a:gd name="connsiteY1" fmla="*/ 0 h 839866"/>
                    <a:gd name="connsiteX2" fmla="*/ 88859 w 88859"/>
                    <a:gd name="connsiteY2" fmla="*/ 781984 h 839866"/>
                    <a:gd name="connsiteX3" fmla="*/ 40589 w 88859"/>
                    <a:gd name="connsiteY3" fmla="*/ 839866 h 839866"/>
                    <a:gd name="connsiteX4" fmla="*/ 0 w 88859"/>
                    <a:gd name="connsiteY4" fmla="*/ 49577 h 839866"/>
                    <a:gd name="connsiteX0" fmla="*/ 0 w 88859"/>
                    <a:gd name="connsiteY0" fmla="*/ 49577 h 841017"/>
                    <a:gd name="connsiteX1" fmla="*/ 58876 w 88859"/>
                    <a:gd name="connsiteY1" fmla="*/ 0 h 841017"/>
                    <a:gd name="connsiteX2" fmla="*/ 88859 w 88859"/>
                    <a:gd name="connsiteY2" fmla="*/ 781984 h 841017"/>
                    <a:gd name="connsiteX3" fmla="*/ 31134 w 88859"/>
                    <a:gd name="connsiteY3" fmla="*/ 841017 h 841017"/>
                    <a:gd name="connsiteX4" fmla="*/ 0 w 88859"/>
                    <a:gd name="connsiteY4" fmla="*/ 49577 h 841017"/>
                    <a:gd name="connsiteX0" fmla="*/ 0 w 88859"/>
                    <a:gd name="connsiteY0" fmla="*/ 49577 h 833926"/>
                    <a:gd name="connsiteX1" fmla="*/ 58876 w 88859"/>
                    <a:gd name="connsiteY1" fmla="*/ 0 h 833926"/>
                    <a:gd name="connsiteX2" fmla="*/ 88859 w 88859"/>
                    <a:gd name="connsiteY2" fmla="*/ 781984 h 833926"/>
                    <a:gd name="connsiteX3" fmla="*/ 30271 w 88859"/>
                    <a:gd name="connsiteY3" fmla="*/ 833926 h 833926"/>
                    <a:gd name="connsiteX4" fmla="*/ 0 w 88859"/>
                    <a:gd name="connsiteY4" fmla="*/ 49577 h 833926"/>
                    <a:gd name="connsiteX0" fmla="*/ 0 w 88859"/>
                    <a:gd name="connsiteY0" fmla="*/ 49577 h 823608"/>
                    <a:gd name="connsiteX1" fmla="*/ 58876 w 88859"/>
                    <a:gd name="connsiteY1" fmla="*/ 0 h 823608"/>
                    <a:gd name="connsiteX2" fmla="*/ 88859 w 88859"/>
                    <a:gd name="connsiteY2" fmla="*/ 781984 h 823608"/>
                    <a:gd name="connsiteX3" fmla="*/ 36212 w 88859"/>
                    <a:gd name="connsiteY3" fmla="*/ 823608 h 823608"/>
                    <a:gd name="connsiteX4" fmla="*/ 0 w 88859"/>
                    <a:gd name="connsiteY4" fmla="*/ 49577 h 823608"/>
                    <a:gd name="connsiteX0" fmla="*/ 0 w 88859"/>
                    <a:gd name="connsiteY0" fmla="*/ 49577 h 824471"/>
                    <a:gd name="connsiteX1" fmla="*/ 58876 w 88859"/>
                    <a:gd name="connsiteY1" fmla="*/ 0 h 824471"/>
                    <a:gd name="connsiteX2" fmla="*/ 88859 w 88859"/>
                    <a:gd name="connsiteY2" fmla="*/ 781984 h 824471"/>
                    <a:gd name="connsiteX3" fmla="*/ 29120 w 88859"/>
                    <a:gd name="connsiteY3" fmla="*/ 824471 h 824471"/>
                    <a:gd name="connsiteX4" fmla="*/ 0 w 88859"/>
                    <a:gd name="connsiteY4" fmla="*/ 49577 h 824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859" h="824471">
                      <a:moveTo>
                        <a:pt x="0" y="49577"/>
                      </a:moveTo>
                      <a:lnTo>
                        <a:pt x="58876" y="0"/>
                      </a:lnTo>
                      <a:cubicBezTo>
                        <a:pt x="61717" y="280723"/>
                        <a:pt x="86018" y="501261"/>
                        <a:pt x="88859" y="781984"/>
                      </a:cubicBezTo>
                      <a:lnTo>
                        <a:pt x="29120" y="824471"/>
                      </a:lnTo>
                      <a:lnTo>
                        <a:pt x="0" y="49577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4A1C701D-FC4A-A789-BC0A-93A9069E2FFD}"/>
                    </a:ext>
                  </a:extLst>
                </p:cNvPr>
                <p:cNvGrpSpPr/>
                <p:nvPr/>
              </p:nvGrpSpPr>
              <p:grpSpPr>
                <a:xfrm>
                  <a:off x="4838582" y="6334848"/>
                  <a:ext cx="784219" cy="844468"/>
                  <a:chOff x="4838582" y="6334848"/>
                  <a:chExt cx="784219" cy="844468"/>
                </a:xfrm>
              </p:grpSpPr>
              <p:sp>
                <p:nvSpPr>
                  <p:cNvPr id="149" name="Oval 128">
                    <a:extLst>
                      <a:ext uri="{FF2B5EF4-FFF2-40B4-BE49-F238E27FC236}">
                        <a16:creationId xmlns:a16="http://schemas.microsoft.com/office/drawing/2014/main" id="{FAC18195-82CE-FD57-A4D1-15571D176C6D}"/>
                      </a:ext>
                    </a:extLst>
                  </p:cNvPr>
                  <p:cNvSpPr/>
                  <p:nvPr/>
                </p:nvSpPr>
                <p:spPr>
                  <a:xfrm>
                    <a:off x="5019039" y="6334848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0" name="Oval 128">
                    <a:extLst>
                      <a:ext uri="{FF2B5EF4-FFF2-40B4-BE49-F238E27FC236}">
                        <a16:creationId xmlns:a16="http://schemas.microsoft.com/office/drawing/2014/main" id="{75067309-22D0-F238-34B7-B9133BBE4CE2}"/>
                      </a:ext>
                    </a:extLst>
                  </p:cNvPr>
                  <p:cNvSpPr/>
                  <p:nvPr/>
                </p:nvSpPr>
                <p:spPr>
                  <a:xfrm rot="11191403">
                    <a:off x="5292098" y="6357821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2" name="Rectangle 2">
                    <a:extLst>
                      <a:ext uri="{FF2B5EF4-FFF2-40B4-BE49-F238E27FC236}">
                        <a16:creationId xmlns:a16="http://schemas.microsoft.com/office/drawing/2014/main" id="{5CE78901-35F5-E0BE-9777-87E45A32529C}"/>
                      </a:ext>
                    </a:extLst>
                  </p:cNvPr>
                  <p:cNvSpPr/>
                  <p:nvPr/>
                </p:nvSpPr>
                <p:spPr>
                  <a:xfrm>
                    <a:off x="4838582" y="6380888"/>
                    <a:ext cx="784219" cy="798428"/>
                  </a:xfrm>
                  <a:custGeom>
                    <a:avLst/>
                    <a:gdLst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84219 w 784219"/>
                      <a:gd name="connsiteY2" fmla="*/ 783188 h 783188"/>
                      <a:gd name="connsiteX3" fmla="*/ 0 w 784219"/>
                      <a:gd name="connsiteY3" fmla="*/ 78318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15639 w 784219"/>
                      <a:gd name="connsiteY2" fmla="*/ 783188 h 783188"/>
                      <a:gd name="connsiteX3" fmla="*/ 0 w 784219"/>
                      <a:gd name="connsiteY3" fmla="*/ 78318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15639 w 784219"/>
                      <a:gd name="connsiteY2" fmla="*/ 783188 h 783188"/>
                      <a:gd name="connsiteX3" fmla="*/ 76200 w 784219"/>
                      <a:gd name="connsiteY3" fmla="*/ 77556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98428"/>
                      <a:gd name="connsiteX1" fmla="*/ 784219 w 784219"/>
                      <a:gd name="connsiteY1" fmla="*/ 0 h 798428"/>
                      <a:gd name="connsiteX2" fmla="*/ 715639 w 784219"/>
                      <a:gd name="connsiteY2" fmla="*/ 783188 h 798428"/>
                      <a:gd name="connsiteX3" fmla="*/ 76200 w 784219"/>
                      <a:gd name="connsiteY3" fmla="*/ 798428 h 798428"/>
                      <a:gd name="connsiteX4" fmla="*/ 0 w 784219"/>
                      <a:gd name="connsiteY4" fmla="*/ 0 h 798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84219" h="798428">
                        <a:moveTo>
                          <a:pt x="0" y="0"/>
                        </a:moveTo>
                        <a:lnTo>
                          <a:pt x="784219" y="0"/>
                        </a:lnTo>
                        <a:lnTo>
                          <a:pt x="715639" y="783188"/>
                        </a:lnTo>
                        <a:lnTo>
                          <a:pt x="76200" y="7984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CF2EB64C-D9B5-DB8A-8115-2DDD9BAD9B65}"/>
                      </a:ext>
                    </a:extLst>
                  </p:cNvPr>
                  <p:cNvSpPr/>
                  <p:nvPr/>
                </p:nvSpPr>
                <p:spPr>
                  <a:xfrm>
                    <a:off x="4893735" y="6455049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0" name="Oval 128">
                    <a:extLst>
                      <a:ext uri="{FF2B5EF4-FFF2-40B4-BE49-F238E27FC236}">
                        <a16:creationId xmlns:a16="http://schemas.microsoft.com/office/drawing/2014/main" id="{DC8D6816-6DD5-7E74-5AE3-351720B35AC1}"/>
                      </a:ext>
                    </a:extLst>
                  </p:cNvPr>
                  <p:cNvSpPr/>
                  <p:nvPr/>
                </p:nvSpPr>
                <p:spPr>
                  <a:xfrm rot="1655495">
                    <a:off x="4931903" y="6644793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1" name="Oval 128">
                    <a:extLst>
                      <a:ext uri="{FF2B5EF4-FFF2-40B4-BE49-F238E27FC236}">
                        <a16:creationId xmlns:a16="http://schemas.microsoft.com/office/drawing/2014/main" id="{C4000FCA-875D-F59A-26E9-4942DC779DE5}"/>
                      </a:ext>
                    </a:extLst>
                  </p:cNvPr>
                  <p:cNvSpPr/>
                  <p:nvPr/>
                </p:nvSpPr>
                <p:spPr>
                  <a:xfrm rot="4203571">
                    <a:off x="5093109" y="6542433"/>
                    <a:ext cx="176531" cy="101629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" name="Oval 128">
                    <a:extLst>
                      <a:ext uri="{FF2B5EF4-FFF2-40B4-BE49-F238E27FC236}">
                        <a16:creationId xmlns:a16="http://schemas.microsoft.com/office/drawing/2014/main" id="{B90D22FB-BFF8-ABB4-A2CD-11E55FE3D6F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364108" y="6819875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" name="Oval 128">
                    <a:extLst>
                      <a:ext uri="{FF2B5EF4-FFF2-40B4-BE49-F238E27FC236}">
                        <a16:creationId xmlns:a16="http://schemas.microsoft.com/office/drawing/2014/main" id="{626C1518-A50E-6F39-41D1-C05E80113A73}"/>
                      </a:ext>
                    </a:extLst>
                  </p:cNvPr>
                  <p:cNvSpPr/>
                  <p:nvPr/>
                </p:nvSpPr>
                <p:spPr>
                  <a:xfrm rot="17855495">
                    <a:off x="5232077" y="7002015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Oval 128">
                    <a:extLst>
                      <a:ext uri="{FF2B5EF4-FFF2-40B4-BE49-F238E27FC236}">
                        <a16:creationId xmlns:a16="http://schemas.microsoft.com/office/drawing/2014/main" id="{DB2442CE-70E1-3A1A-23BC-30FEB62E9D7C}"/>
                      </a:ext>
                    </a:extLst>
                  </p:cNvPr>
                  <p:cNvSpPr/>
                  <p:nvPr/>
                </p:nvSpPr>
                <p:spPr>
                  <a:xfrm rot="20403571">
                    <a:off x="5377359" y="7028795"/>
                    <a:ext cx="176531" cy="101629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" name="Oval 128">
                    <a:extLst>
                      <a:ext uri="{FF2B5EF4-FFF2-40B4-BE49-F238E27FC236}">
                        <a16:creationId xmlns:a16="http://schemas.microsoft.com/office/drawing/2014/main" id="{95D87115-5C13-B385-4163-BFEC10C7A100}"/>
                      </a:ext>
                    </a:extLst>
                  </p:cNvPr>
                  <p:cNvSpPr/>
                  <p:nvPr/>
                </p:nvSpPr>
                <p:spPr>
                  <a:xfrm rot="14880045">
                    <a:off x="4881259" y="6805446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Oval 128">
                    <a:extLst>
                      <a:ext uri="{FF2B5EF4-FFF2-40B4-BE49-F238E27FC236}">
                        <a16:creationId xmlns:a16="http://schemas.microsoft.com/office/drawing/2014/main" id="{BE9CB488-EF0C-2E09-9746-AD41F82A3AC3}"/>
                      </a:ext>
                    </a:extLst>
                  </p:cNvPr>
                  <p:cNvSpPr/>
                  <p:nvPr/>
                </p:nvSpPr>
                <p:spPr>
                  <a:xfrm rot="6087391">
                    <a:off x="5050010" y="6937627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3F336C4-2312-5932-13ED-B88BF0A61752}"/>
                  </a:ext>
                </a:extLst>
              </p:cNvPr>
              <p:cNvSpPr txBox="1"/>
              <p:nvPr/>
            </p:nvSpPr>
            <p:spPr>
              <a:xfrm rot="18867285">
                <a:off x="4976830" y="6455344"/>
                <a:ext cx="773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Crack</a:t>
                </a: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836900C-87EF-43C2-A6BB-50EE3DFED708}"/>
                </a:ext>
              </a:extLst>
            </p:cNvPr>
            <p:cNvSpPr/>
            <p:nvPr/>
          </p:nvSpPr>
          <p:spPr>
            <a:xfrm rot="1128567" flipH="1">
              <a:off x="5623562" y="6190478"/>
              <a:ext cx="638694" cy="908032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" name="emojimouth">
            <a:hlinkClick r:id="" action="ppaction://media"/>
            <a:extLst>
              <a:ext uri="{FF2B5EF4-FFF2-40B4-BE49-F238E27FC236}">
                <a16:creationId xmlns:a16="http://schemas.microsoft.com/office/drawing/2014/main" id="{5E60D013-F416-BF85-5622-436EEC82984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 flipH="1">
            <a:off x="4543605" y="6039956"/>
            <a:ext cx="308119" cy="225411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3D0F4127-7578-059B-FCA2-F533488665B5}"/>
              </a:ext>
            </a:extLst>
          </p:cNvPr>
          <p:cNvSpPr/>
          <p:nvPr/>
        </p:nvSpPr>
        <p:spPr>
          <a:xfrm rot="19016857">
            <a:off x="4790910" y="4779361"/>
            <a:ext cx="914400" cy="914400"/>
          </a:xfrm>
          <a:prstGeom prst="arc">
            <a:avLst>
              <a:gd name="adj1" fmla="val 18512797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5D18244-E94E-FE1E-804B-C2D8F0D5CF19}"/>
              </a:ext>
            </a:extLst>
          </p:cNvPr>
          <p:cNvSpPr/>
          <p:nvPr/>
        </p:nvSpPr>
        <p:spPr>
          <a:xfrm rot="17380517">
            <a:off x="3358761" y="4745108"/>
            <a:ext cx="914400" cy="914400"/>
          </a:xfrm>
          <a:prstGeom prst="arc">
            <a:avLst>
              <a:gd name="adj1" fmla="val 18512797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ttsMP3.com_VoiceText_2024-12-21_22-23-33">
            <a:hlinkClick r:id="" action="ppaction://media"/>
            <a:extLst>
              <a:ext uri="{FF2B5EF4-FFF2-40B4-BE49-F238E27FC236}">
                <a16:creationId xmlns:a16="http://schemas.microsoft.com/office/drawing/2014/main" id="{E1318A01-683F-516C-B2CC-287EE096630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814323" y="565045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50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11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90641" y="-126454"/>
            <a:ext cx="6567359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2879416" y="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17C2181-3E69-C733-ADCB-E6E37F22CCC4}"/>
              </a:ext>
            </a:extLst>
          </p:cNvPr>
          <p:cNvGrpSpPr/>
          <p:nvPr/>
        </p:nvGrpSpPr>
        <p:grpSpPr>
          <a:xfrm>
            <a:off x="-3542742" y="4528040"/>
            <a:ext cx="10218149" cy="4917257"/>
            <a:chOff x="4372593" y="3034240"/>
            <a:chExt cx="3259863" cy="1568737"/>
          </a:xfrm>
        </p:grpSpPr>
        <p:sp>
          <p:nvSpPr>
            <p:cNvPr id="162" name="Rectangle: Rounded Corners 88">
              <a:extLst>
                <a:ext uri="{FF2B5EF4-FFF2-40B4-BE49-F238E27FC236}">
                  <a16:creationId xmlns:a16="http://schemas.microsoft.com/office/drawing/2014/main" id="{261BEA3F-5BDE-67DE-23D8-227491D7358A}"/>
                </a:ext>
              </a:extLst>
            </p:cNvPr>
            <p:cNvSpPr/>
            <p:nvPr/>
          </p:nvSpPr>
          <p:spPr>
            <a:xfrm rot="3539312">
              <a:off x="7228896" y="436860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Rectangle: Rounded Corners 88">
              <a:extLst>
                <a:ext uri="{FF2B5EF4-FFF2-40B4-BE49-F238E27FC236}">
                  <a16:creationId xmlns:a16="http://schemas.microsoft.com/office/drawing/2014/main" id="{32B02C31-64EA-4FB4-91F4-64C970B35DA3}"/>
                </a:ext>
              </a:extLst>
            </p:cNvPr>
            <p:cNvSpPr/>
            <p:nvPr/>
          </p:nvSpPr>
          <p:spPr>
            <a:xfrm rot="18060688" flipH="1">
              <a:off x="4518664" y="4374393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Rectangle: Rounded Corners 88">
              <a:extLst>
                <a:ext uri="{FF2B5EF4-FFF2-40B4-BE49-F238E27FC236}">
                  <a16:creationId xmlns:a16="http://schemas.microsoft.com/office/drawing/2014/main" id="{1AF70313-AEFE-C9B8-67C6-017BF6C2B930}"/>
                </a:ext>
              </a:extLst>
            </p:cNvPr>
            <p:cNvSpPr/>
            <p:nvPr/>
          </p:nvSpPr>
          <p:spPr>
            <a:xfrm rot="5044876">
              <a:off x="7002263" y="4173311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Rectangle: Rounded Corners 88">
              <a:extLst>
                <a:ext uri="{FF2B5EF4-FFF2-40B4-BE49-F238E27FC236}">
                  <a16:creationId xmlns:a16="http://schemas.microsoft.com/office/drawing/2014/main" id="{AEE59473-18EA-0A83-BAC8-8847AE526DE7}"/>
                </a:ext>
              </a:extLst>
            </p:cNvPr>
            <p:cNvSpPr/>
            <p:nvPr/>
          </p:nvSpPr>
          <p:spPr>
            <a:xfrm rot="16555124" flipH="1">
              <a:off x="4756901" y="419238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Rectangle: Rounded Corners 77">
              <a:extLst>
                <a:ext uri="{FF2B5EF4-FFF2-40B4-BE49-F238E27FC236}">
                  <a16:creationId xmlns:a16="http://schemas.microsoft.com/office/drawing/2014/main" id="{083A1721-3FB4-97B6-0CE8-3E5D2DD10CB9}"/>
                </a:ext>
              </a:extLst>
            </p:cNvPr>
            <p:cNvSpPr/>
            <p:nvPr/>
          </p:nvSpPr>
          <p:spPr>
            <a:xfrm>
              <a:off x="4816913" y="3034240"/>
              <a:ext cx="2365756" cy="945840"/>
            </a:xfrm>
            <a:custGeom>
              <a:avLst/>
              <a:gdLst>
                <a:gd name="connsiteX0" fmla="*/ 0 w 4966129"/>
                <a:gd name="connsiteY0" fmla="*/ 275806 h 1942019"/>
                <a:gd name="connsiteX1" fmla="*/ 275806 w 4966129"/>
                <a:gd name="connsiteY1" fmla="*/ 0 h 1942019"/>
                <a:gd name="connsiteX2" fmla="*/ 4690323 w 4966129"/>
                <a:gd name="connsiteY2" fmla="*/ 0 h 1942019"/>
                <a:gd name="connsiteX3" fmla="*/ 4966129 w 4966129"/>
                <a:gd name="connsiteY3" fmla="*/ 275806 h 1942019"/>
                <a:gd name="connsiteX4" fmla="*/ 4966129 w 4966129"/>
                <a:gd name="connsiteY4" fmla="*/ 1666213 h 1942019"/>
                <a:gd name="connsiteX5" fmla="*/ 4690323 w 4966129"/>
                <a:gd name="connsiteY5" fmla="*/ 1942019 h 1942019"/>
                <a:gd name="connsiteX6" fmla="*/ 275806 w 4966129"/>
                <a:gd name="connsiteY6" fmla="*/ 1942019 h 1942019"/>
                <a:gd name="connsiteX7" fmla="*/ 0 w 4966129"/>
                <a:gd name="connsiteY7" fmla="*/ 1666213 h 1942019"/>
                <a:gd name="connsiteX8" fmla="*/ 0 w 4966129"/>
                <a:gd name="connsiteY8" fmla="*/ 275806 h 1942019"/>
                <a:gd name="connsiteX0" fmla="*/ 0 w 4966129"/>
                <a:gd name="connsiteY0" fmla="*/ 300725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0 w 4966129"/>
                <a:gd name="connsiteY9" fmla="*/ 300725 h 1966938"/>
                <a:gd name="connsiteX0" fmla="*/ 19050 w 4966129"/>
                <a:gd name="connsiteY0" fmla="*/ 310250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19050 w 496612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28575 w 4947079"/>
                <a:gd name="connsiteY8" fmla="*/ 1691132 h 1966938"/>
                <a:gd name="connsiteX9" fmla="*/ 0 w 494707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85725 w 4947079"/>
                <a:gd name="connsiteY8" fmla="*/ 1691132 h 1966938"/>
                <a:gd name="connsiteX9" fmla="*/ 0 w 4947079"/>
                <a:gd name="connsiteY9" fmla="*/ 310250 h 1966938"/>
                <a:gd name="connsiteX0" fmla="*/ 0 w 4918504"/>
                <a:gd name="connsiteY0" fmla="*/ 319775 h 1966938"/>
                <a:gd name="connsiteX1" fmla="*/ 228181 w 4918504"/>
                <a:gd name="connsiteY1" fmla="*/ 24919 h 1966938"/>
                <a:gd name="connsiteX2" fmla="*/ 2455667 w 4918504"/>
                <a:gd name="connsiteY2" fmla="*/ 0 h 1966938"/>
                <a:gd name="connsiteX3" fmla="*/ 4642698 w 4918504"/>
                <a:gd name="connsiteY3" fmla="*/ 24919 h 1966938"/>
                <a:gd name="connsiteX4" fmla="*/ 4918504 w 4918504"/>
                <a:gd name="connsiteY4" fmla="*/ 300725 h 1966938"/>
                <a:gd name="connsiteX5" fmla="*/ 4918504 w 4918504"/>
                <a:gd name="connsiteY5" fmla="*/ 1691132 h 1966938"/>
                <a:gd name="connsiteX6" fmla="*/ 4642698 w 4918504"/>
                <a:gd name="connsiteY6" fmla="*/ 1966938 h 1966938"/>
                <a:gd name="connsiteX7" fmla="*/ 228181 w 4918504"/>
                <a:gd name="connsiteY7" fmla="*/ 1966938 h 1966938"/>
                <a:gd name="connsiteX8" fmla="*/ 57150 w 4918504"/>
                <a:gd name="connsiteY8" fmla="*/ 1691132 h 1966938"/>
                <a:gd name="connsiteX9" fmla="*/ 0 w 4918504"/>
                <a:gd name="connsiteY9" fmla="*/ 319775 h 1966938"/>
                <a:gd name="connsiteX0" fmla="*/ 1245 w 4919749"/>
                <a:gd name="connsiteY0" fmla="*/ 319775 h 1966938"/>
                <a:gd name="connsiteX1" fmla="*/ 229426 w 4919749"/>
                <a:gd name="connsiteY1" fmla="*/ 24919 h 1966938"/>
                <a:gd name="connsiteX2" fmla="*/ 2456912 w 4919749"/>
                <a:gd name="connsiteY2" fmla="*/ 0 h 1966938"/>
                <a:gd name="connsiteX3" fmla="*/ 4643943 w 4919749"/>
                <a:gd name="connsiteY3" fmla="*/ 24919 h 1966938"/>
                <a:gd name="connsiteX4" fmla="*/ 4919749 w 4919749"/>
                <a:gd name="connsiteY4" fmla="*/ 300725 h 1966938"/>
                <a:gd name="connsiteX5" fmla="*/ 4919749 w 4919749"/>
                <a:gd name="connsiteY5" fmla="*/ 1691132 h 1966938"/>
                <a:gd name="connsiteX6" fmla="*/ 4643943 w 4919749"/>
                <a:gd name="connsiteY6" fmla="*/ 1966938 h 1966938"/>
                <a:gd name="connsiteX7" fmla="*/ 229426 w 4919749"/>
                <a:gd name="connsiteY7" fmla="*/ 1966938 h 1966938"/>
                <a:gd name="connsiteX8" fmla="*/ 58395 w 4919749"/>
                <a:gd name="connsiteY8" fmla="*/ 1691132 h 1966938"/>
                <a:gd name="connsiteX9" fmla="*/ 1245 w 4919749"/>
                <a:gd name="connsiteY9" fmla="*/ 319775 h 196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19749" h="1966938">
                  <a:moveTo>
                    <a:pt x="1245" y="319775"/>
                  </a:moveTo>
                  <a:cubicBezTo>
                    <a:pt x="1245" y="167452"/>
                    <a:pt x="77103" y="24919"/>
                    <a:pt x="229426" y="24919"/>
                  </a:cubicBezTo>
                  <a:lnTo>
                    <a:pt x="2456912" y="0"/>
                  </a:lnTo>
                  <a:lnTo>
                    <a:pt x="4643943" y="24919"/>
                  </a:lnTo>
                  <a:cubicBezTo>
                    <a:pt x="4796266" y="24919"/>
                    <a:pt x="4919749" y="148402"/>
                    <a:pt x="4919749" y="300725"/>
                  </a:cubicBezTo>
                  <a:lnTo>
                    <a:pt x="4919749" y="1691132"/>
                  </a:lnTo>
                  <a:cubicBezTo>
                    <a:pt x="4919749" y="1843455"/>
                    <a:pt x="4796266" y="1966938"/>
                    <a:pt x="4643943" y="1966938"/>
                  </a:cubicBezTo>
                  <a:lnTo>
                    <a:pt x="229426" y="1966938"/>
                  </a:lnTo>
                  <a:cubicBezTo>
                    <a:pt x="77103" y="1966938"/>
                    <a:pt x="58395" y="1843455"/>
                    <a:pt x="58395" y="1691132"/>
                  </a:cubicBezTo>
                  <a:cubicBezTo>
                    <a:pt x="39345" y="1234013"/>
                    <a:pt x="-8280" y="776894"/>
                    <a:pt x="1245" y="319775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7205213-A262-19D5-4C28-2462C84B23F1}"/>
                </a:ext>
              </a:extLst>
            </p:cNvPr>
            <p:cNvSpPr/>
            <p:nvPr/>
          </p:nvSpPr>
          <p:spPr>
            <a:xfrm>
              <a:off x="4547305" y="3818045"/>
              <a:ext cx="2910439" cy="533107"/>
            </a:xfrm>
            <a:custGeom>
              <a:avLst/>
              <a:gdLst>
                <a:gd name="connsiteX0" fmla="*/ 322068 w 2910439"/>
                <a:gd name="connsiteY0" fmla="*/ 0 h 533107"/>
                <a:gd name="connsiteX1" fmla="*/ 2590231 w 2910439"/>
                <a:gd name="connsiteY1" fmla="*/ 0 h 533107"/>
                <a:gd name="connsiteX2" fmla="*/ 2821795 w 2910439"/>
                <a:gd name="connsiteY2" fmla="*/ 159615 h 533107"/>
                <a:gd name="connsiteX3" fmla="*/ 2827602 w 2910439"/>
                <a:gd name="connsiteY3" fmla="*/ 167491 h 533107"/>
                <a:gd name="connsiteX4" fmla="*/ 2838950 w 2910439"/>
                <a:gd name="connsiteY4" fmla="*/ 169782 h 533107"/>
                <a:gd name="connsiteX5" fmla="*/ 2910439 w 2910439"/>
                <a:gd name="connsiteY5" fmla="*/ 277634 h 533107"/>
                <a:gd name="connsiteX6" fmla="*/ 2910439 w 2910439"/>
                <a:gd name="connsiteY6" fmla="*/ 416056 h 533107"/>
                <a:gd name="connsiteX7" fmla="*/ 2793388 w 2910439"/>
                <a:gd name="connsiteY7" fmla="*/ 533107 h 533107"/>
                <a:gd name="connsiteX8" fmla="*/ 117051 w 2910439"/>
                <a:gd name="connsiteY8" fmla="*/ 533107 h 533107"/>
                <a:gd name="connsiteX9" fmla="*/ 0 w 2910439"/>
                <a:gd name="connsiteY9" fmla="*/ 416056 h 533107"/>
                <a:gd name="connsiteX10" fmla="*/ 0 w 2910439"/>
                <a:gd name="connsiteY10" fmla="*/ 277634 h 533107"/>
                <a:gd name="connsiteX11" fmla="*/ 71489 w 2910439"/>
                <a:gd name="connsiteY11" fmla="*/ 169782 h 533107"/>
                <a:gd name="connsiteX12" fmla="*/ 89138 w 2910439"/>
                <a:gd name="connsiteY12" fmla="*/ 166219 h 533107"/>
                <a:gd name="connsiteX13" fmla="*/ 92258 w 2910439"/>
                <a:gd name="connsiteY13" fmla="*/ 163474 h 533107"/>
                <a:gd name="connsiteX14" fmla="*/ 322068 w 2910439"/>
                <a:gd name="connsiteY14" fmla="*/ 0 h 533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0439" h="533107">
                  <a:moveTo>
                    <a:pt x="322068" y="0"/>
                  </a:moveTo>
                  <a:lnTo>
                    <a:pt x="2590231" y="0"/>
                  </a:lnTo>
                  <a:cubicBezTo>
                    <a:pt x="2605857" y="0"/>
                    <a:pt x="2778803" y="117160"/>
                    <a:pt x="2821795" y="159615"/>
                  </a:cubicBezTo>
                  <a:lnTo>
                    <a:pt x="2827602" y="167491"/>
                  </a:lnTo>
                  <a:lnTo>
                    <a:pt x="2838950" y="169782"/>
                  </a:lnTo>
                  <a:cubicBezTo>
                    <a:pt x="2880961" y="187551"/>
                    <a:pt x="2910439" y="229150"/>
                    <a:pt x="2910439" y="277634"/>
                  </a:cubicBezTo>
                  <a:lnTo>
                    <a:pt x="2910439" y="416056"/>
                  </a:lnTo>
                  <a:cubicBezTo>
                    <a:pt x="2910439" y="480701"/>
                    <a:pt x="2858033" y="533107"/>
                    <a:pt x="2793388" y="533107"/>
                  </a:cubicBezTo>
                  <a:lnTo>
                    <a:pt x="117051" y="533107"/>
                  </a:lnTo>
                  <a:cubicBezTo>
                    <a:pt x="52406" y="533107"/>
                    <a:pt x="0" y="480701"/>
                    <a:pt x="0" y="416056"/>
                  </a:cubicBezTo>
                  <a:lnTo>
                    <a:pt x="0" y="277634"/>
                  </a:lnTo>
                  <a:cubicBezTo>
                    <a:pt x="0" y="229150"/>
                    <a:pt x="29478" y="187551"/>
                    <a:pt x="71489" y="169782"/>
                  </a:cubicBezTo>
                  <a:lnTo>
                    <a:pt x="89138" y="166219"/>
                  </a:lnTo>
                  <a:lnTo>
                    <a:pt x="92258" y="163474"/>
                  </a:lnTo>
                  <a:cubicBezTo>
                    <a:pt x="144719" y="120248"/>
                    <a:pt x="306443" y="0"/>
                    <a:pt x="322068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1DE72449-B4EE-14BF-20FE-4B7537628D76}"/>
                </a:ext>
              </a:extLst>
            </p:cNvPr>
            <p:cNvGrpSpPr/>
            <p:nvPr/>
          </p:nvGrpSpPr>
          <p:grpSpPr>
            <a:xfrm>
              <a:off x="7124504" y="3485716"/>
              <a:ext cx="507952" cy="865436"/>
              <a:chOff x="7124504" y="3485716"/>
              <a:chExt cx="507952" cy="865436"/>
            </a:xfrm>
          </p:grpSpPr>
          <p:sp>
            <p:nvSpPr>
              <p:cNvPr id="172" name="Rectangle: Rounded Corners 79">
                <a:extLst>
                  <a:ext uri="{FF2B5EF4-FFF2-40B4-BE49-F238E27FC236}">
                    <a16:creationId xmlns:a16="http://schemas.microsoft.com/office/drawing/2014/main" id="{6ACF95E4-E094-114F-1C1C-7CB6F29C0ACD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Rectangle: Rounded Corners 85">
                <a:extLst>
                  <a:ext uri="{FF2B5EF4-FFF2-40B4-BE49-F238E27FC236}">
                    <a16:creationId xmlns:a16="http://schemas.microsoft.com/office/drawing/2014/main" id="{334B7891-8EF4-D829-E7DF-74AFF66F28CC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EBD2922F-69FB-930E-7943-F2836E675FFE}"/>
                </a:ext>
              </a:extLst>
            </p:cNvPr>
            <p:cNvGrpSpPr/>
            <p:nvPr/>
          </p:nvGrpSpPr>
          <p:grpSpPr>
            <a:xfrm flipH="1">
              <a:off x="4372593" y="3507160"/>
              <a:ext cx="507952" cy="865436"/>
              <a:chOff x="7124504" y="3485716"/>
              <a:chExt cx="507952" cy="865436"/>
            </a:xfrm>
          </p:grpSpPr>
          <p:sp>
            <p:nvSpPr>
              <p:cNvPr id="170" name="Rectangle: Rounded Corners 79">
                <a:extLst>
                  <a:ext uri="{FF2B5EF4-FFF2-40B4-BE49-F238E27FC236}">
                    <a16:creationId xmlns:a16="http://schemas.microsoft.com/office/drawing/2014/main" id="{3A8FA634-F9A1-30CB-6224-0A32A5DED1A3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Rectangle: Rounded Corners 85">
                <a:extLst>
                  <a:ext uri="{FF2B5EF4-FFF2-40B4-BE49-F238E27FC236}">
                    <a16:creationId xmlns:a16="http://schemas.microsoft.com/office/drawing/2014/main" id="{4BB77A3A-58B4-6FCB-524A-3B0BF8A8B9A2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DDA2DFA-38DB-1473-FF33-3A38E1F2FA1C}"/>
              </a:ext>
            </a:extLst>
          </p:cNvPr>
          <p:cNvSpPr/>
          <p:nvPr/>
        </p:nvSpPr>
        <p:spPr>
          <a:xfrm rot="2002071">
            <a:off x="1701663" y="7297576"/>
            <a:ext cx="1004348" cy="1427882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4E866C9-1615-0149-34BE-8FB6C5D6743E}"/>
              </a:ext>
            </a:extLst>
          </p:cNvPr>
          <p:cNvGrpSpPr/>
          <p:nvPr/>
        </p:nvGrpSpPr>
        <p:grpSpPr>
          <a:xfrm>
            <a:off x="1663748" y="4725150"/>
            <a:ext cx="3920396" cy="5229189"/>
            <a:chOff x="6428511" y="3367711"/>
            <a:chExt cx="1534625" cy="2046946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983FFE51-49DB-33CE-8F8A-1DFC235A32DC}"/>
                </a:ext>
              </a:extLst>
            </p:cNvPr>
            <p:cNvGrpSpPr/>
            <p:nvPr/>
          </p:nvGrpSpPr>
          <p:grpSpPr>
            <a:xfrm flipH="1">
              <a:off x="6428511" y="3378294"/>
              <a:ext cx="1534625" cy="2036363"/>
              <a:chOff x="3576298" y="5056696"/>
              <a:chExt cx="2536874" cy="3366293"/>
            </a:xfrm>
          </p:grpSpPr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04AA6787-B585-3B97-6FFA-5929F0F66E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3966" y="7246305"/>
                <a:ext cx="334993" cy="356965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79CC7D50-AA2F-F29E-56D4-212D451E1E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79977" y="7341197"/>
                <a:ext cx="254160" cy="253813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FF03B5D0-5AFD-E3E4-FE32-F68A43B1FA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42819" y="7577197"/>
                <a:ext cx="156140" cy="761248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011F2E7E-A625-1F1A-BEC8-CA3F16F776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73906" y="7591521"/>
                <a:ext cx="141288" cy="787221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1164C203-82D9-5A8F-BEC7-04FE4197A565}"/>
                  </a:ext>
                </a:extLst>
              </p:cNvPr>
              <p:cNvSpPr/>
              <p:nvPr/>
            </p:nvSpPr>
            <p:spPr>
              <a:xfrm>
                <a:off x="3576298" y="5056696"/>
                <a:ext cx="2536874" cy="2447778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AF9C35AC-938B-904B-7E66-CCF8F4D428D3}"/>
                  </a:ext>
                </a:extLst>
              </p:cNvPr>
              <p:cNvSpPr/>
              <p:nvPr/>
            </p:nvSpPr>
            <p:spPr>
              <a:xfrm>
                <a:off x="4413402" y="5944841"/>
                <a:ext cx="261278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Rectangle: Top Corners Rounded 184">
                <a:extLst>
                  <a:ext uri="{FF2B5EF4-FFF2-40B4-BE49-F238E27FC236}">
                    <a16:creationId xmlns:a16="http://schemas.microsoft.com/office/drawing/2014/main" id="{8DADE003-356B-E16F-B96C-2A746AA63B00}"/>
                  </a:ext>
                </a:extLst>
              </p:cNvPr>
              <p:cNvSpPr/>
              <p:nvPr/>
            </p:nvSpPr>
            <p:spPr>
              <a:xfrm>
                <a:off x="4961247" y="8217463"/>
                <a:ext cx="669495" cy="20031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Rectangle: Top Corners Rounded 185">
                <a:extLst>
                  <a:ext uri="{FF2B5EF4-FFF2-40B4-BE49-F238E27FC236}">
                    <a16:creationId xmlns:a16="http://schemas.microsoft.com/office/drawing/2014/main" id="{900344EB-ED6F-943E-E46B-D39A001589C2}"/>
                  </a:ext>
                </a:extLst>
              </p:cNvPr>
              <p:cNvSpPr/>
              <p:nvPr/>
            </p:nvSpPr>
            <p:spPr>
              <a:xfrm>
                <a:off x="4350050" y="8222679"/>
                <a:ext cx="669495" cy="20031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21E66421-D494-FCB1-135D-FE214D57552B}"/>
                  </a:ext>
                </a:extLst>
              </p:cNvPr>
              <p:cNvSpPr/>
              <p:nvPr/>
            </p:nvSpPr>
            <p:spPr>
              <a:xfrm rot="296513">
                <a:off x="4911011" y="6384328"/>
                <a:ext cx="67406" cy="190499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72717E9F-0BC6-D653-1C82-F354243C7592}"/>
                  </a:ext>
                </a:extLst>
              </p:cNvPr>
              <p:cNvSpPr/>
              <p:nvPr/>
            </p:nvSpPr>
            <p:spPr>
              <a:xfrm>
                <a:off x="5295995" y="5944839"/>
                <a:ext cx="261278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B503D174-187D-4A68-DD07-B372AD29EB07}"/>
                  </a:ext>
                </a:extLst>
              </p:cNvPr>
              <p:cNvSpPr/>
              <p:nvPr/>
            </p:nvSpPr>
            <p:spPr>
              <a:xfrm>
                <a:off x="5366011" y="5996510"/>
                <a:ext cx="115529" cy="15071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F9EE473-C7BD-1634-222F-0D6637EBE5E8}"/>
                  </a:ext>
                </a:extLst>
              </p:cNvPr>
              <p:cNvSpPr/>
              <p:nvPr/>
            </p:nvSpPr>
            <p:spPr>
              <a:xfrm>
                <a:off x="4495652" y="6003771"/>
                <a:ext cx="115529" cy="15071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1DBDD0EC-79D0-FCF0-AF5E-D1BFFECE8B1F}"/>
                </a:ext>
              </a:extLst>
            </p:cNvPr>
            <p:cNvSpPr/>
            <p:nvPr/>
          </p:nvSpPr>
          <p:spPr>
            <a:xfrm>
              <a:off x="6600139" y="3367711"/>
              <a:ext cx="1232186" cy="347260"/>
            </a:xfrm>
            <a:custGeom>
              <a:avLst/>
              <a:gdLst>
                <a:gd name="connsiteX0" fmla="*/ 584194 w 1232186"/>
                <a:gd name="connsiteY0" fmla="*/ 0 h 347260"/>
                <a:gd name="connsiteX1" fmla="*/ 1220462 w 1232186"/>
                <a:gd name="connsiteY1" fmla="*/ 326419 h 347260"/>
                <a:gd name="connsiteX2" fmla="*/ 1232186 w 1232186"/>
                <a:gd name="connsiteY2" fmla="*/ 347260 h 347260"/>
                <a:gd name="connsiteX3" fmla="*/ 0 w 1232186"/>
                <a:gd name="connsiteY3" fmla="*/ 347260 h 347260"/>
                <a:gd name="connsiteX4" fmla="*/ 0 w 1232186"/>
                <a:gd name="connsiteY4" fmla="*/ 265522 h 347260"/>
                <a:gd name="connsiteX5" fmla="*/ 41622 w 1232186"/>
                <a:gd name="connsiteY5" fmla="*/ 216848 h 347260"/>
                <a:gd name="connsiteX6" fmla="*/ 584194 w 1232186"/>
                <a:gd name="connsiteY6" fmla="*/ 0 h 34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2186" h="347260">
                  <a:moveTo>
                    <a:pt x="584194" y="0"/>
                  </a:moveTo>
                  <a:cubicBezTo>
                    <a:pt x="849053" y="0"/>
                    <a:pt x="1082570" y="129481"/>
                    <a:pt x="1220462" y="326419"/>
                  </a:cubicBezTo>
                  <a:lnTo>
                    <a:pt x="1232186" y="347260"/>
                  </a:lnTo>
                  <a:lnTo>
                    <a:pt x="0" y="347260"/>
                  </a:lnTo>
                  <a:lnTo>
                    <a:pt x="0" y="265522"/>
                  </a:lnTo>
                  <a:lnTo>
                    <a:pt x="41622" y="216848"/>
                  </a:lnTo>
                  <a:cubicBezTo>
                    <a:pt x="180478" y="82868"/>
                    <a:pt x="372307" y="0"/>
                    <a:pt x="584194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354F3DB9-B9E8-C4F4-7E2F-B0980E37AC6C}"/>
                </a:ext>
              </a:extLst>
            </p:cNvPr>
            <p:cNvSpPr/>
            <p:nvPr/>
          </p:nvSpPr>
          <p:spPr>
            <a:xfrm rot="21346442">
              <a:off x="7729729" y="3685812"/>
              <a:ext cx="205192" cy="305266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CAA3594C-0449-F013-0C33-E57D7A6D2F3A}"/>
                </a:ext>
              </a:extLst>
            </p:cNvPr>
            <p:cNvSpPr/>
            <p:nvPr/>
          </p:nvSpPr>
          <p:spPr>
            <a:xfrm rot="1390805" flipH="1">
              <a:off x="6537758" y="3590147"/>
              <a:ext cx="114064" cy="305266"/>
            </a:xfrm>
            <a:custGeom>
              <a:avLst/>
              <a:gdLst>
                <a:gd name="connsiteX0" fmla="*/ 0 w 114064"/>
                <a:gd name="connsiteY0" fmla="*/ 0 h 305266"/>
                <a:gd name="connsiteX1" fmla="*/ 55131 w 114064"/>
                <a:gd name="connsiteY1" fmla="*/ 0 h 305266"/>
                <a:gd name="connsiteX2" fmla="*/ 89680 w 114064"/>
                <a:gd name="connsiteY2" fmla="*/ 61418 h 305266"/>
                <a:gd name="connsiteX3" fmla="*/ 114064 w 114064"/>
                <a:gd name="connsiteY3" fmla="*/ 137214 h 305266"/>
                <a:gd name="connsiteX4" fmla="*/ 114064 w 114064"/>
                <a:gd name="connsiteY4" fmla="*/ 305266 h 305266"/>
                <a:gd name="connsiteX5" fmla="*/ 109661 w 114064"/>
                <a:gd name="connsiteY5" fmla="*/ 305266 h 305266"/>
                <a:gd name="connsiteX6" fmla="*/ 98475 w 114064"/>
                <a:gd name="connsiteY6" fmla="*/ 234551 h 305266"/>
                <a:gd name="connsiteX7" fmla="*/ 53765 w 114064"/>
                <a:gd name="connsiteY7" fmla="*/ 95577 h 305266"/>
                <a:gd name="connsiteX8" fmla="*/ 0 w 114064"/>
                <a:gd name="connsiteY8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064" h="305266">
                  <a:moveTo>
                    <a:pt x="0" y="0"/>
                  </a:moveTo>
                  <a:lnTo>
                    <a:pt x="55131" y="0"/>
                  </a:lnTo>
                  <a:lnTo>
                    <a:pt x="89680" y="61418"/>
                  </a:lnTo>
                  <a:lnTo>
                    <a:pt x="114064" y="137214"/>
                  </a:lnTo>
                  <a:lnTo>
                    <a:pt x="114064" y="305266"/>
                  </a:lnTo>
                  <a:lnTo>
                    <a:pt x="109661" y="305266"/>
                  </a:lnTo>
                  <a:lnTo>
                    <a:pt x="98475" y="234551"/>
                  </a:lnTo>
                  <a:cubicBezTo>
                    <a:pt x="88255" y="186355"/>
                    <a:pt x="73180" y="139865"/>
                    <a:pt x="53765" y="955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" name="angry-cat-meow-82091">
            <a:hlinkClick r:id="" action="ppaction://media"/>
            <a:extLst>
              <a:ext uri="{FF2B5EF4-FFF2-40B4-BE49-F238E27FC236}">
                <a16:creationId xmlns:a16="http://schemas.microsoft.com/office/drawing/2014/main" id="{8F54C5D7-4B5D-36DC-BC31-11763C17D0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26023" y="5915787"/>
            <a:ext cx="609600" cy="609600"/>
          </a:xfrm>
          <a:prstGeom prst="rect">
            <a:avLst/>
          </a:prstGeom>
        </p:spPr>
      </p:pic>
      <p:pic>
        <p:nvPicPr>
          <p:cNvPr id="13" name="emojimouth">
            <a:hlinkClick r:id="" action="ppaction://media"/>
            <a:extLst>
              <a:ext uri="{FF2B5EF4-FFF2-40B4-BE49-F238E27FC236}">
                <a16:creationId xmlns:a16="http://schemas.microsoft.com/office/drawing/2014/main" id="{610AB146-B3B8-019B-4E1F-CDF6AE10D8E2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300" end="2376.3"/>
                </p14:media>
              </p:ext>
            </p:extLst>
          </p:nvPr>
        </p:nvPicPr>
        <p:blipFill rotWithShape="1">
          <a:blip r:embed="rId9"/>
          <a:srcRect l="49010" t="20632" r="43027" b="69011"/>
          <a:stretch/>
        </p:blipFill>
        <p:spPr>
          <a:xfrm flipH="1">
            <a:off x="3474391" y="7256353"/>
            <a:ext cx="299110" cy="21882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52798D1-7DC4-B240-B08E-E265B8CD38E0}"/>
              </a:ext>
            </a:extLst>
          </p:cNvPr>
          <p:cNvGrpSpPr/>
          <p:nvPr/>
        </p:nvGrpSpPr>
        <p:grpSpPr>
          <a:xfrm>
            <a:off x="2194070" y="7261110"/>
            <a:ext cx="2567025" cy="2456467"/>
            <a:chOff x="3802406" y="6026870"/>
            <a:chExt cx="2567025" cy="2456467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12F15CC4-E5C6-085E-A98C-39578E7A8F25}"/>
                </a:ext>
              </a:extLst>
            </p:cNvPr>
            <p:cNvGrpSpPr/>
            <p:nvPr/>
          </p:nvGrpSpPr>
          <p:grpSpPr>
            <a:xfrm>
              <a:off x="3802406" y="7027093"/>
              <a:ext cx="1339525" cy="1456244"/>
              <a:chOff x="4838582" y="6253248"/>
              <a:chExt cx="851843" cy="926068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1BBFFDC4-56CE-F49A-E29F-EE53EE810918}"/>
                  </a:ext>
                </a:extLst>
              </p:cNvPr>
              <p:cNvGrpSpPr/>
              <p:nvPr/>
            </p:nvGrpSpPr>
            <p:grpSpPr>
              <a:xfrm>
                <a:off x="4838582" y="6321518"/>
                <a:ext cx="851843" cy="857798"/>
                <a:chOff x="4838582" y="6321518"/>
                <a:chExt cx="851843" cy="857798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998D5821-6926-1FC2-4BBE-ACF9E1D5D316}"/>
                    </a:ext>
                  </a:extLst>
                </p:cNvPr>
                <p:cNvSpPr/>
                <p:nvPr/>
              </p:nvSpPr>
              <p:spPr>
                <a:xfrm>
                  <a:off x="4906206" y="6321518"/>
                  <a:ext cx="784219" cy="798428"/>
                </a:xfrm>
                <a:custGeom>
                  <a:avLst/>
                  <a:gdLst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8421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76200 w 784219"/>
                    <a:gd name="connsiteY3" fmla="*/ 775568 h 783188"/>
                    <a:gd name="connsiteX4" fmla="*/ 0 w 784219"/>
                    <a:gd name="connsiteY4" fmla="*/ 0 h 783188"/>
                    <a:gd name="connsiteX0" fmla="*/ 0 w 784219"/>
                    <a:gd name="connsiteY0" fmla="*/ 0 h 798428"/>
                    <a:gd name="connsiteX1" fmla="*/ 784219 w 784219"/>
                    <a:gd name="connsiteY1" fmla="*/ 0 h 798428"/>
                    <a:gd name="connsiteX2" fmla="*/ 715639 w 784219"/>
                    <a:gd name="connsiteY2" fmla="*/ 783188 h 798428"/>
                    <a:gd name="connsiteX3" fmla="*/ 76200 w 784219"/>
                    <a:gd name="connsiteY3" fmla="*/ 798428 h 798428"/>
                    <a:gd name="connsiteX4" fmla="*/ 0 w 784219"/>
                    <a:gd name="connsiteY4" fmla="*/ 0 h 798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4219" h="798428">
                      <a:moveTo>
                        <a:pt x="0" y="0"/>
                      </a:moveTo>
                      <a:lnTo>
                        <a:pt x="784219" y="0"/>
                      </a:lnTo>
                      <a:lnTo>
                        <a:pt x="715639" y="783188"/>
                      </a:lnTo>
                      <a:lnTo>
                        <a:pt x="76200" y="7984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7F0DEC8F-A03B-BF98-C7C0-7E306AC4B1C2}"/>
                    </a:ext>
                  </a:extLst>
                </p:cNvPr>
                <p:cNvSpPr/>
                <p:nvPr/>
              </p:nvSpPr>
              <p:spPr>
                <a:xfrm rot="416330">
                  <a:off x="5578672" y="6330660"/>
                  <a:ext cx="88859" cy="824471"/>
                </a:xfrm>
                <a:custGeom>
                  <a:avLst/>
                  <a:gdLst>
                    <a:gd name="connsiteX0" fmla="*/ 0 w 45719"/>
                    <a:gd name="connsiteY0" fmla="*/ 0 h 798428"/>
                    <a:gd name="connsiteX1" fmla="*/ 45719 w 45719"/>
                    <a:gd name="connsiteY1" fmla="*/ 0 h 798428"/>
                    <a:gd name="connsiteX2" fmla="*/ 45719 w 45719"/>
                    <a:gd name="connsiteY2" fmla="*/ 798428 h 798428"/>
                    <a:gd name="connsiteX3" fmla="*/ 0 w 45719"/>
                    <a:gd name="connsiteY3" fmla="*/ 798428 h 798428"/>
                    <a:gd name="connsiteX4" fmla="*/ 0 w 45719"/>
                    <a:gd name="connsiteY4" fmla="*/ 0 h 798428"/>
                    <a:gd name="connsiteX0" fmla="*/ 0 w 67398"/>
                    <a:gd name="connsiteY0" fmla="*/ 5837 h 798428"/>
                    <a:gd name="connsiteX1" fmla="*/ 67398 w 67398"/>
                    <a:gd name="connsiteY1" fmla="*/ 0 h 798428"/>
                    <a:gd name="connsiteX2" fmla="*/ 67398 w 67398"/>
                    <a:gd name="connsiteY2" fmla="*/ 798428 h 798428"/>
                    <a:gd name="connsiteX3" fmla="*/ 21679 w 67398"/>
                    <a:gd name="connsiteY3" fmla="*/ 798428 h 798428"/>
                    <a:gd name="connsiteX4" fmla="*/ 0 w 67398"/>
                    <a:gd name="connsiteY4" fmla="*/ 5837 h 798428"/>
                    <a:gd name="connsiteX0" fmla="*/ 0 w 67398"/>
                    <a:gd name="connsiteY0" fmla="*/ 49577 h 842168"/>
                    <a:gd name="connsiteX1" fmla="*/ 58876 w 67398"/>
                    <a:gd name="connsiteY1" fmla="*/ 0 h 842168"/>
                    <a:gd name="connsiteX2" fmla="*/ 67398 w 67398"/>
                    <a:gd name="connsiteY2" fmla="*/ 842168 h 842168"/>
                    <a:gd name="connsiteX3" fmla="*/ 21679 w 67398"/>
                    <a:gd name="connsiteY3" fmla="*/ 842168 h 842168"/>
                    <a:gd name="connsiteX4" fmla="*/ 0 w 67398"/>
                    <a:gd name="connsiteY4" fmla="*/ 49577 h 842168"/>
                    <a:gd name="connsiteX0" fmla="*/ 0 w 88859"/>
                    <a:gd name="connsiteY0" fmla="*/ 49577 h 842168"/>
                    <a:gd name="connsiteX1" fmla="*/ 58876 w 88859"/>
                    <a:gd name="connsiteY1" fmla="*/ 0 h 842168"/>
                    <a:gd name="connsiteX2" fmla="*/ 88859 w 88859"/>
                    <a:gd name="connsiteY2" fmla="*/ 781984 h 842168"/>
                    <a:gd name="connsiteX3" fmla="*/ 21679 w 88859"/>
                    <a:gd name="connsiteY3" fmla="*/ 842168 h 842168"/>
                    <a:gd name="connsiteX4" fmla="*/ 0 w 88859"/>
                    <a:gd name="connsiteY4" fmla="*/ 49577 h 842168"/>
                    <a:gd name="connsiteX0" fmla="*/ 0 w 88859"/>
                    <a:gd name="connsiteY0" fmla="*/ 49577 h 839866"/>
                    <a:gd name="connsiteX1" fmla="*/ 58876 w 88859"/>
                    <a:gd name="connsiteY1" fmla="*/ 0 h 839866"/>
                    <a:gd name="connsiteX2" fmla="*/ 88859 w 88859"/>
                    <a:gd name="connsiteY2" fmla="*/ 781984 h 839866"/>
                    <a:gd name="connsiteX3" fmla="*/ 40589 w 88859"/>
                    <a:gd name="connsiteY3" fmla="*/ 839866 h 839866"/>
                    <a:gd name="connsiteX4" fmla="*/ 0 w 88859"/>
                    <a:gd name="connsiteY4" fmla="*/ 49577 h 839866"/>
                    <a:gd name="connsiteX0" fmla="*/ 0 w 88859"/>
                    <a:gd name="connsiteY0" fmla="*/ 49577 h 841017"/>
                    <a:gd name="connsiteX1" fmla="*/ 58876 w 88859"/>
                    <a:gd name="connsiteY1" fmla="*/ 0 h 841017"/>
                    <a:gd name="connsiteX2" fmla="*/ 88859 w 88859"/>
                    <a:gd name="connsiteY2" fmla="*/ 781984 h 841017"/>
                    <a:gd name="connsiteX3" fmla="*/ 31134 w 88859"/>
                    <a:gd name="connsiteY3" fmla="*/ 841017 h 841017"/>
                    <a:gd name="connsiteX4" fmla="*/ 0 w 88859"/>
                    <a:gd name="connsiteY4" fmla="*/ 49577 h 841017"/>
                    <a:gd name="connsiteX0" fmla="*/ 0 w 88859"/>
                    <a:gd name="connsiteY0" fmla="*/ 49577 h 833926"/>
                    <a:gd name="connsiteX1" fmla="*/ 58876 w 88859"/>
                    <a:gd name="connsiteY1" fmla="*/ 0 h 833926"/>
                    <a:gd name="connsiteX2" fmla="*/ 88859 w 88859"/>
                    <a:gd name="connsiteY2" fmla="*/ 781984 h 833926"/>
                    <a:gd name="connsiteX3" fmla="*/ 30271 w 88859"/>
                    <a:gd name="connsiteY3" fmla="*/ 833926 h 833926"/>
                    <a:gd name="connsiteX4" fmla="*/ 0 w 88859"/>
                    <a:gd name="connsiteY4" fmla="*/ 49577 h 833926"/>
                    <a:gd name="connsiteX0" fmla="*/ 0 w 88859"/>
                    <a:gd name="connsiteY0" fmla="*/ 49577 h 823608"/>
                    <a:gd name="connsiteX1" fmla="*/ 58876 w 88859"/>
                    <a:gd name="connsiteY1" fmla="*/ 0 h 823608"/>
                    <a:gd name="connsiteX2" fmla="*/ 88859 w 88859"/>
                    <a:gd name="connsiteY2" fmla="*/ 781984 h 823608"/>
                    <a:gd name="connsiteX3" fmla="*/ 36212 w 88859"/>
                    <a:gd name="connsiteY3" fmla="*/ 823608 h 823608"/>
                    <a:gd name="connsiteX4" fmla="*/ 0 w 88859"/>
                    <a:gd name="connsiteY4" fmla="*/ 49577 h 823608"/>
                    <a:gd name="connsiteX0" fmla="*/ 0 w 88859"/>
                    <a:gd name="connsiteY0" fmla="*/ 49577 h 824471"/>
                    <a:gd name="connsiteX1" fmla="*/ 58876 w 88859"/>
                    <a:gd name="connsiteY1" fmla="*/ 0 h 824471"/>
                    <a:gd name="connsiteX2" fmla="*/ 88859 w 88859"/>
                    <a:gd name="connsiteY2" fmla="*/ 781984 h 824471"/>
                    <a:gd name="connsiteX3" fmla="*/ 29120 w 88859"/>
                    <a:gd name="connsiteY3" fmla="*/ 824471 h 824471"/>
                    <a:gd name="connsiteX4" fmla="*/ 0 w 88859"/>
                    <a:gd name="connsiteY4" fmla="*/ 49577 h 824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859" h="824471">
                      <a:moveTo>
                        <a:pt x="0" y="49577"/>
                      </a:moveTo>
                      <a:lnTo>
                        <a:pt x="58876" y="0"/>
                      </a:lnTo>
                      <a:cubicBezTo>
                        <a:pt x="61717" y="280723"/>
                        <a:pt x="86018" y="501261"/>
                        <a:pt x="88859" y="781984"/>
                      </a:cubicBezTo>
                      <a:lnTo>
                        <a:pt x="29120" y="824471"/>
                      </a:lnTo>
                      <a:lnTo>
                        <a:pt x="0" y="49577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Rectangle 127">
                  <a:extLst>
                    <a:ext uri="{FF2B5EF4-FFF2-40B4-BE49-F238E27FC236}">
                      <a16:creationId xmlns:a16="http://schemas.microsoft.com/office/drawing/2014/main" id="{5DA809EA-4A03-6380-D362-2467A471ECE0}"/>
                    </a:ext>
                  </a:extLst>
                </p:cNvPr>
                <p:cNvSpPr/>
                <p:nvPr/>
              </p:nvSpPr>
              <p:spPr>
                <a:xfrm rot="21328516">
                  <a:off x="4879023" y="6323738"/>
                  <a:ext cx="88859" cy="824471"/>
                </a:xfrm>
                <a:custGeom>
                  <a:avLst/>
                  <a:gdLst>
                    <a:gd name="connsiteX0" fmla="*/ 0 w 45719"/>
                    <a:gd name="connsiteY0" fmla="*/ 0 h 798428"/>
                    <a:gd name="connsiteX1" fmla="*/ 45719 w 45719"/>
                    <a:gd name="connsiteY1" fmla="*/ 0 h 798428"/>
                    <a:gd name="connsiteX2" fmla="*/ 45719 w 45719"/>
                    <a:gd name="connsiteY2" fmla="*/ 798428 h 798428"/>
                    <a:gd name="connsiteX3" fmla="*/ 0 w 45719"/>
                    <a:gd name="connsiteY3" fmla="*/ 798428 h 798428"/>
                    <a:gd name="connsiteX4" fmla="*/ 0 w 45719"/>
                    <a:gd name="connsiteY4" fmla="*/ 0 h 798428"/>
                    <a:gd name="connsiteX0" fmla="*/ 0 w 67398"/>
                    <a:gd name="connsiteY0" fmla="*/ 5837 h 798428"/>
                    <a:gd name="connsiteX1" fmla="*/ 67398 w 67398"/>
                    <a:gd name="connsiteY1" fmla="*/ 0 h 798428"/>
                    <a:gd name="connsiteX2" fmla="*/ 67398 w 67398"/>
                    <a:gd name="connsiteY2" fmla="*/ 798428 h 798428"/>
                    <a:gd name="connsiteX3" fmla="*/ 21679 w 67398"/>
                    <a:gd name="connsiteY3" fmla="*/ 798428 h 798428"/>
                    <a:gd name="connsiteX4" fmla="*/ 0 w 67398"/>
                    <a:gd name="connsiteY4" fmla="*/ 5837 h 798428"/>
                    <a:gd name="connsiteX0" fmla="*/ 0 w 67398"/>
                    <a:gd name="connsiteY0" fmla="*/ 49577 h 842168"/>
                    <a:gd name="connsiteX1" fmla="*/ 58876 w 67398"/>
                    <a:gd name="connsiteY1" fmla="*/ 0 h 842168"/>
                    <a:gd name="connsiteX2" fmla="*/ 67398 w 67398"/>
                    <a:gd name="connsiteY2" fmla="*/ 842168 h 842168"/>
                    <a:gd name="connsiteX3" fmla="*/ 21679 w 67398"/>
                    <a:gd name="connsiteY3" fmla="*/ 842168 h 842168"/>
                    <a:gd name="connsiteX4" fmla="*/ 0 w 67398"/>
                    <a:gd name="connsiteY4" fmla="*/ 49577 h 842168"/>
                    <a:gd name="connsiteX0" fmla="*/ 0 w 88859"/>
                    <a:gd name="connsiteY0" fmla="*/ 49577 h 842168"/>
                    <a:gd name="connsiteX1" fmla="*/ 58876 w 88859"/>
                    <a:gd name="connsiteY1" fmla="*/ 0 h 842168"/>
                    <a:gd name="connsiteX2" fmla="*/ 88859 w 88859"/>
                    <a:gd name="connsiteY2" fmla="*/ 781984 h 842168"/>
                    <a:gd name="connsiteX3" fmla="*/ 21679 w 88859"/>
                    <a:gd name="connsiteY3" fmla="*/ 842168 h 842168"/>
                    <a:gd name="connsiteX4" fmla="*/ 0 w 88859"/>
                    <a:gd name="connsiteY4" fmla="*/ 49577 h 842168"/>
                    <a:gd name="connsiteX0" fmla="*/ 0 w 88859"/>
                    <a:gd name="connsiteY0" fmla="*/ 49577 h 839866"/>
                    <a:gd name="connsiteX1" fmla="*/ 58876 w 88859"/>
                    <a:gd name="connsiteY1" fmla="*/ 0 h 839866"/>
                    <a:gd name="connsiteX2" fmla="*/ 88859 w 88859"/>
                    <a:gd name="connsiteY2" fmla="*/ 781984 h 839866"/>
                    <a:gd name="connsiteX3" fmla="*/ 40589 w 88859"/>
                    <a:gd name="connsiteY3" fmla="*/ 839866 h 839866"/>
                    <a:gd name="connsiteX4" fmla="*/ 0 w 88859"/>
                    <a:gd name="connsiteY4" fmla="*/ 49577 h 839866"/>
                    <a:gd name="connsiteX0" fmla="*/ 0 w 88859"/>
                    <a:gd name="connsiteY0" fmla="*/ 49577 h 841017"/>
                    <a:gd name="connsiteX1" fmla="*/ 58876 w 88859"/>
                    <a:gd name="connsiteY1" fmla="*/ 0 h 841017"/>
                    <a:gd name="connsiteX2" fmla="*/ 88859 w 88859"/>
                    <a:gd name="connsiteY2" fmla="*/ 781984 h 841017"/>
                    <a:gd name="connsiteX3" fmla="*/ 31134 w 88859"/>
                    <a:gd name="connsiteY3" fmla="*/ 841017 h 841017"/>
                    <a:gd name="connsiteX4" fmla="*/ 0 w 88859"/>
                    <a:gd name="connsiteY4" fmla="*/ 49577 h 841017"/>
                    <a:gd name="connsiteX0" fmla="*/ 0 w 88859"/>
                    <a:gd name="connsiteY0" fmla="*/ 49577 h 833926"/>
                    <a:gd name="connsiteX1" fmla="*/ 58876 w 88859"/>
                    <a:gd name="connsiteY1" fmla="*/ 0 h 833926"/>
                    <a:gd name="connsiteX2" fmla="*/ 88859 w 88859"/>
                    <a:gd name="connsiteY2" fmla="*/ 781984 h 833926"/>
                    <a:gd name="connsiteX3" fmla="*/ 30271 w 88859"/>
                    <a:gd name="connsiteY3" fmla="*/ 833926 h 833926"/>
                    <a:gd name="connsiteX4" fmla="*/ 0 w 88859"/>
                    <a:gd name="connsiteY4" fmla="*/ 49577 h 833926"/>
                    <a:gd name="connsiteX0" fmla="*/ 0 w 88859"/>
                    <a:gd name="connsiteY0" fmla="*/ 49577 h 823608"/>
                    <a:gd name="connsiteX1" fmla="*/ 58876 w 88859"/>
                    <a:gd name="connsiteY1" fmla="*/ 0 h 823608"/>
                    <a:gd name="connsiteX2" fmla="*/ 88859 w 88859"/>
                    <a:gd name="connsiteY2" fmla="*/ 781984 h 823608"/>
                    <a:gd name="connsiteX3" fmla="*/ 36212 w 88859"/>
                    <a:gd name="connsiteY3" fmla="*/ 823608 h 823608"/>
                    <a:gd name="connsiteX4" fmla="*/ 0 w 88859"/>
                    <a:gd name="connsiteY4" fmla="*/ 49577 h 823608"/>
                    <a:gd name="connsiteX0" fmla="*/ 0 w 88859"/>
                    <a:gd name="connsiteY0" fmla="*/ 49577 h 824471"/>
                    <a:gd name="connsiteX1" fmla="*/ 58876 w 88859"/>
                    <a:gd name="connsiteY1" fmla="*/ 0 h 824471"/>
                    <a:gd name="connsiteX2" fmla="*/ 88859 w 88859"/>
                    <a:gd name="connsiteY2" fmla="*/ 781984 h 824471"/>
                    <a:gd name="connsiteX3" fmla="*/ 29120 w 88859"/>
                    <a:gd name="connsiteY3" fmla="*/ 824471 h 824471"/>
                    <a:gd name="connsiteX4" fmla="*/ 0 w 88859"/>
                    <a:gd name="connsiteY4" fmla="*/ 49577 h 824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859" h="824471">
                      <a:moveTo>
                        <a:pt x="0" y="49577"/>
                      </a:moveTo>
                      <a:lnTo>
                        <a:pt x="58876" y="0"/>
                      </a:lnTo>
                      <a:cubicBezTo>
                        <a:pt x="61717" y="280723"/>
                        <a:pt x="86018" y="501261"/>
                        <a:pt x="88859" y="781984"/>
                      </a:cubicBezTo>
                      <a:lnTo>
                        <a:pt x="29120" y="824471"/>
                      </a:lnTo>
                      <a:lnTo>
                        <a:pt x="0" y="49577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4A1C701D-FC4A-A789-BC0A-93A9069E2FFD}"/>
                    </a:ext>
                  </a:extLst>
                </p:cNvPr>
                <p:cNvGrpSpPr/>
                <p:nvPr/>
              </p:nvGrpSpPr>
              <p:grpSpPr>
                <a:xfrm>
                  <a:off x="4838582" y="6334848"/>
                  <a:ext cx="784219" cy="844468"/>
                  <a:chOff x="4838582" y="6334848"/>
                  <a:chExt cx="784219" cy="844468"/>
                </a:xfrm>
              </p:grpSpPr>
              <p:sp>
                <p:nvSpPr>
                  <p:cNvPr id="149" name="Oval 128">
                    <a:extLst>
                      <a:ext uri="{FF2B5EF4-FFF2-40B4-BE49-F238E27FC236}">
                        <a16:creationId xmlns:a16="http://schemas.microsoft.com/office/drawing/2014/main" id="{FAC18195-82CE-FD57-A4D1-15571D176C6D}"/>
                      </a:ext>
                    </a:extLst>
                  </p:cNvPr>
                  <p:cNvSpPr/>
                  <p:nvPr/>
                </p:nvSpPr>
                <p:spPr>
                  <a:xfrm>
                    <a:off x="5019039" y="6334848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0" name="Oval 128">
                    <a:extLst>
                      <a:ext uri="{FF2B5EF4-FFF2-40B4-BE49-F238E27FC236}">
                        <a16:creationId xmlns:a16="http://schemas.microsoft.com/office/drawing/2014/main" id="{75067309-22D0-F238-34B7-B9133BBE4CE2}"/>
                      </a:ext>
                    </a:extLst>
                  </p:cNvPr>
                  <p:cNvSpPr/>
                  <p:nvPr/>
                </p:nvSpPr>
                <p:spPr>
                  <a:xfrm rot="11191403">
                    <a:off x="5292098" y="6357821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2" name="Rectangle 2">
                    <a:extLst>
                      <a:ext uri="{FF2B5EF4-FFF2-40B4-BE49-F238E27FC236}">
                        <a16:creationId xmlns:a16="http://schemas.microsoft.com/office/drawing/2014/main" id="{5CE78901-35F5-E0BE-9777-87E45A32529C}"/>
                      </a:ext>
                    </a:extLst>
                  </p:cNvPr>
                  <p:cNvSpPr/>
                  <p:nvPr/>
                </p:nvSpPr>
                <p:spPr>
                  <a:xfrm>
                    <a:off x="4838582" y="6380888"/>
                    <a:ext cx="784219" cy="798428"/>
                  </a:xfrm>
                  <a:custGeom>
                    <a:avLst/>
                    <a:gdLst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84219 w 784219"/>
                      <a:gd name="connsiteY2" fmla="*/ 783188 h 783188"/>
                      <a:gd name="connsiteX3" fmla="*/ 0 w 784219"/>
                      <a:gd name="connsiteY3" fmla="*/ 78318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15639 w 784219"/>
                      <a:gd name="connsiteY2" fmla="*/ 783188 h 783188"/>
                      <a:gd name="connsiteX3" fmla="*/ 0 w 784219"/>
                      <a:gd name="connsiteY3" fmla="*/ 78318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83188"/>
                      <a:gd name="connsiteX1" fmla="*/ 784219 w 784219"/>
                      <a:gd name="connsiteY1" fmla="*/ 0 h 783188"/>
                      <a:gd name="connsiteX2" fmla="*/ 715639 w 784219"/>
                      <a:gd name="connsiteY2" fmla="*/ 783188 h 783188"/>
                      <a:gd name="connsiteX3" fmla="*/ 76200 w 784219"/>
                      <a:gd name="connsiteY3" fmla="*/ 775568 h 783188"/>
                      <a:gd name="connsiteX4" fmla="*/ 0 w 784219"/>
                      <a:gd name="connsiteY4" fmla="*/ 0 h 783188"/>
                      <a:gd name="connsiteX0" fmla="*/ 0 w 784219"/>
                      <a:gd name="connsiteY0" fmla="*/ 0 h 798428"/>
                      <a:gd name="connsiteX1" fmla="*/ 784219 w 784219"/>
                      <a:gd name="connsiteY1" fmla="*/ 0 h 798428"/>
                      <a:gd name="connsiteX2" fmla="*/ 715639 w 784219"/>
                      <a:gd name="connsiteY2" fmla="*/ 783188 h 798428"/>
                      <a:gd name="connsiteX3" fmla="*/ 76200 w 784219"/>
                      <a:gd name="connsiteY3" fmla="*/ 798428 h 798428"/>
                      <a:gd name="connsiteX4" fmla="*/ 0 w 784219"/>
                      <a:gd name="connsiteY4" fmla="*/ 0 h 7984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84219" h="798428">
                        <a:moveTo>
                          <a:pt x="0" y="0"/>
                        </a:moveTo>
                        <a:lnTo>
                          <a:pt x="784219" y="0"/>
                        </a:lnTo>
                        <a:lnTo>
                          <a:pt x="715639" y="783188"/>
                        </a:lnTo>
                        <a:lnTo>
                          <a:pt x="76200" y="7984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CF2EB64C-D9B5-DB8A-8115-2DDD9BAD9B65}"/>
                      </a:ext>
                    </a:extLst>
                  </p:cNvPr>
                  <p:cNvSpPr/>
                  <p:nvPr/>
                </p:nvSpPr>
                <p:spPr>
                  <a:xfrm>
                    <a:off x="4893735" y="6455049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0" name="Oval 128">
                    <a:extLst>
                      <a:ext uri="{FF2B5EF4-FFF2-40B4-BE49-F238E27FC236}">
                        <a16:creationId xmlns:a16="http://schemas.microsoft.com/office/drawing/2014/main" id="{DC8D6816-6DD5-7E74-5AE3-351720B35AC1}"/>
                      </a:ext>
                    </a:extLst>
                  </p:cNvPr>
                  <p:cNvSpPr/>
                  <p:nvPr/>
                </p:nvSpPr>
                <p:spPr>
                  <a:xfrm rot="1655495">
                    <a:off x="4931903" y="6644793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1" name="Oval 128">
                    <a:extLst>
                      <a:ext uri="{FF2B5EF4-FFF2-40B4-BE49-F238E27FC236}">
                        <a16:creationId xmlns:a16="http://schemas.microsoft.com/office/drawing/2014/main" id="{C4000FCA-875D-F59A-26E9-4942DC779DE5}"/>
                      </a:ext>
                    </a:extLst>
                  </p:cNvPr>
                  <p:cNvSpPr/>
                  <p:nvPr/>
                </p:nvSpPr>
                <p:spPr>
                  <a:xfrm rot="4203571">
                    <a:off x="5093109" y="6542433"/>
                    <a:ext cx="176531" cy="101629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" name="Oval 128">
                    <a:extLst>
                      <a:ext uri="{FF2B5EF4-FFF2-40B4-BE49-F238E27FC236}">
                        <a16:creationId xmlns:a16="http://schemas.microsoft.com/office/drawing/2014/main" id="{B90D22FB-BFF8-ABB4-A2CD-11E55FE3D6F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364108" y="6819875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" name="Oval 128">
                    <a:extLst>
                      <a:ext uri="{FF2B5EF4-FFF2-40B4-BE49-F238E27FC236}">
                        <a16:creationId xmlns:a16="http://schemas.microsoft.com/office/drawing/2014/main" id="{626C1518-A50E-6F39-41D1-C05E80113A73}"/>
                      </a:ext>
                    </a:extLst>
                  </p:cNvPr>
                  <p:cNvSpPr/>
                  <p:nvPr/>
                </p:nvSpPr>
                <p:spPr>
                  <a:xfrm rot="17855495">
                    <a:off x="5232077" y="7002015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Oval 128">
                    <a:extLst>
                      <a:ext uri="{FF2B5EF4-FFF2-40B4-BE49-F238E27FC236}">
                        <a16:creationId xmlns:a16="http://schemas.microsoft.com/office/drawing/2014/main" id="{DB2442CE-70E1-3A1A-23BC-30FEB62E9D7C}"/>
                      </a:ext>
                    </a:extLst>
                  </p:cNvPr>
                  <p:cNvSpPr/>
                  <p:nvPr/>
                </p:nvSpPr>
                <p:spPr>
                  <a:xfrm rot="20403571">
                    <a:off x="5377359" y="7028795"/>
                    <a:ext cx="176531" cy="101629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5" name="Oval 128">
                    <a:extLst>
                      <a:ext uri="{FF2B5EF4-FFF2-40B4-BE49-F238E27FC236}">
                        <a16:creationId xmlns:a16="http://schemas.microsoft.com/office/drawing/2014/main" id="{95D87115-5C13-B385-4163-BFEC10C7A100}"/>
                      </a:ext>
                    </a:extLst>
                  </p:cNvPr>
                  <p:cNvSpPr/>
                  <p:nvPr/>
                </p:nvSpPr>
                <p:spPr>
                  <a:xfrm rot="14880045">
                    <a:off x="4881259" y="6805446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Oval 128">
                    <a:extLst>
                      <a:ext uri="{FF2B5EF4-FFF2-40B4-BE49-F238E27FC236}">
                        <a16:creationId xmlns:a16="http://schemas.microsoft.com/office/drawing/2014/main" id="{BE9CB488-EF0C-2E09-9746-AD41F82A3AC3}"/>
                      </a:ext>
                    </a:extLst>
                  </p:cNvPr>
                  <p:cNvSpPr/>
                  <p:nvPr/>
                </p:nvSpPr>
                <p:spPr>
                  <a:xfrm rot="6087391">
                    <a:off x="5050010" y="6937627"/>
                    <a:ext cx="176531" cy="58134"/>
                  </a:xfrm>
                  <a:custGeom>
                    <a:avLst/>
                    <a:gdLst>
                      <a:gd name="connsiteX0" fmla="*/ 0 w 162141"/>
                      <a:gd name="connsiteY0" fmla="*/ 22860 h 45719"/>
                      <a:gd name="connsiteX1" fmla="*/ 81071 w 162141"/>
                      <a:gd name="connsiteY1" fmla="*/ 0 h 45719"/>
                      <a:gd name="connsiteX2" fmla="*/ 162142 w 162141"/>
                      <a:gd name="connsiteY2" fmla="*/ 22860 h 45719"/>
                      <a:gd name="connsiteX3" fmla="*/ 81071 w 162141"/>
                      <a:gd name="connsiteY3" fmla="*/ 45720 h 45719"/>
                      <a:gd name="connsiteX4" fmla="*/ 0 w 162141"/>
                      <a:gd name="connsiteY4" fmla="*/ 22860 h 45719"/>
                      <a:gd name="connsiteX0" fmla="*/ 14 w 162156"/>
                      <a:gd name="connsiteY0" fmla="*/ 22860 h 60007"/>
                      <a:gd name="connsiteX1" fmla="*/ 81085 w 162156"/>
                      <a:gd name="connsiteY1" fmla="*/ 0 h 60007"/>
                      <a:gd name="connsiteX2" fmla="*/ 162156 w 162156"/>
                      <a:gd name="connsiteY2" fmla="*/ 22860 h 60007"/>
                      <a:gd name="connsiteX3" fmla="*/ 76322 w 162156"/>
                      <a:gd name="connsiteY3" fmla="*/ 60007 h 60007"/>
                      <a:gd name="connsiteX4" fmla="*/ 14 w 162156"/>
                      <a:gd name="connsiteY4" fmla="*/ 22860 h 60007"/>
                      <a:gd name="connsiteX0" fmla="*/ 10 w 176439"/>
                      <a:gd name="connsiteY0" fmla="*/ 23301 h 60511"/>
                      <a:gd name="connsiteX1" fmla="*/ 81081 w 176439"/>
                      <a:gd name="connsiteY1" fmla="*/ 441 h 60511"/>
                      <a:gd name="connsiteX2" fmla="*/ 176439 w 176439"/>
                      <a:gd name="connsiteY2" fmla="*/ 13776 h 60511"/>
                      <a:gd name="connsiteX3" fmla="*/ 76318 w 176439"/>
                      <a:gd name="connsiteY3" fmla="*/ 60448 h 60511"/>
                      <a:gd name="connsiteX4" fmla="*/ 10 w 176439"/>
                      <a:gd name="connsiteY4" fmla="*/ 23301 h 60511"/>
                      <a:gd name="connsiteX0" fmla="*/ 102 w 176531"/>
                      <a:gd name="connsiteY0" fmla="*/ 23301 h 58134"/>
                      <a:gd name="connsiteX1" fmla="*/ 81173 w 176531"/>
                      <a:gd name="connsiteY1" fmla="*/ 441 h 58134"/>
                      <a:gd name="connsiteX2" fmla="*/ 176531 w 176531"/>
                      <a:gd name="connsiteY2" fmla="*/ 13776 h 58134"/>
                      <a:gd name="connsiteX3" fmla="*/ 97841 w 176531"/>
                      <a:gd name="connsiteY3" fmla="*/ 58067 h 58134"/>
                      <a:gd name="connsiteX4" fmla="*/ 102 w 176531"/>
                      <a:gd name="connsiteY4" fmla="*/ 23301 h 581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6531" h="58134">
                        <a:moveTo>
                          <a:pt x="102" y="23301"/>
                        </a:moveTo>
                        <a:cubicBezTo>
                          <a:pt x="-2676" y="13697"/>
                          <a:pt x="51768" y="2028"/>
                          <a:pt x="81173" y="441"/>
                        </a:cubicBezTo>
                        <a:cubicBezTo>
                          <a:pt x="110578" y="-1146"/>
                          <a:pt x="176531" y="1151"/>
                          <a:pt x="176531" y="13776"/>
                        </a:cubicBezTo>
                        <a:cubicBezTo>
                          <a:pt x="176531" y="26401"/>
                          <a:pt x="127246" y="56480"/>
                          <a:pt x="97841" y="58067"/>
                        </a:cubicBezTo>
                        <a:cubicBezTo>
                          <a:pt x="68436" y="59654"/>
                          <a:pt x="2880" y="32905"/>
                          <a:pt x="102" y="23301"/>
                        </a:cubicBezTo>
                        <a:close/>
                      </a:path>
                    </a:pathLst>
                  </a:custGeom>
                  <a:solidFill>
                    <a:srgbClr val="FF0000"/>
                  </a:solidFill>
                  <a:ln w="31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F3F336C4-2312-5932-13ED-B88BF0A61752}"/>
                  </a:ext>
                </a:extLst>
              </p:cNvPr>
              <p:cNvSpPr txBox="1"/>
              <p:nvPr/>
            </p:nvSpPr>
            <p:spPr>
              <a:xfrm rot="18867285">
                <a:off x="4976830" y="6455344"/>
                <a:ext cx="7735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Crack</a:t>
                </a:r>
              </a:p>
            </p:txBody>
          </p:sp>
        </p:grp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836900C-87EF-43C2-A6BB-50EE3DFED708}"/>
                </a:ext>
              </a:extLst>
            </p:cNvPr>
            <p:cNvSpPr/>
            <p:nvPr/>
          </p:nvSpPr>
          <p:spPr>
            <a:xfrm rot="1104512" flipH="1">
              <a:off x="5365083" y="6026870"/>
              <a:ext cx="1004348" cy="1427882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3" name="ttsMP3.com_VoiceText_2024-12-21_23-13-44">
            <a:hlinkClick r:id="" action="ppaction://media"/>
            <a:extLst>
              <a:ext uri="{FF2B5EF4-FFF2-40B4-BE49-F238E27FC236}">
                <a16:creationId xmlns:a16="http://schemas.microsoft.com/office/drawing/2014/main" id="{91616EC7-314D-8F08-655D-9E8AED585D7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89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36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34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976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8616762-F0CC-4D46-8CA9-7C2B3D4950F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67F09DF-81E6-436D-ABB6-9D153C245DAD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3A5C8590-74C4-4666-BFEF-40337EEE937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863D2A3-E4E6-469A-B2B2-86C3850F8837}"/>
              </a:ext>
            </a:extLst>
          </p:cNvPr>
          <p:cNvSpPr/>
          <p:nvPr/>
        </p:nvSpPr>
        <p:spPr>
          <a:xfrm>
            <a:off x="290641" y="-126454"/>
            <a:ext cx="6567359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86D7EA9-F9B4-4D4F-BDC2-3548E628D656}"/>
              </a:ext>
            </a:extLst>
          </p:cNvPr>
          <p:cNvGrpSpPr/>
          <p:nvPr/>
        </p:nvGrpSpPr>
        <p:grpSpPr>
          <a:xfrm>
            <a:off x="2879416" y="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93B8B5BF-7A3A-4226-8F5A-9D9BBBCB401C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C1B3E64-F9F4-4808-9E2C-DE01F0819AC8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7446C349-B91A-4365-85D4-03FCA73ED9EE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071C855-B251-491E-8996-69A4792B3BFA}"/>
              </a:ext>
            </a:extLst>
          </p:cNvPr>
          <p:cNvGrpSpPr/>
          <p:nvPr/>
        </p:nvGrpSpPr>
        <p:grpSpPr>
          <a:xfrm>
            <a:off x="161935" y="5019572"/>
            <a:ext cx="6664555" cy="3207169"/>
            <a:chOff x="4372593" y="3034240"/>
            <a:chExt cx="3259863" cy="1568737"/>
          </a:xfrm>
        </p:grpSpPr>
        <p:sp>
          <p:nvSpPr>
            <p:cNvPr id="162" name="Rectangle: Rounded Corners 88">
              <a:extLst>
                <a:ext uri="{FF2B5EF4-FFF2-40B4-BE49-F238E27FC236}">
                  <a16:creationId xmlns:a16="http://schemas.microsoft.com/office/drawing/2014/main" id="{AABD2C58-39CC-4282-8D92-43D432DE28CB}"/>
                </a:ext>
              </a:extLst>
            </p:cNvPr>
            <p:cNvSpPr/>
            <p:nvPr/>
          </p:nvSpPr>
          <p:spPr>
            <a:xfrm rot="3539312">
              <a:off x="7228896" y="436860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Rectangle: Rounded Corners 88">
              <a:extLst>
                <a:ext uri="{FF2B5EF4-FFF2-40B4-BE49-F238E27FC236}">
                  <a16:creationId xmlns:a16="http://schemas.microsoft.com/office/drawing/2014/main" id="{1E3F661B-B7F8-44F3-AFBB-A9209C88BD6B}"/>
                </a:ext>
              </a:extLst>
            </p:cNvPr>
            <p:cNvSpPr/>
            <p:nvPr/>
          </p:nvSpPr>
          <p:spPr>
            <a:xfrm rot="18060688" flipH="1">
              <a:off x="4518664" y="4374393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Rectangle: Rounded Corners 88">
              <a:extLst>
                <a:ext uri="{FF2B5EF4-FFF2-40B4-BE49-F238E27FC236}">
                  <a16:creationId xmlns:a16="http://schemas.microsoft.com/office/drawing/2014/main" id="{6EA271D8-EB17-4721-8968-B682732E8FAC}"/>
                </a:ext>
              </a:extLst>
            </p:cNvPr>
            <p:cNvSpPr/>
            <p:nvPr/>
          </p:nvSpPr>
          <p:spPr>
            <a:xfrm rot="5044876">
              <a:off x="7002263" y="4173311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Rectangle: Rounded Corners 88">
              <a:extLst>
                <a:ext uri="{FF2B5EF4-FFF2-40B4-BE49-F238E27FC236}">
                  <a16:creationId xmlns:a16="http://schemas.microsoft.com/office/drawing/2014/main" id="{4E9D11FE-C882-4E44-9D56-7E9D6BBE3CAE}"/>
                </a:ext>
              </a:extLst>
            </p:cNvPr>
            <p:cNvSpPr/>
            <p:nvPr/>
          </p:nvSpPr>
          <p:spPr>
            <a:xfrm rot="16555124" flipH="1">
              <a:off x="4756901" y="4192389"/>
              <a:ext cx="308742" cy="148425"/>
            </a:xfrm>
            <a:custGeom>
              <a:avLst/>
              <a:gdLst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87720 w 642050"/>
                <a:gd name="connsiteY2" fmla="*/ 0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499541 w 642050"/>
                <a:gd name="connsiteY2" fmla="*/ 59833 h 308660"/>
                <a:gd name="connsiteX3" fmla="*/ 642050 w 642050"/>
                <a:gd name="connsiteY3" fmla="*/ 154330 h 308660"/>
                <a:gd name="connsiteX4" fmla="*/ 642050 w 642050"/>
                <a:gd name="connsiteY4" fmla="*/ 154330 h 308660"/>
                <a:gd name="connsiteX5" fmla="*/ 487720 w 642050"/>
                <a:gd name="connsiteY5" fmla="*/ 308660 h 308660"/>
                <a:gd name="connsiteX6" fmla="*/ 154330 w 642050"/>
                <a:gd name="connsiteY6" fmla="*/ 308660 h 308660"/>
                <a:gd name="connsiteX7" fmla="*/ 0 w 642050"/>
                <a:gd name="connsiteY7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487720 w 642050"/>
                <a:gd name="connsiteY4" fmla="*/ 308660 h 308660"/>
                <a:gd name="connsiteX5" fmla="*/ 154330 w 642050"/>
                <a:gd name="connsiteY5" fmla="*/ 308660 h 308660"/>
                <a:gd name="connsiteX6" fmla="*/ 0 w 642050"/>
                <a:gd name="connsiteY6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42050 w 642050"/>
                <a:gd name="connsiteY3" fmla="*/ 154330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629763 w 642050"/>
                <a:gd name="connsiteY3" fmla="*/ 168888 h 308660"/>
                <a:gd name="connsiteX4" fmla="*/ 154330 w 642050"/>
                <a:gd name="connsiteY4" fmla="*/ 308660 h 308660"/>
                <a:gd name="connsiteX5" fmla="*/ 0 w 642050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74573"/>
                <a:gd name="connsiteY0" fmla="*/ 154330 h 308660"/>
                <a:gd name="connsiteX1" fmla="*/ 154330 w 674573"/>
                <a:gd name="connsiteY1" fmla="*/ 0 h 308660"/>
                <a:gd name="connsiteX2" fmla="*/ 642050 w 674573"/>
                <a:gd name="connsiteY2" fmla="*/ 154330 h 308660"/>
                <a:gd name="connsiteX3" fmla="*/ 674573 w 674573"/>
                <a:gd name="connsiteY3" fmla="*/ 219171 h 308660"/>
                <a:gd name="connsiteX4" fmla="*/ 154330 w 674573"/>
                <a:gd name="connsiteY4" fmla="*/ 308660 h 308660"/>
                <a:gd name="connsiteX5" fmla="*/ 0 w 674573"/>
                <a:gd name="connsiteY5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  <a:gd name="connsiteX0" fmla="*/ 0 w 642050"/>
                <a:gd name="connsiteY0" fmla="*/ 154330 h 308660"/>
                <a:gd name="connsiteX1" fmla="*/ 154330 w 642050"/>
                <a:gd name="connsiteY1" fmla="*/ 0 h 308660"/>
                <a:gd name="connsiteX2" fmla="*/ 642050 w 642050"/>
                <a:gd name="connsiteY2" fmla="*/ 154330 h 308660"/>
                <a:gd name="connsiteX3" fmla="*/ 154330 w 642050"/>
                <a:gd name="connsiteY3" fmla="*/ 308660 h 308660"/>
                <a:gd name="connsiteX4" fmla="*/ 0 w 642050"/>
                <a:gd name="connsiteY4" fmla="*/ 154330 h 30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050" h="308660">
                  <a:moveTo>
                    <a:pt x="0" y="154330"/>
                  </a:moveTo>
                  <a:cubicBezTo>
                    <a:pt x="0" y="69096"/>
                    <a:pt x="69096" y="0"/>
                    <a:pt x="154330" y="0"/>
                  </a:cubicBezTo>
                  <a:cubicBezTo>
                    <a:pt x="261338" y="0"/>
                    <a:pt x="631747" y="88807"/>
                    <a:pt x="642050" y="154330"/>
                  </a:cubicBezTo>
                  <a:cubicBezTo>
                    <a:pt x="598210" y="330913"/>
                    <a:pt x="316903" y="257217"/>
                    <a:pt x="154330" y="308660"/>
                  </a:cubicBezTo>
                  <a:cubicBezTo>
                    <a:pt x="47322" y="308660"/>
                    <a:pt x="0" y="239564"/>
                    <a:pt x="0" y="154330"/>
                  </a:cubicBez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solidFill>
                <a:srgbClr val="C0A17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Rectangle: Rounded Corners 77">
              <a:extLst>
                <a:ext uri="{FF2B5EF4-FFF2-40B4-BE49-F238E27FC236}">
                  <a16:creationId xmlns:a16="http://schemas.microsoft.com/office/drawing/2014/main" id="{016DAA4F-DFAF-4DD3-BBF1-C2DC88DC2BE5}"/>
                </a:ext>
              </a:extLst>
            </p:cNvPr>
            <p:cNvSpPr/>
            <p:nvPr/>
          </p:nvSpPr>
          <p:spPr>
            <a:xfrm>
              <a:off x="4816913" y="3034240"/>
              <a:ext cx="2365756" cy="945840"/>
            </a:xfrm>
            <a:custGeom>
              <a:avLst/>
              <a:gdLst>
                <a:gd name="connsiteX0" fmla="*/ 0 w 4966129"/>
                <a:gd name="connsiteY0" fmla="*/ 275806 h 1942019"/>
                <a:gd name="connsiteX1" fmla="*/ 275806 w 4966129"/>
                <a:gd name="connsiteY1" fmla="*/ 0 h 1942019"/>
                <a:gd name="connsiteX2" fmla="*/ 4690323 w 4966129"/>
                <a:gd name="connsiteY2" fmla="*/ 0 h 1942019"/>
                <a:gd name="connsiteX3" fmla="*/ 4966129 w 4966129"/>
                <a:gd name="connsiteY3" fmla="*/ 275806 h 1942019"/>
                <a:gd name="connsiteX4" fmla="*/ 4966129 w 4966129"/>
                <a:gd name="connsiteY4" fmla="*/ 1666213 h 1942019"/>
                <a:gd name="connsiteX5" fmla="*/ 4690323 w 4966129"/>
                <a:gd name="connsiteY5" fmla="*/ 1942019 h 1942019"/>
                <a:gd name="connsiteX6" fmla="*/ 275806 w 4966129"/>
                <a:gd name="connsiteY6" fmla="*/ 1942019 h 1942019"/>
                <a:gd name="connsiteX7" fmla="*/ 0 w 4966129"/>
                <a:gd name="connsiteY7" fmla="*/ 1666213 h 1942019"/>
                <a:gd name="connsiteX8" fmla="*/ 0 w 4966129"/>
                <a:gd name="connsiteY8" fmla="*/ 275806 h 1942019"/>
                <a:gd name="connsiteX0" fmla="*/ 0 w 4966129"/>
                <a:gd name="connsiteY0" fmla="*/ 300725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0 w 4966129"/>
                <a:gd name="connsiteY9" fmla="*/ 300725 h 1966938"/>
                <a:gd name="connsiteX0" fmla="*/ 19050 w 4966129"/>
                <a:gd name="connsiteY0" fmla="*/ 310250 h 1966938"/>
                <a:gd name="connsiteX1" fmla="*/ 275806 w 4966129"/>
                <a:gd name="connsiteY1" fmla="*/ 24919 h 1966938"/>
                <a:gd name="connsiteX2" fmla="*/ 2503292 w 4966129"/>
                <a:gd name="connsiteY2" fmla="*/ 0 h 1966938"/>
                <a:gd name="connsiteX3" fmla="*/ 4690323 w 4966129"/>
                <a:gd name="connsiteY3" fmla="*/ 24919 h 1966938"/>
                <a:gd name="connsiteX4" fmla="*/ 4966129 w 4966129"/>
                <a:gd name="connsiteY4" fmla="*/ 300725 h 1966938"/>
                <a:gd name="connsiteX5" fmla="*/ 4966129 w 4966129"/>
                <a:gd name="connsiteY5" fmla="*/ 1691132 h 1966938"/>
                <a:gd name="connsiteX6" fmla="*/ 4690323 w 4966129"/>
                <a:gd name="connsiteY6" fmla="*/ 1966938 h 1966938"/>
                <a:gd name="connsiteX7" fmla="*/ 275806 w 4966129"/>
                <a:gd name="connsiteY7" fmla="*/ 1966938 h 1966938"/>
                <a:gd name="connsiteX8" fmla="*/ 0 w 4966129"/>
                <a:gd name="connsiteY8" fmla="*/ 1691132 h 1966938"/>
                <a:gd name="connsiteX9" fmla="*/ 19050 w 496612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28575 w 4947079"/>
                <a:gd name="connsiteY8" fmla="*/ 1691132 h 1966938"/>
                <a:gd name="connsiteX9" fmla="*/ 0 w 4947079"/>
                <a:gd name="connsiteY9" fmla="*/ 310250 h 1966938"/>
                <a:gd name="connsiteX0" fmla="*/ 0 w 4947079"/>
                <a:gd name="connsiteY0" fmla="*/ 310250 h 1966938"/>
                <a:gd name="connsiteX1" fmla="*/ 256756 w 4947079"/>
                <a:gd name="connsiteY1" fmla="*/ 24919 h 1966938"/>
                <a:gd name="connsiteX2" fmla="*/ 2484242 w 4947079"/>
                <a:gd name="connsiteY2" fmla="*/ 0 h 1966938"/>
                <a:gd name="connsiteX3" fmla="*/ 4671273 w 4947079"/>
                <a:gd name="connsiteY3" fmla="*/ 24919 h 1966938"/>
                <a:gd name="connsiteX4" fmla="*/ 4947079 w 4947079"/>
                <a:gd name="connsiteY4" fmla="*/ 300725 h 1966938"/>
                <a:gd name="connsiteX5" fmla="*/ 4947079 w 4947079"/>
                <a:gd name="connsiteY5" fmla="*/ 1691132 h 1966938"/>
                <a:gd name="connsiteX6" fmla="*/ 4671273 w 4947079"/>
                <a:gd name="connsiteY6" fmla="*/ 1966938 h 1966938"/>
                <a:gd name="connsiteX7" fmla="*/ 256756 w 4947079"/>
                <a:gd name="connsiteY7" fmla="*/ 1966938 h 1966938"/>
                <a:gd name="connsiteX8" fmla="*/ 85725 w 4947079"/>
                <a:gd name="connsiteY8" fmla="*/ 1691132 h 1966938"/>
                <a:gd name="connsiteX9" fmla="*/ 0 w 4947079"/>
                <a:gd name="connsiteY9" fmla="*/ 310250 h 1966938"/>
                <a:gd name="connsiteX0" fmla="*/ 0 w 4918504"/>
                <a:gd name="connsiteY0" fmla="*/ 319775 h 1966938"/>
                <a:gd name="connsiteX1" fmla="*/ 228181 w 4918504"/>
                <a:gd name="connsiteY1" fmla="*/ 24919 h 1966938"/>
                <a:gd name="connsiteX2" fmla="*/ 2455667 w 4918504"/>
                <a:gd name="connsiteY2" fmla="*/ 0 h 1966938"/>
                <a:gd name="connsiteX3" fmla="*/ 4642698 w 4918504"/>
                <a:gd name="connsiteY3" fmla="*/ 24919 h 1966938"/>
                <a:gd name="connsiteX4" fmla="*/ 4918504 w 4918504"/>
                <a:gd name="connsiteY4" fmla="*/ 300725 h 1966938"/>
                <a:gd name="connsiteX5" fmla="*/ 4918504 w 4918504"/>
                <a:gd name="connsiteY5" fmla="*/ 1691132 h 1966938"/>
                <a:gd name="connsiteX6" fmla="*/ 4642698 w 4918504"/>
                <a:gd name="connsiteY6" fmla="*/ 1966938 h 1966938"/>
                <a:gd name="connsiteX7" fmla="*/ 228181 w 4918504"/>
                <a:gd name="connsiteY7" fmla="*/ 1966938 h 1966938"/>
                <a:gd name="connsiteX8" fmla="*/ 57150 w 4918504"/>
                <a:gd name="connsiteY8" fmla="*/ 1691132 h 1966938"/>
                <a:gd name="connsiteX9" fmla="*/ 0 w 4918504"/>
                <a:gd name="connsiteY9" fmla="*/ 319775 h 1966938"/>
                <a:gd name="connsiteX0" fmla="*/ 1245 w 4919749"/>
                <a:gd name="connsiteY0" fmla="*/ 319775 h 1966938"/>
                <a:gd name="connsiteX1" fmla="*/ 229426 w 4919749"/>
                <a:gd name="connsiteY1" fmla="*/ 24919 h 1966938"/>
                <a:gd name="connsiteX2" fmla="*/ 2456912 w 4919749"/>
                <a:gd name="connsiteY2" fmla="*/ 0 h 1966938"/>
                <a:gd name="connsiteX3" fmla="*/ 4643943 w 4919749"/>
                <a:gd name="connsiteY3" fmla="*/ 24919 h 1966938"/>
                <a:gd name="connsiteX4" fmla="*/ 4919749 w 4919749"/>
                <a:gd name="connsiteY4" fmla="*/ 300725 h 1966938"/>
                <a:gd name="connsiteX5" fmla="*/ 4919749 w 4919749"/>
                <a:gd name="connsiteY5" fmla="*/ 1691132 h 1966938"/>
                <a:gd name="connsiteX6" fmla="*/ 4643943 w 4919749"/>
                <a:gd name="connsiteY6" fmla="*/ 1966938 h 1966938"/>
                <a:gd name="connsiteX7" fmla="*/ 229426 w 4919749"/>
                <a:gd name="connsiteY7" fmla="*/ 1966938 h 1966938"/>
                <a:gd name="connsiteX8" fmla="*/ 58395 w 4919749"/>
                <a:gd name="connsiteY8" fmla="*/ 1691132 h 1966938"/>
                <a:gd name="connsiteX9" fmla="*/ 1245 w 4919749"/>
                <a:gd name="connsiteY9" fmla="*/ 319775 h 1966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19749" h="1966938">
                  <a:moveTo>
                    <a:pt x="1245" y="319775"/>
                  </a:moveTo>
                  <a:cubicBezTo>
                    <a:pt x="1245" y="167452"/>
                    <a:pt x="77103" y="24919"/>
                    <a:pt x="229426" y="24919"/>
                  </a:cubicBezTo>
                  <a:lnTo>
                    <a:pt x="2456912" y="0"/>
                  </a:lnTo>
                  <a:lnTo>
                    <a:pt x="4643943" y="24919"/>
                  </a:lnTo>
                  <a:cubicBezTo>
                    <a:pt x="4796266" y="24919"/>
                    <a:pt x="4919749" y="148402"/>
                    <a:pt x="4919749" y="300725"/>
                  </a:cubicBezTo>
                  <a:lnTo>
                    <a:pt x="4919749" y="1691132"/>
                  </a:lnTo>
                  <a:cubicBezTo>
                    <a:pt x="4919749" y="1843455"/>
                    <a:pt x="4796266" y="1966938"/>
                    <a:pt x="4643943" y="1966938"/>
                  </a:cubicBezTo>
                  <a:lnTo>
                    <a:pt x="229426" y="1966938"/>
                  </a:lnTo>
                  <a:cubicBezTo>
                    <a:pt x="77103" y="1966938"/>
                    <a:pt x="58395" y="1843455"/>
                    <a:pt x="58395" y="1691132"/>
                  </a:cubicBezTo>
                  <a:cubicBezTo>
                    <a:pt x="39345" y="1234013"/>
                    <a:pt x="-8280" y="776894"/>
                    <a:pt x="1245" y="319775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F62E0B3-5BF6-45D5-9923-13772C9579B7}"/>
                </a:ext>
              </a:extLst>
            </p:cNvPr>
            <p:cNvSpPr/>
            <p:nvPr/>
          </p:nvSpPr>
          <p:spPr>
            <a:xfrm>
              <a:off x="4547305" y="3818045"/>
              <a:ext cx="2910439" cy="533107"/>
            </a:xfrm>
            <a:custGeom>
              <a:avLst/>
              <a:gdLst>
                <a:gd name="connsiteX0" fmla="*/ 322068 w 2910439"/>
                <a:gd name="connsiteY0" fmla="*/ 0 h 533107"/>
                <a:gd name="connsiteX1" fmla="*/ 2590231 w 2910439"/>
                <a:gd name="connsiteY1" fmla="*/ 0 h 533107"/>
                <a:gd name="connsiteX2" fmla="*/ 2821795 w 2910439"/>
                <a:gd name="connsiteY2" fmla="*/ 159615 h 533107"/>
                <a:gd name="connsiteX3" fmla="*/ 2827602 w 2910439"/>
                <a:gd name="connsiteY3" fmla="*/ 167491 h 533107"/>
                <a:gd name="connsiteX4" fmla="*/ 2838950 w 2910439"/>
                <a:gd name="connsiteY4" fmla="*/ 169782 h 533107"/>
                <a:gd name="connsiteX5" fmla="*/ 2910439 w 2910439"/>
                <a:gd name="connsiteY5" fmla="*/ 277634 h 533107"/>
                <a:gd name="connsiteX6" fmla="*/ 2910439 w 2910439"/>
                <a:gd name="connsiteY6" fmla="*/ 416056 h 533107"/>
                <a:gd name="connsiteX7" fmla="*/ 2793388 w 2910439"/>
                <a:gd name="connsiteY7" fmla="*/ 533107 h 533107"/>
                <a:gd name="connsiteX8" fmla="*/ 117051 w 2910439"/>
                <a:gd name="connsiteY8" fmla="*/ 533107 h 533107"/>
                <a:gd name="connsiteX9" fmla="*/ 0 w 2910439"/>
                <a:gd name="connsiteY9" fmla="*/ 416056 h 533107"/>
                <a:gd name="connsiteX10" fmla="*/ 0 w 2910439"/>
                <a:gd name="connsiteY10" fmla="*/ 277634 h 533107"/>
                <a:gd name="connsiteX11" fmla="*/ 71489 w 2910439"/>
                <a:gd name="connsiteY11" fmla="*/ 169782 h 533107"/>
                <a:gd name="connsiteX12" fmla="*/ 89138 w 2910439"/>
                <a:gd name="connsiteY12" fmla="*/ 166219 h 533107"/>
                <a:gd name="connsiteX13" fmla="*/ 92258 w 2910439"/>
                <a:gd name="connsiteY13" fmla="*/ 163474 h 533107"/>
                <a:gd name="connsiteX14" fmla="*/ 322068 w 2910439"/>
                <a:gd name="connsiteY14" fmla="*/ 0 h 533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0439" h="533107">
                  <a:moveTo>
                    <a:pt x="322068" y="0"/>
                  </a:moveTo>
                  <a:lnTo>
                    <a:pt x="2590231" y="0"/>
                  </a:lnTo>
                  <a:cubicBezTo>
                    <a:pt x="2605857" y="0"/>
                    <a:pt x="2778803" y="117160"/>
                    <a:pt x="2821795" y="159615"/>
                  </a:cubicBezTo>
                  <a:lnTo>
                    <a:pt x="2827602" y="167491"/>
                  </a:lnTo>
                  <a:lnTo>
                    <a:pt x="2838950" y="169782"/>
                  </a:lnTo>
                  <a:cubicBezTo>
                    <a:pt x="2880961" y="187551"/>
                    <a:pt x="2910439" y="229150"/>
                    <a:pt x="2910439" y="277634"/>
                  </a:cubicBezTo>
                  <a:lnTo>
                    <a:pt x="2910439" y="416056"/>
                  </a:lnTo>
                  <a:cubicBezTo>
                    <a:pt x="2910439" y="480701"/>
                    <a:pt x="2858033" y="533107"/>
                    <a:pt x="2793388" y="533107"/>
                  </a:cubicBezTo>
                  <a:lnTo>
                    <a:pt x="117051" y="533107"/>
                  </a:lnTo>
                  <a:cubicBezTo>
                    <a:pt x="52406" y="533107"/>
                    <a:pt x="0" y="480701"/>
                    <a:pt x="0" y="416056"/>
                  </a:cubicBezTo>
                  <a:lnTo>
                    <a:pt x="0" y="277634"/>
                  </a:lnTo>
                  <a:cubicBezTo>
                    <a:pt x="0" y="229150"/>
                    <a:pt x="29478" y="187551"/>
                    <a:pt x="71489" y="169782"/>
                  </a:cubicBezTo>
                  <a:lnTo>
                    <a:pt x="89138" y="166219"/>
                  </a:lnTo>
                  <a:lnTo>
                    <a:pt x="92258" y="163474"/>
                  </a:lnTo>
                  <a:cubicBezTo>
                    <a:pt x="144719" y="120248"/>
                    <a:pt x="306443" y="0"/>
                    <a:pt x="322068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7C8575E3-86CC-4C17-88E3-88F03698436C}"/>
                </a:ext>
              </a:extLst>
            </p:cNvPr>
            <p:cNvGrpSpPr/>
            <p:nvPr/>
          </p:nvGrpSpPr>
          <p:grpSpPr>
            <a:xfrm>
              <a:off x="7124504" y="3485716"/>
              <a:ext cx="507952" cy="865436"/>
              <a:chOff x="7124504" y="3485716"/>
              <a:chExt cx="507952" cy="865436"/>
            </a:xfrm>
          </p:grpSpPr>
          <p:sp>
            <p:nvSpPr>
              <p:cNvPr id="172" name="Rectangle: Rounded Corners 79">
                <a:extLst>
                  <a:ext uri="{FF2B5EF4-FFF2-40B4-BE49-F238E27FC236}">
                    <a16:creationId xmlns:a16="http://schemas.microsoft.com/office/drawing/2014/main" id="{EC6740AF-366A-4E0C-AA12-08772A161B7A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Rectangle: Rounded Corners 85">
                <a:extLst>
                  <a:ext uri="{FF2B5EF4-FFF2-40B4-BE49-F238E27FC236}">
                    <a16:creationId xmlns:a16="http://schemas.microsoft.com/office/drawing/2014/main" id="{9101D71E-1D41-4BCD-9A15-A644AF817C1E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D75A42F7-625A-4AC9-B143-B5413ACAA7C4}"/>
                </a:ext>
              </a:extLst>
            </p:cNvPr>
            <p:cNvGrpSpPr/>
            <p:nvPr/>
          </p:nvGrpSpPr>
          <p:grpSpPr>
            <a:xfrm flipH="1">
              <a:off x="4372593" y="3507160"/>
              <a:ext cx="507952" cy="865436"/>
              <a:chOff x="7124504" y="3485716"/>
              <a:chExt cx="507952" cy="865436"/>
            </a:xfrm>
          </p:grpSpPr>
          <p:sp>
            <p:nvSpPr>
              <p:cNvPr id="170" name="Rectangle: Rounded Corners 79">
                <a:extLst>
                  <a:ext uri="{FF2B5EF4-FFF2-40B4-BE49-F238E27FC236}">
                    <a16:creationId xmlns:a16="http://schemas.microsoft.com/office/drawing/2014/main" id="{2F3A6193-6771-42B7-844D-39625AF6C1EB}"/>
                  </a:ext>
                </a:extLst>
              </p:cNvPr>
              <p:cNvSpPr/>
              <p:nvPr/>
            </p:nvSpPr>
            <p:spPr>
              <a:xfrm>
                <a:off x="7331724" y="3552764"/>
                <a:ext cx="300732" cy="798388"/>
              </a:xfrm>
              <a:custGeom>
                <a:avLst/>
                <a:gdLst>
                  <a:gd name="connsiteX0" fmla="*/ 0 w 424618"/>
                  <a:gd name="connsiteY0" fmla="*/ 212309 h 1520421"/>
                  <a:gd name="connsiteX1" fmla="*/ 212309 w 424618"/>
                  <a:gd name="connsiteY1" fmla="*/ 0 h 1520421"/>
                  <a:gd name="connsiteX2" fmla="*/ 212309 w 424618"/>
                  <a:gd name="connsiteY2" fmla="*/ 0 h 1520421"/>
                  <a:gd name="connsiteX3" fmla="*/ 424618 w 424618"/>
                  <a:gd name="connsiteY3" fmla="*/ 212309 h 1520421"/>
                  <a:gd name="connsiteX4" fmla="*/ 424618 w 424618"/>
                  <a:gd name="connsiteY4" fmla="*/ 1308112 h 1520421"/>
                  <a:gd name="connsiteX5" fmla="*/ 212309 w 424618"/>
                  <a:gd name="connsiteY5" fmla="*/ 1520421 h 1520421"/>
                  <a:gd name="connsiteX6" fmla="*/ 212309 w 424618"/>
                  <a:gd name="connsiteY6" fmla="*/ 1520421 h 1520421"/>
                  <a:gd name="connsiteX7" fmla="*/ 0 w 424618"/>
                  <a:gd name="connsiteY7" fmla="*/ 1308112 h 1520421"/>
                  <a:gd name="connsiteX8" fmla="*/ 0 w 424618"/>
                  <a:gd name="connsiteY8" fmla="*/ 212309 h 1520421"/>
                  <a:gd name="connsiteX0" fmla="*/ 121452 w 546070"/>
                  <a:gd name="connsiteY0" fmla="*/ 212309 h 1604241"/>
                  <a:gd name="connsiteX1" fmla="*/ 333761 w 546070"/>
                  <a:gd name="connsiteY1" fmla="*/ 0 h 1604241"/>
                  <a:gd name="connsiteX2" fmla="*/ 333761 w 546070"/>
                  <a:gd name="connsiteY2" fmla="*/ 0 h 1604241"/>
                  <a:gd name="connsiteX3" fmla="*/ 546070 w 546070"/>
                  <a:gd name="connsiteY3" fmla="*/ 212309 h 1604241"/>
                  <a:gd name="connsiteX4" fmla="*/ 546070 w 546070"/>
                  <a:gd name="connsiteY4" fmla="*/ 1308112 h 1604241"/>
                  <a:gd name="connsiteX5" fmla="*/ 333761 w 546070"/>
                  <a:gd name="connsiteY5" fmla="*/ 1520421 h 1604241"/>
                  <a:gd name="connsiteX6" fmla="*/ 36581 w 546070"/>
                  <a:gd name="connsiteY6" fmla="*/ 1604241 h 1604241"/>
                  <a:gd name="connsiteX7" fmla="*/ 121452 w 546070"/>
                  <a:gd name="connsiteY7" fmla="*/ 1308112 h 1604241"/>
                  <a:gd name="connsiteX8" fmla="*/ 121452 w 546070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55617 w 567926"/>
                  <a:gd name="connsiteY5" fmla="*/ 152042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67926"/>
                  <a:gd name="connsiteY0" fmla="*/ 212309 h 1604241"/>
                  <a:gd name="connsiteX1" fmla="*/ 355617 w 567926"/>
                  <a:gd name="connsiteY1" fmla="*/ 0 h 1604241"/>
                  <a:gd name="connsiteX2" fmla="*/ 355617 w 567926"/>
                  <a:gd name="connsiteY2" fmla="*/ 0 h 1604241"/>
                  <a:gd name="connsiteX3" fmla="*/ 567926 w 567926"/>
                  <a:gd name="connsiteY3" fmla="*/ 212309 h 1604241"/>
                  <a:gd name="connsiteX4" fmla="*/ 567926 w 567926"/>
                  <a:gd name="connsiteY4" fmla="*/ 1308112 h 1604241"/>
                  <a:gd name="connsiteX5" fmla="*/ 347997 w 567926"/>
                  <a:gd name="connsiteY5" fmla="*/ 1535661 h 1604241"/>
                  <a:gd name="connsiteX6" fmla="*/ 58437 w 567926"/>
                  <a:gd name="connsiteY6" fmla="*/ 1604241 h 1604241"/>
                  <a:gd name="connsiteX7" fmla="*/ 36628 w 567926"/>
                  <a:gd name="connsiteY7" fmla="*/ 1292872 h 1604241"/>
                  <a:gd name="connsiteX8" fmla="*/ 143308 w 567926"/>
                  <a:gd name="connsiteY8" fmla="*/ 212309 h 1604241"/>
                  <a:gd name="connsiteX0" fmla="*/ 143308 w 583166"/>
                  <a:gd name="connsiteY0" fmla="*/ 212309 h 1604241"/>
                  <a:gd name="connsiteX1" fmla="*/ 355617 w 583166"/>
                  <a:gd name="connsiteY1" fmla="*/ 0 h 1604241"/>
                  <a:gd name="connsiteX2" fmla="*/ 355617 w 583166"/>
                  <a:gd name="connsiteY2" fmla="*/ 0 h 1604241"/>
                  <a:gd name="connsiteX3" fmla="*/ 583166 w 583166"/>
                  <a:gd name="connsiteY3" fmla="*/ 204689 h 1604241"/>
                  <a:gd name="connsiteX4" fmla="*/ 567926 w 583166"/>
                  <a:gd name="connsiteY4" fmla="*/ 1308112 h 1604241"/>
                  <a:gd name="connsiteX5" fmla="*/ 347997 w 583166"/>
                  <a:gd name="connsiteY5" fmla="*/ 1535661 h 1604241"/>
                  <a:gd name="connsiteX6" fmla="*/ 58437 w 583166"/>
                  <a:gd name="connsiteY6" fmla="*/ 1604241 h 1604241"/>
                  <a:gd name="connsiteX7" fmla="*/ 36628 w 583166"/>
                  <a:gd name="connsiteY7" fmla="*/ 1292872 h 1604241"/>
                  <a:gd name="connsiteX8" fmla="*/ 143308 w 58316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143308 w 590786"/>
                  <a:gd name="connsiteY0" fmla="*/ 212309 h 1604241"/>
                  <a:gd name="connsiteX1" fmla="*/ 355617 w 590786"/>
                  <a:gd name="connsiteY1" fmla="*/ 0 h 1604241"/>
                  <a:gd name="connsiteX2" fmla="*/ 355617 w 590786"/>
                  <a:gd name="connsiteY2" fmla="*/ 0 h 1604241"/>
                  <a:gd name="connsiteX3" fmla="*/ 590786 w 590786"/>
                  <a:gd name="connsiteY3" fmla="*/ 158969 h 1604241"/>
                  <a:gd name="connsiteX4" fmla="*/ 567926 w 590786"/>
                  <a:gd name="connsiteY4" fmla="*/ 1308112 h 1604241"/>
                  <a:gd name="connsiteX5" fmla="*/ 347997 w 590786"/>
                  <a:gd name="connsiteY5" fmla="*/ 1535661 h 1604241"/>
                  <a:gd name="connsiteX6" fmla="*/ 58437 w 590786"/>
                  <a:gd name="connsiteY6" fmla="*/ 1604241 h 1604241"/>
                  <a:gd name="connsiteX7" fmla="*/ 36628 w 590786"/>
                  <a:gd name="connsiteY7" fmla="*/ 1292872 h 1604241"/>
                  <a:gd name="connsiteX8" fmla="*/ 143308 w 590786"/>
                  <a:gd name="connsiteY8" fmla="*/ 212309 h 1604241"/>
                  <a:gd name="connsiteX0" fmla="*/ 200044 w 647522"/>
                  <a:gd name="connsiteY0" fmla="*/ 212309 h 1604241"/>
                  <a:gd name="connsiteX1" fmla="*/ 412353 w 647522"/>
                  <a:gd name="connsiteY1" fmla="*/ 0 h 1604241"/>
                  <a:gd name="connsiteX2" fmla="*/ 412353 w 647522"/>
                  <a:gd name="connsiteY2" fmla="*/ 0 h 1604241"/>
                  <a:gd name="connsiteX3" fmla="*/ 647522 w 647522"/>
                  <a:gd name="connsiteY3" fmla="*/ 158969 h 1604241"/>
                  <a:gd name="connsiteX4" fmla="*/ 624662 w 647522"/>
                  <a:gd name="connsiteY4" fmla="*/ 1308112 h 1604241"/>
                  <a:gd name="connsiteX5" fmla="*/ 404733 w 647522"/>
                  <a:gd name="connsiteY5" fmla="*/ 1535661 h 1604241"/>
                  <a:gd name="connsiteX6" fmla="*/ 115173 w 647522"/>
                  <a:gd name="connsiteY6" fmla="*/ 1604241 h 1604241"/>
                  <a:gd name="connsiteX7" fmla="*/ 24784 w 647522"/>
                  <a:gd name="connsiteY7" fmla="*/ 1308112 h 1604241"/>
                  <a:gd name="connsiteX8" fmla="*/ 200044 w 64752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604241"/>
                  <a:gd name="connsiteX1" fmla="*/ 390223 w 625392"/>
                  <a:gd name="connsiteY1" fmla="*/ 0 h 1604241"/>
                  <a:gd name="connsiteX2" fmla="*/ 390223 w 625392"/>
                  <a:gd name="connsiteY2" fmla="*/ 0 h 1604241"/>
                  <a:gd name="connsiteX3" fmla="*/ 625392 w 625392"/>
                  <a:gd name="connsiteY3" fmla="*/ 158969 h 1604241"/>
                  <a:gd name="connsiteX4" fmla="*/ 602532 w 625392"/>
                  <a:gd name="connsiteY4" fmla="*/ 1308112 h 1604241"/>
                  <a:gd name="connsiteX5" fmla="*/ 382603 w 625392"/>
                  <a:gd name="connsiteY5" fmla="*/ 1535661 h 1604241"/>
                  <a:gd name="connsiteX6" fmla="*/ 93043 w 625392"/>
                  <a:gd name="connsiteY6" fmla="*/ 1604241 h 1604241"/>
                  <a:gd name="connsiteX7" fmla="*/ 2654 w 625392"/>
                  <a:gd name="connsiteY7" fmla="*/ 1308112 h 1604241"/>
                  <a:gd name="connsiteX8" fmla="*/ 177914 w 625392"/>
                  <a:gd name="connsiteY8" fmla="*/ 212309 h 1604241"/>
                  <a:gd name="connsiteX0" fmla="*/ 177914 w 625392"/>
                  <a:gd name="connsiteY0" fmla="*/ 212309 h 1550901"/>
                  <a:gd name="connsiteX1" fmla="*/ 390223 w 625392"/>
                  <a:gd name="connsiteY1" fmla="*/ 0 h 1550901"/>
                  <a:gd name="connsiteX2" fmla="*/ 390223 w 625392"/>
                  <a:gd name="connsiteY2" fmla="*/ 0 h 1550901"/>
                  <a:gd name="connsiteX3" fmla="*/ 625392 w 625392"/>
                  <a:gd name="connsiteY3" fmla="*/ 158969 h 1550901"/>
                  <a:gd name="connsiteX4" fmla="*/ 602532 w 625392"/>
                  <a:gd name="connsiteY4" fmla="*/ 1308112 h 1550901"/>
                  <a:gd name="connsiteX5" fmla="*/ 382603 w 625392"/>
                  <a:gd name="connsiteY5" fmla="*/ 1535661 h 1550901"/>
                  <a:gd name="connsiteX6" fmla="*/ 93043 w 625392"/>
                  <a:gd name="connsiteY6" fmla="*/ 1550901 h 1550901"/>
                  <a:gd name="connsiteX7" fmla="*/ 2654 w 625392"/>
                  <a:gd name="connsiteY7" fmla="*/ 1308112 h 1550901"/>
                  <a:gd name="connsiteX8" fmla="*/ 177914 w 625392"/>
                  <a:gd name="connsiteY8" fmla="*/ 212309 h 1550901"/>
                  <a:gd name="connsiteX0" fmla="*/ 177914 w 625392"/>
                  <a:gd name="connsiteY0" fmla="*/ 212309 h 1553890"/>
                  <a:gd name="connsiteX1" fmla="*/ 390223 w 625392"/>
                  <a:gd name="connsiteY1" fmla="*/ 0 h 1553890"/>
                  <a:gd name="connsiteX2" fmla="*/ 390223 w 625392"/>
                  <a:gd name="connsiteY2" fmla="*/ 0 h 1553890"/>
                  <a:gd name="connsiteX3" fmla="*/ 625392 w 625392"/>
                  <a:gd name="connsiteY3" fmla="*/ 158969 h 1553890"/>
                  <a:gd name="connsiteX4" fmla="*/ 602532 w 625392"/>
                  <a:gd name="connsiteY4" fmla="*/ 1308112 h 1553890"/>
                  <a:gd name="connsiteX5" fmla="*/ 382603 w 625392"/>
                  <a:gd name="connsiteY5" fmla="*/ 1535661 h 1553890"/>
                  <a:gd name="connsiteX6" fmla="*/ 93043 w 625392"/>
                  <a:gd name="connsiteY6" fmla="*/ 1550901 h 1553890"/>
                  <a:gd name="connsiteX7" fmla="*/ 2654 w 625392"/>
                  <a:gd name="connsiteY7" fmla="*/ 1308112 h 1553890"/>
                  <a:gd name="connsiteX8" fmla="*/ 177914 w 625392"/>
                  <a:gd name="connsiteY8" fmla="*/ 212309 h 155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392" h="1553890">
                    <a:moveTo>
                      <a:pt x="177914" y="212309"/>
                    </a:moveTo>
                    <a:cubicBezTo>
                      <a:pt x="177914" y="95054"/>
                      <a:pt x="272968" y="0"/>
                      <a:pt x="390223" y="0"/>
                    </a:cubicBezTo>
                    <a:lnTo>
                      <a:pt x="390223" y="0"/>
                    </a:lnTo>
                    <a:cubicBezTo>
                      <a:pt x="507478" y="0"/>
                      <a:pt x="625392" y="41714"/>
                      <a:pt x="625392" y="158969"/>
                    </a:cubicBezTo>
                    <a:lnTo>
                      <a:pt x="602532" y="1308112"/>
                    </a:lnTo>
                    <a:cubicBezTo>
                      <a:pt x="602532" y="1425367"/>
                      <a:pt x="492238" y="1482321"/>
                      <a:pt x="382603" y="1535661"/>
                    </a:cubicBezTo>
                    <a:cubicBezTo>
                      <a:pt x="278463" y="1550901"/>
                      <a:pt x="189563" y="1558521"/>
                      <a:pt x="93043" y="1550901"/>
                    </a:cubicBezTo>
                    <a:cubicBezTo>
                      <a:pt x="-24212" y="1550901"/>
                      <a:pt x="2654" y="1425367"/>
                      <a:pt x="2654" y="1308112"/>
                    </a:cubicBezTo>
                    <a:cubicBezTo>
                      <a:pt x="53454" y="917444"/>
                      <a:pt x="142354" y="572497"/>
                      <a:pt x="177914" y="212309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Rectangle: Rounded Corners 85">
                <a:extLst>
                  <a:ext uri="{FF2B5EF4-FFF2-40B4-BE49-F238E27FC236}">
                    <a16:creationId xmlns:a16="http://schemas.microsoft.com/office/drawing/2014/main" id="{E0CD0A52-30B3-4FFA-8068-0CA6305A9F8A}"/>
                  </a:ext>
                </a:extLst>
              </p:cNvPr>
              <p:cNvSpPr/>
              <p:nvPr/>
            </p:nvSpPr>
            <p:spPr>
              <a:xfrm rot="545132">
                <a:off x="7124504" y="3485716"/>
                <a:ext cx="455142" cy="499073"/>
              </a:xfrm>
              <a:custGeom>
                <a:avLst/>
                <a:gdLst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26640 w 664386"/>
                  <a:gd name="connsiteY2" fmla="*/ 0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664386"/>
                  <a:gd name="connsiteY0" fmla="*/ 237746 h 475492"/>
                  <a:gd name="connsiteX1" fmla="*/ 237746 w 664386"/>
                  <a:gd name="connsiteY1" fmla="*/ 0 h 475492"/>
                  <a:gd name="connsiteX2" fmla="*/ 439414 w 664386"/>
                  <a:gd name="connsiteY2" fmla="*/ 200523 h 475492"/>
                  <a:gd name="connsiteX3" fmla="*/ 664386 w 664386"/>
                  <a:gd name="connsiteY3" fmla="*/ 237746 h 475492"/>
                  <a:gd name="connsiteX4" fmla="*/ 664386 w 664386"/>
                  <a:gd name="connsiteY4" fmla="*/ 237746 h 475492"/>
                  <a:gd name="connsiteX5" fmla="*/ 426640 w 664386"/>
                  <a:gd name="connsiteY5" fmla="*/ 475492 h 475492"/>
                  <a:gd name="connsiteX6" fmla="*/ 237746 w 664386"/>
                  <a:gd name="connsiteY6" fmla="*/ 475492 h 475492"/>
                  <a:gd name="connsiteX7" fmla="*/ 0 w 664386"/>
                  <a:gd name="connsiteY7" fmla="*/ 237746 h 475492"/>
                  <a:gd name="connsiteX0" fmla="*/ 0 w 837816"/>
                  <a:gd name="connsiteY0" fmla="*/ 237746 h 475492"/>
                  <a:gd name="connsiteX1" fmla="*/ 237746 w 837816"/>
                  <a:gd name="connsiteY1" fmla="*/ 0 h 475492"/>
                  <a:gd name="connsiteX2" fmla="*/ 439414 w 837816"/>
                  <a:gd name="connsiteY2" fmla="*/ 200523 h 475492"/>
                  <a:gd name="connsiteX3" fmla="*/ 664386 w 837816"/>
                  <a:gd name="connsiteY3" fmla="*/ 237746 h 475492"/>
                  <a:gd name="connsiteX4" fmla="*/ 837816 w 837816"/>
                  <a:gd name="connsiteY4" fmla="*/ 296826 h 475492"/>
                  <a:gd name="connsiteX5" fmla="*/ 426640 w 837816"/>
                  <a:gd name="connsiteY5" fmla="*/ 475492 h 475492"/>
                  <a:gd name="connsiteX6" fmla="*/ 237746 w 837816"/>
                  <a:gd name="connsiteY6" fmla="*/ 475492 h 475492"/>
                  <a:gd name="connsiteX7" fmla="*/ 0 w 837816"/>
                  <a:gd name="connsiteY7" fmla="*/ 237746 h 475492"/>
                  <a:gd name="connsiteX0" fmla="*/ 0 w 837827"/>
                  <a:gd name="connsiteY0" fmla="*/ 237746 h 475492"/>
                  <a:gd name="connsiteX1" fmla="*/ 237746 w 837827"/>
                  <a:gd name="connsiteY1" fmla="*/ 0 h 475492"/>
                  <a:gd name="connsiteX2" fmla="*/ 439414 w 837827"/>
                  <a:gd name="connsiteY2" fmla="*/ 200523 h 475492"/>
                  <a:gd name="connsiteX3" fmla="*/ 837816 w 837827"/>
                  <a:gd name="connsiteY3" fmla="*/ 296826 h 475492"/>
                  <a:gd name="connsiteX4" fmla="*/ 426640 w 837827"/>
                  <a:gd name="connsiteY4" fmla="*/ 475492 h 475492"/>
                  <a:gd name="connsiteX5" fmla="*/ 237746 w 837827"/>
                  <a:gd name="connsiteY5" fmla="*/ 475492 h 475492"/>
                  <a:gd name="connsiteX6" fmla="*/ 0 w 837827"/>
                  <a:gd name="connsiteY6" fmla="*/ 237746 h 475492"/>
                  <a:gd name="connsiteX0" fmla="*/ 97345 w 935172"/>
                  <a:gd name="connsiteY0" fmla="*/ 97065 h 334811"/>
                  <a:gd name="connsiteX1" fmla="*/ 58561 w 935172"/>
                  <a:gd name="connsiteY1" fmla="*/ 0 h 334811"/>
                  <a:gd name="connsiteX2" fmla="*/ 536759 w 935172"/>
                  <a:gd name="connsiteY2" fmla="*/ 59842 h 334811"/>
                  <a:gd name="connsiteX3" fmla="*/ 935161 w 935172"/>
                  <a:gd name="connsiteY3" fmla="*/ 156145 h 334811"/>
                  <a:gd name="connsiteX4" fmla="*/ 523985 w 935172"/>
                  <a:gd name="connsiteY4" fmla="*/ 334811 h 334811"/>
                  <a:gd name="connsiteX5" fmla="*/ 335091 w 935172"/>
                  <a:gd name="connsiteY5" fmla="*/ 334811 h 334811"/>
                  <a:gd name="connsiteX6" fmla="*/ 97345 w 935172"/>
                  <a:gd name="connsiteY6" fmla="*/ 97065 h 334811"/>
                  <a:gd name="connsiteX0" fmla="*/ 176585 w 917790"/>
                  <a:gd name="connsiteY0" fmla="*/ 882234 h 885879"/>
                  <a:gd name="connsiteX1" fmla="*/ 41179 w 917790"/>
                  <a:gd name="connsiteY1" fmla="*/ 0 h 885879"/>
                  <a:gd name="connsiteX2" fmla="*/ 519377 w 917790"/>
                  <a:gd name="connsiteY2" fmla="*/ 59842 h 885879"/>
                  <a:gd name="connsiteX3" fmla="*/ 917779 w 917790"/>
                  <a:gd name="connsiteY3" fmla="*/ 156145 h 885879"/>
                  <a:gd name="connsiteX4" fmla="*/ 506603 w 917790"/>
                  <a:gd name="connsiteY4" fmla="*/ 334811 h 885879"/>
                  <a:gd name="connsiteX5" fmla="*/ 317709 w 917790"/>
                  <a:gd name="connsiteY5" fmla="*/ 334811 h 885879"/>
                  <a:gd name="connsiteX6" fmla="*/ 176585 w 917790"/>
                  <a:gd name="connsiteY6" fmla="*/ 882234 h 885879"/>
                  <a:gd name="connsiteX0" fmla="*/ 176585 w 917790"/>
                  <a:gd name="connsiteY0" fmla="*/ 882234 h 882234"/>
                  <a:gd name="connsiteX1" fmla="*/ 41179 w 917790"/>
                  <a:gd name="connsiteY1" fmla="*/ 0 h 882234"/>
                  <a:gd name="connsiteX2" fmla="*/ 519377 w 917790"/>
                  <a:gd name="connsiteY2" fmla="*/ 59842 h 882234"/>
                  <a:gd name="connsiteX3" fmla="*/ 917779 w 917790"/>
                  <a:gd name="connsiteY3" fmla="*/ 156145 h 882234"/>
                  <a:gd name="connsiteX4" fmla="*/ 506603 w 917790"/>
                  <a:gd name="connsiteY4" fmla="*/ 334811 h 882234"/>
                  <a:gd name="connsiteX5" fmla="*/ 176585 w 917790"/>
                  <a:gd name="connsiteY5" fmla="*/ 882234 h 882234"/>
                  <a:gd name="connsiteX0" fmla="*/ 180391 w 921596"/>
                  <a:gd name="connsiteY0" fmla="*/ 882234 h 1011245"/>
                  <a:gd name="connsiteX1" fmla="*/ 44985 w 921596"/>
                  <a:gd name="connsiteY1" fmla="*/ 0 h 1011245"/>
                  <a:gd name="connsiteX2" fmla="*/ 523183 w 921596"/>
                  <a:gd name="connsiteY2" fmla="*/ 59842 h 1011245"/>
                  <a:gd name="connsiteX3" fmla="*/ 921585 w 921596"/>
                  <a:gd name="connsiteY3" fmla="*/ 156145 h 1011245"/>
                  <a:gd name="connsiteX4" fmla="*/ 502828 w 921596"/>
                  <a:gd name="connsiteY4" fmla="*/ 1011245 h 1011245"/>
                  <a:gd name="connsiteX5" fmla="*/ 180391 w 921596"/>
                  <a:gd name="connsiteY5" fmla="*/ 882234 h 1011245"/>
                  <a:gd name="connsiteX0" fmla="*/ 180391 w 925475"/>
                  <a:gd name="connsiteY0" fmla="*/ 882234 h 1011245"/>
                  <a:gd name="connsiteX1" fmla="*/ 44985 w 925475"/>
                  <a:gd name="connsiteY1" fmla="*/ 0 h 1011245"/>
                  <a:gd name="connsiteX2" fmla="*/ 523183 w 925475"/>
                  <a:gd name="connsiteY2" fmla="*/ 59842 h 1011245"/>
                  <a:gd name="connsiteX3" fmla="*/ 921585 w 925475"/>
                  <a:gd name="connsiteY3" fmla="*/ 156145 h 1011245"/>
                  <a:gd name="connsiteX4" fmla="*/ 580958 w 925475"/>
                  <a:gd name="connsiteY4" fmla="*/ 281057 h 1011245"/>
                  <a:gd name="connsiteX5" fmla="*/ 502828 w 925475"/>
                  <a:gd name="connsiteY5" fmla="*/ 1011245 h 1011245"/>
                  <a:gd name="connsiteX6" fmla="*/ 180391 w 925475"/>
                  <a:gd name="connsiteY6" fmla="*/ 882234 h 1011245"/>
                  <a:gd name="connsiteX0" fmla="*/ 180391 w 925620"/>
                  <a:gd name="connsiteY0" fmla="*/ 882234 h 1011245"/>
                  <a:gd name="connsiteX1" fmla="*/ 44985 w 925620"/>
                  <a:gd name="connsiteY1" fmla="*/ 0 h 1011245"/>
                  <a:gd name="connsiteX2" fmla="*/ 523183 w 925620"/>
                  <a:gd name="connsiteY2" fmla="*/ 59842 h 1011245"/>
                  <a:gd name="connsiteX3" fmla="*/ 921585 w 925620"/>
                  <a:gd name="connsiteY3" fmla="*/ 156145 h 1011245"/>
                  <a:gd name="connsiteX4" fmla="*/ 593372 w 925620"/>
                  <a:gd name="connsiteY4" fmla="*/ 298364 h 1011245"/>
                  <a:gd name="connsiteX5" fmla="*/ 502828 w 925620"/>
                  <a:gd name="connsiteY5" fmla="*/ 1011245 h 1011245"/>
                  <a:gd name="connsiteX6" fmla="*/ 180391 w 925620"/>
                  <a:gd name="connsiteY6" fmla="*/ 882234 h 1011245"/>
                  <a:gd name="connsiteX0" fmla="*/ 180391 w 947191"/>
                  <a:gd name="connsiteY0" fmla="*/ 882234 h 1011245"/>
                  <a:gd name="connsiteX1" fmla="*/ 44985 w 947191"/>
                  <a:gd name="connsiteY1" fmla="*/ 0 h 1011245"/>
                  <a:gd name="connsiteX2" fmla="*/ 523183 w 947191"/>
                  <a:gd name="connsiteY2" fmla="*/ 59842 h 1011245"/>
                  <a:gd name="connsiteX3" fmla="*/ 943405 w 947191"/>
                  <a:gd name="connsiteY3" fmla="*/ 171951 h 1011245"/>
                  <a:gd name="connsiteX4" fmla="*/ 593372 w 947191"/>
                  <a:gd name="connsiteY4" fmla="*/ 298364 h 1011245"/>
                  <a:gd name="connsiteX5" fmla="*/ 502828 w 947191"/>
                  <a:gd name="connsiteY5" fmla="*/ 1011245 h 1011245"/>
                  <a:gd name="connsiteX6" fmla="*/ 180391 w 947191"/>
                  <a:gd name="connsiteY6" fmla="*/ 882234 h 1011245"/>
                  <a:gd name="connsiteX0" fmla="*/ 180391 w 950983"/>
                  <a:gd name="connsiteY0" fmla="*/ 882234 h 1011245"/>
                  <a:gd name="connsiteX1" fmla="*/ 44985 w 950983"/>
                  <a:gd name="connsiteY1" fmla="*/ 0 h 1011245"/>
                  <a:gd name="connsiteX2" fmla="*/ 523183 w 950983"/>
                  <a:gd name="connsiteY2" fmla="*/ 59842 h 1011245"/>
                  <a:gd name="connsiteX3" fmla="*/ 943405 w 950983"/>
                  <a:gd name="connsiteY3" fmla="*/ 171951 h 1011245"/>
                  <a:gd name="connsiteX4" fmla="*/ 775847 w 950983"/>
                  <a:gd name="connsiteY4" fmla="*/ 172724 h 1011245"/>
                  <a:gd name="connsiteX5" fmla="*/ 593372 w 950983"/>
                  <a:gd name="connsiteY5" fmla="*/ 298364 h 1011245"/>
                  <a:gd name="connsiteX6" fmla="*/ 502828 w 950983"/>
                  <a:gd name="connsiteY6" fmla="*/ 1011245 h 1011245"/>
                  <a:gd name="connsiteX7" fmla="*/ 180391 w 950983"/>
                  <a:gd name="connsiteY7" fmla="*/ 882234 h 1011245"/>
                  <a:gd name="connsiteX0" fmla="*/ 191608 w 962200"/>
                  <a:gd name="connsiteY0" fmla="*/ 841604 h 970615"/>
                  <a:gd name="connsiteX1" fmla="*/ 43408 w 962200"/>
                  <a:gd name="connsiteY1" fmla="*/ 0 h 970615"/>
                  <a:gd name="connsiteX2" fmla="*/ 534400 w 962200"/>
                  <a:gd name="connsiteY2" fmla="*/ 19212 h 970615"/>
                  <a:gd name="connsiteX3" fmla="*/ 954622 w 962200"/>
                  <a:gd name="connsiteY3" fmla="*/ 131321 h 970615"/>
                  <a:gd name="connsiteX4" fmla="*/ 787064 w 962200"/>
                  <a:gd name="connsiteY4" fmla="*/ 132094 h 970615"/>
                  <a:gd name="connsiteX5" fmla="*/ 604589 w 962200"/>
                  <a:gd name="connsiteY5" fmla="*/ 257734 h 970615"/>
                  <a:gd name="connsiteX6" fmla="*/ 514045 w 962200"/>
                  <a:gd name="connsiteY6" fmla="*/ 970615 h 970615"/>
                  <a:gd name="connsiteX7" fmla="*/ 191608 w 962200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48200 w 918792"/>
                  <a:gd name="connsiteY0" fmla="*/ 841604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48200 w 918792"/>
                  <a:gd name="connsiteY7" fmla="*/ 841604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92"/>
                  <a:gd name="connsiteY0" fmla="*/ 797966 h 970615"/>
                  <a:gd name="connsiteX1" fmla="*/ 0 w 918792"/>
                  <a:gd name="connsiteY1" fmla="*/ 0 h 970615"/>
                  <a:gd name="connsiteX2" fmla="*/ 490992 w 918792"/>
                  <a:gd name="connsiteY2" fmla="*/ 19212 h 970615"/>
                  <a:gd name="connsiteX3" fmla="*/ 911214 w 918792"/>
                  <a:gd name="connsiteY3" fmla="*/ 131321 h 970615"/>
                  <a:gd name="connsiteX4" fmla="*/ 743656 w 918792"/>
                  <a:gd name="connsiteY4" fmla="*/ 132094 h 970615"/>
                  <a:gd name="connsiteX5" fmla="*/ 561181 w 918792"/>
                  <a:gd name="connsiteY5" fmla="*/ 257734 h 970615"/>
                  <a:gd name="connsiteX6" fmla="*/ 470637 w 918792"/>
                  <a:gd name="connsiteY6" fmla="*/ 970615 h 970615"/>
                  <a:gd name="connsiteX7" fmla="*/ 179806 w 918792"/>
                  <a:gd name="connsiteY7" fmla="*/ 797966 h 970615"/>
                  <a:gd name="connsiteX0" fmla="*/ 179806 w 918716"/>
                  <a:gd name="connsiteY0" fmla="*/ 797966 h 970615"/>
                  <a:gd name="connsiteX1" fmla="*/ 0 w 918716"/>
                  <a:gd name="connsiteY1" fmla="*/ 0 h 970615"/>
                  <a:gd name="connsiteX2" fmla="*/ 490992 w 918716"/>
                  <a:gd name="connsiteY2" fmla="*/ 19212 h 970615"/>
                  <a:gd name="connsiteX3" fmla="*/ 911214 w 918716"/>
                  <a:gd name="connsiteY3" fmla="*/ 131321 h 970615"/>
                  <a:gd name="connsiteX4" fmla="*/ 741776 w 918716"/>
                  <a:gd name="connsiteY4" fmla="*/ 120337 h 970615"/>
                  <a:gd name="connsiteX5" fmla="*/ 561181 w 918716"/>
                  <a:gd name="connsiteY5" fmla="*/ 257734 h 970615"/>
                  <a:gd name="connsiteX6" fmla="*/ 470637 w 918716"/>
                  <a:gd name="connsiteY6" fmla="*/ 970615 h 970615"/>
                  <a:gd name="connsiteX7" fmla="*/ 179806 w 918716"/>
                  <a:gd name="connsiteY7" fmla="*/ 797966 h 970615"/>
                  <a:gd name="connsiteX0" fmla="*/ 179806 w 919217"/>
                  <a:gd name="connsiteY0" fmla="*/ 797966 h 970615"/>
                  <a:gd name="connsiteX1" fmla="*/ 0 w 919217"/>
                  <a:gd name="connsiteY1" fmla="*/ 0 h 970615"/>
                  <a:gd name="connsiteX2" fmla="*/ 490992 w 919217"/>
                  <a:gd name="connsiteY2" fmla="*/ 19212 h 970615"/>
                  <a:gd name="connsiteX3" fmla="*/ 911214 w 919217"/>
                  <a:gd name="connsiteY3" fmla="*/ 131321 h 970615"/>
                  <a:gd name="connsiteX4" fmla="*/ 741776 w 919217"/>
                  <a:gd name="connsiteY4" fmla="*/ 120337 h 970615"/>
                  <a:gd name="connsiteX5" fmla="*/ 561181 w 919217"/>
                  <a:gd name="connsiteY5" fmla="*/ 257734 h 970615"/>
                  <a:gd name="connsiteX6" fmla="*/ 470637 w 919217"/>
                  <a:gd name="connsiteY6" fmla="*/ 970615 h 970615"/>
                  <a:gd name="connsiteX7" fmla="*/ 179806 w 919217"/>
                  <a:gd name="connsiteY7" fmla="*/ 797966 h 970615"/>
                  <a:gd name="connsiteX0" fmla="*/ 179806 w 920942"/>
                  <a:gd name="connsiteY0" fmla="*/ 797966 h 970615"/>
                  <a:gd name="connsiteX1" fmla="*/ 0 w 920942"/>
                  <a:gd name="connsiteY1" fmla="*/ 0 h 970615"/>
                  <a:gd name="connsiteX2" fmla="*/ 490992 w 920942"/>
                  <a:gd name="connsiteY2" fmla="*/ 19212 h 970615"/>
                  <a:gd name="connsiteX3" fmla="*/ 911214 w 920942"/>
                  <a:gd name="connsiteY3" fmla="*/ 131321 h 970615"/>
                  <a:gd name="connsiteX4" fmla="*/ 773568 w 920942"/>
                  <a:gd name="connsiteY4" fmla="*/ 108019 h 970615"/>
                  <a:gd name="connsiteX5" fmla="*/ 561181 w 920942"/>
                  <a:gd name="connsiteY5" fmla="*/ 257734 h 970615"/>
                  <a:gd name="connsiteX6" fmla="*/ 470637 w 920942"/>
                  <a:gd name="connsiteY6" fmla="*/ 970615 h 970615"/>
                  <a:gd name="connsiteX7" fmla="*/ 179806 w 920942"/>
                  <a:gd name="connsiteY7" fmla="*/ 797966 h 970615"/>
                  <a:gd name="connsiteX0" fmla="*/ 179806 w 937852"/>
                  <a:gd name="connsiteY0" fmla="*/ 797966 h 970615"/>
                  <a:gd name="connsiteX1" fmla="*/ 0 w 937852"/>
                  <a:gd name="connsiteY1" fmla="*/ 0 h 970615"/>
                  <a:gd name="connsiteX2" fmla="*/ 490992 w 937852"/>
                  <a:gd name="connsiteY2" fmla="*/ 19212 h 970615"/>
                  <a:gd name="connsiteX3" fmla="*/ 929178 w 937852"/>
                  <a:gd name="connsiteY3" fmla="*/ 138094 h 970615"/>
                  <a:gd name="connsiteX4" fmla="*/ 773568 w 937852"/>
                  <a:gd name="connsiteY4" fmla="*/ 108019 h 970615"/>
                  <a:gd name="connsiteX5" fmla="*/ 561181 w 937852"/>
                  <a:gd name="connsiteY5" fmla="*/ 257734 h 970615"/>
                  <a:gd name="connsiteX6" fmla="*/ 470637 w 937852"/>
                  <a:gd name="connsiteY6" fmla="*/ 970615 h 970615"/>
                  <a:gd name="connsiteX7" fmla="*/ 179806 w 93785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992 w 937942"/>
                  <a:gd name="connsiteY2" fmla="*/ 19212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79806 w 937942"/>
                  <a:gd name="connsiteY0" fmla="*/ 797966 h 970615"/>
                  <a:gd name="connsiteX1" fmla="*/ 0 w 937942"/>
                  <a:gd name="connsiteY1" fmla="*/ 0 h 970615"/>
                  <a:gd name="connsiteX2" fmla="*/ 490145 w 937942"/>
                  <a:gd name="connsiteY2" fmla="*/ 28994 h 970615"/>
                  <a:gd name="connsiteX3" fmla="*/ 929273 w 937942"/>
                  <a:gd name="connsiteY3" fmla="*/ 123609 h 970615"/>
                  <a:gd name="connsiteX4" fmla="*/ 773568 w 937942"/>
                  <a:gd name="connsiteY4" fmla="*/ 108019 h 970615"/>
                  <a:gd name="connsiteX5" fmla="*/ 561181 w 937942"/>
                  <a:gd name="connsiteY5" fmla="*/ 257734 h 970615"/>
                  <a:gd name="connsiteX6" fmla="*/ 470637 w 937942"/>
                  <a:gd name="connsiteY6" fmla="*/ 970615 h 970615"/>
                  <a:gd name="connsiteX7" fmla="*/ 179806 w 937942"/>
                  <a:gd name="connsiteY7" fmla="*/ 797966 h 970615"/>
                  <a:gd name="connsiteX0" fmla="*/ 185480 w 943616"/>
                  <a:gd name="connsiteY0" fmla="*/ 797966 h 970615"/>
                  <a:gd name="connsiteX1" fmla="*/ 5674 w 943616"/>
                  <a:gd name="connsiteY1" fmla="*/ 0 h 970615"/>
                  <a:gd name="connsiteX2" fmla="*/ 495819 w 943616"/>
                  <a:gd name="connsiteY2" fmla="*/ 28994 h 970615"/>
                  <a:gd name="connsiteX3" fmla="*/ 934947 w 943616"/>
                  <a:gd name="connsiteY3" fmla="*/ 123609 h 970615"/>
                  <a:gd name="connsiteX4" fmla="*/ 779242 w 943616"/>
                  <a:gd name="connsiteY4" fmla="*/ 108019 h 970615"/>
                  <a:gd name="connsiteX5" fmla="*/ 566855 w 943616"/>
                  <a:gd name="connsiteY5" fmla="*/ 257734 h 970615"/>
                  <a:gd name="connsiteX6" fmla="*/ 476311 w 943616"/>
                  <a:gd name="connsiteY6" fmla="*/ 970615 h 970615"/>
                  <a:gd name="connsiteX7" fmla="*/ 185480 w 943616"/>
                  <a:gd name="connsiteY7" fmla="*/ 797966 h 970615"/>
                  <a:gd name="connsiteX0" fmla="*/ 163978 w 922114"/>
                  <a:gd name="connsiteY0" fmla="*/ 780521 h 953170"/>
                  <a:gd name="connsiteX1" fmla="*/ 1665 w 922114"/>
                  <a:gd name="connsiteY1" fmla="*/ 1462 h 953170"/>
                  <a:gd name="connsiteX2" fmla="*/ 474317 w 922114"/>
                  <a:gd name="connsiteY2" fmla="*/ 11549 h 953170"/>
                  <a:gd name="connsiteX3" fmla="*/ 913445 w 922114"/>
                  <a:gd name="connsiteY3" fmla="*/ 106164 h 953170"/>
                  <a:gd name="connsiteX4" fmla="*/ 757740 w 922114"/>
                  <a:gd name="connsiteY4" fmla="*/ 90574 h 953170"/>
                  <a:gd name="connsiteX5" fmla="*/ 545353 w 922114"/>
                  <a:gd name="connsiteY5" fmla="*/ 240289 h 953170"/>
                  <a:gd name="connsiteX6" fmla="*/ 454809 w 922114"/>
                  <a:gd name="connsiteY6" fmla="*/ 953170 h 953170"/>
                  <a:gd name="connsiteX7" fmla="*/ 163978 w 922114"/>
                  <a:gd name="connsiteY7" fmla="*/ 780521 h 953170"/>
                  <a:gd name="connsiteX0" fmla="*/ 163978 w 922114"/>
                  <a:gd name="connsiteY0" fmla="*/ 789015 h 961664"/>
                  <a:gd name="connsiteX1" fmla="*/ 1665 w 922114"/>
                  <a:gd name="connsiteY1" fmla="*/ 9956 h 961664"/>
                  <a:gd name="connsiteX2" fmla="*/ 474317 w 922114"/>
                  <a:gd name="connsiteY2" fmla="*/ 20043 h 961664"/>
                  <a:gd name="connsiteX3" fmla="*/ 913445 w 922114"/>
                  <a:gd name="connsiteY3" fmla="*/ 114658 h 961664"/>
                  <a:gd name="connsiteX4" fmla="*/ 757740 w 922114"/>
                  <a:gd name="connsiteY4" fmla="*/ 99068 h 961664"/>
                  <a:gd name="connsiteX5" fmla="*/ 545353 w 922114"/>
                  <a:gd name="connsiteY5" fmla="*/ 248783 h 961664"/>
                  <a:gd name="connsiteX6" fmla="*/ 454809 w 922114"/>
                  <a:gd name="connsiteY6" fmla="*/ 961664 h 961664"/>
                  <a:gd name="connsiteX7" fmla="*/ 163978 w 922114"/>
                  <a:gd name="connsiteY7" fmla="*/ 789015 h 961664"/>
                  <a:gd name="connsiteX0" fmla="*/ 157848 w 915984"/>
                  <a:gd name="connsiteY0" fmla="*/ 783549 h 956198"/>
                  <a:gd name="connsiteX1" fmla="*/ 1742 w 915984"/>
                  <a:gd name="connsiteY1" fmla="*/ 13144 h 956198"/>
                  <a:gd name="connsiteX2" fmla="*/ 468187 w 915984"/>
                  <a:gd name="connsiteY2" fmla="*/ 14577 h 956198"/>
                  <a:gd name="connsiteX3" fmla="*/ 907315 w 915984"/>
                  <a:gd name="connsiteY3" fmla="*/ 109192 h 956198"/>
                  <a:gd name="connsiteX4" fmla="*/ 751610 w 915984"/>
                  <a:gd name="connsiteY4" fmla="*/ 93602 h 956198"/>
                  <a:gd name="connsiteX5" fmla="*/ 539223 w 915984"/>
                  <a:gd name="connsiteY5" fmla="*/ 243317 h 956198"/>
                  <a:gd name="connsiteX6" fmla="*/ 448679 w 915984"/>
                  <a:gd name="connsiteY6" fmla="*/ 956198 h 956198"/>
                  <a:gd name="connsiteX7" fmla="*/ 157848 w 915984"/>
                  <a:gd name="connsiteY7" fmla="*/ 783549 h 956198"/>
                  <a:gd name="connsiteX0" fmla="*/ 157848 w 915984"/>
                  <a:gd name="connsiteY0" fmla="*/ 793999 h 966648"/>
                  <a:gd name="connsiteX1" fmla="*/ 1742 w 915984"/>
                  <a:gd name="connsiteY1" fmla="*/ 23594 h 966648"/>
                  <a:gd name="connsiteX2" fmla="*/ 468187 w 915984"/>
                  <a:gd name="connsiteY2" fmla="*/ 25027 h 966648"/>
                  <a:gd name="connsiteX3" fmla="*/ 907315 w 915984"/>
                  <a:gd name="connsiteY3" fmla="*/ 119642 h 966648"/>
                  <a:gd name="connsiteX4" fmla="*/ 751610 w 915984"/>
                  <a:gd name="connsiteY4" fmla="*/ 104052 h 966648"/>
                  <a:gd name="connsiteX5" fmla="*/ 539223 w 915984"/>
                  <a:gd name="connsiteY5" fmla="*/ 253767 h 966648"/>
                  <a:gd name="connsiteX6" fmla="*/ 448679 w 915984"/>
                  <a:gd name="connsiteY6" fmla="*/ 966648 h 966648"/>
                  <a:gd name="connsiteX7" fmla="*/ 157848 w 915984"/>
                  <a:gd name="connsiteY7" fmla="*/ 793999 h 966648"/>
                  <a:gd name="connsiteX0" fmla="*/ 160615 w 918751"/>
                  <a:gd name="connsiteY0" fmla="*/ 793999 h 966648"/>
                  <a:gd name="connsiteX1" fmla="*/ 4509 w 918751"/>
                  <a:gd name="connsiteY1" fmla="*/ 23594 h 966648"/>
                  <a:gd name="connsiteX2" fmla="*/ 470954 w 918751"/>
                  <a:gd name="connsiteY2" fmla="*/ 25027 h 966648"/>
                  <a:gd name="connsiteX3" fmla="*/ 910082 w 918751"/>
                  <a:gd name="connsiteY3" fmla="*/ 119642 h 966648"/>
                  <a:gd name="connsiteX4" fmla="*/ 754377 w 918751"/>
                  <a:gd name="connsiteY4" fmla="*/ 104052 h 966648"/>
                  <a:gd name="connsiteX5" fmla="*/ 541990 w 918751"/>
                  <a:gd name="connsiteY5" fmla="*/ 253767 h 966648"/>
                  <a:gd name="connsiteX6" fmla="*/ 451446 w 918751"/>
                  <a:gd name="connsiteY6" fmla="*/ 966648 h 966648"/>
                  <a:gd name="connsiteX7" fmla="*/ 160615 w 918751"/>
                  <a:gd name="connsiteY7" fmla="*/ 793999 h 966648"/>
                  <a:gd name="connsiteX0" fmla="*/ 208368 w 966504"/>
                  <a:gd name="connsiteY0" fmla="*/ 793999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208368 w 966504"/>
                  <a:gd name="connsiteY8" fmla="*/ 793999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966648"/>
                  <a:gd name="connsiteX1" fmla="*/ 21082 w 966504"/>
                  <a:gd name="connsiteY1" fmla="*/ 407406 h 966648"/>
                  <a:gd name="connsiteX2" fmla="*/ 52262 w 966504"/>
                  <a:gd name="connsiteY2" fmla="*/ 23594 h 966648"/>
                  <a:gd name="connsiteX3" fmla="*/ 518707 w 966504"/>
                  <a:gd name="connsiteY3" fmla="*/ 25027 h 966648"/>
                  <a:gd name="connsiteX4" fmla="*/ 957835 w 966504"/>
                  <a:gd name="connsiteY4" fmla="*/ 119642 h 966648"/>
                  <a:gd name="connsiteX5" fmla="*/ 802130 w 966504"/>
                  <a:gd name="connsiteY5" fmla="*/ 104052 h 966648"/>
                  <a:gd name="connsiteX6" fmla="*/ 589743 w 966504"/>
                  <a:gd name="connsiteY6" fmla="*/ 253767 h 966648"/>
                  <a:gd name="connsiteX7" fmla="*/ 499199 w 966504"/>
                  <a:gd name="connsiteY7" fmla="*/ 966648 h 966648"/>
                  <a:gd name="connsiteX8" fmla="*/ 113937 w 966504"/>
                  <a:gd name="connsiteY8" fmla="*/ 806688 h 966648"/>
                  <a:gd name="connsiteX0" fmla="*/ 113937 w 966504"/>
                  <a:gd name="connsiteY0" fmla="*/ 806688 h 1026852"/>
                  <a:gd name="connsiteX1" fmla="*/ 21082 w 966504"/>
                  <a:gd name="connsiteY1" fmla="*/ 407406 h 1026852"/>
                  <a:gd name="connsiteX2" fmla="*/ 52262 w 966504"/>
                  <a:gd name="connsiteY2" fmla="*/ 23594 h 1026852"/>
                  <a:gd name="connsiteX3" fmla="*/ 518707 w 966504"/>
                  <a:gd name="connsiteY3" fmla="*/ 25027 h 1026852"/>
                  <a:gd name="connsiteX4" fmla="*/ 957835 w 966504"/>
                  <a:gd name="connsiteY4" fmla="*/ 119642 h 1026852"/>
                  <a:gd name="connsiteX5" fmla="*/ 802130 w 966504"/>
                  <a:gd name="connsiteY5" fmla="*/ 104052 h 1026852"/>
                  <a:gd name="connsiteX6" fmla="*/ 589743 w 966504"/>
                  <a:gd name="connsiteY6" fmla="*/ 253767 h 1026852"/>
                  <a:gd name="connsiteX7" fmla="*/ 605286 w 966504"/>
                  <a:gd name="connsiteY7" fmla="*/ 1026852 h 1026852"/>
                  <a:gd name="connsiteX8" fmla="*/ 113937 w 966504"/>
                  <a:gd name="connsiteY8" fmla="*/ 806688 h 1026852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66504"/>
                  <a:gd name="connsiteY0" fmla="*/ 806688 h 1037857"/>
                  <a:gd name="connsiteX1" fmla="*/ 21082 w 966504"/>
                  <a:gd name="connsiteY1" fmla="*/ 407406 h 1037857"/>
                  <a:gd name="connsiteX2" fmla="*/ 52262 w 966504"/>
                  <a:gd name="connsiteY2" fmla="*/ 23594 h 1037857"/>
                  <a:gd name="connsiteX3" fmla="*/ 518707 w 966504"/>
                  <a:gd name="connsiteY3" fmla="*/ 25027 h 1037857"/>
                  <a:gd name="connsiteX4" fmla="*/ 957835 w 966504"/>
                  <a:gd name="connsiteY4" fmla="*/ 119642 h 1037857"/>
                  <a:gd name="connsiteX5" fmla="*/ 802130 w 966504"/>
                  <a:gd name="connsiteY5" fmla="*/ 104052 h 1037857"/>
                  <a:gd name="connsiteX6" fmla="*/ 589743 w 966504"/>
                  <a:gd name="connsiteY6" fmla="*/ 253767 h 1037857"/>
                  <a:gd name="connsiteX7" fmla="*/ 611868 w 966504"/>
                  <a:gd name="connsiteY7" fmla="*/ 1037857 h 1037857"/>
                  <a:gd name="connsiteX8" fmla="*/ 113937 w 966504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64812"/>
                  <a:gd name="connsiteY0" fmla="*/ 806688 h 1037857"/>
                  <a:gd name="connsiteX1" fmla="*/ 21082 w 964812"/>
                  <a:gd name="connsiteY1" fmla="*/ 407406 h 1037857"/>
                  <a:gd name="connsiteX2" fmla="*/ 52262 w 964812"/>
                  <a:gd name="connsiteY2" fmla="*/ 23594 h 1037857"/>
                  <a:gd name="connsiteX3" fmla="*/ 518707 w 964812"/>
                  <a:gd name="connsiteY3" fmla="*/ 25027 h 1037857"/>
                  <a:gd name="connsiteX4" fmla="*/ 957835 w 964812"/>
                  <a:gd name="connsiteY4" fmla="*/ 119642 h 1037857"/>
                  <a:gd name="connsiteX5" fmla="*/ 785669 w 964812"/>
                  <a:gd name="connsiteY5" fmla="*/ 106684 h 1037857"/>
                  <a:gd name="connsiteX6" fmla="*/ 589743 w 964812"/>
                  <a:gd name="connsiteY6" fmla="*/ 253767 h 1037857"/>
                  <a:gd name="connsiteX7" fmla="*/ 611868 w 964812"/>
                  <a:gd name="connsiteY7" fmla="*/ 1037857 h 1037857"/>
                  <a:gd name="connsiteX8" fmla="*/ 113937 w 964812"/>
                  <a:gd name="connsiteY8" fmla="*/ 806688 h 1037857"/>
                  <a:gd name="connsiteX0" fmla="*/ 113937 w 958153"/>
                  <a:gd name="connsiteY0" fmla="*/ 806688 h 1037857"/>
                  <a:gd name="connsiteX1" fmla="*/ 21082 w 958153"/>
                  <a:gd name="connsiteY1" fmla="*/ 407406 h 1037857"/>
                  <a:gd name="connsiteX2" fmla="*/ 52262 w 958153"/>
                  <a:gd name="connsiteY2" fmla="*/ 23594 h 1037857"/>
                  <a:gd name="connsiteX3" fmla="*/ 518707 w 958153"/>
                  <a:gd name="connsiteY3" fmla="*/ 25027 h 1037857"/>
                  <a:gd name="connsiteX4" fmla="*/ 957835 w 958153"/>
                  <a:gd name="connsiteY4" fmla="*/ 119642 h 1037857"/>
                  <a:gd name="connsiteX5" fmla="*/ 589743 w 958153"/>
                  <a:gd name="connsiteY5" fmla="*/ 253767 h 1037857"/>
                  <a:gd name="connsiteX6" fmla="*/ 611868 w 958153"/>
                  <a:gd name="connsiteY6" fmla="*/ 1037857 h 1037857"/>
                  <a:gd name="connsiteX7" fmla="*/ 113937 w 958153"/>
                  <a:gd name="connsiteY7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68997"/>
                  <a:gd name="connsiteY0" fmla="*/ 806688 h 1037857"/>
                  <a:gd name="connsiteX1" fmla="*/ 21082 w 968997"/>
                  <a:gd name="connsiteY1" fmla="*/ 407406 h 1037857"/>
                  <a:gd name="connsiteX2" fmla="*/ 52262 w 968997"/>
                  <a:gd name="connsiteY2" fmla="*/ 23594 h 1037857"/>
                  <a:gd name="connsiteX3" fmla="*/ 518707 w 968997"/>
                  <a:gd name="connsiteY3" fmla="*/ 25027 h 1037857"/>
                  <a:gd name="connsiteX4" fmla="*/ 957835 w 968997"/>
                  <a:gd name="connsiteY4" fmla="*/ 119642 h 1037857"/>
                  <a:gd name="connsiteX5" fmla="*/ 824700 w 968997"/>
                  <a:gd name="connsiteY5" fmla="*/ 124558 h 1037857"/>
                  <a:gd name="connsiteX6" fmla="*/ 589743 w 968997"/>
                  <a:gd name="connsiteY6" fmla="*/ 253767 h 1037857"/>
                  <a:gd name="connsiteX7" fmla="*/ 611868 w 968997"/>
                  <a:gd name="connsiteY7" fmla="*/ 1037857 h 1037857"/>
                  <a:gd name="connsiteX8" fmla="*/ 113937 w 968997"/>
                  <a:gd name="connsiteY8" fmla="*/ 806688 h 1037857"/>
                  <a:gd name="connsiteX0" fmla="*/ 113937 w 976298"/>
                  <a:gd name="connsiteY0" fmla="*/ 806688 h 1037857"/>
                  <a:gd name="connsiteX1" fmla="*/ 21082 w 976298"/>
                  <a:gd name="connsiteY1" fmla="*/ 407406 h 1037857"/>
                  <a:gd name="connsiteX2" fmla="*/ 52262 w 976298"/>
                  <a:gd name="connsiteY2" fmla="*/ 23594 h 1037857"/>
                  <a:gd name="connsiteX3" fmla="*/ 518707 w 976298"/>
                  <a:gd name="connsiteY3" fmla="*/ 25027 h 1037857"/>
                  <a:gd name="connsiteX4" fmla="*/ 957835 w 976298"/>
                  <a:gd name="connsiteY4" fmla="*/ 119642 h 1037857"/>
                  <a:gd name="connsiteX5" fmla="*/ 824700 w 976298"/>
                  <a:gd name="connsiteY5" fmla="*/ 124558 h 1037857"/>
                  <a:gd name="connsiteX6" fmla="*/ 589743 w 976298"/>
                  <a:gd name="connsiteY6" fmla="*/ 253767 h 1037857"/>
                  <a:gd name="connsiteX7" fmla="*/ 611868 w 976298"/>
                  <a:gd name="connsiteY7" fmla="*/ 1037857 h 1037857"/>
                  <a:gd name="connsiteX8" fmla="*/ 113937 w 976298"/>
                  <a:gd name="connsiteY8" fmla="*/ 806688 h 1037857"/>
                  <a:gd name="connsiteX0" fmla="*/ 113937 w 994720"/>
                  <a:gd name="connsiteY0" fmla="*/ 806688 h 1037857"/>
                  <a:gd name="connsiteX1" fmla="*/ 21082 w 994720"/>
                  <a:gd name="connsiteY1" fmla="*/ 407406 h 1037857"/>
                  <a:gd name="connsiteX2" fmla="*/ 52262 w 994720"/>
                  <a:gd name="connsiteY2" fmla="*/ 23594 h 1037857"/>
                  <a:gd name="connsiteX3" fmla="*/ 518707 w 994720"/>
                  <a:gd name="connsiteY3" fmla="*/ 25027 h 1037857"/>
                  <a:gd name="connsiteX4" fmla="*/ 957835 w 994720"/>
                  <a:gd name="connsiteY4" fmla="*/ 119642 h 1037857"/>
                  <a:gd name="connsiteX5" fmla="*/ 892514 w 994720"/>
                  <a:gd name="connsiteY5" fmla="*/ 111302 h 1037857"/>
                  <a:gd name="connsiteX6" fmla="*/ 589743 w 994720"/>
                  <a:gd name="connsiteY6" fmla="*/ 253767 h 1037857"/>
                  <a:gd name="connsiteX7" fmla="*/ 611868 w 994720"/>
                  <a:gd name="connsiteY7" fmla="*/ 1037857 h 1037857"/>
                  <a:gd name="connsiteX8" fmla="*/ 113937 w 994720"/>
                  <a:gd name="connsiteY8" fmla="*/ 806688 h 1037857"/>
                  <a:gd name="connsiteX0" fmla="*/ 113937 w 1011597"/>
                  <a:gd name="connsiteY0" fmla="*/ 806688 h 1037857"/>
                  <a:gd name="connsiteX1" fmla="*/ 21082 w 1011597"/>
                  <a:gd name="connsiteY1" fmla="*/ 407406 h 1037857"/>
                  <a:gd name="connsiteX2" fmla="*/ 52262 w 1011597"/>
                  <a:gd name="connsiteY2" fmla="*/ 23594 h 1037857"/>
                  <a:gd name="connsiteX3" fmla="*/ 518707 w 1011597"/>
                  <a:gd name="connsiteY3" fmla="*/ 25027 h 1037857"/>
                  <a:gd name="connsiteX4" fmla="*/ 957835 w 1011597"/>
                  <a:gd name="connsiteY4" fmla="*/ 119642 h 1037857"/>
                  <a:gd name="connsiteX5" fmla="*/ 927688 w 1011597"/>
                  <a:gd name="connsiteY5" fmla="*/ 120145 h 1037857"/>
                  <a:gd name="connsiteX6" fmla="*/ 589743 w 1011597"/>
                  <a:gd name="connsiteY6" fmla="*/ 253767 h 1037857"/>
                  <a:gd name="connsiteX7" fmla="*/ 611868 w 1011597"/>
                  <a:gd name="connsiteY7" fmla="*/ 1037857 h 1037857"/>
                  <a:gd name="connsiteX8" fmla="*/ 113937 w 1011597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1022604"/>
                  <a:gd name="connsiteY0" fmla="*/ 806688 h 1037857"/>
                  <a:gd name="connsiteX1" fmla="*/ 21082 w 1022604"/>
                  <a:gd name="connsiteY1" fmla="*/ 407406 h 1037857"/>
                  <a:gd name="connsiteX2" fmla="*/ 52262 w 1022604"/>
                  <a:gd name="connsiteY2" fmla="*/ 23594 h 1037857"/>
                  <a:gd name="connsiteX3" fmla="*/ 518707 w 1022604"/>
                  <a:gd name="connsiteY3" fmla="*/ 25027 h 1037857"/>
                  <a:gd name="connsiteX4" fmla="*/ 957835 w 1022604"/>
                  <a:gd name="connsiteY4" fmla="*/ 119642 h 1037857"/>
                  <a:gd name="connsiteX5" fmla="*/ 946499 w 1022604"/>
                  <a:gd name="connsiteY5" fmla="*/ 117137 h 1037857"/>
                  <a:gd name="connsiteX6" fmla="*/ 589743 w 1022604"/>
                  <a:gd name="connsiteY6" fmla="*/ 253767 h 1037857"/>
                  <a:gd name="connsiteX7" fmla="*/ 611868 w 1022604"/>
                  <a:gd name="connsiteY7" fmla="*/ 1037857 h 1037857"/>
                  <a:gd name="connsiteX8" fmla="*/ 113937 w 1022604"/>
                  <a:gd name="connsiteY8" fmla="*/ 806688 h 1037857"/>
                  <a:gd name="connsiteX0" fmla="*/ 113937 w 946499"/>
                  <a:gd name="connsiteY0" fmla="*/ 806688 h 1037857"/>
                  <a:gd name="connsiteX1" fmla="*/ 21082 w 946499"/>
                  <a:gd name="connsiteY1" fmla="*/ 407406 h 1037857"/>
                  <a:gd name="connsiteX2" fmla="*/ 52262 w 946499"/>
                  <a:gd name="connsiteY2" fmla="*/ 23594 h 1037857"/>
                  <a:gd name="connsiteX3" fmla="*/ 518707 w 946499"/>
                  <a:gd name="connsiteY3" fmla="*/ 25027 h 1037857"/>
                  <a:gd name="connsiteX4" fmla="*/ 946499 w 946499"/>
                  <a:gd name="connsiteY4" fmla="*/ 117137 h 1037857"/>
                  <a:gd name="connsiteX5" fmla="*/ 589743 w 946499"/>
                  <a:gd name="connsiteY5" fmla="*/ 253767 h 1037857"/>
                  <a:gd name="connsiteX6" fmla="*/ 611868 w 946499"/>
                  <a:gd name="connsiteY6" fmla="*/ 1037857 h 1037857"/>
                  <a:gd name="connsiteX7" fmla="*/ 113937 w 946499"/>
                  <a:gd name="connsiteY7" fmla="*/ 806688 h 1037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6499" h="1037857">
                    <a:moveTo>
                      <a:pt x="113937" y="806688"/>
                    </a:moveTo>
                    <a:cubicBezTo>
                      <a:pt x="92026" y="788244"/>
                      <a:pt x="47100" y="535807"/>
                      <a:pt x="21082" y="407406"/>
                    </a:cubicBezTo>
                    <a:cubicBezTo>
                      <a:pt x="-4936" y="279005"/>
                      <a:pt x="-18715" y="84205"/>
                      <a:pt x="52262" y="23594"/>
                    </a:cubicBezTo>
                    <a:cubicBezTo>
                      <a:pt x="105731" y="-20705"/>
                      <a:pt x="457813" y="7815"/>
                      <a:pt x="518707" y="25027"/>
                    </a:cubicBezTo>
                    <a:cubicBezTo>
                      <a:pt x="667747" y="40618"/>
                      <a:pt x="934660" y="79014"/>
                      <a:pt x="946499" y="117137"/>
                    </a:cubicBezTo>
                    <a:cubicBezTo>
                      <a:pt x="939611" y="72906"/>
                      <a:pt x="622456" y="104403"/>
                      <a:pt x="589743" y="253767"/>
                    </a:cubicBezTo>
                    <a:cubicBezTo>
                      <a:pt x="543237" y="387250"/>
                      <a:pt x="711167" y="990334"/>
                      <a:pt x="611868" y="1037857"/>
                    </a:cubicBezTo>
                    <a:cubicBezTo>
                      <a:pt x="502514" y="922809"/>
                      <a:pt x="135848" y="825132"/>
                      <a:pt x="113937" y="806688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23701D9-6DF6-4710-9239-A32D23805F96}"/>
              </a:ext>
            </a:extLst>
          </p:cNvPr>
          <p:cNvGrpSpPr/>
          <p:nvPr/>
        </p:nvGrpSpPr>
        <p:grpSpPr>
          <a:xfrm>
            <a:off x="971973" y="4023691"/>
            <a:ext cx="2218941" cy="2792665"/>
            <a:chOff x="971973" y="4023691"/>
            <a:chExt cx="2218941" cy="2792665"/>
          </a:xfrm>
        </p:grpSpPr>
        <p:sp>
          <p:nvSpPr>
            <p:cNvPr id="199" name="Oval 34">
              <a:extLst>
                <a:ext uri="{FF2B5EF4-FFF2-40B4-BE49-F238E27FC236}">
                  <a16:creationId xmlns:a16="http://schemas.microsoft.com/office/drawing/2014/main" id="{6B0CDB0C-BF62-7AE8-1A3B-0C1B2F62F701}"/>
                </a:ext>
              </a:extLst>
            </p:cNvPr>
            <p:cNvSpPr/>
            <p:nvPr/>
          </p:nvSpPr>
          <p:spPr>
            <a:xfrm rot="21136134">
              <a:off x="2250813" y="5342608"/>
              <a:ext cx="940101" cy="1357190"/>
            </a:xfrm>
            <a:custGeom>
              <a:avLst/>
              <a:gdLst>
                <a:gd name="connsiteX0" fmla="*/ 0 w 128521"/>
                <a:gd name="connsiteY0" fmla="*/ 373888 h 747775"/>
                <a:gd name="connsiteX1" fmla="*/ 64261 w 128521"/>
                <a:gd name="connsiteY1" fmla="*/ 0 h 747775"/>
                <a:gd name="connsiteX2" fmla="*/ 128522 w 128521"/>
                <a:gd name="connsiteY2" fmla="*/ 373888 h 747775"/>
                <a:gd name="connsiteX3" fmla="*/ 64261 w 128521"/>
                <a:gd name="connsiteY3" fmla="*/ 747776 h 747775"/>
                <a:gd name="connsiteX4" fmla="*/ 0 w 128521"/>
                <a:gd name="connsiteY4" fmla="*/ 373888 h 747775"/>
                <a:gd name="connsiteX0" fmla="*/ 0 w 262421"/>
                <a:gd name="connsiteY0" fmla="*/ 344281 h 748005"/>
                <a:gd name="connsiteX1" fmla="*/ 198160 w 262421"/>
                <a:gd name="connsiteY1" fmla="*/ 125 h 748005"/>
                <a:gd name="connsiteX2" fmla="*/ 262421 w 262421"/>
                <a:gd name="connsiteY2" fmla="*/ 374013 h 748005"/>
                <a:gd name="connsiteX3" fmla="*/ 198160 w 262421"/>
                <a:gd name="connsiteY3" fmla="*/ 747901 h 748005"/>
                <a:gd name="connsiteX4" fmla="*/ 0 w 262421"/>
                <a:gd name="connsiteY4" fmla="*/ 344281 h 748005"/>
                <a:gd name="connsiteX0" fmla="*/ 0 w 199079"/>
                <a:gd name="connsiteY0" fmla="*/ 344179 h 747815"/>
                <a:gd name="connsiteX1" fmla="*/ 198160 w 199079"/>
                <a:gd name="connsiteY1" fmla="*/ 23 h 747815"/>
                <a:gd name="connsiteX2" fmla="*/ 78934 w 199079"/>
                <a:gd name="connsiteY2" fmla="*/ 356583 h 747815"/>
                <a:gd name="connsiteX3" fmla="*/ 198160 w 199079"/>
                <a:gd name="connsiteY3" fmla="*/ 747799 h 747815"/>
                <a:gd name="connsiteX4" fmla="*/ 0 w 199079"/>
                <a:gd name="connsiteY4" fmla="*/ 344179 h 747815"/>
                <a:gd name="connsiteX0" fmla="*/ 5177 w 455703"/>
                <a:gd name="connsiteY0" fmla="*/ 344168 h 469392"/>
                <a:gd name="connsiteX1" fmla="*/ 203337 w 455703"/>
                <a:gd name="connsiteY1" fmla="*/ 12 h 469392"/>
                <a:gd name="connsiteX2" fmla="*/ 84111 w 455703"/>
                <a:gd name="connsiteY2" fmla="*/ 356572 h 469392"/>
                <a:gd name="connsiteX3" fmla="*/ 455373 w 455703"/>
                <a:gd name="connsiteY3" fmla="*/ 421281 h 469392"/>
                <a:gd name="connsiteX4" fmla="*/ 5177 w 455703"/>
                <a:gd name="connsiteY4" fmla="*/ 344168 h 469392"/>
                <a:gd name="connsiteX0" fmla="*/ 5005 w 455229"/>
                <a:gd name="connsiteY0" fmla="*/ 345089 h 548581"/>
                <a:gd name="connsiteX1" fmla="*/ 203165 w 455229"/>
                <a:gd name="connsiteY1" fmla="*/ 933 h 548581"/>
                <a:gd name="connsiteX2" fmla="*/ 29406 w 455229"/>
                <a:gd name="connsiteY2" fmla="*/ 462468 h 548581"/>
                <a:gd name="connsiteX3" fmla="*/ 455201 w 455229"/>
                <a:gd name="connsiteY3" fmla="*/ 422202 h 548581"/>
                <a:gd name="connsiteX4" fmla="*/ 5005 w 455229"/>
                <a:gd name="connsiteY4" fmla="*/ 345089 h 548581"/>
                <a:gd name="connsiteX0" fmla="*/ 5005 w 455229"/>
                <a:gd name="connsiteY0" fmla="*/ 345089 h 470603"/>
                <a:gd name="connsiteX1" fmla="*/ 203165 w 455229"/>
                <a:gd name="connsiteY1" fmla="*/ 933 h 470603"/>
                <a:gd name="connsiteX2" fmla="*/ 29406 w 455229"/>
                <a:gd name="connsiteY2" fmla="*/ 462468 h 470603"/>
                <a:gd name="connsiteX3" fmla="*/ 455201 w 455229"/>
                <a:gd name="connsiteY3" fmla="*/ 422202 h 470603"/>
                <a:gd name="connsiteX4" fmla="*/ 5005 w 455229"/>
                <a:gd name="connsiteY4" fmla="*/ 345089 h 470603"/>
                <a:gd name="connsiteX0" fmla="*/ 4780 w 469905"/>
                <a:gd name="connsiteY0" fmla="*/ 481390 h 502518"/>
                <a:gd name="connsiteX1" fmla="*/ 217796 w 469905"/>
                <a:gd name="connsiteY1" fmla="*/ 32 h 502518"/>
                <a:gd name="connsiteX2" fmla="*/ 44037 w 469905"/>
                <a:gd name="connsiteY2" fmla="*/ 461567 h 502518"/>
                <a:gd name="connsiteX3" fmla="*/ 469832 w 469905"/>
                <a:gd name="connsiteY3" fmla="*/ 421301 h 502518"/>
                <a:gd name="connsiteX4" fmla="*/ 4780 w 469905"/>
                <a:gd name="connsiteY4" fmla="*/ 481390 h 502518"/>
                <a:gd name="connsiteX0" fmla="*/ 4922 w 470385"/>
                <a:gd name="connsiteY0" fmla="*/ 481443 h 502800"/>
                <a:gd name="connsiteX1" fmla="*/ 217938 w 470385"/>
                <a:gd name="connsiteY1" fmla="*/ 85 h 502800"/>
                <a:gd name="connsiteX2" fmla="*/ 93768 w 470385"/>
                <a:gd name="connsiteY2" fmla="*/ 449215 h 502800"/>
                <a:gd name="connsiteX3" fmla="*/ 469974 w 470385"/>
                <a:gd name="connsiteY3" fmla="*/ 421354 h 502800"/>
                <a:gd name="connsiteX4" fmla="*/ 4922 w 470385"/>
                <a:gd name="connsiteY4" fmla="*/ 481443 h 502800"/>
                <a:gd name="connsiteX0" fmla="*/ 9845 w 602542"/>
                <a:gd name="connsiteY0" fmla="*/ 481443 h 761987"/>
                <a:gd name="connsiteX1" fmla="*/ 222861 w 602542"/>
                <a:gd name="connsiteY1" fmla="*/ 85 h 761987"/>
                <a:gd name="connsiteX2" fmla="*/ 98691 w 602542"/>
                <a:gd name="connsiteY2" fmla="*/ 449215 h 761987"/>
                <a:gd name="connsiteX3" fmla="*/ 602231 w 602542"/>
                <a:gd name="connsiteY3" fmla="*/ 761855 h 761987"/>
                <a:gd name="connsiteX4" fmla="*/ 9845 w 602542"/>
                <a:gd name="connsiteY4" fmla="*/ 481443 h 761987"/>
                <a:gd name="connsiteX0" fmla="*/ 10243 w 603800"/>
                <a:gd name="connsiteY0" fmla="*/ 481378 h 761822"/>
                <a:gd name="connsiteX1" fmla="*/ 223259 w 603800"/>
                <a:gd name="connsiteY1" fmla="*/ 20 h 761822"/>
                <a:gd name="connsiteX2" fmla="*/ 173477 w 603800"/>
                <a:gd name="connsiteY2" fmla="*/ 465669 h 761822"/>
                <a:gd name="connsiteX3" fmla="*/ 602629 w 603800"/>
                <a:gd name="connsiteY3" fmla="*/ 761790 h 761822"/>
                <a:gd name="connsiteX4" fmla="*/ 10243 w 603800"/>
                <a:gd name="connsiteY4" fmla="*/ 481378 h 761822"/>
                <a:gd name="connsiteX0" fmla="*/ 12853 w 534544"/>
                <a:gd name="connsiteY0" fmla="*/ 512923 h 762277"/>
                <a:gd name="connsiteX1" fmla="*/ 154785 w 534544"/>
                <a:gd name="connsiteY1" fmla="*/ 169 h 762277"/>
                <a:gd name="connsiteX2" fmla="*/ 105003 w 534544"/>
                <a:gd name="connsiteY2" fmla="*/ 465818 h 762277"/>
                <a:gd name="connsiteX3" fmla="*/ 534155 w 534544"/>
                <a:gd name="connsiteY3" fmla="*/ 761939 h 762277"/>
                <a:gd name="connsiteX4" fmla="*/ 12853 w 534544"/>
                <a:gd name="connsiteY4" fmla="*/ 512923 h 762277"/>
                <a:gd name="connsiteX0" fmla="*/ 19485 w 541176"/>
                <a:gd name="connsiteY0" fmla="*/ 531914 h 781276"/>
                <a:gd name="connsiteX1" fmla="*/ 110997 w 541176"/>
                <a:gd name="connsiteY1" fmla="*/ 158 h 781276"/>
                <a:gd name="connsiteX2" fmla="*/ 111635 w 541176"/>
                <a:gd name="connsiteY2" fmla="*/ 484809 h 781276"/>
                <a:gd name="connsiteX3" fmla="*/ 540787 w 541176"/>
                <a:gd name="connsiteY3" fmla="*/ 780930 h 781276"/>
                <a:gd name="connsiteX4" fmla="*/ 19485 w 541176"/>
                <a:gd name="connsiteY4" fmla="*/ 531914 h 781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176" h="781276">
                  <a:moveTo>
                    <a:pt x="19485" y="531914"/>
                  </a:moveTo>
                  <a:cubicBezTo>
                    <a:pt x="-52147" y="401785"/>
                    <a:pt x="95639" y="8009"/>
                    <a:pt x="110997" y="158"/>
                  </a:cubicBezTo>
                  <a:cubicBezTo>
                    <a:pt x="126355" y="-7693"/>
                    <a:pt x="111635" y="278316"/>
                    <a:pt x="111635" y="484809"/>
                  </a:cubicBezTo>
                  <a:cubicBezTo>
                    <a:pt x="112435" y="511950"/>
                    <a:pt x="556145" y="773079"/>
                    <a:pt x="540787" y="780930"/>
                  </a:cubicBezTo>
                  <a:cubicBezTo>
                    <a:pt x="525429" y="788781"/>
                    <a:pt x="91117" y="662043"/>
                    <a:pt x="19485" y="53191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44256AE-6288-C03B-6DA5-77B17574F933}"/>
                </a:ext>
              </a:extLst>
            </p:cNvPr>
            <p:cNvGrpSpPr/>
            <p:nvPr/>
          </p:nvGrpSpPr>
          <p:grpSpPr>
            <a:xfrm>
              <a:off x="971973" y="4023691"/>
              <a:ext cx="2142129" cy="2792665"/>
              <a:chOff x="-3491957" y="1728400"/>
              <a:chExt cx="6532279" cy="8516044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344CCE0-0D33-5131-1490-517BAB715A4C}"/>
                  </a:ext>
                </a:extLst>
              </p:cNvPr>
              <p:cNvGrpSpPr/>
              <p:nvPr/>
            </p:nvGrpSpPr>
            <p:grpSpPr>
              <a:xfrm>
                <a:off x="-3491957" y="1728400"/>
                <a:ext cx="6532279" cy="8516044"/>
                <a:chOff x="-3619704" y="1661988"/>
                <a:chExt cx="6532279" cy="8516044"/>
              </a:xfrm>
            </p:grpSpPr>
            <p:sp>
              <p:nvSpPr>
                <p:cNvPr id="7" name="Isosceles Triangle 6">
                  <a:extLst>
                    <a:ext uri="{FF2B5EF4-FFF2-40B4-BE49-F238E27FC236}">
                      <a16:creationId xmlns:a16="http://schemas.microsoft.com/office/drawing/2014/main" id="{8721A654-F6C6-DFE5-EFBF-3002ED089420}"/>
                    </a:ext>
                  </a:extLst>
                </p:cNvPr>
                <p:cNvSpPr/>
                <p:nvPr/>
              </p:nvSpPr>
              <p:spPr>
                <a:xfrm rot="19485850">
                  <a:off x="-3397959" y="1686079"/>
                  <a:ext cx="2120535" cy="2053416"/>
                </a:xfrm>
                <a:custGeom>
                  <a:avLst/>
                  <a:gdLst>
                    <a:gd name="connsiteX0" fmla="*/ 0 w 2120535"/>
                    <a:gd name="connsiteY0" fmla="*/ 2053416 h 2053416"/>
                    <a:gd name="connsiteX1" fmla="*/ 1060268 w 2120535"/>
                    <a:gd name="connsiteY1" fmla="*/ 0 h 2053416"/>
                    <a:gd name="connsiteX2" fmla="*/ 2120535 w 2120535"/>
                    <a:gd name="connsiteY2" fmla="*/ 2053416 h 2053416"/>
                    <a:gd name="connsiteX3" fmla="*/ 0 w 2120535"/>
                    <a:gd name="connsiteY3" fmla="*/ 2053416 h 2053416"/>
                    <a:gd name="connsiteX0" fmla="*/ 0 w 2120535"/>
                    <a:gd name="connsiteY0" fmla="*/ 2053416 h 2053416"/>
                    <a:gd name="connsiteX1" fmla="*/ 1060268 w 2120535"/>
                    <a:gd name="connsiteY1" fmla="*/ 0 h 2053416"/>
                    <a:gd name="connsiteX2" fmla="*/ 2120535 w 2120535"/>
                    <a:gd name="connsiteY2" fmla="*/ 2053416 h 2053416"/>
                    <a:gd name="connsiteX3" fmla="*/ 1059367 w 2120535"/>
                    <a:gd name="connsiteY3" fmla="*/ 871375 h 2053416"/>
                    <a:gd name="connsiteX4" fmla="*/ 0 w 2120535"/>
                    <a:gd name="connsiteY4" fmla="*/ 2053416 h 2053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20535" h="2053416">
                      <a:moveTo>
                        <a:pt x="0" y="2053416"/>
                      </a:moveTo>
                      <a:lnTo>
                        <a:pt x="1060268" y="0"/>
                      </a:lnTo>
                      <a:lnTo>
                        <a:pt x="2120535" y="2053416"/>
                      </a:lnTo>
                      <a:cubicBezTo>
                        <a:pt x="1775899" y="2038991"/>
                        <a:pt x="1404003" y="885800"/>
                        <a:pt x="1059367" y="871375"/>
                      </a:cubicBezTo>
                      <a:lnTo>
                        <a:pt x="0" y="2053416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Isosceles Triangle 6">
                  <a:extLst>
                    <a:ext uri="{FF2B5EF4-FFF2-40B4-BE49-F238E27FC236}">
                      <a16:creationId xmlns:a16="http://schemas.microsoft.com/office/drawing/2014/main" id="{57343E7C-3274-E827-DAD2-FEAA64D3C0DC}"/>
                    </a:ext>
                  </a:extLst>
                </p:cNvPr>
                <p:cNvSpPr/>
                <p:nvPr/>
              </p:nvSpPr>
              <p:spPr>
                <a:xfrm rot="2114150" flipH="1">
                  <a:off x="548966" y="1661988"/>
                  <a:ext cx="2120535" cy="2053416"/>
                </a:xfrm>
                <a:custGeom>
                  <a:avLst/>
                  <a:gdLst>
                    <a:gd name="connsiteX0" fmla="*/ 0 w 2120535"/>
                    <a:gd name="connsiteY0" fmla="*/ 2053416 h 2053416"/>
                    <a:gd name="connsiteX1" fmla="*/ 1060268 w 2120535"/>
                    <a:gd name="connsiteY1" fmla="*/ 0 h 2053416"/>
                    <a:gd name="connsiteX2" fmla="*/ 2120535 w 2120535"/>
                    <a:gd name="connsiteY2" fmla="*/ 2053416 h 2053416"/>
                    <a:gd name="connsiteX3" fmla="*/ 0 w 2120535"/>
                    <a:gd name="connsiteY3" fmla="*/ 2053416 h 2053416"/>
                    <a:gd name="connsiteX0" fmla="*/ 0 w 2120535"/>
                    <a:gd name="connsiteY0" fmla="*/ 2053416 h 2053416"/>
                    <a:gd name="connsiteX1" fmla="*/ 1060268 w 2120535"/>
                    <a:gd name="connsiteY1" fmla="*/ 0 h 2053416"/>
                    <a:gd name="connsiteX2" fmla="*/ 2120535 w 2120535"/>
                    <a:gd name="connsiteY2" fmla="*/ 2053416 h 2053416"/>
                    <a:gd name="connsiteX3" fmla="*/ 1059367 w 2120535"/>
                    <a:gd name="connsiteY3" fmla="*/ 871375 h 2053416"/>
                    <a:gd name="connsiteX4" fmla="*/ 0 w 2120535"/>
                    <a:gd name="connsiteY4" fmla="*/ 2053416 h 20534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20535" h="2053416">
                      <a:moveTo>
                        <a:pt x="0" y="2053416"/>
                      </a:moveTo>
                      <a:lnTo>
                        <a:pt x="1060268" y="0"/>
                      </a:lnTo>
                      <a:lnTo>
                        <a:pt x="2120535" y="2053416"/>
                      </a:lnTo>
                      <a:cubicBezTo>
                        <a:pt x="1775899" y="2038991"/>
                        <a:pt x="1404003" y="885800"/>
                        <a:pt x="1059367" y="871375"/>
                      </a:cubicBezTo>
                      <a:lnTo>
                        <a:pt x="0" y="2053416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C27B9301-B0A5-12B9-8496-30D3F4DA7FE2}"/>
                    </a:ext>
                  </a:extLst>
                </p:cNvPr>
                <p:cNvSpPr/>
                <p:nvPr/>
              </p:nvSpPr>
              <p:spPr>
                <a:xfrm rot="20222933">
                  <a:off x="1497386" y="4801574"/>
                  <a:ext cx="1339218" cy="2672448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5B59B720-EA6B-B4EC-28B6-65E0E804DEC3}"/>
                    </a:ext>
                  </a:extLst>
                </p:cNvPr>
                <p:cNvSpPr/>
                <p:nvPr/>
              </p:nvSpPr>
              <p:spPr>
                <a:xfrm>
                  <a:off x="-3619704" y="5986421"/>
                  <a:ext cx="6532279" cy="4191611"/>
                </a:xfrm>
                <a:custGeom>
                  <a:avLst/>
                  <a:gdLst>
                    <a:gd name="connsiteX0" fmla="*/ 0 w 6497689"/>
                    <a:gd name="connsiteY0" fmla="*/ 1675543 h 3351086"/>
                    <a:gd name="connsiteX1" fmla="*/ 3248845 w 6497689"/>
                    <a:gd name="connsiteY1" fmla="*/ 0 h 3351086"/>
                    <a:gd name="connsiteX2" fmla="*/ 6497690 w 6497689"/>
                    <a:gd name="connsiteY2" fmla="*/ 1675543 h 3351086"/>
                    <a:gd name="connsiteX3" fmla="*/ 3248845 w 6497689"/>
                    <a:gd name="connsiteY3" fmla="*/ 3351086 h 3351086"/>
                    <a:gd name="connsiteX4" fmla="*/ 0 w 6497689"/>
                    <a:gd name="connsiteY4" fmla="*/ 1675543 h 3351086"/>
                    <a:gd name="connsiteX0" fmla="*/ 0 w 6497690"/>
                    <a:gd name="connsiteY0" fmla="*/ 1675543 h 3699387"/>
                    <a:gd name="connsiteX1" fmla="*/ 3248845 w 6497690"/>
                    <a:gd name="connsiteY1" fmla="*/ 0 h 3699387"/>
                    <a:gd name="connsiteX2" fmla="*/ 6497690 w 6497690"/>
                    <a:gd name="connsiteY2" fmla="*/ 1675543 h 3699387"/>
                    <a:gd name="connsiteX3" fmla="*/ 3248845 w 6497690"/>
                    <a:gd name="connsiteY3" fmla="*/ 3351086 h 3699387"/>
                    <a:gd name="connsiteX4" fmla="*/ 0 w 6497690"/>
                    <a:gd name="connsiteY4" fmla="*/ 1675543 h 3699387"/>
                    <a:gd name="connsiteX0" fmla="*/ 7516 w 6512722"/>
                    <a:gd name="connsiteY0" fmla="*/ 1675543 h 3547398"/>
                    <a:gd name="connsiteX1" fmla="*/ 3256361 w 6512722"/>
                    <a:gd name="connsiteY1" fmla="*/ 0 h 3547398"/>
                    <a:gd name="connsiteX2" fmla="*/ 6505206 w 6512722"/>
                    <a:gd name="connsiteY2" fmla="*/ 1675543 h 3547398"/>
                    <a:gd name="connsiteX3" fmla="*/ 3256361 w 6512722"/>
                    <a:gd name="connsiteY3" fmla="*/ 3351086 h 3547398"/>
                    <a:gd name="connsiteX4" fmla="*/ 7516 w 6512722"/>
                    <a:gd name="connsiteY4" fmla="*/ 1675543 h 3547398"/>
                    <a:gd name="connsiteX0" fmla="*/ 0 w 6497690"/>
                    <a:gd name="connsiteY0" fmla="*/ 1675543 h 3368854"/>
                    <a:gd name="connsiteX1" fmla="*/ 3248845 w 6497690"/>
                    <a:gd name="connsiteY1" fmla="*/ 0 h 3368854"/>
                    <a:gd name="connsiteX2" fmla="*/ 6497690 w 6497690"/>
                    <a:gd name="connsiteY2" fmla="*/ 1675543 h 3368854"/>
                    <a:gd name="connsiteX3" fmla="*/ 3248845 w 6497690"/>
                    <a:gd name="connsiteY3" fmla="*/ 3351086 h 3368854"/>
                    <a:gd name="connsiteX4" fmla="*/ 0 w 6497690"/>
                    <a:gd name="connsiteY4" fmla="*/ 1675543 h 3368854"/>
                    <a:gd name="connsiteX0" fmla="*/ 0 w 6585026"/>
                    <a:gd name="connsiteY0" fmla="*/ 1675543 h 3368854"/>
                    <a:gd name="connsiteX1" fmla="*/ 3248845 w 6585026"/>
                    <a:gd name="connsiteY1" fmla="*/ 0 h 3368854"/>
                    <a:gd name="connsiteX2" fmla="*/ 6497690 w 6585026"/>
                    <a:gd name="connsiteY2" fmla="*/ 1675543 h 3368854"/>
                    <a:gd name="connsiteX3" fmla="*/ 3248845 w 6585026"/>
                    <a:gd name="connsiteY3" fmla="*/ 3351086 h 3368854"/>
                    <a:gd name="connsiteX4" fmla="*/ 0 w 6585026"/>
                    <a:gd name="connsiteY4" fmla="*/ 1675543 h 3368854"/>
                    <a:gd name="connsiteX0" fmla="*/ 7544 w 6592570"/>
                    <a:gd name="connsiteY0" fmla="*/ 1675543 h 3394728"/>
                    <a:gd name="connsiteX1" fmla="*/ 3256389 w 6592570"/>
                    <a:gd name="connsiteY1" fmla="*/ 0 h 3394728"/>
                    <a:gd name="connsiteX2" fmla="*/ 6505234 w 6592570"/>
                    <a:gd name="connsiteY2" fmla="*/ 1675543 h 3394728"/>
                    <a:gd name="connsiteX3" fmla="*/ 3256389 w 6592570"/>
                    <a:gd name="connsiteY3" fmla="*/ 3351086 h 3394728"/>
                    <a:gd name="connsiteX4" fmla="*/ 7544 w 6592570"/>
                    <a:gd name="connsiteY4" fmla="*/ 1675543 h 3394728"/>
                    <a:gd name="connsiteX0" fmla="*/ 7544 w 6592570"/>
                    <a:gd name="connsiteY0" fmla="*/ 1675543 h 3366292"/>
                    <a:gd name="connsiteX1" fmla="*/ 3256389 w 6592570"/>
                    <a:gd name="connsiteY1" fmla="*/ 0 h 3366292"/>
                    <a:gd name="connsiteX2" fmla="*/ 6505234 w 6592570"/>
                    <a:gd name="connsiteY2" fmla="*/ 1675543 h 3366292"/>
                    <a:gd name="connsiteX3" fmla="*/ 3256389 w 6592570"/>
                    <a:gd name="connsiteY3" fmla="*/ 3351086 h 3366292"/>
                    <a:gd name="connsiteX4" fmla="*/ 7544 w 6592570"/>
                    <a:gd name="connsiteY4" fmla="*/ 1675543 h 3366292"/>
                    <a:gd name="connsiteX0" fmla="*/ 1 w 6585027"/>
                    <a:gd name="connsiteY0" fmla="*/ 1675543 h 3386366"/>
                    <a:gd name="connsiteX1" fmla="*/ 3248846 w 6585027"/>
                    <a:gd name="connsiteY1" fmla="*/ 0 h 3386366"/>
                    <a:gd name="connsiteX2" fmla="*/ 6497691 w 6585027"/>
                    <a:gd name="connsiteY2" fmla="*/ 1675543 h 3386366"/>
                    <a:gd name="connsiteX3" fmla="*/ 3248846 w 6585027"/>
                    <a:gd name="connsiteY3" fmla="*/ 3351086 h 3386366"/>
                    <a:gd name="connsiteX4" fmla="*/ 1 w 6585027"/>
                    <a:gd name="connsiteY4" fmla="*/ 1675543 h 3386366"/>
                    <a:gd name="connsiteX0" fmla="*/ 7263 w 6592289"/>
                    <a:gd name="connsiteY0" fmla="*/ 1675543 h 3368439"/>
                    <a:gd name="connsiteX1" fmla="*/ 3256108 w 6592289"/>
                    <a:gd name="connsiteY1" fmla="*/ 0 h 3368439"/>
                    <a:gd name="connsiteX2" fmla="*/ 6504953 w 6592289"/>
                    <a:gd name="connsiteY2" fmla="*/ 1675543 h 3368439"/>
                    <a:gd name="connsiteX3" fmla="*/ 3256108 w 6592289"/>
                    <a:gd name="connsiteY3" fmla="*/ 3351086 h 3368439"/>
                    <a:gd name="connsiteX4" fmla="*/ 7263 w 6592289"/>
                    <a:gd name="connsiteY4" fmla="*/ 1675543 h 3368439"/>
                    <a:gd name="connsiteX0" fmla="*/ 90277 w 6793179"/>
                    <a:gd name="connsiteY0" fmla="*/ 1675543 h 3368439"/>
                    <a:gd name="connsiteX1" fmla="*/ 3339122 w 6793179"/>
                    <a:gd name="connsiteY1" fmla="*/ 0 h 3368439"/>
                    <a:gd name="connsiteX2" fmla="*/ 6587967 w 6793179"/>
                    <a:gd name="connsiteY2" fmla="*/ 1675543 h 3368439"/>
                    <a:gd name="connsiteX3" fmla="*/ 3339122 w 6793179"/>
                    <a:gd name="connsiteY3" fmla="*/ 3351086 h 3368439"/>
                    <a:gd name="connsiteX4" fmla="*/ 90277 w 6793179"/>
                    <a:gd name="connsiteY4" fmla="*/ 1675543 h 3368439"/>
                    <a:gd name="connsiteX0" fmla="*/ 10405 w 6713307"/>
                    <a:gd name="connsiteY0" fmla="*/ 1675543 h 3368439"/>
                    <a:gd name="connsiteX1" fmla="*/ 3259250 w 6713307"/>
                    <a:gd name="connsiteY1" fmla="*/ 0 h 3368439"/>
                    <a:gd name="connsiteX2" fmla="*/ 6508095 w 6713307"/>
                    <a:gd name="connsiteY2" fmla="*/ 1675543 h 3368439"/>
                    <a:gd name="connsiteX3" fmla="*/ 3259250 w 6713307"/>
                    <a:gd name="connsiteY3" fmla="*/ 3351086 h 3368439"/>
                    <a:gd name="connsiteX4" fmla="*/ 10405 w 6713307"/>
                    <a:gd name="connsiteY4" fmla="*/ 1675543 h 3368439"/>
                    <a:gd name="connsiteX0" fmla="*/ 21763 w 6724665"/>
                    <a:gd name="connsiteY0" fmla="*/ 1675543 h 3364602"/>
                    <a:gd name="connsiteX1" fmla="*/ 3270608 w 6724665"/>
                    <a:gd name="connsiteY1" fmla="*/ 0 h 3364602"/>
                    <a:gd name="connsiteX2" fmla="*/ 6519453 w 6724665"/>
                    <a:gd name="connsiteY2" fmla="*/ 1675543 h 3364602"/>
                    <a:gd name="connsiteX3" fmla="*/ 3270608 w 6724665"/>
                    <a:gd name="connsiteY3" fmla="*/ 3351086 h 3364602"/>
                    <a:gd name="connsiteX4" fmla="*/ 21763 w 6724665"/>
                    <a:gd name="connsiteY4" fmla="*/ 1675543 h 3364602"/>
                    <a:gd name="connsiteX0" fmla="*/ 4969 w 6591994"/>
                    <a:gd name="connsiteY0" fmla="*/ 1675543 h 3364602"/>
                    <a:gd name="connsiteX1" fmla="*/ 3253814 w 6591994"/>
                    <a:gd name="connsiteY1" fmla="*/ 0 h 3364602"/>
                    <a:gd name="connsiteX2" fmla="*/ 6502659 w 6591994"/>
                    <a:gd name="connsiteY2" fmla="*/ 1675543 h 3364602"/>
                    <a:gd name="connsiteX3" fmla="*/ 3253814 w 6591994"/>
                    <a:gd name="connsiteY3" fmla="*/ 3351086 h 3364602"/>
                    <a:gd name="connsiteX4" fmla="*/ 4969 w 6591994"/>
                    <a:gd name="connsiteY4" fmla="*/ 1675543 h 3364602"/>
                    <a:gd name="connsiteX0" fmla="*/ 126746 w 6650386"/>
                    <a:gd name="connsiteY0" fmla="*/ 1675543 h 3554615"/>
                    <a:gd name="connsiteX1" fmla="*/ 3375591 w 6650386"/>
                    <a:gd name="connsiteY1" fmla="*/ 0 h 3554615"/>
                    <a:gd name="connsiteX2" fmla="*/ 6624436 w 6650386"/>
                    <a:gd name="connsiteY2" fmla="*/ 1675543 h 3554615"/>
                    <a:gd name="connsiteX3" fmla="*/ 3375591 w 6650386"/>
                    <a:gd name="connsiteY3" fmla="*/ 3351086 h 3554615"/>
                    <a:gd name="connsiteX4" fmla="*/ 923441 w 6650386"/>
                    <a:gd name="connsiteY4" fmla="*/ 3340459 h 3554615"/>
                    <a:gd name="connsiteX5" fmla="*/ 126746 w 6650386"/>
                    <a:gd name="connsiteY5" fmla="*/ 1675543 h 3554615"/>
                    <a:gd name="connsiteX0" fmla="*/ 126746 w 6650386"/>
                    <a:gd name="connsiteY0" fmla="*/ 1675543 h 3443326"/>
                    <a:gd name="connsiteX1" fmla="*/ 3375591 w 6650386"/>
                    <a:gd name="connsiteY1" fmla="*/ 0 h 3443326"/>
                    <a:gd name="connsiteX2" fmla="*/ 6624436 w 6650386"/>
                    <a:gd name="connsiteY2" fmla="*/ 1675543 h 3443326"/>
                    <a:gd name="connsiteX3" fmla="*/ 3375591 w 6650386"/>
                    <a:gd name="connsiteY3" fmla="*/ 3351086 h 3443326"/>
                    <a:gd name="connsiteX4" fmla="*/ 923441 w 6650386"/>
                    <a:gd name="connsiteY4" fmla="*/ 3340459 h 3443326"/>
                    <a:gd name="connsiteX5" fmla="*/ 126746 w 6650386"/>
                    <a:gd name="connsiteY5" fmla="*/ 1675543 h 3443326"/>
                    <a:gd name="connsiteX0" fmla="*/ 0 w 6523640"/>
                    <a:gd name="connsiteY0" fmla="*/ 1675543 h 3351086"/>
                    <a:gd name="connsiteX1" fmla="*/ 3248845 w 6523640"/>
                    <a:gd name="connsiteY1" fmla="*/ 0 h 3351086"/>
                    <a:gd name="connsiteX2" fmla="*/ 6497690 w 6523640"/>
                    <a:gd name="connsiteY2" fmla="*/ 1675543 h 3351086"/>
                    <a:gd name="connsiteX3" fmla="*/ 3248845 w 6523640"/>
                    <a:gd name="connsiteY3" fmla="*/ 3351086 h 3351086"/>
                    <a:gd name="connsiteX4" fmla="*/ 0 w 6523640"/>
                    <a:gd name="connsiteY4" fmla="*/ 1675543 h 3351086"/>
                    <a:gd name="connsiteX0" fmla="*/ 0 w 6497690"/>
                    <a:gd name="connsiteY0" fmla="*/ 1675543 h 1884985"/>
                    <a:gd name="connsiteX1" fmla="*/ 3248845 w 6497690"/>
                    <a:gd name="connsiteY1" fmla="*/ 0 h 1884985"/>
                    <a:gd name="connsiteX2" fmla="*/ 6497690 w 6497690"/>
                    <a:gd name="connsiteY2" fmla="*/ 1675543 h 1884985"/>
                    <a:gd name="connsiteX3" fmla="*/ 0 w 6497690"/>
                    <a:gd name="connsiteY3" fmla="*/ 1675543 h 1884985"/>
                    <a:gd name="connsiteX0" fmla="*/ 94687 w 6633030"/>
                    <a:gd name="connsiteY0" fmla="*/ 1675543 h 3262083"/>
                    <a:gd name="connsiteX1" fmla="*/ 3343532 w 6633030"/>
                    <a:gd name="connsiteY1" fmla="*/ 0 h 3262083"/>
                    <a:gd name="connsiteX2" fmla="*/ 6592377 w 6633030"/>
                    <a:gd name="connsiteY2" fmla="*/ 1675543 h 3262083"/>
                    <a:gd name="connsiteX3" fmla="*/ 1387771 w 6633030"/>
                    <a:gd name="connsiteY3" fmla="*/ 3262083 h 3262083"/>
                    <a:gd name="connsiteX4" fmla="*/ 94687 w 6633030"/>
                    <a:gd name="connsiteY4" fmla="*/ 1675543 h 3262083"/>
                    <a:gd name="connsiteX0" fmla="*/ 94687 w 6870275"/>
                    <a:gd name="connsiteY0" fmla="*/ 1675543 h 3349696"/>
                    <a:gd name="connsiteX1" fmla="*/ 3343532 w 6870275"/>
                    <a:gd name="connsiteY1" fmla="*/ 0 h 3349696"/>
                    <a:gd name="connsiteX2" fmla="*/ 6592377 w 6870275"/>
                    <a:gd name="connsiteY2" fmla="*/ 1675543 h 3349696"/>
                    <a:gd name="connsiteX3" fmla="*/ 6194903 w 6870275"/>
                    <a:gd name="connsiteY3" fmla="*/ 3183706 h 3349696"/>
                    <a:gd name="connsiteX4" fmla="*/ 1387771 w 6870275"/>
                    <a:gd name="connsiteY4" fmla="*/ 3262083 h 3349696"/>
                    <a:gd name="connsiteX5" fmla="*/ 94687 w 6870275"/>
                    <a:gd name="connsiteY5" fmla="*/ 1675543 h 3349696"/>
                    <a:gd name="connsiteX0" fmla="*/ 94687 w 6736669"/>
                    <a:gd name="connsiteY0" fmla="*/ 1675543 h 3364425"/>
                    <a:gd name="connsiteX1" fmla="*/ 3343532 w 6736669"/>
                    <a:gd name="connsiteY1" fmla="*/ 0 h 3364425"/>
                    <a:gd name="connsiteX2" fmla="*/ 6592377 w 6736669"/>
                    <a:gd name="connsiteY2" fmla="*/ 1675543 h 3364425"/>
                    <a:gd name="connsiteX3" fmla="*/ 5698515 w 6736669"/>
                    <a:gd name="connsiteY3" fmla="*/ 3209832 h 3364425"/>
                    <a:gd name="connsiteX4" fmla="*/ 1387771 w 6736669"/>
                    <a:gd name="connsiteY4" fmla="*/ 3262083 h 3364425"/>
                    <a:gd name="connsiteX5" fmla="*/ 94687 w 6736669"/>
                    <a:gd name="connsiteY5" fmla="*/ 1675543 h 3364425"/>
                    <a:gd name="connsiteX0" fmla="*/ 94687 w 6850012"/>
                    <a:gd name="connsiteY0" fmla="*/ 1675543 h 3364425"/>
                    <a:gd name="connsiteX1" fmla="*/ 3343532 w 6850012"/>
                    <a:gd name="connsiteY1" fmla="*/ 0 h 3364425"/>
                    <a:gd name="connsiteX2" fmla="*/ 6592377 w 6850012"/>
                    <a:gd name="connsiteY2" fmla="*/ 1675543 h 3364425"/>
                    <a:gd name="connsiteX3" fmla="*/ 6142652 w 6850012"/>
                    <a:gd name="connsiteY3" fmla="*/ 3209832 h 3364425"/>
                    <a:gd name="connsiteX4" fmla="*/ 1387771 w 6850012"/>
                    <a:gd name="connsiteY4" fmla="*/ 3262083 h 3364425"/>
                    <a:gd name="connsiteX5" fmla="*/ 94687 w 6850012"/>
                    <a:gd name="connsiteY5" fmla="*/ 1675543 h 3364425"/>
                    <a:gd name="connsiteX0" fmla="*/ 94687 w 6850012"/>
                    <a:gd name="connsiteY0" fmla="*/ 1675543 h 3364425"/>
                    <a:gd name="connsiteX1" fmla="*/ 3343532 w 6850012"/>
                    <a:gd name="connsiteY1" fmla="*/ 0 h 3364425"/>
                    <a:gd name="connsiteX2" fmla="*/ 6592377 w 6850012"/>
                    <a:gd name="connsiteY2" fmla="*/ 1675543 h 3364425"/>
                    <a:gd name="connsiteX3" fmla="*/ 6142652 w 6850012"/>
                    <a:gd name="connsiteY3" fmla="*/ 3209832 h 3364425"/>
                    <a:gd name="connsiteX4" fmla="*/ 1387771 w 6850012"/>
                    <a:gd name="connsiteY4" fmla="*/ 3262083 h 3364425"/>
                    <a:gd name="connsiteX5" fmla="*/ 94687 w 6850012"/>
                    <a:gd name="connsiteY5" fmla="*/ 1675543 h 3364425"/>
                    <a:gd name="connsiteX0" fmla="*/ 175034 w 6930359"/>
                    <a:gd name="connsiteY0" fmla="*/ 1675543 h 3364425"/>
                    <a:gd name="connsiteX1" fmla="*/ 3423879 w 6930359"/>
                    <a:gd name="connsiteY1" fmla="*/ 0 h 3364425"/>
                    <a:gd name="connsiteX2" fmla="*/ 6672724 w 6930359"/>
                    <a:gd name="connsiteY2" fmla="*/ 1675543 h 3364425"/>
                    <a:gd name="connsiteX3" fmla="*/ 6222999 w 6930359"/>
                    <a:gd name="connsiteY3" fmla="*/ 3209832 h 3364425"/>
                    <a:gd name="connsiteX4" fmla="*/ 1102358 w 6930359"/>
                    <a:gd name="connsiteY4" fmla="*/ 3262083 h 3364425"/>
                    <a:gd name="connsiteX5" fmla="*/ 175034 w 6930359"/>
                    <a:gd name="connsiteY5" fmla="*/ 1675543 h 3364425"/>
                    <a:gd name="connsiteX0" fmla="*/ 175034 w 6930359"/>
                    <a:gd name="connsiteY0" fmla="*/ 1675543 h 4176569"/>
                    <a:gd name="connsiteX1" fmla="*/ 3423879 w 6930359"/>
                    <a:gd name="connsiteY1" fmla="*/ 0 h 4176569"/>
                    <a:gd name="connsiteX2" fmla="*/ 6672724 w 6930359"/>
                    <a:gd name="connsiteY2" fmla="*/ 1675543 h 4176569"/>
                    <a:gd name="connsiteX3" fmla="*/ 6222999 w 6930359"/>
                    <a:gd name="connsiteY3" fmla="*/ 3209832 h 4176569"/>
                    <a:gd name="connsiteX4" fmla="*/ 3375296 w 6930359"/>
                    <a:gd name="connsiteY4" fmla="*/ 4176482 h 4176569"/>
                    <a:gd name="connsiteX5" fmla="*/ 1102358 w 6930359"/>
                    <a:gd name="connsiteY5" fmla="*/ 3262083 h 4176569"/>
                    <a:gd name="connsiteX6" fmla="*/ 175034 w 6930359"/>
                    <a:gd name="connsiteY6" fmla="*/ 1675543 h 4176569"/>
                    <a:gd name="connsiteX0" fmla="*/ 207061 w 6962386"/>
                    <a:gd name="connsiteY0" fmla="*/ 1675543 h 4176637"/>
                    <a:gd name="connsiteX1" fmla="*/ 3455906 w 6962386"/>
                    <a:gd name="connsiteY1" fmla="*/ 0 h 4176637"/>
                    <a:gd name="connsiteX2" fmla="*/ 6704751 w 6962386"/>
                    <a:gd name="connsiteY2" fmla="*/ 1675543 h 4176637"/>
                    <a:gd name="connsiteX3" fmla="*/ 6255026 w 6962386"/>
                    <a:gd name="connsiteY3" fmla="*/ 3209832 h 4176637"/>
                    <a:gd name="connsiteX4" fmla="*/ 3407323 w 6962386"/>
                    <a:gd name="connsiteY4" fmla="*/ 4176482 h 4176637"/>
                    <a:gd name="connsiteX5" fmla="*/ 1029882 w 6962386"/>
                    <a:gd name="connsiteY5" fmla="*/ 3549466 h 4176637"/>
                    <a:gd name="connsiteX6" fmla="*/ 207061 w 6962386"/>
                    <a:gd name="connsiteY6" fmla="*/ 1675543 h 4176637"/>
                    <a:gd name="connsiteX0" fmla="*/ 207061 w 6962386"/>
                    <a:gd name="connsiteY0" fmla="*/ 1675543 h 4176723"/>
                    <a:gd name="connsiteX1" fmla="*/ 3455906 w 6962386"/>
                    <a:gd name="connsiteY1" fmla="*/ 0 h 4176723"/>
                    <a:gd name="connsiteX2" fmla="*/ 6704751 w 6962386"/>
                    <a:gd name="connsiteY2" fmla="*/ 1675543 h 4176723"/>
                    <a:gd name="connsiteX3" fmla="*/ 6255026 w 6962386"/>
                    <a:gd name="connsiteY3" fmla="*/ 3209832 h 4176723"/>
                    <a:gd name="connsiteX4" fmla="*/ 3407323 w 6962386"/>
                    <a:gd name="connsiteY4" fmla="*/ 4176482 h 4176723"/>
                    <a:gd name="connsiteX5" fmla="*/ 1029882 w 6962386"/>
                    <a:gd name="connsiteY5" fmla="*/ 3549466 h 4176723"/>
                    <a:gd name="connsiteX6" fmla="*/ 207061 w 6962386"/>
                    <a:gd name="connsiteY6" fmla="*/ 1675543 h 4176723"/>
                    <a:gd name="connsiteX0" fmla="*/ 23 w 6755348"/>
                    <a:gd name="connsiteY0" fmla="*/ 1675543 h 4176482"/>
                    <a:gd name="connsiteX1" fmla="*/ 3248868 w 6755348"/>
                    <a:gd name="connsiteY1" fmla="*/ 0 h 4176482"/>
                    <a:gd name="connsiteX2" fmla="*/ 6497713 w 6755348"/>
                    <a:gd name="connsiteY2" fmla="*/ 1675543 h 4176482"/>
                    <a:gd name="connsiteX3" fmla="*/ 6047988 w 6755348"/>
                    <a:gd name="connsiteY3" fmla="*/ 3209832 h 4176482"/>
                    <a:gd name="connsiteX4" fmla="*/ 3200285 w 6755348"/>
                    <a:gd name="connsiteY4" fmla="*/ 4176482 h 4176482"/>
                    <a:gd name="connsiteX5" fmla="*/ 23 w 6755348"/>
                    <a:gd name="connsiteY5" fmla="*/ 1675543 h 4176482"/>
                    <a:gd name="connsiteX0" fmla="*/ 70 w 6755395"/>
                    <a:gd name="connsiteY0" fmla="*/ 1675543 h 4176482"/>
                    <a:gd name="connsiteX1" fmla="*/ 3248915 w 6755395"/>
                    <a:gd name="connsiteY1" fmla="*/ 0 h 4176482"/>
                    <a:gd name="connsiteX2" fmla="*/ 6497760 w 6755395"/>
                    <a:gd name="connsiteY2" fmla="*/ 1675543 h 4176482"/>
                    <a:gd name="connsiteX3" fmla="*/ 6048035 w 6755395"/>
                    <a:gd name="connsiteY3" fmla="*/ 3209832 h 4176482"/>
                    <a:gd name="connsiteX4" fmla="*/ 3200332 w 6755395"/>
                    <a:gd name="connsiteY4" fmla="*/ 4176482 h 4176482"/>
                    <a:gd name="connsiteX5" fmla="*/ 70 w 6755395"/>
                    <a:gd name="connsiteY5" fmla="*/ 1675543 h 4176482"/>
                    <a:gd name="connsiteX0" fmla="*/ 24 w 6497714"/>
                    <a:gd name="connsiteY0" fmla="*/ 1675543 h 4176482"/>
                    <a:gd name="connsiteX1" fmla="*/ 3248869 w 6497714"/>
                    <a:gd name="connsiteY1" fmla="*/ 0 h 4176482"/>
                    <a:gd name="connsiteX2" fmla="*/ 6497714 w 6497714"/>
                    <a:gd name="connsiteY2" fmla="*/ 1675543 h 4176482"/>
                    <a:gd name="connsiteX3" fmla="*/ 3200286 w 6497714"/>
                    <a:gd name="connsiteY3" fmla="*/ 4176482 h 4176482"/>
                    <a:gd name="connsiteX4" fmla="*/ 24 w 6497714"/>
                    <a:gd name="connsiteY4" fmla="*/ 1675543 h 4176482"/>
                    <a:gd name="connsiteX0" fmla="*/ 24 w 6497714"/>
                    <a:gd name="connsiteY0" fmla="*/ 1675543 h 4176482"/>
                    <a:gd name="connsiteX1" fmla="*/ 3248869 w 6497714"/>
                    <a:gd name="connsiteY1" fmla="*/ 0 h 4176482"/>
                    <a:gd name="connsiteX2" fmla="*/ 6497714 w 6497714"/>
                    <a:gd name="connsiteY2" fmla="*/ 1675543 h 4176482"/>
                    <a:gd name="connsiteX3" fmla="*/ 3200286 w 6497714"/>
                    <a:gd name="connsiteY3" fmla="*/ 4176482 h 4176482"/>
                    <a:gd name="connsiteX4" fmla="*/ 24 w 6497714"/>
                    <a:gd name="connsiteY4" fmla="*/ 1675543 h 4176482"/>
                    <a:gd name="connsiteX0" fmla="*/ 61 w 6497751"/>
                    <a:gd name="connsiteY0" fmla="*/ 1675543 h 4178856"/>
                    <a:gd name="connsiteX1" fmla="*/ 3248906 w 6497751"/>
                    <a:gd name="connsiteY1" fmla="*/ 0 h 4178856"/>
                    <a:gd name="connsiteX2" fmla="*/ 6497751 w 6497751"/>
                    <a:gd name="connsiteY2" fmla="*/ 1675543 h 4178856"/>
                    <a:gd name="connsiteX3" fmla="*/ 3200323 w 6497751"/>
                    <a:gd name="connsiteY3" fmla="*/ 4176482 h 4178856"/>
                    <a:gd name="connsiteX4" fmla="*/ 61 w 6497751"/>
                    <a:gd name="connsiteY4" fmla="*/ 1675543 h 4178856"/>
                    <a:gd name="connsiteX0" fmla="*/ 61 w 6497751"/>
                    <a:gd name="connsiteY0" fmla="*/ 1675543 h 4185361"/>
                    <a:gd name="connsiteX1" fmla="*/ 3248906 w 6497751"/>
                    <a:gd name="connsiteY1" fmla="*/ 0 h 4185361"/>
                    <a:gd name="connsiteX2" fmla="*/ 6497751 w 6497751"/>
                    <a:gd name="connsiteY2" fmla="*/ 1675543 h 4185361"/>
                    <a:gd name="connsiteX3" fmla="*/ 3200323 w 6497751"/>
                    <a:gd name="connsiteY3" fmla="*/ 4176482 h 4185361"/>
                    <a:gd name="connsiteX4" fmla="*/ 61 w 6497751"/>
                    <a:gd name="connsiteY4" fmla="*/ 1675543 h 4185361"/>
                    <a:gd name="connsiteX0" fmla="*/ 1429 w 6499119"/>
                    <a:gd name="connsiteY0" fmla="*/ 1675543 h 4191611"/>
                    <a:gd name="connsiteX1" fmla="*/ 3250274 w 6499119"/>
                    <a:gd name="connsiteY1" fmla="*/ 0 h 4191611"/>
                    <a:gd name="connsiteX2" fmla="*/ 6499119 w 6499119"/>
                    <a:gd name="connsiteY2" fmla="*/ 1675543 h 4191611"/>
                    <a:gd name="connsiteX3" fmla="*/ 3201691 w 6499119"/>
                    <a:gd name="connsiteY3" fmla="*/ 4176482 h 4191611"/>
                    <a:gd name="connsiteX4" fmla="*/ 1429 w 6499119"/>
                    <a:gd name="connsiteY4" fmla="*/ 1675543 h 4191611"/>
                    <a:gd name="connsiteX0" fmla="*/ 1429 w 6499675"/>
                    <a:gd name="connsiteY0" fmla="*/ 1675543 h 4191611"/>
                    <a:gd name="connsiteX1" fmla="*/ 3250274 w 6499675"/>
                    <a:gd name="connsiteY1" fmla="*/ 0 h 4191611"/>
                    <a:gd name="connsiteX2" fmla="*/ 6499119 w 6499675"/>
                    <a:gd name="connsiteY2" fmla="*/ 1675543 h 4191611"/>
                    <a:gd name="connsiteX3" fmla="*/ 3201691 w 6499675"/>
                    <a:gd name="connsiteY3" fmla="*/ 4176482 h 4191611"/>
                    <a:gd name="connsiteX4" fmla="*/ 1429 w 6499675"/>
                    <a:gd name="connsiteY4" fmla="*/ 1675543 h 4191611"/>
                    <a:gd name="connsiteX0" fmla="*/ 1429 w 6532279"/>
                    <a:gd name="connsiteY0" fmla="*/ 1675543 h 4191611"/>
                    <a:gd name="connsiteX1" fmla="*/ 3250274 w 6532279"/>
                    <a:gd name="connsiteY1" fmla="*/ 0 h 4191611"/>
                    <a:gd name="connsiteX2" fmla="*/ 6499119 w 6532279"/>
                    <a:gd name="connsiteY2" fmla="*/ 1675543 h 4191611"/>
                    <a:gd name="connsiteX3" fmla="*/ 3201691 w 6532279"/>
                    <a:gd name="connsiteY3" fmla="*/ 4176482 h 4191611"/>
                    <a:gd name="connsiteX4" fmla="*/ 1429 w 6532279"/>
                    <a:gd name="connsiteY4" fmla="*/ 1675543 h 4191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32279" h="4191611">
                      <a:moveTo>
                        <a:pt x="1429" y="1675543"/>
                      </a:moveTo>
                      <a:cubicBezTo>
                        <a:pt x="9526" y="979463"/>
                        <a:pt x="1455986" y="0"/>
                        <a:pt x="3250274" y="0"/>
                      </a:cubicBezTo>
                      <a:cubicBezTo>
                        <a:pt x="5044562" y="0"/>
                        <a:pt x="6219833" y="1140571"/>
                        <a:pt x="6499119" y="1675543"/>
                      </a:cubicBezTo>
                      <a:cubicBezTo>
                        <a:pt x="6595525" y="2371623"/>
                        <a:pt x="6714330" y="4333237"/>
                        <a:pt x="3201691" y="4176482"/>
                      </a:cubicBezTo>
                      <a:cubicBezTo>
                        <a:pt x="-75818" y="4385488"/>
                        <a:pt x="-6668" y="2371623"/>
                        <a:pt x="1429" y="1675543"/>
                      </a:cubicBez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1E3E3E34-A025-44E4-55D3-8FA1285F270D}"/>
                    </a:ext>
                  </a:extLst>
                </p:cNvPr>
                <p:cNvSpPr/>
                <p:nvPr/>
              </p:nvSpPr>
              <p:spPr>
                <a:xfrm>
                  <a:off x="557817" y="8057096"/>
                  <a:ext cx="679268" cy="287383"/>
                </a:xfrm>
                <a:custGeom>
                  <a:avLst/>
                  <a:gdLst>
                    <a:gd name="connsiteX0" fmla="*/ 679268 w 679268"/>
                    <a:gd name="connsiteY0" fmla="*/ 0 h 287383"/>
                    <a:gd name="connsiteX1" fmla="*/ 0 w 679268"/>
                    <a:gd name="connsiteY1" fmla="*/ 287383 h 287383"/>
                    <a:gd name="connsiteX2" fmla="*/ 0 w 679268"/>
                    <a:gd name="connsiteY2" fmla="*/ 287383 h 2873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79268" h="287383">
                      <a:moveTo>
                        <a:pt x="679268" y="0"/>
                      </a:moveTo>
                      <a:lnTo>
                        <a:pt x="0" y="287383"/>
                      </a:lnTo>
                      <a:lnTo>
                        <a:pt x="0" y="287383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4EAF2AB8-46CE-4939-0E76-A623FB789715}"/>
                    </a:ext>
                  </a:extLst>
                </p:cNvPr>
                <p:cNvSpPr/>
                <p:nvPr/>
              </p:nvSpPr>
              <p:spPr>
                <a:xfrm>
                  <a:off x="-3132141" y="2412726"/>
                  <a:ext cx="5567701" cy="4526895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C776D94B-C486-22F6-F10F-42C57ED6B9F1}"/>
                    </a:ext>
                  </a:extLst>
                </p:cNvPr>
                <p:cNvSpPr/>
                <p:nvPr/>
              </p:nvSpPr>
              <p:spPr>
                <a:xfrm>
                  <a:off x="-1045808" y="3768634"/>
                  <a:ext cx="319152" cy="44099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C144EBEA-E7FA-8E4E-B92F-DB9ED829BDAC}"/>
                    </a:ext>
                  </a:extLst>
                </p:cNvPr>
                <p:cNvSpPr/>
                <p:nvPr/>
              </p:nvSpPr>
              <p:spPr>
                <a:xfrm>
                  <a:off x="55798" y="3768634"/>
                  <a:ext cx="319152" cy="440996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Arc 17">
                  <a:extLst>
                    <a:ext uri="{FF2B5EF4-FFF2-40B4-BE49-F238E27FC236}">
                      <a16:creationId xmlns:a16="http://schemas.microsoft.com/office/drawing/2014/main" id="{287DB97A-557C-AF2D-9CCB-CD8C02EE8983}"/>
                    </a:ext>
                  </a:extLst>
                </p:cNvPr>
                <p:cNvSpPr/>
                <p:nvPr/>
              </p:nvSpPr>
              <p:spPr>
                <a:xfrm rot="15050053">
                  <a:off x="-1415554" y="3282312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Arc 18">
                  <a:extLst>
                    <a:ext uri="{FF2B5EF4-FFF2-40B4-BE49-F238E27FC236}">
                      <a16:creationId xmlns:a16="http://schemas.microsoft.com/office/drawing/2014/main" id="{BA38EBCB-6839-E3EC-5CF3-643B44142522}"/>
                    </a:ext>
                  </a:extLst>
                </p:cNvPr>
                <p:cNvSpPr/>
                <p:nvPr/>
              </p:nvSpPr>
              <p:spPr>
                <a:xfrm rot="1234008">
                  <a:off x="-216755" y="3285480"/>
                  <a:ext cx="914400" cy="91440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Isosceles Triangle 19">
                  <a:extLst>
                    <a:ext uri="{FF2B5EF4-FFF2-40B4-BE49-F238E27FC236}">
                      <a16:creationId xmlns:a16="http://schemas.microsoft.com/office/drawing/2014/main" id="{FF45762E-6192-7DC8-FDE2-CAE5BDCFB2D5}"/>
                    </a:ext>
                  </a:extLst>
                </p:cNvPr>
                <p:cNvSpPr/>
                <p:nvPr/>
              </p:nvSpPr>
              <p:spPr>
                <a:xfrm rot="10800000">
                  <a:off x="-753121" y="4545874"/>
                  <a:ext cx="909310" cy="577434"/>
                </a:xfrm>
                <a:custGeom>
                  <a:avLst/>
                  <a:gdLst>
                    <a:gd name="connsiteX0" fmla="*/ 0 w 909310"/>
                    <a:gd name="connsiteY0" fmla="*/ 433318 h 433318"/>
                    <a:gd name="connsiteX1" fmla="*/ 454655 w 909310"/>
                    <a:gd name="connsiteY1" fmla="*/ 0 h 433318"/>
                    <a:gd name="connsiteX2" fmla="*/ 909310 w 909310"/>
                    <a:gd name="connsiteY2" fmla="*/ 433318 h 433318"/>
                    <a:gd name="connsiteX3" fmla="*/ 0 w 909310"/>
                    <a:gd name="connsiteY3" fmla="*/ 433318 h 433318"/>
                    <a:gd name="connsiteX0" fmla="*/ 0 w 909310"/>
                    <a:gd name="connsiteY0" fmla="*/ 433318 h 577434"/>
                    <a:gd name="connsiteX1" fmla="*/ 454655 w 909310"/>
                    <a:gd name="connsiteY1" fmla="*/ 0 h 577434"/>
                    <a:gd name="connsiteX2" fmla="*/ 909310 w 909310"/>
                    <a:gd name="connsiteY2" fmla="*/ 433318 h 577434"/>
                    <a:gd name="connsiteX3" fmla="*/ 469698 w 909310"/>
                    <a:gd name="connsiteY3" fmla="*/ 577434 h 577434"/>
                    <a:gd name="connsiteX4" fmla="*/ 0 w 909310"/>
                    <a:gd name="connsiteY4" fmla="*/ 433318 h 577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9310" h="577434">
                      <a:moveTo>
                        <a:pt x="0" y="433318"/>
                      </a:moveTo>
                      <a:lnTo>
                        <a:pt x="454655" y="0"/>
                      </a:lnTo>
                      <a:lnTo>
                        <a:pt x="909310" y="433318"/>
                      </a:lnTo>
                      <a:cubicBezTo>
                        <a:pt x="762773" y="437814"/>
                        <a:pt x="616235" y="572938"/>
                        <a:pt x="469698" y="577434"/>
                      </a:cubicBezTo>
                      <a:lnTo>
                        <a:pt x="0" y="43331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740DE286-61A4-8E18-CA00-324280E8B7C2}"/>
                    </a:ext>
                  </a:extLst>
                </p:cNvPr>
                <p:cNvSpPr/>
                <p:nvPr/>
              </p:nvSpPr>
              <p:spPr>
                <a:xfrm>
                  <a:off x="-313510" y="5094512"/>
                  <a:ext cx="1123406" cy="921675"/>
                </a:xfrm>
                <a:custGeom>
                  <a:avLst/>
                  <a:gdLst>
                    <a:gd name="connsiteX0" fmla="*/ 45897 w 1202202"/>
                    <a:gd name="connsiteY0" fmla="*/ 0 h 993966"/>
                    <a:gd name="connsiteX1" fmla="*/ 72023 w 1202202"/>
                    <a:gd name="connsiteY1" fmla="*/ 496389 h 993966"/>
                    <a:gd name="connsiteX2" fmla="*/ 725166 w 1202202"/>
                    <a:gd name="connsiteY2" fmla="*/ 992777 h 993966"/>
                    <a:gd name="connsiteX3" fmla="*/ 1169303 w 1202202"/>
                    <a:gd name="connsiteY3" fmla="*/ 627017 h 993966"/>
                    <a:gd name="connsiteX4" fmla="*/ 1169303 w 1202202"/>
                    <a:gd name="connsiteY4" fmla="*/ 365760 h 993966"/>
                    <a:gd name="connsiteX5" fmla="*/ 1169303 w 1202202"/>
                    <a:gd name="connsiteY5" fmla="*/ 365760 h 993966"/>
                    <a:gd name="connsiteX0" fmla="*/ 45897 w 1169303"/>
                    <a:gd name="connsiteY0" fmla="*/ 0 h 993740"/>
                    <a:gd name="connsiteX1" fmla="*/ 72023 w 1169303"/>
                    <a:gd name="connsiteY1" fmla="*/ 496389 h 993740"/>
                    <a:gd name="connsiteX2" fmla="*/ 725166 w 1169303"/>
                    <a:gd name="connsiteY2" fmla="*/ 992777 h 993740"/>
                    <a:gd name="connsiteX3" fmla="*/ 1169303 w 1169303"/>
                    <a:gd name="connsiteY3" fmla="*/ 365760 h 993740"/>
                    <a:gd name="connsiteX4" fmla="*/ 1169303 w 1169303"/>
                    <a:gd name="connsiteY4" fmla="*/ 365760 h 993740"/>
                    <a:gd name="connsiteX0" fmla="*/ 45897 w 1169303"/>
                    <a:gd name="connsiteY0" fmla="*/ 0 h 993740"/>
                    <a:gd name="connsiteX1" fmla="*/ 72023 w 1169303"/>
                    <a:gd name="connsiteY1" fmla="*/ 496389 h 993740"/>
                    <a:gd name="connsiteX2" fmla="*/ 725166 w 1169303"/>
                    <a:gd name="connsiteY2" fmla="*/ 992777 h 993740"/>
                    <a:gd name="connsiteX3" fmla="*/ 1169303 w 1169303"/>
                    <a:gd name="connsiteY3" fmla="*/ 365760 h 993740"/>
                    <a:gd name="connsiteX4" fmla="*/ 1169303 w 1169303"/>
                    <a:gd name="connsiteY4" fmla="*/ 365760 h 993740"/>
                    <a:gd name="connsiteX0" fmla="*/ 45898 w 1169304"/>
                    <a:gd name="connsiteY0" fmla="*/ 0 h 921357"/>
                    <a:gd name="connsiteX1" fmla="*/ 72024 w 1169304"/>
                    <a:gd name="connsiteY1" fmla="*/ 496389 h 921357"/>
                    <a:gd name="connsiteX2" fmla="*/ 725167 w 1169304"/>
                    <a:gd name="connsiteY2" fmla="*/ 920206 h 921357"/>
                    <a:gd name="connsiteX3" fmla="*/ 1169304 w 1169304"/>
                    <a:gd name="connsiteY3" fmla="*/ 365760 h 921357"/>
                    <a:gd name="connsiteX4" fmla="*/ 1169304 w 1169304"/>
                    <a:gd name="connsiteY4" fmla="*/ 365760 h 921357"/>
                    <a:gd name="connsiteX0" fmla="*/ 0 w 1123406"/>
                    <a:gd name="connsiteY0" fmla="*/ 0 h 920206"/>
                    <a:gd name="connsiteX1" fmla="*/ 679269 w 1123406"/>
                    <a:gd name="connsiteY1" fmla="*/ 920206 h 920206"/>
                    <a:gd name="connsiteX2" fmla="*/ 1123406 w 1123406"/>
                    <a:gd name="connsiteY2" fmla="*/ 365760 h 920206"/>
                    <a:gd name="connsiteX3" fmla="*/ 1123406 w 1123406"/>
                    <a:gd name="connsiteY3" fmla="*/ 365760 h 920206"/>
                    <a:gd name="connsiteX0" fmla="*/ 0 w 1123406"/>
                    <a:gd name="connsiteY0" fmla="*/ 0 h 925974"/>
                    <a:gd name="connsiteX1" fmla="*/ 679269 w 1123406"/>
                    <a:gd name="connsiteY1" fmla="*/ 920206 h 925974"/>
                    <a:gd name="connsiteX2" fmla="*/ 1123406 w 1123406"/>
                    <a:gd name="connsiteY2" fmla="*/ 365760 h 925974"/>
                    <a:gd name="connsiteX3" fmla="*/ 1123406 w 1123406"/>
                    <a:gd name="connsiteY3" fmla="*/ 365760 h 925974"/>
                    <a:gd name="connsiteX0" fmla="*/ 0 w 1123406"/>
                    <a:gd name="connsiteY0" fmla="*/ 0 h 920868"/>
                    <a:gd name="connsiteX1" fmla="*/ 679269 w 1123406"/>
                    <a:gd name="connsiteY1" fmla="*/ 920206 h 920868"/>
                    <a:gd name="connsiteX2" fmla="*/ 1123406 w 1123406"/>
                    <a:gd name="connsiteY2" fmla="*/ 365760 h 920868"/>
                    <a:gd name="connsiteX3" fmla="*/ 1123406 w 1123406"/>
                    <a:gd name="connsiteY3" fmla="*/ 365760 h 920868"/>
                    <a:gd name="connsiteX0" fmla="*/ 0 w 1123406"/>
                    <a:gd name="connsiteY0" fmla="*/ 0 h 921848"/>
                    <a:gd name="connsiteX1" fmla="*/ 679269 w 1123406"/>
                    <a:gd name="connsiteY1" fmla="*/ 920206 h 921848"/>
                    <a:gd name="connsiteX2" fmla="*/ 1123406 w 1123406"/>
                    <a:gd name="connsiteY2" fmla="*/ 365760 h 921848"/>
                    <a:gd name="connsiteX3" fmla="*/ 1123406 w 1123406"/>
                    <a:gd name="connsiteY3" fmla="*/ 365760 h 921848"/>
                    <a:gd name="connsiteX0" fmla="*/ 0 w 1123406"/>
                    <a:gd name="connsiteY0" fmla="*/ 0 h 921675"/>
                    <a:gd name="connsiteX1" fmla="*/ 679269 w 1123406"/>
                    <a:gd name="connsiteY1" fmla="*/ 920206 h 921675"/>
                    <a:gd name="connsiteX2" fmla="*/ 1123406 w 1123406"/>
                    <a:gd name="connsiteY2" fmla="*/ 365760 h 921675"/>
                    <a:gd name="connsiteX3" fmla="*/ 1123406 w 1123406"/>
                    <a:gd name="connsiteY3" fmla="*/ 365760 h 921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3406" h="921675">
                      <a:moveTo>
                        <a:pt x="0" y="0"/>
                      </a:moveTo>
                      <a:cubicBezTo>
                        <a:pt x="14514" y="623510"/>
                        <a:pt x="216263" y="946332"/>
                        <a:pt x="679269" y="920206"/>
                      </a:cubicBezTo>
                      <a:cubicBezTo>
                        <a:pt x="1142275" y="894080"/>
                        <a:pt x="1092925" y="542834"/>
                        <a:pt x="1123406" y="365760"/>
                      </a:cubicBezTo>
                      <a:lnTo>
                        <a:pt x="1123406" y="36576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Arc 22">
                  <a:extLst>
                    <a:ext uri="{FF2B5EF4-FFF2-40B4-BE49-F238E27FC236}">
                      <a16:creationId xmlns:a16="http://schemas.microsoft.com/office/drawing/2014/main" id="{B1AE1AB9-FAED-8BA0-94FD-33ED80755B0A}"/>
                    </a:ext>
                  </a:extLst>
                </p:cNvPr>
                <p:cNvSpPr/>
                <p:nvPr/>
              </p:nvSpPr>
              <p:spPr>
                <a:xfrm rot="20465999">
                  <a:off x="-2862925" y="5157822"/>
                  <a:ext cx="1833723" cy="110359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Arc 23">
                  <a:extLst>
                    <a:ext uri="{FF2B5EF4-FFF2-40B4-BE49-F238E27FC236}">
                      <a16:creationId xmlns:a16="http://schemas.microsoft.com/office/drawing/2014/main" id="{2C93112E-CB3C-865E-62DE-63158816DAB0}"/>
                    </a:ext>
                  </a:extLst>
                </p:cNvPr>
                <p:cNvSpPr/>
                <p:nvPr/>
              </p:nvSpPr>
              <p:spPr>
                <a:xfrm rot="18827412">
                  <a:off x="-2622884" y="5526324"/>
                  <a:ext cx="1833725" cy="110359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2BE2831E-71B9-7EDC-7EF4-8A7CA7AD4429}"/>
                    </a:ext>
                  </a:extLst>
                </p:cNvPr>
                <p:cNvSpPr/>
                <p:nvPr/>
              </p:nvSpPr>
              <p:spPr>
                <a:xfrm>
                  <a:off x="-958357" y="3958260"/>
                  <a:ext cx="120242" cy="166145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3772F05A-F233-5C9E-9B90-EEDD22187899}"/>
                    </a:ext>
                  </a:extLst>
                </p:cNvPr>
                <p:cNvSpPr/>
                <p:nvPr/>
              </p:nvSpPr>
              <p:spPr>
                <a:xfrm flipH="1">
                  <a:off x="-1418880" y="5082654"/>
                  <a:ext cx="1123406" cy="921675"/>
                </a:xfrm>
                <a:custGeom>
                  <a:avLst/>
                  <a:gdLst>
                    <a:gd name="connsiteX0" fmla="*/ 45897 w 1202202"/>
                    <a:gd name="connsiteY0" fmla="*/ 0 h 993966"/>
                    <a:gd name="connsiteX1" fmla="*/ 72023 w 1202202"/>
                    <a:gd name="connsiteY1" fmla="*/ 496389 h 993966"/>
                    <a:gd name="connsiteX2" fmla="*/ 725166 w 1202202"/>
                    <a:gd name="connsiteY2" fmla="*/ 992777 h 993966"/>
                    <a:gd name="connsiteX3" fmla="*/ 1169303 w 1202202"/>
                    <a:gd name="connsiteY3" fmla="*/ 627017 h 993966"/>
                    <a:gd name="connsiteX4" fmla="*/ 1169303 w 1202202"/>
                    <a:gd name="connsiteY4" fmla="*/ 365760 h 993966"/>
                    <a:gd name="connsiteX5" fmla="*/ 1169303 w 1202202"/>
                    <a:gd name="connsiteY5" fmla="*/ 365760 h 993966"/>
                    <a:gd name="connsiteX0" fmla="*/ 45897 w 1169303"/>
                    <a:gd name="connsiteY0" fmla="*/ 0 h 993740"/>
                    <a:gd name="connsiteX1" fmla="*/ 72023 w 1169303"/>
                    <a:gd name="connsiteY1" fmla="*/ 496389 h 993740"/>
                    <a:gd name="connsiteX2" fmla="*/ 725166 w 1169303"/>
                    <a:gd name="connsiteY2" fmla="*/ 992777 h 993740"/>
                    <a:gd name="connsiteX3" fmla="*/ 1169303 w 1169303"/>
                    <a:gd name="connsiteY3" fmla="*/ 365760 h 993740"/>
                    <a:gd name="connsiteX4" fmla="*/ 1169303 w 1169303"/>
                    <a:gd name="connsiteY4" fmla="*/ 365760 h 993740"/>
                    <a:gd name="connsiteX0" fmla="*/ 45897 w 1169303"/>
                    <a:gd name="connsiteY0" fmla="*/ 0 h 993740"/>
                    <a:gd name="connsiteX1" fmla="*/ 72023 w 1169303"/>
                    <a:gd name="connsiteY1" fmla="*/ 496389 h 993740"/>
                    <a:gd name="connsiteX2" fmla="*/ 725166 w 1169303"/>
                    <a:gd name="connsiteY2" fmla="*/ 992777 h 993740"/>
                    <a:gd name="connsiteX3" fmla="*/ 1169303 w 1169303"/>
                    <a:gd name="connsiteY3" fmla="*/ 365760 h 993740"/>
                    <a:gd name="connsiteX4" fmla="*/ 1169303 w 1169303"/>
                    <a:gd name="connsiteY4" fmla="*/ 365760 h 993740"/>
                    <a:gd name="connsiteX0" fmla="*/ 45898 w 1169304"/>
                    <a:gd name="connsiteY0" fmla="*/ 0 h 921357"/>
                    <a:gd name="connsiteX1" fmla="*/ 72024 w 1169304"/>
                    <a:gd name="connsiteY1" fmla="*/ 496389 h 921357"/>
                    <a:gd name="connsiteX2" fmla="*/ 725167 w 1169304"/>
                    <a:gd name="connsiteY2" fmla="*/ 920206 h 921357"/>
                    <a:gd name="connsiteX3" fmla="*/ 1169304 w 1169304"/>
                    <a:gd name="connsiteY3" fmla="*/ 365760 h 921357"/>
                    <a:gd name="connsiteX4" fmla="*/ 1169304 w 1169304"/>
                    <a:gd name="connsiteY4" fmla="*/ 365760 h 921357"/>
                    <a:gd name="connsiteX0" fmla="*/ 0 w 1123406"/>
                    <a:gd name="connsiteY0" fmla="*/ 0 h 920206"/>
                    <a:gd name="connsiteX1" fmla="*/ 679269 w 1123406"/>
                    <a:gd name="connsiteY1" fmla="*/ 920206 h 920206"/>
                    <a:gd name="connsiteX2" fmla="*/ 1123406 w 1123406"/>
                    <a:gd name="connsiteY2" fmla="*/ 365760 h 920206"/>
                    <a:gd name="connsiteX3" fmla="*/ 1123406 w 1123406"/>
                    <a:gd name="connsiteY3" fmla="*/ 365760 h 920206"/>
                    <a:gd name="connsiteX0" fmla="*/ 0 w 1123406"/>
                    <a:gd name="connsiteY0" fmla="*/ 0 h 925974"/>
                    <a:gd name="connsiteX1" fmla="*/ 679269 w 1123406"/>
                    <a:gd name="connsiteY1" fmla="*/ 920206 h 925974"/>
                    <a:gd name="connsiteX2" fmla="*/ 1123406 w 1123406"/>
                    <a:gd name="connsiteY2" fmla="*/ 365760 h 925974"/>
                    <a:gd name="connsiteX3" fmla="*/ 1123406 w 1123406"/>
                    <a:gd name="connsiteY3" fmla="*/ 365760 h 925974"/>
                    <a:gd name="connsiteX0" fmla="*/ 0 w 1123406"/>
                    <a:gd name="connsiteY0" fmla="*/ 0 h 920868"/>
                    <a:gd name="connsiteX1" fmla="*/ 679269 w 1123406"/>
                    <a:gd name="connsiteY1" fmla="*/ 920206 h 920868"/>
                    <a:gd name="connsiteX2" fmla="*/ 1123406 w 1123406"/>
                    <a:gd name="connsiteY2" fmla="*/ 365760 h 920868"/>
                    <a:gd name="connsiteX3" fmla="*/ 1123406 w 1123406"/>
                    <a:gd name="connsiteY3" fmla="*/ 365760 h 920868"/>
                    <a:gd name="connsiteX0" fmla="*/ 0 w 1123406"/>
                    <a:gd name="connsiteY0" fmla="*/ 0 h 921848"/>
                    <a:gd name="connsiteX1" fmla="*/ 679269 w 1123406"/>
                    <a:gd name="connsiteY1" fmla="*/ 920206 h 921848"/>
                    <a:gd name="connsiteX2" fmla="*/ 1123406 w 1123406"/>
                    <a:gd name="connsiteY2" fmla="*/ 365760 h 921848"/>
                    <a:gd name="connsiteX3" fmla="*/ 1123406 w 1123406"/>
                    <a:gd name="connsiteY3" fmla="*/ 365760 h 921848"/>
                    <a:gd name="connsiteX0" fmla="*/ 0 w 1123406"/>
                    <a:gd name="connsiteY0" fmla="*/ 0 h 921675"/>
                    <a:gd name="connsiteX1" fmla="*/ 679269 w 1123406"/>
                    <a:gd name="connsiteY1" fmla="*/ 920206 h 921675"/>
                    <a:gd name="connsiteX2" fmla="*/ 1123406 w 1123406"/>
                    <a:gd name="connsiteY2" fmla="*/ 365760 h 921675"/>
                    <a:gd name="connsiteX3" fmla="*/ 1123406 w 1123406"/>
                    <a:gd name="connsiteY3" fmla="*/ 365760 h 921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3406" h="921675">
                      <a:moveTo>
                        <a:pt x="0" y="0"/>
                      </a:moveTo>
                      <a:cubicBezTo>
                        <a:pt x="14514" y="623510"/>
                        <a:pt x="216263" y="946332"/>
                        <a:pt x="679269" y="920206"/>
                      </a:cubicBezTo>
                      <a:cubicBezTo>
                        <a:pt x="1142275" y="894080"/>
                        <a:pt x="1092925" y="542834"/>
                        <a:pt x="1123406" y="365760"/>
                      </a:cubicBezTo>
                      <a:lnTo>
                        <a:pt x="1123406" y="36576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Arc 58">
                  <a:extLst>
                    <a:ext uri="{FF2B5EF4-FFF2-40B4-BE49-F238E27FC236}">
                      <a16:creationId xmlns:a16="http://schemas.microsoft.com/office/drawing/2014/main" id="{FDE09F2E-E03B-6802-58AD-01939D9AF4AD}"/>
                    </a:ext>
                  </a:extLst>
                </p:cNvPr>
                <p:cNvSpPr/>
                <p:nvPr/>
              </p:nvSpPr>
              <p:spPr>
                <a:xfrm rot="1134001" flipH="1">
                  <a:off x="385751" y="5136740"/>
                  <a:ext cx="1833722" cy="110359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Arc 59">
                  <a:extLst>
                    <a:ext uri="{FF2B5EF4-FFF2-40B4-BE49-F238E27FC236}">
                      <a16:creationId xmlns:a16="http://schemas.microsoft.com/office/drawing/2014/main" id="{2FD4E103-6958-1121-963A-C95ECBC739B9}"/>
                    </a:ext>
                  </a:extLst>
                </p:cNvPr>
                <p:cNvSpPr/>
                <p:nvPr/>
              </p:nvSpPr>
              <p:spPr>
                <a:xfrm rot="2772588" flipH="1">
                  <a:off x="140793" y="5526324"/>
                  <a:ext cx="1833725" cy="1103590"/>
                </a:xfrm>
                <a:prstGeom prst="arc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F9C15DB1-2170-5A75-21EC-2CC5C6B2C39D}"/>
                    </a:ext>
                  </a:extLst>
                </p:cNvPr>
                <p:cNvSpPr/>
                <p:nvPr/>
              </p:nvSpPr>
              <p:spPr>
                <a:xfrm>
                  <a:off x="180115" y="3940100"/>
                  <a:ext cx="120242" cy="166145"/>
                </a:xfrm>
                <a:prstGeom prst="ellipse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51635A17-BEB6-EE12-5D04-567D7D7F8626}"/>
                  </a:ext>
                </a:extLst>
              </p:cNvPr>
              <p:cNvGrpSpPr/>
              <p:nvPr/>
            </p:nvGrpSpPr>
            <p:grpSpPr>
              <a:xfrm>
                <a:off x="-1752189" y="8001893"/>
                <a:ext cx="3205914" cy="2174005"/>
                <a:chOff x="8356473" y="9054023"/>
                <a:chExt cx="3205914" cy="2174005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58B02104-745B-68F4-E945-2D335FF1AE88}"/>
                    </a:ext>
                  </a:extLst>
                </p:cNvPr>
                <p:cNvSpPr/>
                <p:nvPr/>
              </p:nvSpPr>
              <p:spPr>
                <a:xfrm>
                  <a:off x="8356473" y="9054023"/>
                  <a:ext cx="3197428" cy="2174005"/>
                </a:xfrm>
                <a:custGeom>
                  <a:avLst/>
                  <a:gdLst>
                    <a:gd name="connsiteX0" fmla="*/ 374621 w 3203622"/>
                    <a:gd name="connsiteY0" fmla="*/ 470978 h 2091499"/>
                    <a:gd name="connsiteX1" fmla="*/ 1384271 w 3203622"/>
                    <a:gd name="connsiteY1" fmla="*/ 13778 h 2091499"/>
                    <a:gd name="connsiteX2" fmla="*/ 1955771 w 3203622"/>
                    <a:gd name="connsiteY2" fmla="*/ 166178 h 2091499"/>
                    <a:gd name="connsiteX3" fmla="*/ 2793971 w 3203622"/>
                    <a:gd name="connsiteY3" fmla="*/ 642428 h 2091499"/>
                    <a:gd name="connsiteX4" fmla="*/ 3136871 w 3203622"/>
                    <a:gd name="connsiteY4" fmla="*/ 1271078 h 2091499"/>
                    <a:gd name="connsiteX5" fmla="*/ 3155921 w 3203622"/>
                    <a:gd name="connsiteY5" fmla="*/ 1709228 h 2091499"/>
                    <a:gd name="connsiteX6" fmla="*/ 2622521 w 3203622"/>
                    <a:gd name="connsiteY6" fmla="*/ 2052128 h 2091499"/>
                    <a:gd name="connsiteX7" fmla="*/ 2089121 w 3203622"/>
                    <a:gd name="connsiteY7" fmla="*/ 2052128 h 2091499"/>
                    <a:gd name="connsiteX8" fmla="*/ 1708121 w 3203622"/>
                    <a:gd name="connsiteY8" fmla="*/ 1766378 h 2091499"/>
                    <a:gd name="connsiteX9" fmla="*/ 1289021 w 3203622"/>
                    <a:gd name="connsiteY9" fmla="*/ 1309178 h 2091499"/>
                    <a:gd name="connsiteX10" fmla="*/ 812771 w 3203622"/>
                    <a:gd name="connsiteY10" fmla="*/ 1080578 h 2091499"/>
                    <a:gd name="connsiteX11" fmla="*/ 393671 w 3203622"/>
                    <a:gd name="connsiteY11" fmla="*/ 1023428 h 2091499"/>
                    <a:gd name="connsiteX12" fmla="*/ 12671 w 3203622"/>
                    <a:gd name="connsiteY12" fmla="*/ 1461578 h 2091499"/>
                    <a:gd name="connsiteX13" fmla="*/ 146021 w 3203622"/>
                    <a:gd name="connsiteY13" fmla="*/ 1899728 h 2091499"/>
                    <a:gd name="connsiteX14" fmla="*/ 679421 w 3203622"/>
                    <a:gd name="connsiteY14" fmla="*/ 1994978 h 2091499"/>
                    <a:gd name="connsiteX15" fmla="*/ 1574771 w 3203622"/>
                    <a:gd name="connsiteY15" fmla="*/ 2071178 h 2091499"/>
                    <a:gd name="connsiteX16" fmla="*/ 2127221 w 3203622"/>
                    <a:gd name="connsiteY16" fmla="*/ 2052128 h 2091499"/>
                    <a:gd name="connsiteX17" fmla="*/ 2241521 w 3203622"/>
                    <a:gd name="connsiteY17" fmla="*/ 2052128 h 2091499"/>
                    <a:gd name="connsiteX18" fmla="*/ 2241521 w 3203622"/>
                    <a:gd name="connsiteY18" fmla="*/ 2052128 h 2091499"/>
                    <a:gd name="connsiteX0" fmla="*/ 374621 w 3203622"/>
                    <a:gd name="connsiteY0" fmla="*/ 470978 h 2091499"/>
                    <a:gd name="connsiteX1" fmla="*/ 1384271 w 3203622"/>
                    <a:gd name="connsiteY1" fmla="*/ 13778 h 2091499"/>
                    <a:gd name="connsiteX2" fmla="*/ 1955771 w 3203622"/>
                    <a:gd name="connsiteY2" fmla="*/ 166178 h 2091499"/>
                    <a:gd name="connsiteX3" fmla="*/ 2793971 w 3203622"/>
                    <a:gd name="connsiteY3" fmla="*/ 642428 h 2091499"/>
                    <a:gd name="connsiteX4" fmla="*/ 3136871 w 3203622"/>
                    <a:gd name="connsiteY4" fmla="*/ 1271078 h 2091499"/>
                    <a:gd name="connsiteX5" fmla="*/ 3155921 w 3203622"/>
                    <a:gd name="connsiteY5" fmla="*/ 1709228 h 2091499"/>
                    <a:gd name="connsiteX6" fmla="*/ 2622521 w 3203622"/>
                    <a:gd name="connsiteY6" fmla="*/ 2052128 h 2091499"/>
                    <a:gd name="connsiteX7" fmla="*/ 2089121 w 3203622"/>
                    <a:gd name="connsiteY7" fmla="*/ 2052128 h 2091499"/>
                    <a:gd name="connsiteX8" fmla="*/ 1708121 w 3203622"/>
                    <a:gd name="connsiteY8" fmla="*/ 1766378 h 2091499"/>
                    <a:gd name="connsiteX9" fmla="*/ 1289021 w 3203622"/>
                    <a:gd name="connsiteY9" fmla="*/ 1309178 h 2091499"/>
                    <a:gd name="connsiteX10" fmla="*/ 812771 w 3203622"/>
                    <a:gd name="connsiteY10" fmla="*/ 1080578 h 2091499"/>
                    <a:gd name="connsiteX11" fmla="*/ 393671 w 3203622"/>
                    <a:gd name="connsiteY11" fmla="*/ 1023428 h 2091499"/>
                    <a:gd name="connsiteX12" fmla="*/ 12671 w 3203622"/>
                    <a:gd name="connsiteY12" fmla="*/ 1461578 h 2091499"/>
                    <a:gd name="connsiteX13" fmla="*/ 146021 w 3203622"/>
                    <a:gd name="connsiteY13" fmla="*/ 1899728 h 2091499"/>
                    <a:gd name="connsiteX14" fmla="*/ 679421 w 3203622"/>
                    <a:gd name="connsiteY14" fmla="*/ 1994978 h 2091499"/>
                    <a:gd name="connsiteX15" fmla="*/ 1574771 w 3203622"/>
                    <a:gd name="connsiteY15" fmla="*/ 2071178 h 2091499"/>
                    <a:gd name="connsiteX16" fmla="*/ 2241521 w 3203622"/>
                    <a:gd name="connsiteY16" fmla="*/ 2052128 h 2091499"/>
                    <a:gd name="connsiteX17" fmla="*/ 2241521 w 3203622"/>
                    <a:gd name="connsiteY17" fmla="*/ 2052128 h 2091499"/>
                    <a:gd name="connsiteX0" fmla="*/ 374621 w 3203622"/>
                    <a:gd name="connsiteY0" fmla="*/ 470978 h 2147378"/>
                    <a:gd name="connsiteX1" fmla="*/ 1384271 w 3203622"/>
                    <a:gd name="connsiteY1" fmla="*/ 13778 h 2147378"/>
                    <a:gd name="connsiteX2" fmla="*/ 1955771 w 3203622"/>
                    <a:gd name="connsiteY2" fmla="*/ 166178 h 2147378"/>
                    <a:gd name="connsiteX3" fmla="*/ 2793971 w 3203622"/>
                    <a:gd name="connsiteY3" fmla="*/ 642428 h 2147378"/>
                    <a:gd name="connsiteX4" fmla="*/ 3136871 w 3203622"/>
                    <a:gd name="connsiteY4" fmla="*/ 1271078 h 2147378"/>
                    <a:gd name="connsiteX5" fmla="*/ 3155921 w 3203622"/>
                    <a:gd name="connsiteY5" fmla="*/ 1709228 h 2147378"/>
                    <a:gd name="connsiteX6" fmla="*/ 2622521 w 3203622"/>
                    <a:gd name="connsiteY6" fmla="*/ 2052128 h 2147378"/>
                    <a:gd name="connsiteX7" fmla="*/ 2089121 w 3203622"/>
                    <a:gd name="connsiteY7" fmla="*/ 2052128 h 2147378"/>
                    <a:gd name="connsiteX8" fmla="*/ 1708121 w 3203622"/>
                    <a:gd name="connsiteY8" fmla="*/ 1766378 h 2147378"/>
                    <a:gd name="connsiteX9" fmla="*/ 1289021 w 3203622"/>
                    <a:gd name="connsiteY9" fmla="*/ 1309178 h 2147378"/>
                    <a:gd name="connsiteX10" fmla="*/ 812771 w 3203622"/>
                    <a:gd name="connsiteY10" fmla="*/ 1080578 h 2147378"/>
                    <a:gd name="connsiteX11" fmla="*/ 393671 w 3203622"/>
                    <a:gd name="connsiteY11" fmla="*/ 1023428 h 2147378"/>
                    <a:gd name="connsiteX12" fmla="*/ 12671 w 3203622"/>
                    <a:gd name="connsiteY12" fmla="*/ 1461578 h 2147378"/>
                    <a:gd name="connsiteX13" fmla="*/ 146021 w 3203622"/>
                    <a:gd name="connsiteY13" fmla="*/ 1899728 h 2147378"/>
                    <a:gd name="connsiteX14" fmla="*/ 679421 w 3203622"/>
                    <a:gd name="connsiteY14" fmla="*/ 1994978 h 2147378"/>
                    <a:gd name="connsiteX15" fmla="*/ 1574771 w 3203622"/>
                    <a:gd name="connsiteY15" fmla="*/ 2071178 h 2147378"/>
                    <a:gd name="connsiteX16" fmla="*/ 2241521 w 3203622"/>
                    <a:gd name="connsiteY16" fmla="*/ 2052128 h 2147378"/>
                    <a:gd name="connsiteX17" fmla="*/ 2260571 w 3203622"/>
                    <a:gd name="connsiteY17" fmla="*/ 2147378 h 2147378"/>
                    <a:gd name="connsiteX0" fmla="*/ 374621 w 3203622"/>
                    <a:gd name="connsiteY0" fmla="*/ 470978 h 2091499"/>
                    <a:gd name="connsiteX1" fmla="*/ 1384271 w 3203622"/>
                    <a:gd name="connsiteY1" fmla="*/ 13778 h 2091499"/>
                    <a:gd name="connsiteX2" fmla="*/ 1955771 w 3203622"/>
                    <a:gd name="connsiteY2" fmla="*/ 166178 h 2091499"/>
                    <a:gd name="connsiteX3" fmla="*/ 2793971 w 3203622"/>
                    <a:gd name="connsiteY3" fmla="*/ 642428 h 2091499"/>
                    <a:gd name="connsiteX4" fmla="*/ 3136871 w 3203622"/>
                    <a:gd name="connsiteY4" fmla="*/ 1271078 h 2091499"/>
                    <a:gd name="connsiteX5" fmla="*/ 3155921 w 3203622"/>
                    <a:gd name="connsiteY5" fmla="*/ 1709228 h 2091499"/>
                    <a:gd name="connsiteX6" fmla="*/ 2622521 w 3203622"/>
                    <a:gd name="connsiteY6" fmla="*/ 2052128 h 2091499"/>
                    <a:gd name="connsiteX7" fmla="*/ 2089121 w 3203622"/>
                    <a:gd name="connsiteY7" fmla="*/ 2052128 h 2091499"/>
                    <a:gd name="connsiteX8" fmla="*/ 1708121 w 3203622"/>
                    <a:gd name="connsiteY8" fmla="*/ 1766378 h 2091499"/>
                    <a:gd name="connsiteX9" fmla="*/ 1289021 w 3203622"/>
                    <a:gd name="connsiteY9" fmla="*/ 1309178 h 2091499"/>
                    <a:gd name="connsiteX10" fmla="*/ 812771 w 3203622"/>
                    <a:gd name="connsiteY10" fmla="*/ 1080578 h 2091499"/>
                    <a:gd name="connsiteX11" fmla="*/ 393671 w 3203622"/>
                    <a:gd name="connsiteY11" fmla="*/ 1023428 h 2091499"/>
                    <a:gd name="connsiteX12" fmla="*/ 12671 w 3203622"/>
                    <a:gd name="connsiteY12" fmla="*/ 1461578 h 2091499"/>
                    <a:gd name="connsiteX13" fmla="*/ 146021 w 3203622"/>
                    <a:gd name="connsiteY13" fmla="*/ 1899728 h 2091499"/>
                    <a:gd name="connsiteX14" fmla="*/ 679421 w 3203622"/>
                    <a:gd name="connsiteY14" fmla="*/ 1994978 h 2091499"/>
                    <a:gd name="connsiteX15" fmla="*/ 1574771 w 3203622"/>
                    <a:gd name="connsiteY15" fmla="*/ 2071178 h 2091499"/>
                    <a:gd name="connsiteX16" fmla="*/ 2241521 w 3203622"/>
                    <a:gd name="connsiteY16" fmla="*/ 2052128 h 2091499"/>
                    <a:gd name="connsiteX0" fmla="*/ 374621 w 3203622"/>
                    <a:gd name="connsiteY0" fmla="*/ 470978 h 2109278"/>
                    <a:gd name="connsiteX1" fmla="*/ 1384271 w 3203622"/>
                    <a:gd name="connsiteY1" fmla="*/ 13778 h 2109278"/>
                    <a:gd name="connsiteX2" fmla="*/ 1955771 w 3203622"/>
                    <a:gd name="connsiteY2" fmla="*/ 166178 h 2109278"/>
                    <a:gd name="connsiteX3" fmla="*/ 2793971 w 3203622"/>
                    <a:gd name="connsiteY3" fmla="*/ 642428 h 2109278"/>
                    <a:gd name="connsiteX4" fmla="*/ 3136871 w 3203622"/>
                    <a:gd name="connsiteY4" fmla="*/ 1271078 h 2109278"/>
                    <a:gd name="connsiteX5" fmla="*/ 3155921 w 3203622"/>
                    <a:gd name="connsiteY5" fmla="*/ 1709228 h 2109278"/>
                    <a:gd name="connsiteX6" fmla="*/ 2622521 w 3203622"/>
                    <a:gd name="connsiteY6" fmla="*/ 2052128 h 2109278"/>
                    <a:gd name="connsiteX7" fmla="*/ 2089121 w 3203622"/>
                    <a:gd name="connsiteY7" fmla="*/ 2052128 h 2109278"/>
                    <a:gd name="connsiteX8" fmla="*/ 1708121 w 3203622"/>
                    <a:gd name="connsiteY8" fmla="*/ 1766378 h 2109278"/>
                    <a:gd name="connsiteX9" fmla="*/ 1289021 w 3203622"/>
                    <a:gd name="connsiteY9" fmla="*/ 1309178 h 2109278"/>
                    <a:gd name="connsiteX10" fmla="*/ 812771 w 3203622"/>
                    <a:gd name="connsiteY10" fmla="*/ 1080578 h 2109278"/>
                    <a:gd name="connsiteX11" fmla="*/ 393671 w 3203622"/>
                    <a:gd name="connsiteY11" fmla="*/ 1023428 h 2109278"/>
                    <a:gd name="connsiteX12" fmla="*/ 12671 w 3203622"/>
                    <a:gd name="connsiteY12" fmla="*/ 1461578 h 2109278"/>
                    <a:gd name="connsiteX13" fmla="*/ 146021 w 3203622"/>
                    <a:gd name="connsiteY13" fmla="*/ 1899728 h 2109278"/>
                    <a:gd name="connsiteX14" fmla="*/ 679421 w 3203622"/>
                    <a:gd name="connsiteY14" fmla="*/ 1994978 h 2109278"/>
                    <a:gd name="connsiteX15" fmla="*/ 1574771 w 3203622"/>
                    <a:gd name="connsiteY15" fmla="*/ 2071178 h 2109278"/>
                    <a:gd name="connsiteX16" fmla="*/ 2279621 w 3203622"/>
                    <a:gd name="connsiteY16" fmla="*/ 2109278 h 2109278"/>
                    <a:gd name="connsiteX0" fmla="*/ 375129 w 3204130"/>
                    <a:gd name="connsiteY0" fmla="*/ 470978 h 2161194"/>
                    <a:gd name="connsiteX1" fmla="*/ 1384779 w 3204130"/>
                    <a:gd name="connsiteY1" fmla="*/ 13778 h 2161194"/>
                    <a:gd name="connsiteX2" fmla="*/ 1956279 w 3204130"/>
                    <a:gd name="connsiteY2" fmla="*/ 166178 h 2161194"/>
                    <a:gd name="connsiteX3" fmla="*/ 2794479 w 3204130"/>
                    <a:gd name="connsiteY3" fmla="*/ 642428 h 2161194"/>
                    <a:gd name="connsiteX4" fmla="*/ 3137379 w 3204130"/>
                    <a:gd name="connsiteY4" fmla="*/ 1271078 h 2161194"/>
                    <a:gd name="connsiteX5" fmla="*/ 3156429 w 3204130"/>
                    <a:gd name="connsiteY5" fmla="*/ 1709228 h 2161194"/>
                    <a:gd name="connsiteX6" fmla="*/ 2623029 w 3204130"/>
                    <a:gd name="connsiteY6" fmla="*/ 2052128 h 2161194"/>
                    <a:gd name="connsiteX7" fmla="*/ 2089629 w 3204130"/>
                    <a:gd name="connsiteY7" fmla="*/ 2052128 h 2161194"/>
                    <a:gd name="connsiteX8" fmla="*/ 1708629 w 3204130"/>
                    <a:gd name="connsiteY8" fmla="*/ 1766378 h 2161194"/>
                    <a:gd name="connsiteX9" fmla="*/ 1289529 w 3204130"/>
                    <a:gd name="connsiteY9" fmla="*/ 1309178 h 2161194"/>
                    <a:gd name="connsiteX10" fmla="*/ 813279 w 3204130"/>
                    <a:gd name="connsiteY10" fmla="*/ 1080578 h 2161194"/>
                    <a:gd name="connsiteX11" fmla="*/ 394179 w 3204130"/>
                    <a:gd name="connsiteY11" fmla="*/ 1023428 h 2161194"/>
                    <a:gd name="connsiteX12" fmla="*/ 13179 w 3204130"/>
                    <a:gd name="connsiteY12" fmla="*/ 1461578 h 2161194"/>
                    <a:gd name="connsiteX13" fmla="*/ 146529 w 3204130"/>
                    <a:gd name="connsiteY13" fmla="*/ 1899728 h 2161194"/>
                    <a:gd name="connsiteX14" fmla="*/ 708504 w 3204130"/>
                    <a:gd name="connsiteY14" fmla="*/ 2156903 h 2161194"/>
                    <a:gd name="connsiteX15" fmla="*/ 1575279 w 3204130"/>
                    <a:gd name="connsiteY15" fmla="*/ 2071178 h 2161194"/>
                    <a:gd name="connsiteX16" fmla="*/ 2280129 w 3204130"/>
                    <a:gd name="connsiteY16" fmla="*/ 2109278 h 2161194"/>
                    <a:gd name="connsiteX0" fmla="*/ 375129 w 3204130"/>
                    <a:gd name="connsiteY0" fmla="*/ 470978 h 2174005"/>
                    <a:gd name="connsiteX1" fmla="*/ 1384779 w 3204130"/>
                    <a:gd name="connsiteY1" fmla="*/ 13778 h 2174005"/>
                    <a:gd name="connsiteX2" fmla="*/ 1956279 w 3204130"/>
                    <a:gd name="connsiteY2" fmla="*/ 166178 h 2174005"/>
                    <a:gd name="connsiteX3" fmla="*/ 2794479 w 3204130"/>
                    <a:gd name="connsiteY3" fmla="*/ 642428 h 2174005"/>
                    <a:gd name="connsiteX4" fmla="*/ 3137379 w 3204130"/>
                    <a:gd name="connsiteY4" fmla="*/ 1271078 h 2174005"/>
                    <a:gd name="connsiteX5" fmla="*/ 3156429 w 3204130"/>
                    <a:gd name="connsiteY5" fmla="*/ 1709228 h 2174005"/>
                    <a:gd name="connsiteX6" fmla="*/ 2623029 w 3204130"/>
                    <a:gd name="connsiteY6" fmla="*/ 2052128 h 2174005"/>
                    <a:gd name="connsiteX7" fmla="*/ 2089629 w 3204130"/>
                    <a:gd name="connsiteY7" fmla="*/ 2052128 h 2174005"/>
                    <a:gd name="connsiteX8" fmla="*/ 1708629 w 3204130"/>
                    <a:gd name="connsiteY8" fmla="*/ 1766378 h 2174005"/>
                    <a:gd name="connsiteX9" fmla="*/ 1289529 w 3204130"/>
                    <a:gd name="connsiteY9" fmla="*/ 1309178 h 2174005"/>
                    <a:gd name="connsiteX10" fmla="*/ 813279 w 3204130"/>
                    <a:gd name="connsiteY10" fmla="*/ 1080578 h 2174005"/>
                    <a:gd name="connsiteX11" fmla="*/ 394179 w 3204130"/>
                    <a:gd name="connsiteY11" fmla="*/ 1023428 h 2174005"/>
                    <a:gd name="connsiteX12" fmla="*/ 13179 w 3204130"/>
                    <a:gd name="connsiteY12" fmla="*/ 1461578 h 2174005"/>
                    <a:gd name="connsiteX13" fmla="*/ 146529 w 3204130"/>
                    <a:gd name="connsiteY13" fmla="*/ 1899728 h 2174005"/>
                    <a:gd name="connsiteX14" fmla="*/ 708504 w 3204130"/>
                    <a:gd name="connsiteY14" fmla="*/ 2156903 h 2174005"/>
                    <a:gd name="connsiteX15" fmla="*/ 1575279 w 3204130"/>
                    <a:gd name="connsiteY15" fmla="*/ 2156903 h 2174005"/>
                    <a:gd name="connsiteX16" fmla="*/ 2280129 w 3204130"/>
                    <a:gd name="connsiteY16" fmla="*/ 2109278 h 2174005"/>
                    <a:gd name="connsiteX0" fmla="*/ 368427 w 3197428"/>
                    <a:gd name="connsiteY0" fmla="*/ 470978 h 2174005"/>
                    <a:gd name="connsiteX1" fmla="*/ 1378077 w 3197428"/>
                    <a:gd name="connsiteY1" fmla="*/ 13778 h 2174005"/>
                    <a:gd name="connsiteX2" fmla="*/ 1949577 w 3197428"/>
                    <a:gd name="connsiteY2" fmla="*/ 166178 h 2174005"/>
                    <a:gd name="connsiteX3" fmla="*/ 2787777 w 3197428"/>
                    <a:gd name="connsiteY3" fmla="*/ 642428 h 2174005"/>
                    <a:gd name="connsiteX4" fmla="*/ 3130677 w 3197428"/>
                    <a:gd name="connsiteY4" fmla="*/ 1271078 h 2174005"/>
                    <a:gd name="connsiteX5" fmla="*/ 3149727 w 3197428"/>
                    <a:gd name="connsiteY5" fmla="*/ 1709228 h 2174005"/>
                    <a:gd name="connsiteX6" fmla="*/ 2616327 w 3197428"/>
                    <a:gd name="connsiteY6" fmla="*/ 2052128 h 2174005"/>
                    <a:gd name="connsiteX7" fmla="*/ 2082927 w 3197428"/>
                    <a:gd name="connsiteY7" fmla="*/ 2052128 h 2174005"/>
                    <a:gd name="connsiteX8" fmla="*/ 1701927 w 3197428"/>
                    <a:gd name="connsiteY8" fmla="*/ 1766378 h 2174005"/>
                    <a:gd name="connsiteX9" fmla="*/ 1282827 w 3197428"/>
                    <a:gd name="connsiteY9" fmla="*/ 1309178 h 2174005"/>
                    <a:gd name="connsiteX10" fmla="*/ 806577 w 3197428"/>
                    <a:gd name="connsiteY10" fmla="*/ 1080578 h 2174005"/>
                    <a:gd name="connsiteX11" fmla="*/ 282702 w 3197428"/>
                    <a:gd name="connsiteY11" fmla="*/ 1052003 h 2174005"/>
                    <a:gd name="connsiteX12" fmla="*/ 6477 w 3197428"/>
                    <a:gd name="connsiteY12" fmla="*/ 1461578 h 2174005"/>
                    <a:gd name="connsiteX13" fmla="*/ 139827 w 3197428"/>
                    <a:gd name="connsiteY13" fmla="*/ 1899728 h 2174005"/>
                    <a:gd name="connsiteX14" fmla="*/ 701802 w 3197428"/>
                    <a:gd name="connsiteY14" fmla="*/ 2156903 h 2174005"/>
                    <a:gd name="connsiteX15" fmla="*/ 1568577 w 3197428"/>
                    <a:gd name="connsiteY15" fmla="*/ 2156903 h 2174005"/>
                    <a:gd name="connsiteX16" fmla="*/ 2273427 w 3197428"/>
                    <a:gd name="connsiteY16" fmla="*/ 2109278 h 2174005"/>
                    <a:gd name="connsiteX0" fmla="*/ 368427 w 3197428"/>
                    <a:gd name="connsiteY0" fmla="*/ 470978 h 2174005"/>
                    <a:gd name="connsiteX1" fmla="*/ 1378077 w 3197428"/>
                    <a:gd name="connsiteY1" fmla="*/ 13778 h 2174005"/>
                    <a:gd name="connsiteX2" fmla="*/ 1949577 w 3197428"/>
                    <a:gd name="connsiteY2" fmla="*/ 166178 h 2174005"/>
                    <a:gd name="connsiteX3" fmla="*/ 2787777 w 3197428"/>
                    <a:gd name="connsiteY3" fmla="*/ 642428 h 2174005"/>
                    <a:gd name="connsiteX4" fmla="*/ 3130677 w 3197428"/>
                    <a:gd name="connsiteY4" fmla="*/ 1271078 h 2174005"/>
                    <a:gd name="connsiteX5" fmla="*/ 3149727 w 3197428"/>
                    <a:gd name="connsiteY5" fmla="*/ 1709228 h 2174005"/>
                    <a:gd name="connsiteX6" fmla="*/ 2616327 w 3197428"/>
                    <a:gd name="connsiteY6" fmla="*/ 2052128 h 2174005"/>
                    <a:gd name="connsiteX7" fmla="*/ 2082927 w 3197428"/>
                    <a:gd name="connsiteY7" fmla="*/ 2052128 h 2174005"/>
                    <a:gd name="connsiteX8" fmla="*/ 1701927 w 3197428"/>
                    <a:gd name="connsiteY8" fmla="*/ 1766378 h 2174005"/>
                    <a:gd name="connsiteX9" fmla="*/ 1282827 w 3197428"/>
                    <a:gd name="connsiteY9" fmla="*/ 1309178 h 2174005"/>
                    <a:gd name="connsiteX10" fmla="*/ 806577 w 3197428"/>
                    <a:gd name="connsiteY10" fmla="*/ 1080578 h 2174005"/>
                    <a:gd name="connsiteX11" fmla="*/ 282702 w 3197428"/>
                    <a:gd name="connsiteY11" fmla="*/ 1052003 h 2174005"/>
                    <a:gd name="connsiteX12" fmla="*/ 6477 w 3197428"/>
                    <a:gd name="connsiteY12" fmla="*/ 1461578 h 2174005"/>
                    <a:gd name="connsiteX13" fmla="*/ 139827 w 3197428"/>
                    <a:gd name="connsiteY13" fmla="*/ 1899728 h 2174005"/>
                    <a:gd name="connsiteX14" fmla="*/ 701802 w 3197428"/>
                    <a:gd name="connsiteY14" fmla="*/ 2156903 h 2174005"/>
                    <a:gd name="connsiteX15" fmla="*/ 1568577 w 3197428"/>
                    <a:gd name="connsiteY15" fmla="*/ 2156903 h 2174005"/>
                    <a:gd name="connsiteX16" fmla="*/ 2340102 w 3197428"/>
                    <a:gd name="connsiteY16" fmla="*/ 2099753 h 21740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197428" h="2174005">
                      <a:moveTo>
                        <a:pt x="368427" y="470978"/>
                      </a:moveTo>
                      <a:cubicBezTo>
                        <a:pt x="741489" y="267778"/>
                        <a:pt x="1114552" y="64578"/>
                        <a:pt x="1378077" y="13778"/>
                      </a:cubicBezTo>
                      <a:cubicBezTo>
                        <a:pt x="1641602" y="-37022"/>
                        <a:pt x="1714627" y="61403"/>
                        <a:pt x="1949577" y="166178"/>
                      </a:cubicBezTo>
                      <a:cubicBezTo>
                        <a:pt x="2184527" y="270953"/>
                        <a:pt x="2590927" y="458278"/>
                        <a:pt x="2787777" y="642428"/>
                      </a:cubicBezTo>
                      <a:cubicBezTo>
                        <a:pt x="2984627" y="826578"/>
                        <a:pt x="3070352" y="1093278"/>
                        <a:pt x="3130677" y="1271078"/>
                      </a:cubicBezTo>
                      <a:cubicBezTo>
                        <a:pt x="3191002" y="1448878"/>
                        <a:pt x="3235452" y="1579053"/>
                        <a:pt x="3149727" y="1709228"/>
                      </a:cubicBezTo>
                      <a:cubicBezTo>
                        <a:pt x="3064002" y="1839403"/>
                        <a:pt x="2794127" y="1994978"/>
                        <a:pt x="2616327" y="2052128"/>
                      </a:cubicBezTo>
                      <a:cubicBezTo>
                        <a:pt x="2438527" y="2109278"/>
                        <a:pt x="2235327" y="2099753"/>
                        <a:pt x="2082927" y="2052128"/>
                      </a:cubicBezTo>
                      <a:cubicBezTo>
                        <a:pt x="1930527" y="2004503"/>
                        <a:pt x="1835277" y="1890203"/>
                        <a:pt x="1701927" y="1766378"/>
                      </a:cubicBezTo>
                      <a:cubicBezTo>
                        <a:pt x="1568577" y="1642553"/>
                        <a:pt x="1432052" y="1423478"/>
                        <a:pt x="1282827" y="1309178"/>
                      </a:cubicBezTo>
                      <a:cubicBezTo>
                        <a:pt x="1133602" y="1194878"/>
                        <a:pt x="973264" y="1123440"/>
                        <a:pt x="806577" y="1080578"/>
                      </a:cubicBezTo>
                      <a:cubicBezTo>
                        <a:pt x="639890" y="1037716"/>
                        <a:pt x="416052" y="988503"/>
                        <a:pt x="282702" y="1052003"/>
                      </a:cubicBezTo>
                      <a:cubicBezTo>
                        <a:pt x="149352" y="1115503"/>
                        <a:pt x="30289" y="1320291"/>
                        <a:pt x="6477" y="1461578"/>
                      </a:cubicBezTo>
                      <a:cubicBezTo>
                        <a:pt x="-17335" y="1602865"/>
                        <a:pt x="23940" y="1783841"/>
                        <a:pt x="139827" y="1899728"/>
                      </a:cubicBezTo>
                      <a:cubicBezTo>
                        <a:pt x="255714" y="2015615"/>
                        <a:pt x="463677" y="2114040"/>
                        <a:pt x="701802" y="2156903"/>
                      </a:cubicBezTo>
                      <a:cubicBezTo>
                        <a:pt x="939927" y="2199766"/>
                        <a:pt x="1327277" y="2147378"/>
                        <a:pt x="1568577" y="2156903"/>
                      </a:cubicBezTo>
                      <a:lnTo>
                        <a:pt x="2340102" y="2099753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6EBF7ACA-E47A-7F77-3B4C-E1D74E2C6F80}"/>
                    </a:ext>
                  </a:extLst>
                </p:cNvPr>
                <p:cNvSpPr/>
                <p:nvPr/>
              </p:nvSpPr>
              <p:spPr>
                <a:xfrm>
                  <a:off x="8745201" y="10701980"/>
                  <a:ext cx="304800" cy="381000"/>
                </a:xfrm>
                <a:custGeom>
                  <a:avLst/>
                  <a:gdLst>
                    <a:gd name="connsiteX0" fmla="*/ 0 w 304800"/>
                    <a:gd name="connsiteY0" fmla="*/ 381000 h 381000"/>
                    <a:gd name="connsiteX1" fmla="*/ 95250 w 304800"/>
                    <a:gd name="connsiteY1" fmla="*/ 114300 h 381000"/>
                    <a:gd name="connsiteX2" fmla="*/ 304800 w 304800"/>
                    <a:gd name="connsiteY2" fmla="*/ 0 h 381000"/>
                    <a:gd name="connsiteX3" fmla="*/ 304800 w 304800"/>
                    <a:gd name="connsiteY3" fmla="*/ 0 h 381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800" h="381000">
                      <a:moveTo>
                        <a:pt x="0" y="381000"/>
                      </a:moveTo>
                      <a:cubicBezTo>
                        <a:pt x="22225" y="279400"/>
                        <a:pt x="44450" y="177800"/>
                        <a:pt x="95250" y="114300"/>
                      </a:cubicBezTo>
                      <a:cubicBezTo>
                        <a:pt x="146050" y="50800"/>
                        <a:pt x="304800" y="0"/>
                        <a:pt x="304800" y="0"/>
                      </a:cubicBezTo>
                      <a:lnTo>
                        <a:pt x="304800" y="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F7639F45-260B-B775-09F2-B12E89CD0124}"/>
                    </a:ext>
                  </a:extLst>
                </p:cNvPr>
                <p:cNvSpPr/>
                <p:nvPr/>
              </p:nvSpPr>
              <p:spPr>
                <a:xfrm>
                  <a:off x="8482697" y="10525125"/>
                  <a:ext cx="304800" cy="381000"/>
                </a:xfrm>
                <a:custGeom>
                  <a:avLst/>
                  <a:gdLst>
                    <a:gd name="connsiteX0" fmla="*/ 0 w 304800"/>
                    <a:gd name="connsiteY0" fmla="*/ 381000 h 381000"/>
                    <a:gd name="connsiteX1" fmla="*/ 95250 w 304800"/>
                    <a:gd name="connsiteY1" fmla="*/ 114300 h 381000"/>
                    <a:gd name="connsiteX2" fmla="*/ 304800 w 304800"/>
                    <a:gd name="connsiteY2" fmla="*/ 0 h 381000"/>
                    <a:gd name="connsiteX3" fmla="*/ 304800 w 304800"/>
                    <a:gd name="connsiteY3" fmla="*/ 0 h 381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800" h="381000">
                      <a:moveTo>
                        <a:pt x="0" y="381000"/>
                      </a:moveTo>
                      <a:cubicBezTo>
                        <a:pt x="22225" y="279400"/>
                        <a:pt x="44450" y="177800"/>
                        <a:pt x="95250" y="114300"/>
                      </a:cubicBezTo>
                      <a:cubicBezTo>
                        <a:pt x="146050" y="50800"/>
                        <a:pt x="304800" y="0"/>
                        <a:pt x="304800" y="0"/>
                      </a:cubicBezTo>
                      <a:lnTo>
                        <a:pt x="304800" y="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1C50C5FD-1E45-C124-E050-E439066FE4BB}"/>
                    </a:ext>
                  </a:extLst>
                </p:cNvPr>
                <p:cNvSpPr/>
                <p:nvPr/>
              </p:nvSpPr>
              <p:spPr>
                <a:xfrm rot="5994309">
                  <a:off x="10578316" y="10744199"/>
                  <a:ext cx="304800" cy="381000"/>
                </a:xfrm>
                <a:custGeom>
                  <a:avLst/>
                  <a:gdLst>
                    <a:gd name="connsiteX0" fmla="*/ 0 w 304800"/>
                    <a:gd name="connsiteY0" fmla="*/ 381000 h 381000"/>
                    <a:gd name="connsiteX1" fmla="*/ 95250 w 304800"/>
                    <a:gd name="connsiteY1" fmla="*/ 114300 h 381000"/>
                    <a:gd name="connsiteX2" fmla="*/ 304800 w 304800"/>
                    <a:gd name="connsiteY2" fmla="*/ 0 h 381000"/>
                    <a:gd name="connsiteX3" fmla="*/ 304800 w 304800"/>
                    <a:gd name="connsiteY3" fmla="*/ 0 h 381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800" h="381000">
                      <a:moveTo>
                        <a:pt x="0" y="381000"/>
                      </a:moveTo>
                      <a:cubicBezTo>
                        <a:pt x="22225" y="279400"/>
                        <a:pt x="44450" y="177800"/>
                        <a:pt x="95250" y="114300"/>
                      </a:cubicBezTo>
                      <a:cubicBezTo>
                        <a:pt x="146050" y="50800"/>
                        <a:pt x="304800" y="0"/>
                        <a:pt x="304800" y="0"/>
                      </a:cubicBezTo>
                      <a:lnTo>
                        <a:pt x="304800" y="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5768A4DD-C927-6C1E-F644-BED5AD73C523}"/>
                    </a:ext>
                  </a:extLst>
                </p:cNvPr>
                <p:cNvSpPr/>
                <p:nvPr/>
              </p:nvSpPr>
              <p:spPr>
                <a:xfrm rot="5994309">
                  <a:off x="10958366" y="10592688"/>
                  <a:ext cx="304800" cy="381000"/>
                </a:xfrm>
                <a:custGeom>
                  <a:avLst/>
                  <a:gdLst>
                    <a:gd name="connsiteX0" fmla="*/ 0 w 304800"/>
                    <a:gd name="connsiteY0" fmla="*/ 381000 h 381000"/>
                    <a:gd name="connsiteX1" fmla="*/ 95250 w 304800"/>
                    <a:gd name="connsiteY1" fmla="*/ 114300 h 381000"/>
                    <a:gd name="connsiteX2" fmla="*/ 304800 w 304800"/>
                    <a:gd name="connsiteY2" fmla="*/ 0 h 381000"/>
                    <a:gd name="connsiteX3" fmla="*/ 304800 w 304800"/>
                    <a:gd name="connsiteY3" fmla="*/ 0 h 381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800" h="381000">
                      <a:moveTo>
                        <a:pt x="0" y="381000"/>
                      </a:moveTo>
                      <a:cubicBezTo>
                        <a:pt x="22225" y="279400"/>
                        <a:pt x="44450" y="177800"/>
                        <a:pt x="95250" y="114300"/>
                      </a:cubicBezTo>
                      <a:cubicBezTo>
                        <a:pt x="146050" y="50800"/>
                        <a:pt x="304800" y="0"/>
                        <a:pt x="304800" y="0"/>
                      </a:cubicBezTo>
                      <a:lnTo>
                        <a:pt x="304800" y="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6E5E30A6-2C8C-B8C4-EDBA-51DFF0C2F571}"/>
                    </a:ext>
                  </a:extLst>
                </p:cNvPr>
                <p:cNvSpPr/>
                <p:nvPr/>
              </p:nvSpPr>
              <p:spPr>
                <a:xfrm rot="5994309">
                  <a:off x="11219487" y="10355597"/>
                  <a:ext cx="304800" cy="381000"/>
                </a:xfrm>
                <a:custGeom>
                  <a:avLst/>
                  <a:gdLst>
                    <a:gd name="connsiteX0" fmla="*/ 0 w 304800"/>
                    <a:gd name="connsiteY0" fmla="*/ 381000 h 381000"/>
                    <a:gd name="connsiteX1" fmla="*/ 95250 w 304800"/>
                    <a:gd name="connsiteY1" fmla="*/ 114300 h 381000"/>
                    <a:gd name="connsiteX2" fmla="*/ 304800 w 304800"/>
                    <a:gd name="connsiteY2" fmla="*/ 0 h 381000"/>
                    <a:gd name="connsiteX3" fmla="*/ 304800 w 304800"/>
                    <a:gd name="connsiteY3" fmla="*/ 0 h 381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800" h="381000">
                      <a:moveTo>
                        <a:pt x="0" y="381000"/>
                      </a:moveTo>
                      <a:cubicBezTo>
                        <a:pt x="22225" y="279400"/>
                        <a:pt x="44450" y="177800"/>
                        <a:pt x="95250" y="114300"/>
                      </a:cubicBezTo>
                      <a:cubicBezTo>
                        <a:pt x="146050" y="50800"/>
                        <a:pt x="304800" y="0"/>
                        <a:pt x="304800" y="0"/>
                      </a:cubicBezTo>
                      <a:lnTo>
                        <a:pt x="304800" y="0"/>
                      </a:lnTo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220D69D-FB66-5F11-83DA-55E47B87ED58}"/>
              </a:ext>
            </a:extLst>
          </p:cNvPr>
          <p:cNvSpPr/>
          <p:nvPr/>
        </p:nvSpPr>
        <p:spPr>
          <a:xfrm>
            <a:off x="752938" y="6094422"/>
            <a:ext cx="784219" cy="798428"/>
          </a:xfrm>
          <a:custGeom>
            <a:avLst/>
            <a:gdLst>
              <a:gd name="connsiteX0" fmla="*/ 0 w 784219"/>
              <a:gd name="connsiteY0" fmla="*/ 0 h 783188"/>
              <a:gd name="connsiteX1" fmla="*/ 784219 w 784219"/>
              <a:gd name="connsiteY1" fmla="*/ 0 h 783188"/>
              <a:gd name="connsiteX2" fmla="*/ 784219 w 784219"/>
              <a:gd name="connsiteY2" fmla="*/ 783188 h 783188"/>
              <a:gd name="connsiteX3" fmla="*/ 0 w 784219"/>
              <a:gd name="connsiteY3" fmla="*/ 783188 h 783188"/>
              <a:gd name="connsiteX4" fmla="*/ 0 w 784219"/>
              <a:gd name="connsiteY4" fmla="*/ 0 h 783188"/>
              <a:gd name="connsiteX0" fmla="*/ 0 w 784219"/>
              <a:gd name="connsiteY0" fmla="*/ 0 h 783188"/>
              <a:gd name="connsiteX1" fmla="*/ 784219 w 784219"/>
              <a:gd name="connsiteY1" fmla="*/ 0 h 783188"/>
              <a:gd name="connsiteX2" fmla="*/ 715639 w 784219"/>
              <a:gd name="connsiteY2" fmla="*/ 783188 h 783188"/>
              <a:gd name="connsiteX3" fmla="*/ 0 w 784219"/>
              <a:gd name="connsiteY3" fmla="*/ 783188 h 783188"/>
              <a:gd name="connsiteX4" fmla="*/ 0 w 784219"/>
              <a:gd name="connsiteY4" fmla="*/ 0 h 783188"/>
              <a:gd name="connsiteX0" fmla="*/ 0 w 784219"/>
              <a:gd name="connsiteY0" fmla="*/ 0 h 783188"/>
              <a:gd name="connsiteX1" fmla="*/ 784219 w 784219"/>
              <a:gd name="connsiteY1" fmla="*/ 0 h 783188"/>
              <a:gd name="connsiteX2" fmla="*/ 715639 w 784219"/>
              <a:gd name="connsiteY2" fmla="*/ 783188 h 783188"/>
              <a:gd name="connsiteX3" fmla="*/ 76200 w 784219"/>
              <a:gd name="connsiteY3" fmla="*/ 775568 h 783188"/>
              <a:gd name="connsiteX4" fmla="*/ 0 w 784219"/>
              <a:gd name="connsiteY4" fmla="*/ 0 h 783188"/>
              <a:gd name="connsiteX0" fmla="*/ 0 w 784219"/>
              <a:gd name="connsiteY0" fmla="*/ 0 h 798428"/>
              <a:gd name="connsiteX1" fmla="*/ 784219 w 784219"/>
              <a:gd name="connsiteY1" fmla="*/ 0 h 798428"/>
              <a:gd name="connsiteX2" fmla="*/ 715639 w 784219"/>
              <a:gd name="connsiteY2" fmla="*/ 783188 h 798428"/>
              <a:gd name="connsiteX3" fmla="*/ 76200 w 784219"/>
              <a:gd name="connsiteY3" fmla="*/ 798428 h 798428"/>
              <a:gd name="connsiteX4" fmla="*/ 0 w 784219"/>
              <a:gd name="connsiteY4" fmla="*/ 0 h 79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4219" h="798428">
                <a:moveTo>
                  <a:pt x="0" y="0"/>
                </a:moveTo>
                <a:lnTo>
                  <a:pt x="784219" y="0"/>
                </a:lnTo>
                <a:lnTo>
                  <a:pt x="715639" y="783188"/>
                </a:lnTo>
                <a:lnTo>
                  <a:pt x="76200" y="798428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DE9ACCDF-F903-E134-E627-E26E8C99421C}"/>
              </a:ext>
            </a:extLst>
          </p:cNvPr>
          <p:cNvSpPr/>
          <p:nvPr/>
        </p:nvSpPr>
        <p:spPr>
          <a:xfrm rot="1145467">
            <a:off x="1030336" y="5507187"/>
            <a:ext cx="439169" cy="8763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B11B5D5-5786-C0D5-7931-2736B2824BE8}"/>
              </a:ext>
            </a:extLst>
          </p:cNvPr>
          <p:cNvSpPr/>
          <p:nvPr/>
        </p:nvSpPr>
        <p:spPr>
          <a:xfrm rot="416330">
            <a:off x="1425404" y="6103564"/>
            <a:ext cx="88859" cy="824471"/>
          </a:xfrm>
          <a:custGeom>
            <a:avLst/>
            <a:gdLst>
              <a:gd name="connsiteX0" fmla="*/ 0 w 45719"/>
              <a:gd name="connsiteY0" fmla="*/ 0 h 798428"/>
              <a:gd name="connsiteX1" fmla="*/ 45719 w 45719"/>
              <a:gd name="connsiteY1" fmla="*/ 0 h 798428"/>
              <a:gd name="connsiteX2" fmla="*/ 45719 w 45719"/>
              <a:gd name="connsiteY2" fmla="*/ 798428 h 798428"/>
              <a:gd name="connsiteX3" fmla="*/ 0 w 45719"/>
              <a:gd name="connsiteY3" fmla="*/ 798428 h 798428"/>
              <a:gd name="connsiteX4" fmla="*/ 0 w 45719"/>
              <a:gd name="connsiteY4" fmla="*/ 0 h 798428"/>
              <a:gd name="connsiteX0" fmla="*/ 0 w 67398"/>
              <a:gd name="connsiteY0" fmla="*/ 5837 h 798428"/>
              <a:gd name="connsiteX1" fmla="*/ 67398 w 67398"/>
              <a:gd name="connsiteY1" fmla="*/ 0 h 798428"/>
              <a:gd name="connsiteX2" fmla="*/ 67398 w 67398"/>
              <a:gd name="connsiteY2" fmla="*/ 798428 h 798428"/>
              <a:gd name="connsiteX3" fmla="*/ 21679 w 67398"/>
              <a:gd name="connsiteY3" fmla="*/ 798428 h 798428"/>
              <a:gd name="connsiteX4" fmla="*/ 0 w 67398"/>
              <a:gd name="connsiteY4" fmla="*/ 5837 h 798428"/>
              <a:gd name="connsiteX0" fmla="*/ 0 w 67398"/>
              <a:gd name="connsiteY0" fmla="*/ 49577 h 842168"/>
              <a:gd name="connsiteX1" fmla="*/ 58876 w 67398"/>
              <a:gd name="connsiteY1" fmla="*/ 0 h 842168"/>
              <a:gd name="connsiteX2" fmla="*/ 67398 w 67398"/>
              <a:gd name="connsiteY2" fmla="*/ 842168 h 842168"/>
              <a:gd name="connsiteX3" fmla="*/ 21679 w 67398"/>
              <a:gd name="connsiteY3" fmla="*/ 842168 h 842168"/>
              <a:gd name="connsiteX4" fmla="*/ 0 w 67398"/>
              <a:gd name="connsiteY4" fmla="*/ 49577 h 842168"/>
              <a:gd name="connsiteX0" fmla="*/ 0 w 88859"/>
              <a:gd name="connsiteY0" fmla="*/ 49577 h 842168"/>
              <a:gd name="connsiteX1" fmla="*/ 58876 w 88859"/>
              <a:gd name="connsiteY1" fmla="*/ 0 h 842168"/>
              <a:gd name="connsiteX2" fmla="*/ 88859 w 88859"/>
              <a:gd name="connsiteY2" fmla="*/ 781984 h 842168"/>
              <a:gd name="connsiteX3" fmla="*/ 21679 w 88859"/>
              <a:gd name="connsiteY3" fmla="*/ 842168 h 842168"/>
              <a:gd name="connsiteX4" fmla="*/ 0 w 88859"/>
              <a:gd name="connsiteY4" fmla="*/ 49577 h 842168"/>
              <a:gd name="connsiteX0" fmla="*/ 0 w 88859"/>
              <a:gd name="connsiteY0" fmla="*/ 49577 h 839866"/>
              <a:gd name="connsiteX1" fmla="*/ 58876 w 88859"/>
              <a:gd name="connsiteY1" fmla="*/ 0 h 839866"/>
              <a:gd name="connsiteX2" fmla="*/ 88859 w 88859"/>
              <a:gd name="connsiteY2" fmla="*/ 781984 h 839866"/>
              <a:gd name="connsiteX3" fmla="*/ 40589 w 88859"/>
              <a:gd name="connsiteY3" fmla="*/ 839866 h 839866"/>
              <a:gd name="connsiteX4" fmla="*/ 0 w 88859"/>
              <a:gd name="connsiteY4" fmla="*/ 49577 h 839866"/>
              <a:gd name="connsiteX0" fmla="*/ 0 w 88859"/>
              <a:gd name="connsiteY0" fmla="*/ 49577 h 841017"/>
              <a:gd name="connsiteX1" fmla="*/ 58876 w 88859"/>
              <a:gd name="connsiteY1" fmla="*/ 0 h 841017"/>
              <a:gd name="connsiteX2" fmla="*/ 88859 w 88859"/>
              <a:gd name="connsiteY2" fmla="*/ 781984 h 841017"/>
              <a:gd name="connsiteX3" fmla="*/ 31134 w 88859"/>
              <a:gd name="connsiteY3" fmla="*/ 841017 h 841017"/>
              <a:gd name="connsiteX4" fmla="*/ 0 w 88859"/>
              <a:gd name="connsiteY4" fmla="*/ 49577 h 841017"/>
              <a:gd name="connsiteX0" fmla="*/ 0 w 88859"/>
              <a:gd name="connsiteY0" fmla="*/ 49577 h 833926"/>
              <a:gd name="connsiteX1" fmla="*/ 58876 w 88859"/>
              <a:gd name="connsiteY1" fmla="*/ 0 h 833926"/>
              <a:gd name="connsiteX2" fmla="*/ 88859 w 88859"/>
              <a:gd name="connsiteY2" fmla="*/ 781984 h 833926"/>
              <a:gd name="connsiteX3" fmla="*/ 30271 w 88859"/>
              <a:gd name="connsiteY3" fmla="*/ 833926 h 833926"/>
              <a:gd name="connsiteX4" fmla="*/ 0 w 88859"/>
              <a:gd name="connsiteY4" fmla="*/ 49577 h 833926"/>
              <a:gd name="connsiteX0" fmla="*/ 0 w 88859"/>
              <a:gd name="connsiteY0" fmla="*/ 49577 h 823608"/>
              <a:gd name="connsiteX1" fmla="*/ 58876 w 88859"/>
              <a:gd name="connsiteY1" fmla="*/ 0 h 823608"/>
              <a:gd name="connsiteX2" fmla="*/ 88859 w 88859"/>
              <a:gd name="connsiteY2" fmla="*/ 781984 h 823608"/>
              <a:gd name="connsiteX3" fmla="*/ 36212 w 88859"/>
              <a:gd name="connsiteY3" fmla="*/ 823608 h 823608"/>
              <a:gd name="connsiteX4" fmla="*/ 0 w 88859"/>
              <a:gd name="connsiteY4" fmla="*/ 49577 h 823608"/>
              <a:gd name="connsiteX0" fmla="*/ 0 w 88859"/>
              <a:gd name="connsiteY0" fmla="*/ 49577 h 824471"/>
              <a:gd name="connsiteX1" fmla="*/ 58876 w 88859"/>
              <a:gd name="connsiteY1" fmla="*/ 0 h 824471"/>
              <a:gd name="connsiteX2" fmla="*/ 88859 w 88859"/>
              <a:gd name="connsiteY2" fmla="*/ 781984 h 824471"/>
              <a:gd name="connsiteX3" fmla="*/ 29120 w 88859"/>
              <a:gd name="connsiteY3" fmla="*/ 824471 h 824471"/>
              <a:gd name="connsiteX4" fmla="*/ 0 w 88859"/>
              <a:gd name="connsiteY4" fmla="*/ 49577 h 82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9" h="824471">
                <a:moveTo>
                  <a:pt x="0" y="49577"/>
                </a:moveTo>
                <a:lnTo>
                  <a:pt x="58876" y="0"/>
                </a:lnTo>
                <a:cubicBezTo>
                  <a:pt x="61717" y="280723"/>
                  <a:pt x="86018" y="501261"/>
                  <a:pt x="88859" y="781984"/>
                </a:cubicBezTo>
                <a:lnTo>
                  <a:pt x="29120" y="824471"/>
                </a:lnTo>
                <a:lnTo>
                  <a:pt x="0" y="49577"/>
                </a:lnTo>
                <a:close/>
              </a:path>
            </a:pathLst>
          </a:cu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27">
            <a:extLst>
              <a:ext uri="{FF2B5EF4-FFF2-40B4-BE49-F238E27FC236}">
                <a16:creationId xmlns:a16="http://schemas.microsoft.com/office/drawing/2014/main" id="{6208A965-8611-E96B-E61F-671EE9CF1C74}"/>
              </a:ext>
            </a:extLst>
          </p:cNvPr>
          <p:cNvSpPr/>
          <p:nvPr/>
        </p:nvSpPr>
        <p:spPr>
          <a:xfrm rot="21328516">
            <a:off x="725755" y="6096642"/>
            <a:ext cx="88859" cy="824471"/>
          </a:xfrm>
          <a:custGeom>
            <a:avLst/>
            <a:gdLst>
              <a:gd name="connsiteX0" fmla="*/ 0 w 45719"/>
              <a:gd name="connsiteY0" fmla="*/ 0 h 798428"/>
              <a:gd name="connsiteX1" fmla="*/ 45719 w 45719"/>
              <a:gd name="connsiteY1" fmla="*/ 0 h 798428"/>
              <a:gd name="connsiteX2" fmla="*/ 45719 w 45719"/>
              <a:gd name="connsiteY2" fmla="*/ 798428 h 798428"/>
              <a:gd name="connsiteX3" fmla="*/ 0 w 45719"/>
              <a:gd name="connsiteY3" fmla="*/ 798428 h 798428"/>
              <a:gd name="connsiteX4" fmla="*/ 0 w 45719"/>
              <a:gd name="connsiteY4" fmla="*/ 0 h 798428"/>
              <a:gd name="connsiteX0" fmla="*/ 0 w 67398"/>
              <a:gd name="connsiteY0" fmla="*/ 5837 h 798428"/>
              <a:gd name="connsiteX1" fmla="*/ 67398 w 67398"/>
              <a:gd name="connsiteY1" fmla="*/ 0 h 798428"/>
              <a:gd name="connsiteX2" fmla="*/ 67398 w 67398"/>
              <a:gd name="connsiteY2" fmla="*/ 798428 h 798428"/>
              <a:gd name="connsiteX3" fmla="*/ 21679 w 67398"/>
              <a:gd name="connsiteY3" fmla="*/ 798428 h 798428"/>
              <a:gd name="connsiteX4" fmla="*/ 0 w 67398"/>
              <a:gd name="connsiteY4" fmla="*/ 5837 h 798428"/>
              <a:gd name="connsiteX0" fmla="*/ 0 w 67398"/>
              <a:gd name="connsiteY0" fmla="*/ 49577 h 842168"/>
              <a:gd name="connsiteX1" fmla="*/ 58876 w 67398"/>
              <a:gd name="connsiteY1" fmla="*/ 0 h 842168"/>
              <a:gd name="connsiteX2" fmla="*/ 67398 w 67398"/>
              <a:gd name="connsiteY2" fmla="*/ 842168 h 842168"/>
              <a:gd name="connsiteX3" fmla="*/ 21679 w 67398"/>
              <a:gd name="connsiteY3" fmla="*/ 842168 h 842168"/>
              <a:gd name="connsiteX4" fmla="*/ 0 w 67398"/>
              <a:gd name="connsiteY4" fmla="*/ 49577 h 842168"/>
              <a:gd name="connsiteX0" fmla="*/ 0 w 88859"/>
              <a:gd name="connsiteY0" fmla="*/ 49577 h 842168"/>
              <a:gd name="connsiteX1" fmla="*/ 58876 w 88859"/>
              <a:gd name="connsiteY1" fmla="*/ 0 h 842168"/>
              <a:gd name="connsiteX2" fmla="*/ 88859 w 88859"/>
              <a:gd name="connsiteY2" fmla="*/ 781984 h 842168"/>
              <a:gd name="connsiteX3" fmla="*/ 21679 w 88859"/>
              <a:gd name="connsiteY3" fmla="*/ 842168 h 842168"/>
              <a:gd name="connsiteX4" fmla="*/ 0 w 88859"/>
              <a:gd name="connsiteY4" fmla="*/ 49577 h 842168"/>
              <a:gd name="connsiteX0" fmla="*/ 0 w 88859"/>
              <a:gd name="connsiteY0" fmla="*/ 49577 h 839866"/>
              <a:gd name="connsiteX1" fmla="*/ 58876 w 88859"/>
              <a:gd name="connsiteY1" fmla="*/ 0 h 839866"/>
              <a:gd name="connsiteX2" fmla="*/ 88859 w 88859"/>
              <a:gd name="connsiteY2" fmla="*/ 781984 h 839866"/>
              <a:gd name="connsiteX3" fmla="*/ 40589 w 88859"/>
              <a:gd name="connsiteY3" fmla="*/ 839866 h 839866"/>
              <a:gd name="connsiteX4" fmla="*/ 0 w 88859"/>
              <a:gd name="connsiteY4" fmla="*/ 49577 h 839866"/>
              <a:gd name="connsiteX0" fmla="*/ 0 w 88859"/>
              <a:gd name="connsiteY0" fmla="*/ 49577 h 841017"/>
              <a:gd name="connsiteX1" fmla="*/ 58876 w 88859"/>
              <a:gd name="connsiteY1" fmla="*/ 0 h 841017"/>
              <a:gd name="connsiteX2" fmla="*/ 88859 w 88859"/>
              <a:gd name="connsiteY2" fmla="*/ 781984 h 841017"/>
              <a:gd name="connsiteX3" fmla="*/ 31134 w 88859"/>
              <a:gd name="connsiteY3" fmla="*/ 841017 h 841017"/>
              <a:gd name="connsiteX4" fmla="*/ 0 w 88859"/>
              <a:gd name="connsiteY4" fmla="*/ 49577 h 841017"/>
              <a:gd name="connsiteX0" fmla="*/ 0 w 88859"/>
              <a:gd name="connsiteY0" fmla="*/ 49577 h 833926"/>
              <a:gd name="connsiteX1" fmla="*/ 58876 w 88859"/>
              <a:gd name="connsiteY1" fmla="*/ 0 h 833926"/>
              <a:gd name="connsiteX2" fmla="*/ 88859 w 88859"/>
              <a:gd name="connsiteY2" fmla="*/ 781984 h 833926"/>
              <a:gd name="connsiteX3" fmla="*/ 30271 w 88859"/>
              <a:gd name="connsiteY3" fmla="*/ 833926 h 833926"/>
              <a:gd name="connsiteX4" fmla="*/ 0 w 88859"/>
              <a:gd name="connsiteY4" fmla="*/ 49577 h 833926"/>
              <a:gd name="connsiteX0" fmla="*/ 0 w 88859"/>
              <a:gd name="connsiteY0" fmla="*/ 49577 h 823608"/>
              <a:gd name="connsiteX1" fmla="*/ 58876 w 88859"/>
              <a:gd name="connsiteY1" fmla="*/ 0 h 823608"/>
              <a:gd name="connsiteX2" fmla="*/ 88859 w 88859"/>
              <a:gd name="connsiteY2" fmla="*/ 781984 h 823608"/>
              <a:gd name="connsiteX3" fmla="*/ 36212 w 88859"/>
              <a:gd name="connsiteY3" fmla="*/ 823608 h 823608"/>
              <a:gd name="connsiteX4" fmla="*/ 0 w 88859"/>
              <a:gd name="connsiteY4" fmla="*/ 49577 h 823608"/>
              <a:gd name="connsiteX0" fmla="*/ 0 w 88859"/>
              <a:gd name="connsiteY0" fmla="*/ 49577 h 824471"/>
              <a:gd name="connsiteX1" fmla="*/ 58876 w 88859"/>
              <a:gd name="connsiteY1" fmla="*/ 0 h 824471"/>
              <a:gd name="connsiteX2" fmla="*/ 88859 w 88859"/>
              <a:gd name="connsiteY2" fmla="*/ 781984 h 824471"/>
              <a:gd name="connsiteX3" fmla="*/ 29120 w 88859"/>
              <a:gd name="connsiteY3" fmla="*/ 824471 h 824471"/>
              <a:gd name="connsiteX4" fmla="*/ 0 w 88859"/>
              <a:gd name="connsiteY4" fmla="*/ 49577 h 82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9" h="824471">
                <a:moveTo>
                  <a:pt x="0" y="49577"/>
                </a:moveTo>
                <a:lnTo>
                  <a:pt x="58876" y="0"/>
                </a:lnTo>
                <a:cubicBezTo>
                  <a:pt x="61717" y="280723"/>
                  <a:pt x="86018" y="501261"/>
                  <a:pt x="88859" y="781984"/>
                </a:cubicBezTo>
                <a:lnTo>
                  <a:pt x="29120" y="824471"/>
                </a:lnTo>
                <a:lnTo>
                  <a:pt x="0" y="49577"/>
                </a:lnTo>
                <a:close/>
              </a:path>
            </a:pathLst>
          </a:cu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2">
            <a:extLst>
              <a:ext uri="{FF2B5EF4-FFF2-40B4-BE49-F238E27FC236}">
                <a16:creationId xmlns:a16="http://schemas.microsoft.com/office/drawing/2014/main" id="{51A6CEB9-CA81-B6FE-7A35-4C1D80C16FF5}"/>
              </a:ext>
            </a:extLst>
          </p:cNvPr>
          <p:cNvSpPr/>
          <p:nvPr/>
        </p:nvSpPr>
        <p:spPr>
          <a:xfrm>
            <a:off x="685314" y="6153792"/>
            <a:ext cx="784219" cy="798428"/>
          </a:xfrm>
          <a:custGeom>
            <a:avLst/>
            <a:gdLst>
              <a:gd name="connsiteX0" fmla="*/ 0 w 784219"/>
              <a:gd name="connsiteY0" fmla="*/ 0 h 783188"/>
              <a:gd name="connsiteX1" fmla="*/ 784219 w 784219"/>
              <a:gd name="connsiteY1" fmla="*/ 0 h 783188"/>
              <a:gd name="connsiteX2" fmla="*/ 784219 w 784219"/>
              <a:gd name="connsiteY2" fmla="*/ 783188 h 783188"/>
              <a:gd name="connsiteX3" fmla="*/ 0 w 784219"/>
              <a:gd name="connsiteY3" fmla="*/ 783188 h 783188"/>
              <a:gd name="connsiteX4" fmla="*/ 0 w 784219"/>
              <a:gd name="connsiteY4" fmla="*/ 0 h 783188"/>
              <a:gd name="connsiteX0" fmla="*/ 0 w 784219"/>
              <a:gd name="connsiteY0" fmla="*/ 0 h 783188"/>
              <a:gd name="connsiteX1" fmla="*/ 784219 w 784219"/>
              <a:gd name="connsiteY1" fmla="*/ 0 h 783188"/>
              <a:gd name="connsiteX2" fmla="*/ 715639 w 784219"/>
              <a:gd name="connsiteY2" fmla="*/ 783188 h 783188"/>
              <a:gd name="connsiteX3" fmla="*/ 0 w 784219"/>
              <a:gd name="connsiteY3" fmla="*/ 783188 h 783188"/>
              <a:gd name="connsiteX4" fmla="*/ 0 w 784219"/>
              <a:gd name="connsiteY4" fmla="*/ 0 h 783188"/>
              <a:gd name="connsiteX0" fmla="*/ 0 w 784219"/>
              <a:gd name="connsiteY0" fmla="*/ 0 h 783188"/>
              <a:gd name="connsiteX1" fmla="*/ 784219 w 784219"/>
              <a:gd name="connsiteY1" fmla="*/ 0 h 783188"/>
              <a:gd name="connsiteX2" fmla="*/ 715639 w 784219"/>
              <a:gd name="connsiteY2" fmla="*/ 783188 h 783188"/>
              <a:gd name="connsiteX3" fmla="*/ 76200 w 784219"/>
              <a:gd name="connsiteY3" fmla="*/ 775568 h 783188"/>
              <a:gd name="connsiteX4" fmla="*/ 0 w 784219"/>
              <a:gd name="connsiteY4" fmla="*/ 0 h 783188"/>
              <a:gd name="connsiteX0" fmla="*/ 0 w 784219"/>
              <a:gd name="connsiteY0" fmla="*/ 0 h 798428"/>
              <a:gd name="connsiteX1" fmla="*/ 784219 w 784219"/>
              <a:gd name="connsiteY1" fmla="*/ 0 h 798428"/>
              <a:gd name="connsiteX2" fmla="*/ 715639 w 784219"/>
              <a:gd name="connsiteY2" fmla="*/ 783188 h 798428"/>
              <a:gd name="connsiteX3" fmla="*/ 76200 w 784219"/>
              <a:gd name="connsiteY3" fmla="*/ 798428 h 798428"/>
              <a:gd name="connsiteX4" fmla="*/ 0 w 784219"/>
              <a:gd name="connsiteY4" fmla="*/ 0 h 79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4219" h="798428">
                <a:moveTo>
                  <a:pt x="0" y="0"/>
                </a:moveTo>
                <a:lnTo>
                  <a:pt x="784219" y="0"/>
                </a:lnTo>
                <a:lnTo>
                  <a:pt x="715639" y="783188"/>
                </a:lnTo>
                <a:lnTo>
                  <a:pt x="76200" y="798428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5E94EADE-94F1-C28C-0A15-BFE1FDE2BF80}"/>
              </a:ext>
            </a:extLst>
          </p:cNvPr>
          <p:cNvSpPr/>
          <p:nvPr/>
        </p:nvSpPr>
        <p:spPr>
          <a:xfrm>
            <a:off x="740467" y="6227953"/>
            <a:ext cx="176531" cy="58134"/>
          </a:xfrm>
          <a:custGeom>
            <a:avLst/>
            <a:gdLst>
              <a:gd name="connsiteX0" fmla="*/ 0 w 162141"/>
              <a:gd name="connsiteY0" fmla="*/ 22860 h 45719"/>
              <a:gd name="connsiteX1" fmla="*/ 81071 w 162141"/>
              <a:gd name="connsiteY1" fmla="*/ 0 h 45719"/>
              <a:gd name="connsiteX2" fmla="*/ 162142 w 162141"/>
              <a:gd name="connsiteY2" fmla="*/ 22860 h 45719"/>
              <a:gd name="connsiteX3" fmla="*/ 81071 w 162141"/>
              <a:gd name="connsiteY3" fmla="*/ 45720 h 45719"/>
              <a:gd name="connsiteX4" fmla="*/ 0 w 162141"/>
              <a:gd name="connsiteY4" fmla="*/ 22860 h 45719"/>
              <a:gd name="connsiteX0" fmla="*/ 14 w 162156"/>
              <a:gd name="connsiteY0" fmla="*/ 22860 h 60007"/>
              <a:gd name="connsiteX1" fmla="*/ 81085 w 162156"/>
              <a:gd name="connsiteY1" fmla="*/ 0 h 60007"/>
              <a:gd name="connsiteX2" fmla="*/ 162156 w 162156"/>
              <a:gd name="connsiteY2" fmla="*/ 22860 h 60007"/>
              <a:gd name="connsiteX3" fmla="*/ 76322 w 162156"/>
              <a:gd name="connsiteY3" fmla="*/ 60007 h 60007"/>
              <a:gd name="connsiteX4" fmla="*/ 14 w 162156"/>
              <a:gd name="connsiteY4" fmla="*/ 22860 h 60007"/>
              <a:gd name="connsiteX0" fmla="*/ 10 w 176439"/>
              <a:gd name="connsiteY0" fmla="*/ 23301 h 60511"/>
              <a:gd name="connsiteX1" fmla="*/ 81081 w 176439"/>
              <a:gd name="connsiteY1" fmla="*/ 441 h 60511"/>
              <a:gd name="connsiteX2" fmla="*/ 176439 w 176439"/>
              <a:gd name="connsiteY2" fmla="*/ 13776 h 60511"/>
              <a:gd name="connsiteX3" fmla="*/ 76318 w 176439"/>
              <a:gd name="connsiteY3" fmla="*/ 60448 h 60511"/>
              <a:gd name="connsiteX4" fmla="*/ 10 w 176439"/>
              <a:gd name="connsiteY4" fmla="*/ 23301 h 60511"/>
              <a:gd name="connsiteX0" fmla="*/ 102 w 176531"/>
              <a:gd name="connsiteY0" fmla="*/ 23301 h 58134"/>
              <a:gd name="connsiteX1" fmla="*/ 81173 w 176531"/>
              <a:gd name="connsiteY1" fmla="*/ 441 h 58134"/>
              <a:gd name="connsiteX2" fmla="*/ 176531 w 176531"/>
              <a:gd name="connsiteY2" fmla="*/ 13776 h 58134"/>
              <a:gd name="connsiteX3" fmla="*/ 97841 w 176531"/>
              <a:gd name="connsiteY3" fmla="*/ 58067 h 58134"/>
              <a:gd name="connsiteX4" fmla="*/ 102 w 176531"/>
              <a:gd name="connsiteY4" fmla="*/ 23301 h 58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531" h="58134">
                <a:moveTo>
                  <a:pt x="102" y="23301"/>
                </a:moveTo>
                <a:cubicBezTo>
                  <a:pt x="-2676" y="13697"/>
                  <a:pt x="51768" y="2028"/>
                  <a:pt x="81173" y="441"/>
                </a:cubicBezTo>
                <a:cubicBezTo>
                  <a:pt x="110578" y="-1146"/>
                  <a:pt x="176531" y="1151"/>
                  <a:pt x="176531" y="13776"/>
                </a:cubicBezTo>
                <a:cubicBezTo>
                  <a:pt x="176531" y="26401"/>
                  <a:pt x="127246" y="56480"/>
                  <a:pt x="97841" y="58067"/>
                </a:cubicBezTo>
                <a:cubicBezTo>
                  <a:pt x="68436" y="59654"/>
                  <a:pt x="2880" y="32905"/>
                  <a:pt x="102" y="23301"/>
                </a:cubicBezTo>
                <a:close/>
              </a:path>
            </a:pathLst>
          </a:cu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Oval 128">
            <a:extLst>
              <a:ext uri="{FF2B5EF4-FFF2-40B4-BE49-F238E27FC236}">
                <a16:creationId xmlns:a16="http://schemas.microsoft.com/office/drawing/2014/main" id="{6C5D9D90-9B05-8F07-44B5-0F8AED37A89C}"/>
              </a:ext>
            </a:extLst>
          </p:cNvPr>
          <p:cNvSpPr/>
          <p:nvPr/>
        </p:nvSpPr>
        <p:spPr>
          <a:xfrm rot="1655495">
            <a:off x="778635" y="6417697"/>
            <a:ext cx="176531" cy="58134"/>
          </a:xfrm>
          <a:custGeom>
            <a:avLst/>
            <a:gdLst>
              <a:gd name="connsiteX0" fmla="*/ 0 w 162141"/>
              <a:gd name="connsiteY0" fmla="*/ 22860 h 45719"/>
              <a:gd name="connsiteX1" fmla="*/ 81071 w 162141"/>
              <a:gd name="connsiteY1" fmla="*/ 0 h 45719"/>
              <a:gd name="connsiteX2" fmla="*/ 162142 w 162141"/>
              <a:gd name="connsiteY2" fmla="*/ 22860 h 45719"/>
              <a:gd name="connsiteX3" fmla="*/ 81071 w 162141"/>
              <a:gd name="connsiteY3" fmla="*/ 45720 h 45719"/>
              <a:gd name="connsiteX4" fmla="*/ 0 w 162141"/>
              <a:gd name="connsiteY4" fmla="*/ 22860 h 45719"/>
              <a:gd name="connsiteX0" fmla="*/ 14 w 162156"/>
              <a:gd name="connsiteY0" fmla="*/ 22860 h 60007"/>
              <a:gd name="connsiteX1" fmla="*/ 81085 w 162156"/>
              <a:gd name="connsiteY1" fmla="*/ 0 h 60007"/>
              <a:gd name="connsiteX2" fmla="*/ 162156 w 162156"/>
              <a:gd name="connsiteY2" fmla="*/ 22860 h 60007"/>
              <a:gd name="connsiteX3" fmla="*/ 76322 w 162156"/>
              <a:gd name="connsiteY3" fmla="*/ 60007 h 60007"/>
              <a:gd name="connsiteX4" fmla="*/ 14 w 162156"/>
              <a:gd name="connsiteY4" fmla="*/ 22860 h 60007"/>
              <a:gd name="connsiteX0" fmla="*/ 10 w 176439"/>
              <a:gd name="connsiteY0" fmla="*/ 23301 h 60511"/>
              <a:gd name="connsiteX1" fmla="*/ 81081 w 176439"/>
              <a:gd name="connsiteY1" fmla="*/ 441 h 60511"/>
              <a:gd name="connsiteX2" fmla="*/ 176439 w 176439"/>
              <a:gd name="connsiteY2" fmla="*/ 13776 h 60511"/>
              <a:gd name="connsiteX3" fmla="*/ 76318 w 176439"/>
              <a:gd name="connsiteY3" fmla="*/ 60448 h 60511"/>
              <a:gd name="connsiteX4" fmla="*/ 10 w 176439"/>
              <a:gd name="connsiteY4" fmla="*/ 23301 h 60511"/>
              <a:gd name="connsiteX0" fmla="*/ 102 w 176531"/>
              <a:gd name="connsiteY0" fmla="*/ 23301 h 58134"/>
              <a:gd name="connsiteX1" fmla="*/ 81173 w 176531"/>
              <a:gd name="connsiteY1" fmla="*/ 441 h 58134"/>
              <a:gd name="connsiteX2" fmla="*/ 176531 w 176531"/>
              <a:gd name="connsiteY2" fmla="*/ 13776 h 58134"/>
              <a:gd name="connsiteX3" fmla="*/ 97841 w 176531"/>
              <a:gd name="connsiteY3" fmla="*/ 58067 h 58134"/>
              <a:gd name="connsiteX4" fmla="*/ 102 w 176531"/>
              <a:gd name="connsiteY4" fmla="*/ 23301 h 58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531" h="58134">
                <a:moveTo>
                  <a:pt x="102" y="23301"/>
                </a:moveTo>
                <a:cubicBezTo>
                  <a:pt x="-2676" y="13697"/>
                  <a:pt x="51768" y="2028"/>
                  <a:pt x="81173" y="441"/>
                </a:cubicBezTo>
                <a:cubicBezTo>
                  <a:pt x="110578" y="-1146"/>
                  <a:pt x="176531" y="1151"/>
                  <a:pt x="176531" y="13776"/>
                </a:cubicBezTo>
                <a:cubicBezTo>
                  <a:pt x="176531" y="26401"/>
                  <a:pt x="127246" y="56480"/>
                  <a:pt x="97841" y="58067"/>
                </a:cubicBezTo>
                <a:cubicBezTo>
                  <a:pt x="68436" y="59654"/>
                  <a:pt x="2880" y="32905"/>
                  <a:pt x="102" y="23301"/>
                </a:cubicBezTo>
                <a:close/>
              </a:path>
            </a:pathLst>
          </a:cu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28">
            <a:extLst>
              <a:ext uri="{FF2B5EF4-FFF2-40B4-BE49-F238E27FC236}">
                <a16:creationId xmlns:a16="http://schemas.microsoft.com/office/drawing/2014/main" id="{6A632DB6-59BC-F371-4033-BC81BB8722E0}"/>
              </a:ext>
            </a:extLst>
          </p:cNvPr>
          <p:cNvSpPr/>
          <p:nvPr/>
        </p:nvSpPr>
        <p:spPr>
          <a:xfrm rot="4203571">
            <a:off x="939841" y="6315337"/>
            <a:ext cx="176531" cy="101629"/>
          </a:xfrm>
          <a:custGeom>
            <a:avLst/>
            <a:gdLst>
              <a:gd name="connsiteX0" fmla="*/ 0 w 162141"/>
              <a:gd name="connsiteY0" fmla="*/ 22860 h 45719"/>
              <a:gd name="connsiteX1" fmla="*/ 81071 w 162141"/>
              <a:gd name="connsiteY1" fmla="*/ 0 h 45719"/>
              <a:gd name="connsiteX2" fmla="*/ 162142 w 162141"/>
              <a:gd name="connsiteY2" fmla="*/ 22860 h 45719"/>
              <a:gd name="connsiteX3" fmla="*/ 81071 w 162141"/>
              <a:gd name="connsiteY3" fmla="*/ 45720 h 45719"/>
              <a:gd name="connsiteX4" fmla="*/ 0 w 162141"/>
              <a:gd name="connsiteY4" fmla="*/ 22860 h 45719"/>
              <a:gd name="connsiteX0" fmla="*/ 14 w 162156"/>
              <a:gd name="connsiteY0" fmla="*/ 22860 h 60007"/>
              <a:gd name="connsiteX1" fmla="*/ 81085 w 162156"/>
              <a:gd name="connsiteY1" fmla="*/ 0 h 60007"/>
              <a:gd name="connsiteX2" fmla="*/ 162156 w 162156"/>
              <a:gd name="connsiteY2" fmla="*/ 22860 h 60007"/>
              <a:gd name="connsiteX3" fmla="*/ 76322 w 162156"/>
              <a:gd name="connsiteY3" fmla="*/ 60007 h 60007"/>
              <a:gd name="connsiteX4" fmla="*/ 14 w 162156"/>
              <a:gd name="connsiteY4" fmla="*/ 22860 h 60007"/>
              <a:gd name="connsiteX0" fmla="*/ 10 w 176439"/>
              <a:gd name="connsiteY0" fmla="*/ 23301 h 60511"/>
              <a:gd name="connsiteX1" fmla="*/ 81081 w 176439"/>
              <a:gd name="connsiteY1" fmla="*/ 441 h 60511"/>
              <a:gd name="connsiteX2" fmla="*/ 176439 w 176439"/>
              <a:gd name="connsiteY2" fmla="*/ 13776 h 60511"/>
              <a:gd name="connsiteX3" fmla="*/ 76318 w 176439"/>
              <a:gd name="connsiteY3" fmla="*/ 60448 h 60511"/>
              <a:gd name="connsiteX4" fmla="*/ 10 w 176439"/>
              <a:gd name="connsiteY4" fmla="*/ 23301 h 60511"/>
              <a:gd name="connsiteX0" fmla="*/ 102 w 176531"/>
              <a:gd name="connsiteY0" fmla="*/ 23301 h 58134"/>
              <a:gd name="connsiteX1" fmla="*/ 81173 w 176531"/>
              <a:gd name="connsiteY1" fmla="*/ 441 h 58134"/>
              <a:gd name="connsiteX2" fmla="*/ 176531 w 176531"/>
              <a:gd name="connsiteY2" fmla="*/ 13776 h 58134"/>
              <a:gd name="connsiteX3" fmla="*/ 97841 w 176531"/>
              <a:gd name="connsiteY3" fmla="*/ 58067 h 58134"/>
              <a:gd name="connsiteX4" fmla="*/ 102 w 176531"/>
              <a:gd name="connsiteY4" fmla="*/ 23301 h 58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531" h="58134">
                <a:moveTo>
                  <a:pt x="102" y="23301"/>
                </a:moveTo>
                <a:cubicBezTo>
                  <a:pt x="-2676" y="13697"/>
                  <a:pt x="51768" y="2028"/>
                  <a:pt x="81173" y="441"/>
                </a:cubicBezTo>
                <a:cubicBezTo>
                  <a:pt x="110578" y="-1146"/>
                  <a:pt x="176531" y="1151"/>
                  <a:pt x="176531" y="13776"/>
                </a:cubicBezTo>
                <a:cubicBezTo>
                  <a:pt x="176531" y="26401"/>
                  <a:pt x="127246" y="56480"/>
                  <a:pt x="97841" y="58067"/>
                </a:cubicBezTo>
                <a:cubicBezTo>
                  <a:pt x="68436" y="59654"/>
                  <a:pt x="2880" y="32905"/>
                  <a:pt x="102" y="23301"/>
                </a:cubicBezTo>
                <a:close/>
              </a:path>
            </a:pathLst>
          </a:cu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28">
            <a:extLst>
              <a:ext uri="{FF2B5EF4-FFF2-40B4-BE49-F238E27FC236}">
                <a16:creationId xmlns:a16="http://schemas.microsoft.com/office/drawing/2014/main" id="{6164C5DC-23C0-C81D-DFE6-FCF3F2061FE6}"/>
              </a:ext>
            </a:extLst>
          </p:cNvPr>
          <p:cNvSpPr/>
          <p:nvPr/>
        </p:nvSpPr>
        <p:spPr>
          <a:xfrm rot="16200000">
            <a:off x="1210840" y="6592779"/>
            <a:ext cx="176531" cy="58134"/>
          </a:xfrm>
          <a:custGeom>
            <a:avLst/>
            <a:gdLst>
              <a:gd name="connsiteX0" fmla="*/ 0 w 162141"/>
              <a:gd name="connsiteY0" fmla="*/ 22860 h 45719"/>
              <a:gd name="connsiteX1" fmla="*/ 81071 w 162141"/>
              <a:gd name="connsiteY1" fmla="*/ 0 h 45719"/>
              <a:gd name="connsiteX2" fmla="*/ 162142 w 162141"/>
              <a:gd name="connsiteY2" fmla="*/ 22860 h 45719"/>
              <a:gd name="connsiteX3" fmla="*/ 81071 w 162141"/>
              <a:gd name="connsiteY3" fmla="*/ 45720 h 45719"/>
              <a:gd name="connsiteX4" fmla="*/ 0 w 162141"/>
              <a:gd name="connsiteY4" fmla="*/ 22860 h 45719"/>
              <a:gd name="connsiteX0" fmla="*/ 14 w 162156"/>
              <a:gd name="connsiteY0" fmla="*/ 22860 h 60007"/>
              <a:gd name="connsiteX1" fmla="*/ 81085 w 162156"/>
              <a:gd name="connsiteY1" fmla="*/ 0 h 60007"/>
              <a:gd name="connsiteX2" fmla="*/ 162156 w 162156"/>
              <a:gd name="connsiteY2" fmla="*/ 22860 h 60007"/>
              <a:gd name="connsiteX3" fmla="*/ 76322 w 162156"/>
              <a:gd name="connsiteY3" fmla="*/ 60007 h 60007"/>
              <a:gd name="connsiteX4" fmla="*/ 14 w 162156"/>
              <a:gd name="connsiteY4" fmla="*/ 22860 h 60007"/>
              <a:gd name="connsiteX0" fmla="*/ 10 w 176439"/>
              <a:gd name="connsiteY0" fmla="*/ 23301 h 60511"/>
              <a:gd name="connsiteX1" fmla="*/ 81081 w 176439"/>
              <a:gd name="connsiteY1" fmla="*/ 441 h 60511"/>
              <a:gd name="connsiteX2" fmla="*/ 176439 w 176439"/>
              <a:gd name="connsiteY2" fmla="*/ 13776 h 60511"/>
              <a:gd name="connsiteX3" fmla="*/ 76318 w 176439"/>
              <a:gd name="connsiteY3" fmla="*/ 60448 h 60511"/>
              <a:gd name="connsiteX4" fmla="*/ 10 w 176439"/>
              <a:gd name="connsiteY4" fmla="*/ 23301 h 60511"/>
              <a:gd name="connsiteX0" fmla="*/ 102 w 176531"/>
              <a:gd name="connsiteY0" fmla="*/ 23301 h 58134"/>
              <a:gd name="connsiteX1" fmla="*/ 81173 w 176531"/>
              <a:gd name="connsiteY1" fmla="*/ 441 h 58134"/>
              <a:gd name="connsiteX2" fmla="*/ 176531 w 176531"/>
              <a:gd name="connsiteY2" fmla="*/ 13776 h 58134"/>
              <a:gd name="connsiteX3" fmla="*/ 97841 w 176531"/>
              <a:gd name="connsiteY3" fmla="*/ 58067 h 58134"/>
              <a:gd name="connsiteX4" fmla="*/ 102 w 176531"/>
              <a:gd name="connsiteY4" fmla="*/ 23301 h 58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531" h="58134">
                <a:moveTo>
                  <a:pt x="102" y="23301"/>
                </a:moveTo>
                <a:cubicBezTo>
                  <a:pt x="-2676" y="13697"/>
                  <a:pt x="51768" y="2028"/>
                  <a:pt x="81173" y="441"/>
                </a:cubicBezTo>
                <a:cubicBezTo>
                  <a:pt x="110578" y="-1146"/>
                  <a:pt x="176531" y="1151"/>
                  <a:pt x="176531" y="13776"/>
                </a:cubicBezTo>
                <a:cubicBezTo>
                  <a:pt x="176531" y="26401"/>
                  <a:pt x="127246" y="56480"/>
                  <a:pt x="97841" y="58067"/>
                </a:cubicBezTo>
                <a:cubicBezTo>
                  <a:pt x="68436" y="59654"/>
                  <a:pt x="2880" y="32905"/>
                  <a:pt x="102" y="23301"/>
                </a:cubicBezTo>
                <a:close/>
              </a:path>
            </a:pathLst>
          </a:cu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28">
            <a:extLst>
              <a:ext uri="{FF2B5EF4-FFF2-40B4-BE49-F238E27FC236}">
                <a16:creationId xmlns:a16="http://schemas.microsoft.com/office/drawing/2014/main" id="{23BDF5FF-80A7-7BE1-8596-6B3E7374E386}"/>
              </a:ext>
            </a:extLst>
          </p:cNvPr>
          <p:cNvSpPr/>
          <p:nvPr/>
        </p:nvSpPr>
        <p:spPr>
          <a:xfrm rot="17855495">
            <a:off x="1078809" y="6774919"/>
            <a:ext cx="176531" cy="58134"/>
          </a:xfrm>
          <a:custGeom>
            <a:avLst/>
            <a:gdLst>
              <a:gd name="connsiteX0" fmla="*/ 0 w 162141"/>
              <a:gd name="connsiteY0" fmla="*/ 22860 h 45719"/>
              <a:gd name="connsiteX1" fmla="*/ 81071 w 162141"/>
              <a:gd name="connsiteY1" fmla="*/ 0 h 45719"/>
              <a:gd name="connsiteX2" fmla="*/ 162142 w 162141"/>
              <a:gd name="connsiteY2" fmla="*/ 22860 h 45719"/>
              <a:gd name="connsiteX3" fmla="*/ 81071 w 162141"/>
              <a:gd name="connsiteY3" fmla="*/ 45720 h 45719"/>
              <a:gd name="connsiteX4" fmla="*/ 0 w 162141"/>
              <a:gd name="connsiteY4" fmla="*/ 22860 h 45719"/>
              <a:gd name="connsiteX0" fmla="*/ 14 w 162156"/>
              <a:gd name="connsiteY0" fmla="*/ 22860 h 60007"/>
              <a:gd name="connsiteX1" fmla="*/ 81085 w 162156"/>
              <a:gd name="connsiteY1" fmla="*/ 0 h 60007"/>
              <a:gd name="connsiteX2" fmla="*/ 162156 w 162156"/>
              <a:gd name="connsiteY2" fmla="*/ 22860 h 60007"/>
              <a:gd name="connsiteX3" fmla="*/ 76322 w 162156"/>
              <a:gd name="connsiteY3" fmla="*/ 60007 h 60007"/>
              <a:gd name="connsiteX4" fmla="*/ 14 w 162156"/>
              <a:gd name="connsiteY4" fmla="*/ 22860 h 60007"/>
              <a:gd name="connsiteX0" fmla="*/ 10 w 176439"/>
              <a:gd name="connsiteY0" fmla="*/ 23301 h 60511"/>
              <a:gd name="connsiteX1" fmla="*/ 81081 w 176439"/>
              <a:gd name="connsiteY1" fmla="*/ 441 h 60511"/>
              <a:gd name="connsiteX2" fmla="*/ 176439 w 176439"/>
              <a:gd name="connsiteY2" fmla="*/ 13776 h 60511"/>
              <a:gd name="connsiteX3" fmla="*/ 76318 w 176439"/>
              <a:gd name="connsiteY3" fmla="*/ 60448 h 60511"/>
              <a:gd name="connsiteX4" fmla="*/ 10 w 176439"/>
              <a:gd name="connsiteY4" fmla="*/ 23301 h 60511"/>
              <a:gd name="connsiteX0" fmla="*/ 102 w 176531"/>
              <a:gd name="connsiteY0" fmla="*/ 23301 h 58134"/>
              <a:gd name="connsiteX1" fmla="*/ 81173 w 176531"/>
              <a:gd name="connsiteY1" fmla="*/ 441 h 58134"/>
              <a:gd name="connsiteX2" fmla="*/ 176531 w 176531"/>
              <a:gd name="connsiteY2" fmla="*/ 13776 h 58134"/>
              <a:gd name="connsiteX3" fmla="*/ 97841 w 176531"/>
              <a:gd name="connsiteY3" fmla="*/ 58067 h 58134"/>
              <a:gd name="connsiteX4" fmla="*/ 102 w 176531"/>
              <a:gd name="connsiteY4" fmla="*/ 23301 h 58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531" h="58134">
                <a:moveTo>
                  <a:pt x="102" y="23301"/>
                </a:moveTo>
                <a:cubicBezTo>
                  <a:pt x="-2676" y="13697"/>
                  <a:pt x="51768" y="2028"/>
                  <a:pt x="81173" y="441"/>
                </a:cubicBezTo>
                <a:cubicBezTo>
                  <a:pt x="110578" y="-1146"/>
                  <a:pt x="176531" y="1151"/>
                  <a:pt x="176531" y="13776"/>
                </a:cubicBezTo>
                <a:cubicBezTo>
                  <a:pt x="176531" y="26401"/>
                  <a:pt x="127246" y="56480"/>
                  <a:pt x="97841" y="58067"/>
                </a:cubicBezTo>
                <a:cubicBezTo>
                  <a:pt x="68436" y="59654"/>
                  <a:pt x="2880" y="32905"/>
                  <a:pt x="102" y="23301"/>
                </a:cubicBezTo>
                <a:close/>
              </a:path>
            </a:pathLst>
          </a:cu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28">
            <a:extLst>
              <a:ext uri="{FF2B5EF4-FFF2-40B4-BE49-F238E27FC236}">
                <a16:creationId xmlns:a16="http://schemas.microsoft.com/office/drawing/2014/main" id="{2E4E4C61-F56C-A71B-B76C-CE2E352DC70F}"/>
              </a:ext>
            </a:extLst>
          </p:cNvPr>
          <p:cNvSpPr/>
          <p:nvPr/>
        </p:nvSpPr>
        <p:spPr>
          <a:xfrm rot="20403571">
            <a:off x="1224091" y="6801699"/>
            <a:ext cx="176531" cy="101629"/>
          </a:xfrm>
          <a:custGeom>
            <a:avLst/>
            <a:gdLst>
              <a:gd name="connsiteX0" fmla="*/ 0 w 162141"/>
              <a:gd name="connsiteY0" fmla="*/ 22860 h 45719"/>
              <a:gd name="connsiteX1" fmla="*/ 81071 w 162141"/>
              <a:gd name="connsiteY1" fmla="*/ 0 h 45719"/>
              <a:gd name="connsiteX2" fmla="*/ 162142 w 162141"/>
              <a:gd name="connsiteY2" fmla="*/ 22860 h 45719"/>
              <a:gd name="connsiteX3" fmla="*/ 81071 w 162141"/>
              <a:gd name="connsiteY3" fmla="*/ 45720 h 45719"/>
              <a:gd name="connsiteX4" fmla="*/ 0 w 162141"/>
              <a:gd name="connsiteY4" fmla="*/ 22860 h 45719"/>
              <a:gd name="connsiteX0" fmla="*/ 14 w 162156"/>
              <a:gd name="connsiteY0" fmla="*/ 22860 h 60007"/>
              <a:gd name="connsiteX1" fmla="*/ 81085 w 162156"/>
              <a:gd name="connsiteY1" fmla="*/ 0 h 60007"/>
              <a:gd name="connsiteX2" fmla="*/ 162156 w 162156"/>
              <a:gd name="connsiteY2" fmla="*/ 22860 h 60007"/>
              <a:gd name="connsiteX3" fmla="*/ 76322 w 162156"/>
              <a:gd name="connsiteY3" fmla="*/ 60007 h 60007"/>
              <a:gd name="connsiteX4" fmla="*/ 14 w 162156"/>
              <a:gd name="connsiteY4" fmla="*/ 22860 h 60007"/>
              <a:gd name="connsiteX0" fmla="*/ 10 w 176439"/>
              <a:gd name="connsiteY0" fmla="*/ 23301 h 60511"/>
              <a:gd name="connsiteX1" fmla="*/ 81081 w 176439"/>
              <a:gd name="connsiteY1" fmla="*/ 441 h 60511"/>
              <a:gd name="connsiteX2" fmla="*/ 176439 w 176439"/>
              <a:gd name="connsiteY2" fmla="*/ 13776 h 60511"/>
              <a:gd name="connsiteX3" fmla="*/ 76318 w 176439"/>
              <a:gd name="connsiteY3" fmla="*/ 60448 h 60511"/>
              <a:gd name="connsiteX4" fmla="*/ 10 w 176439"/>
              <a:gd name="connsiteY4" fmla="*/ 23301 h 60511"/>
              <a:gd name="connsiteX0" fmla="*/ 102 w 176531"/>
              <a:gd name="connsiteY0" fmla="*/ 23301 h 58134"/>
              <a:gd name="connsiteX1" fmla="*/ 81173 w 176531"/>
              <a:gd name="connsiteY1" fmla="*/ 441 h 58134"/>
              <a:gd name="connsiteX2" fmla="*/ 176531 w 176531"/>
              <a:gd name="connsiteY2" fmla="*/ 13776 h 58134"/>
              <a:gd name="connsiteX3" fmla="*/ 97841 w 176531"/>
              <a:gd name="connsiteY3" fmla="*/ 58067 h 58134"/>
              <a:gd name="connsiteX4" fmla="*/ 102 w 176531"/>
              <a:gd name="connsiteY4" fmla="*/ 23301 h 58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531" h="58134">
                <a:moveTo>
                  <a:pt x="102" y="23301"/>
                </a:moveTo>
                <a:cubicBezTo>
                  <a:pt x="-2676" y="13697"/>
                  <a:pt x="51768" y="2028"/>
                  <a:pt x="81173" y="441"/>
                </a:cubicBezTo>
                <a:cubicBezTo>
                  <a:pt x="110578" y="-1146"/>
                  <a:pt x="176531" y="1151"/>
                  <a:pt x="176531" y="13776"/>
                </a:cubicBezTo>
                <a:cubicBezTo>
                  <a:pt x="176531" y="26401"/>
                  <a:pt x="127246" y="56480"/>
                  <a:pt x="97841" y="58067"/>
                </a:cubicBezTo>
                <a:cubicBezTo>
                  <a:pt x="68436" y="59654"/>
                  <a:pt x="2880" y="32905"/>
                  <a:pt x="102" y="23301"/>
                </a:cubicBezTo>
                <a:close/>
              </a:path>
            </a:pathLst>
          </a:cu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28">
            <a:extLst>
              <a:ext uri="{FF2B5EF4-FFF2-40B4-BE49-F238E27FC236}">
                <a16:creationId xmlns:a16="http://schemas.microsoft.com/office/drawing/2014/main" id="{56901F78-DD69-C75D-5625-0EA05E6FF68C}"/>
              </a:ext>
            </a:extLst>
          </p:cNvPr>
          <p:cNvSpPr/>
          <p:nvPr/>
        </p:nvSpPr>
        <p:spPr>
          <a:xfrm rot="14880045">
            <a:off x="727991" y="6578350"/>
            <a:ext cx="176531" cy="58134"/>
          </a:xfrm>
          <a:custGeom>
            <a:avLst/>
            <a:gdLst>
              <a:gd name="connsiteX0" fmla="*/ 0 w 162141"/>
              <a:gd name="connsiteY0" fmla="*/ 22860 h 45719"/>
              <a:gd name="connsiteX1" fmla="*/ 81071 w 162141"/>
              <a:gd name="connsiteY1" fmla="*/ 0 h 45719"/>
              <a:gd name="connsiteX2" fmla="*/ 162142 w 162141"/>
              <a:gd name="connsiteY2" fmla="*/ 22860 h 45719"/>
              <a:gd name="connsiteX3" fmla="*/ 81071 w 162141"/>
              <a:gd name="connsiteY3" fmla="*/ 45720 h 45719"/>
              <a:gd name="connsiteX4" fmla="*/ 0 w 162141"/>
              <a:gd name="connsiteY4" fmla="*/ 22860 h 45719"/>
              <a:gd name="connsiteX0" fmla="*/ 14 w 162156"/>
              <a:gd name="connsiteY0" fmla="*/ 22860 h 60007"/>
              <a:gd name="connsiteX1" fmla="*/ 81085 w 162156"/>
              <a:gd name="connsiteY1" fmla="*/ 0 h 60007"/>
              <a:gd name="connsiteX2" fmla="*/ 162156 w 162156"/>
              <a:gd name="connsiteY2" fmla="*/ 22860 h 60007"/>
              <a:gd name="connsiteX3" fmla="*/ 76322 w 162156"/>
              <a:gd name="connsiteY3" fmla="*/ 60007 h 60007"/>
              <a:gd name="connsiteX4" fmla="*/ 14 w 162156"/>
              <a:gd name="connsiteY4" fmla="*/ 22860 h 60007"/>
              <a:gd name="connsiteX0" fmla="*/ 10 w 176439"/>
              <a:gd name="connsiteY0" fmla="*/ 23301 h 60511"/>
              <a:gd name="connsiteX1" fmla="*/ 81081 w 176439"/>
              <a:gd name="connsiteY1" fmla="*/ 441 h 60511"/>
              <a:gd name="connsiteX2" fmla="*/ 176439 w 176439"/>
              <a:gd name="connsiteY2" fmla="*/ 13776 h 60511"/>
              <a:gd name="connsiteX3" fmla="*/ 76318 w 176439"/>
              <a:gd name="connsiteY3" fmla="*/ 60448 h 60511"/>
              <a:gd name="connsiteX4" fmla="*/ 10 w 176439"/>
              <a:gd name="connsiteY4" fmla="*/ 23301 h 60511"/>
              <a:gd name="connsiteX0" fmla="*/ 102 w 176531"/>
              <a:gd name="connsiteY0" fmla="*/ 23301 h 58134"/>
              <a:gd name="connsiteX1" fmla="*/ 81173 w 176531"/>
              <a:gd name="connsiteY1" fmla="*/ 441 h 58134"/>
              <a:gd name="connsiteX2" fmla="*/ 176531 w 176531"/>
              <a:gd name="connsiteY2" fmla="*/ 13776 h 58134"/>
              <a:gd name="connsiteX3" fmla="*/ 97841 w 176531"/>
              <a:gd name="connsiteY3" fmla="*/ 58067 h 58134"/>
              <a:gd name="connsiteX4" fmla="*/ 102 w 176531"/>
              <a:gd name="connsiteY4" fmla="*/ 23301 h 58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531" h="58134">
                <a:moveTo>
                  <a:pt x="102" y="23301"/>
                </a:moveTo>
                <a:cubicBezTo>
                  <a:pt x="-2676" y="13697"/>
                  <a:pt x="51768" y="2028"/>
                  <a:pt x="81173" y="441"/>
                </a:cubicBezTo>
                <a:cubicBezTo>
                  <a:pt x="110578" y="-1146"/>
                  <a:pt x="176531" y="1151"/>
                  <a:pt x="176531" y="13776"/>
                </a:cubicBezTo>
                <a:cubicBezTo>
                  <a:pt x="176531" y="26401"/>
                  <a:pt x="127246" y="56480"/>
                  <a:pt x="97841" y="58067"/>
                </a:cubicBezTo>
                <a:cubicBezTo>
                  <a:pt x="68436" y="59654"/>
                  <a:pt x="2880" y="32905"/>
                  <a:pt x="102" y="23301"/>
                </a:cubicBezTo>
                <a:close/>
              </a:path>
            </a:pathLst>
          </a:cu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28">
            <a:extLst>
              <a:ext uri="{FF2B5EF4-FFF2-40B4-BE49-F238E27FC236}">
                <a16:creationId xmlns:a16="http://schemas.microsoft.com/office/drawing/2014/main" id="{490F9098-2682-BAE6-5A20-1AF5D03B317E}"/>
              </a:ext>
            </a:extLst>
          </p:cNvPr>
          <p:cNvSpPr/>
          <p:nvPr/>
        </p:nvSpPr>
        <p:spPr>
          <a:xfrm rot="6087391">
            <a:off x="896742" y="6710531"/>
            <a:ext cx="176531" cy="58134"/>
          </a:xfrm>
          <a:custGeom>
            <a:avLst/>
            <a:gdLst>
              <a:gd name="connsiteX0" fmla="*/ 0 w 162141"/>
              <a:gd name="connsiteY0" fmla="*/ 22860 h 45719"/>
              <a:gd name="connsiteX1" fmla="*/ 81071 w 162141"/>
              <a:gd name="connsiteY1" fmla="*/ 0 h 45719"/>
              <a:gd name="connsiteX2" fmla="*/ 162142 w 162141"/>
              <a:gd name="connsiteY2" fmla="*/ 22860 h 45719"/>
              <a:gd name="connsiteX3" fmla="*/ 81071 w 162141"/>
              <a:gd name="connsiteY3" fmla="*/ 45720 h 45719"/>
              <a:gd name="connsiteX4" fmla="*/ 0 w 162141"/>
              <a:gd name="connsiteY4" fmla="*/ 22860 h 45719"/>
              <a:gd name="connsiteX0" fmla="*/ 14 w 162156"/>
              <a:gd name="connsiteY0" fmla="*/ 22860 h 60007"/>
              <a:gd name="connsiteX1" fmla="*/ 81085 w 162156"/>
              <a:gd name="connsiteY1" fmla="*/ 0 h 60007"/>
              <a:gd name="connsiteX2" fmla="*/ 162156 w 162156"/>
              <a:gd name="connsiteY2" fmla="*/ 22860 h 60007"/>
              <a:gd name="connsiteX3" fmla="*/ 76322 w 162156"/>
              <a:gd name="connsiteY3" fmla="*/ 60007 h 60007"/>
              <a:gd name="connsiteX4" fmla="*/ 14 w 162156"/>
              <a:gd name="connsiteY4" fmla="*/ 22860 h 60007"/>
              <a:gd name="connsiteX0" fmla="*/ 10 w 176439"/>
              <a:gd name="connsiteY0" fmla="*/ 23301 h 60511"/>
              <a:gd name="connsiteX1" fmla="*/ 81081 w 176439"/>
              <a:gd name="connsiteY1" fmla="*/ 441 h 60511"/>
              <a:gd name="connsiteX2" fmla="*/ 176439 w 176439"/>
              <a:gd name="connsiteY2" fmla="*/ 13776 h 60511"/>
              <a:gd name="connsiteX3" fmla="*/ 76318 w 176439"/>
              <a:gd name="connsiteY3" fmla="*/ 60448 h 60511"/>
              <a:gd name="connsiteX4" fmla="*/ 10 w 176439"/>
              <a:gd name="connsiteY4" fmla="*/ 23301 h 60511"/>
              <a:gd name="connsiteX0" fmla="*/ 102 w 176531"/>
              <a:gd name="connsiteY0" fmla="*/ 23301 h 58134"/>
              <a:gd name="connsiteX1" fmla="*/ 81173 w 176531"/>
              <a:gd name="connsiteY1" fmla="*/ 441 h 58134"/>
              <a:gd name="connsiteX2" fmla="*/ 176531 w 176531"/>
              <a:gd name="connsiteY2" fmla="*/ 13776 h 58134"/>
              <a:gd name="connsiteX3" fmla="*/ 97841 w 176531"/>
              <a:gd name="connsiteY3" fmla="*/ 58067 h 58134"/>
              <a:gd name="connsiteX4" fmla="*/ 102 w 176531"/>
              <a:gd name="connsiteY4" fmla="*/ 23301 h 58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531" h="58134">
                <a:moveTo>
                  <a:pt x="102" y="23301"/>
                </a:moveTo>
                <a:cubicBezTo>
                  <a:pt x="-2676" y="13697"/>
                  <a:pt x="51768" y="2028"/>
                  <a:pt x="81173" y="441"/>
                </a:cubicBezTo>
                <a:cubicBezTo>
                  <a:pt x="110578" y="-1146"/>
                  <a:pt x="176531" y="1151"/>
                  <a:pt x="176531" y="13776"/>
                </a:cubicBezTo>
                <a:cubicBezTo>
                  <a:pt x="176531" y="26401"/>
                  <a:pt x="127246" y="56480"/>
                  <a:pt x="97841" y="58067"/>
                </a:cubicBezTo>
                <a:cubicBezTo>
                  <a:pt x="68436" y="59654"/>
                  <a:pt x="2880" y="32905"/>
                  <a:pt x="102" y="23301"/>
                </a:cubicBezTo>
                <a:close/>
              </a:path>
            </a:pathLst>
          </a:cu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643374F-BE2C-DFC2-D523-F5233E10D2B0}"/>
              </a:ext>
            </a:extLst>
          </p:cNvPr>
          <p:cNvSpPr txBox="1"/>
          <p:nvPr/>
        </p:nvSpPr>
        <p:spPr>
          <a:xfrm rot="18867285">
            <a:off x="823562" y="6228248"/>
            <a:ext cx="77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Crack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3AAEB9B8-D423-91B9-3A33-9BCA0412F0B8}"/>
              </a:ext>
            </a:extLst>
          </p:cNvPr>
          <p:cNvGrpSpPr/>
          <p:nvPr/>
        </p:nvGrpSpPr>
        <p:grpSpPr>
          <a:xfrm>
            <a:off x="3752854" y="4328952"/>
            <a:ext cx="2493094" cy="3768642"/>
            <a:chOff x="4084197" y="4357372"/>
            <a:chExt cx="2493094" cy="376864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5CE7F4B-29B0-4B5B-A26F-0569DB2C2F00}"/>
                </a:ext>
              </a:extLst>
            </p:cNvPr>
            <p:cNvSpPr/>
            <p:nvPr/>
          </p:nvSpPr>
          <p:spPr>
            <a:xfrm rot="18807788" flipH="1">
              <a:off x="5751198" y="5885259"/>
              <a:ext cx="638694" cy="908032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5930308-CC08-1C2A-FDD3-7DD262A28266}"/>
                </a:ext>
              </a:extLst>
            </p:cNvPr>
            <p:cNvSpPr/>
            <p:nvPr/>
          </p:nvSpPr>
          <p:spPr>
            <a:xfrm rot="2792212">
              <a:off x="4344256" y="5924835"/>
              <a:ext cx="638694" cy="908032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4D96FA3D-44E0-48A0-9F53-51E84B593F77}"/>
                </a:ext>
              </a:extLst>
            </p:cNvPr>
            <p:cNvGrpSpPr/>
            <p:nvPr/>
          </p:nvGrpSpPr>
          <p:grpSpPr>
            <a:xfrm>
              <a:off x="4084197" y="4357372"/>
              <a:ext cx="2493094" cy="3768642"/>
              <a:chOff x="6428512" y="3367711"/>
              <a:chExt cx="1534625" cy="2319788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756787B5-5F62-47A0-B993-F38561B14AB1}"/>
                  </a:ext>
                </a:extLst>
              </p:cNvPr>
              <p:cNvGrpSpPr/>
              <p:nvPr/>
            </p:nvGrpSpPr>
            <p:grpSpPr>
              <a:xfrm flipH="1">
                <a:off x="6428512" y="3378295"/>
                <a:ext cx="1534625" cy="2309204"/>
                <a:chOff x="3576297" y="5056698"/>
                <a:chExt cx="2536874" cy="3817325"/>
              </a:xfrm>
            </p:grpSpPr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4E35E150-F2DA-4214-98C2-132FF8FADD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55087" y="7271981"/>
                  <a:ext cx="276646" cy="24011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0580B92F-FFCB-40CF-8482-DA8E09AAB8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06761" y="7272823"/>
                  <a:ext cx="276646" cy="24011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F54EC812-F1F3-42A6-BF3F-7F34D0A784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99238" y="7486288"/>
                  <a:ext cx="19890" cy="1303191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6D32F4DD-F74E-46B2-B0EE-4BD324CB4E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230325" y="7481934"/>
                  <a:ext cx="34997" cy="1347843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E2B9400C-C243-4936-B565-B232E51B2369}"/>
                    </a:ext>
                  </a:extLst>
                </p:cNvPr>
                <p:cNvSpPr/>
                <p:nvPr/>
              </p:nvSpPr>
              <p:spPr>
                <a:xfrm>
                  <a:off x="3576297" y="5056698"/>
                  <a:ext cx="2536874" cy="2447778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A5906B22-24C7-4FF0-B470-FFAD33A233B2}"/>
                    </a:ext>
                  </a:extLst>
                </p:cNvPr>
                <p:cNvSpPr/>
                <p:nvPr/>
              </p:nvSpPr>
              <p:spPr>
                <a:xfrm>
                  <a:off x="4324825" y="6060653"/>
                  <a:ext cx="261278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Rectangle: Top Corners Rounded 184">
                  <a:extLst>
                    <a:ext uri="{FF2B5EF4-FFF2-40B4-BE49-F238E27FC236}">
                      <a16:creationId xmlns:a16="http://schemas.microsoft.com/office/drawing/2014/main" id="{8C7DA267-9B83-4B96-B546-D2DAD8E9D8C0}"/>
                    </a:ext>
                  </a:extLst>
                </p:cNvPr>
                <p:cNvSpPr/>
                <p:nvPr/>
              </p:nvSpPr>
              <p:spPr>
                <a:xfrm>
                  <a:off x="5017666" y="8668496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Rectangle: Top Corners Rounded 185">
                  <a:extLst>
                    <a:ext uri="{FF2B5EF4-FFF2-40B4-BE49-F238E27FC236}">
                      <a16:creationId xmlns:a16="http://schemas.microsoft.com/office/drawing/2014/main" id="{09FD3142-2756-4A43-A6B3-46D8334E1719}"/>
                    </a:ext>
                  </a:extLst>
                </p:cNvPr>
                <p:cNvSpPr/>
                <p:nvPr/>
              </p:nvSpPr>
              <p:spPr>
                <a:xfrm>
                  <a:off x="4406469" y="8673713"/>
                  <a:ext cx="669495" cy="20031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14300">
                    <a:prstClr val="black"/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08951646-29BB-4200-8B93-EBD39063B3FD}"/>
                    </a:ext>
                  </a:extLst>
                </p:cNvPr>
                <p:cNvSpPr/>
                <p:nvPr/>
              </p:nvSpPr>
              <p:spPr>
                <a:xfrm rot="296513">
                  <a:off x="4911011" y="6384328"/>
                  <a:ext cx="67406" cy="190499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Oval 189">
                  <a:extLst>
                    <a:ext uri="{FF2B5EF4-FFF2-40B4-BE49-F238E27FC236}">
                      <a16:creationId xmlns:a16="http://schemas.microsoft.com/office/drawing/2014/main" id="{ED919A1D-CA69-433B-8CAC-84E5FD404562}"/>
                    </a:ext>
                  </a:extLst>
                </p:cNvPr>
                <p:cNvSpPr/>
                <p:nvPr/>
              </p:nvSpPr>
              <p:spPr>
                <a:xfrm>
                  <a:off x="5207417" y="6060651"/>
                  <a:ext cx="261278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Oval 190">
                  <a:extLst>
                    <a:ext uri="{FF2B5EF4-FFF2-40B4-BE49-F238E27FC236}">
                      <a16:creationId xmlns:a16="http://schemas.microsoft.com/office/drawing/2014/main" id="{CAF57E9E-761F-4441-BF8B-CE46799C7BB3}"/>
                    </a:ext>
                  </a:extLst>
                </p:cNvPr>
                <p:cNvSpPr/>
                <p:nvPr/>
              </p:nvSpPr>
              <p:spPr>
                <a:xfrm>
                  <a:off x="4420598" y="6110938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A0A33AC1-F7CE-42A3-B315-176BF26766B0}"/>
                    </a:ext>
                  </a:extLst>
                </p:cNvPr>
                <p:cNvSpPr/>
                <p:nvPr/>
              </p:nvSpPr>
              <p:spPr>
                <a:xfrm>
                  <a:off x="5305348" y="6105862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FBA43B73-783A-4596-A4B1-0408CF5B31DB}"/>
                  </a:ext>
                </a:extLst>
              </p:cNvPr>
              <p:cNvSpPr/>
              <p:nvPr/>
            </p:nvSpPr>
            <p:spPr>
              <a:xfrm>
                <a:off x="6600139" y="3367711"/>
                <a:ext cx="1232186" cy="347260"/>
              </a:xfrm>
              <a:custGeom>
                <a:avLst/>
                <a:gdLst>
                  <a:gd name="connsiteX0" fmla="*/ 584194 w 1232186"/>
                  <a:gd name="connsiteY0" fmla="*/ 0 h 347260"/>
                  <a:gd name="connsiteX1" fmla="*/ 1220462 w 1232186"/>
                  <a:gd name="connsiteY1" fmla="*/ 326419 h 347260"/>
                  <a:gd name="connsiteX2" fmla="*/ 1232186 w 1232186"/>
                  <a:gd name="connsiteY2" fmla="*/ 347260 h 347260"/>
                  <a:gd name="connsiteX3" fmla="*/ 0 w 1232186"/>
                  <a:gd name="connsiteY3" fmla="*/ 347260 h 347260"/>
                  <a:gd name="connsiteX4" fmla="*/ 0 w 1232186"/>
                  <a:gd name="connsiteY4" fmla="*/ 265522 h 347260"/>
                  <a:gd name="connsiteX5" fmla="*/ 41622 w 1232186"/>
                  <a:gd name="connsiteY5" fmla="*/ 216848 h 347260"/>
                  <a:gd name="connsiteX6" fmla="*/ 584194 w 1232186"/>
                  <a:gd name="connsiteY6" fmla="*/ 0 h 347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2186" h="347260">
                    <a:moveTo>
                      <a:pt x="584194" y="0"/>
                    </a:moveTo>
                    <a:cubicBezTo>
                      <a:pt x="849053" y="0"/>
                      <a:pt x="1082570" y="129481"/>
                      <a:pt x="1220462" y="326419"/>
                    </a:cubicBezTo>
                    <a:lnTo>
                      <a:pt x="1232186" y="347260"/>
                    </a:lnTo>
                    <a:lnTo>
                      <a:pt x="0" y="347260"/>
                    </a:lnTo>
                    <a:lnTo>
                      <a:pt x="0" y="265522"/>
                    </a:lnTo>
                    <a:lnTo>
                      <a:pt x="41622" y="216848"/>
                    </a:lnTo>
                    <a:cubicBezTo>
                      <a:pt x="180478" y="82868"/>
                      <a:pt x="372307" y="0"/>
                      <a:pt x="584194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58D384DB-5579-47C4-B241-0F9F4CC31199}"/>
                  </a:ext>
                </a:extLst>
              </p:cNvPr>
              <p:cNvSpPr/>
              <p:nvPr/>
            </p:nvSpPr>
            <p:spPr>
              <a:xfrm rot="21346442">
                <a:off x="7729729" y="3685812"/>
                <a:ext cx="205192" cy="305266"/>
              </a:xfrm>
              <a:custGeom>
                <a:avLst/>
                <a:gdLst>
                  <a:gd name="connsiteX0" fmla="*/ 0 w 205192"/>
                  <a:gd name="connsiteY0" fmla="*/ 0 h 305266"/>
                  <a:gd name="connsiteX1" fmla="*/ 95531 w 205192"/>
                  <a:gd name="connsiteY1" fmla="*/ 0 h 305266"/>
                  <a:gd name="connsiteX2" fmla="*/ 149297 w 205192"/>
                  <a:gd name="connsiteY2" fmla="*/ 95577 h 305266"/>
                  <a:gd name="connsiteX3" fmla="*/ 194007 w 205192"/>
                  <a:gd name="connsiteY3" fmla="*/ 234551 h 305266"/>
                  <a:gd name="connsiteX4" fmla="*/ 205192 w 205192"/>
                  <a:gd name="connsiteY4" fmla="*/ 305266 h 305266"/>
                  <a:gd name="connsiteX5" fmla="*/ 0 w 205192"/>
                  <a:gd name="connsiteY5" fmla="*/ 305266 h 305266"/>
                  <a:gd name="connsiteX6" fmla="*/ 0 w 205192"/>
                  <a:gd name="connsiteY6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192" h="305266">
                    <a:moveTo>
                      <a:pt x="0" y="0"/>
                    </a:moveTo>
                    <a:lnTo>
                      <a:pt x="95531" y="0"/>
                    </a:lnTo>
                    <a:lnTo>
                      <a:pt x="149297" y="95577"/>
                    </a:lnTo>
                    <a:cubicBezTo>
                      <a:pt x="168711" y="139865"/>
                      <a:pt x="183786" y="186355"/>
                      <a:pt x="194007" y="234551"/>
                    </a:cubicBezTo>
                    <a:lnTo>
                      <a:pt x="205192" y="305266"/>
                    </a:lnTo>
                    <a:lnTo>
                      <a:pt x="0" y="305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300F1745-987D-4537-B6B8-06A2F548B580}"/>
                  </a:ext>
                </a:extLst>
              </p:cNvPr>
              <p:cNvSpPr/>
              <p:nvPr/>
            </p:nvSpPr>
            <p:spPr>
              <a:xfrm rot="1390805" flipH="1">
                <a:off x="6537758" y="3590147"/>
                <a:ext cx="114064" cy="305266"/>
              </a:xfrm>
              <a:custGeom>
                <a:avLst/>
                <a:gdLst>
                  <a:gd name="connsiteX0" fmla="*/ 0 w 114064"/>
                  <a:gd name="connsiteY0" fmla="*/ 0 h 305266"/>
                  <a:gd name="connsiteX1" fmla="*/ 55131 w 114064"/>
                  <a:gd name="connsiteY1" fmla="*/ 0 h 305266"/>
                  <a:gd name="connsiteX2" fmla="*/ 89680 w 114064"/>
                  <a:gd name="connsiteY2" fmla="*/ 61418 h 305266"/>
                  <a:gd name="connsiteX3" fmla="*/ 114064 w 114064"/>
                  <a:gd name="connsiteY3" fmla="*/ 137214 h 305266"/>
                  <a:gd name="connsiteX4" fmla="*/ 114064 w 114064"/>
                  <a:gd name="connsiteY4" fmla="*/ 305266 h 305266"/>
                  <a:gd name="connsiteX5" fmla="*/ 109661 w 114064"/>
                  <a:gd name="connsiteY5" fmla="*/ 305266 h 305266"/>
                  <a:gd name="connsiteX6" fmla="*/ 98475 w 114064"/>
                  <a:gd name="connsiteY6" fmla="*/ 234551 h 305266"/>
                  <a:gd name="connsiteX7" fmla="*/ 53765 w 114064"/>
                  <a:gd name="connsiteY7" fmla="*/ 95577 h 305266"/>
                  <a:gd name="connsiteX8" fmla="*/ 0 w 114064"/>
                  <a:gd name="connsiteY8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4064" h="305266">
                    <a:moveTo>
                      <a:pt x="0" y="0"/>
                    </a:moveTo>
                    <a:lnTo>
                      <a:pt x="55131" y="0"/>
                    </a:lnTo>
                    <a:lnTo>
                      <a:pt x="89680" y="61418"/>
                    </a:lnTo>
                    <a:lnTo>
                      <a:pt x="114064" y="137214"/>
                    </a:lnTo>
                    <a:lnTo>
                      <a:pt x="114064" y="305266"/>
                    </a:lnTo>
                    <a:lnTo>
                      <a:pt x="109661" y="305266"/>
                    </a:lnTo>
                    <a:lnTo>
                      <a:pt x="98475" y="234551"/>
                    </a:lnTo>
                    <a:cubicBezTo>
                      <a:pt x="88255" y="186355"/>
                      <a:pt x="73180" y="139865"/>
                      <a:pt x="53765" y="9557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7" name="Arc 186">
              <a:extLst>
                <a:ext uri="{FF2B5EF4-FFF2-40B4-BE49-F238E27FC236}">
                  <a16:creationId xmlns:a16="http://schemas.microsoft.com/office/drawing/2014/main" id="{B79915EB-DE40-B93A-DD11-7EBEBC236960}"/>
                </a:ext>
              </a:extLst>
            </p:cNvPr>
            <p:cNvSpPr/>
            <p:nvPr/>
          </p:nvSpPr>
          <p:spPr>
            <a:xfrm rot="17054033">
              <a:off x="4822670" y="6046116"/>
              <a:ext cx="914400" cy="914400"/>
            </a:xfrm>
            <a:prstGeom prst="arc">
              <a:avLst>
                <a:gd name="adj1" fmla="val 19885260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Arc 187">
              <a:extLst>
                <a:ext uri="{FF2B5EF4-FFF2-40B4-BE49-F238E27FC236}">
                  <a16:creationId xmlns:a16="http://schemas.microsoft.com/office/drawing/2014/main" id="{C4F38C5E-B3F0-5163-DDDA-190553F1C7DE}"/>
                </a:ext>
              </a:extLst>
            </p:cNvPr>
            <p:cNvSpPr/>
            <p:nvPr/>
          </p:nvSpPr>
          <p:spPr>
            <a:xfrm rot="17054033">
              <a:off x="4352395" y="5334618"/>
              <a:ext cx="914400" cy="914400"/>
            </a:xfrm>
            <a:prstGeom prst="arc">
              <a:avLst>
                <a:gd name="adj1" fmla="val 19885260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Arc 194">
              <a:extLst>
                <a:ext uri="{FF2B5EF4-FFF2-40B4-BE49-F238E27FC236}">
                  <a16:creationId xmlns:a16="http://schemas.microsoft.com/office/drawing/2014/main" id="{E991D48F-69FF-E2E7-1977-F33516F06823}"/>
                </a:ext>
              </a:extLst>
            </p:cNvPr>
            <p:cNvSpPr/>
            <p:nvPr/>
          </p:nvSpPr>
          <p:spPr>
            <a:xfrm rot="18247367">
              <a:off x="5152107" y="5270336"/>
              <a:ext cx="914400" cy="914400"/>
            </a:xfrm>
            <a:prstGeom prst="arc">
              <a:avLst>
                <a:gd name="adj1" fmla="val 19885260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2" name="male-sigh-6763">
            <a:hlinkClick r:id="" action="ppaction://media"/>
            <a:extLst>
              <a:ext uri="{FF2B5EF4-FFF2-40B4-BE49-F238E27FC236}">
                <a16:creationId xmlns:a16="http://schemas.microsoft.com/office/drawing/2014/main" id="{C45BA36E-F614-D637-3785-EC15A70003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7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4" fill="hold"/>
                                        <p:tgtEl>
                                          <p:spTgt spid="2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863D2A3-E4E6-469A-B2B2-86C3850F8837}"/>
              </a:ext>
            </a:extLst>
          </p:cNvPr>
          <p:cNvSpPr/>
          <p:nvPr/>
        </p:nvSpPr>
        <p:spPr>
          <a:xfrm>
            <a:off x="3673227" y="-411838"/>
            <a:ext cx="4625931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0EA6FE-788D-43B9-A055-7CE88051C1B7}"/>
              </a:ext>
            </a:extLst>
          </p:cNvPr>
          <p:cNvGrpSpPr/>
          <p:nvPr/>
        </p:nvGrpSpPr>
        <p:grpSpPr>
          <a:xfrm>
            <a:off x="-4022205" y="-204771"/>
            <a:ext cx="7941320" cy="10785195"/>
            <a:chOff x="-4022205" y="-204771"/>
            <a:chExt cx="7941320" cy="10785195"/>
          </a:xfrm>
        </p:grpSpPr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3A5C8590-74C4-4666-BFEF-40337EEE9372}"/>
                </a:ext>
              </a:extLst>
            </p:cNvPr>
            <p:cNvSpPr/>
            <p:nvPr/>
          </p:nvSpPr>
          <p:spPr>
            <a:xfrm>
              <a:off x="288818" y="-106861"/>
              <a:ext cx="3630297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67F09DF-81E6-436D-ABB6-9D153C245DAD}"/>
                </a:ext>
              </a:extLst>
            </p:cNvPr>
            <p:cNvSpPr/>
            <p:nvPr/>
          </p:nvSpPr>
          <p:spPr>
            <a:xfrm>
              <a:off x="-4022205" y="-204771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86D7EA9-F9B4-4D4F-BDC2-3548E628D656}"/>
              </a:ext>
            </a:extLst>
          </p:cNvPr>
          <p:cNvGrpSpPr/>
          <p:nvPr/>
        </p:nvGrpSpPr>
        <p:grpSpPr>
          <a:xfrm>
            <a:off x="4074117" y="0"/>
            <a:ext cx="1099168" cy="1360157"/>
            <a:chOff x="2894199" y="0"/>
            <a:chExt cx="1099168" cy="1360157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93B8B5BF-7A3A-4226-8F5A-9D9BBBCB401C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C1B3E64-F9F4-4808-9E2C-DE01F0819AC8}"/>
                </a:ext>
              </a:extLst>
            </p:cNvPr>
            <p:cNvCxnSpPr>
              <a:cxnSpLocks/>
            </p:cNvCxnSpPr>
            <p:nvPr/>
          </p:nvCxnSpPr>
          <p:spPr>
            <a:xfrm>
              <a:off x="3430824" y="37480"/>
              <a:ext cx="0" cy="109929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7446C349-B91A-4365-85D4-03FCA73ED9EE}"/>
                </a:ext>
              </a:extLst>
            </p:cNvPr>
            <p:cNvSpPr/>
            <p:nvPr/>
          </p:nvSpPr>
          <p:spPr>
            <a:xfrm>
              <a:off x="2894199" y="1136773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ADBBAD4-46D3-4B07-B33D-C4D69035FAFF}"/>
              </a:ext>
            </a:extLst>
          </p:cNvPr>
          <p:cNvSpPr txBox="1"/>
          <p:nvPr/>
        </p:nvSpPr>
        <p:spPr>
          <a:xfrm>
            <a:off x="379934" y="2114352"/>
            <a:ext cx="6556984" cy="1200329"/>
          </a:xfrm>
          <a:prstGeom prst="rect">
            <a:avLst/>
          </a:prstGeom>
          <a:noFill/>
          <a:effectLst>
            <a:glow rad="1905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POV: When Your Pet Is the Boss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A973B5-DA16-F5AD-64FA-4DB1FA72E8D3}"/>
              </a:ext>
            </a:extLst>
          </p:cNvPr>
          <p:cNvGrpSpPr/>
          <p:nvPr/>
        </p:nvGrpSpPr>
        <p:grpSpPr>
          <a:xfrm>
            <a:off x="1315046" y="4540125"/>
            <a:ext cx="5158817" cy="4759290"/>
            <a:chOff x="1315046" y="4540125"/>
            <a:chExt cx="5158817" cy="475929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6D5022E-AB2B-0605-AB35-0021AFA7E28A}"/>
                </a:ext>
              </a:extLst>
            </p:cNvPr>
            <p:cNvSpPr/>
            <p:nvPr/>
          </p:nvSpPr>
          <p:spPr>
            <a:xfrm>
              <a:off x="6160260" y="8675648"/>
              <a:ext cx="209068" cy="623767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78653DF-3457-991D-BADC-823C06695944}"/>
                </a:ext>
              </a:extLst>
            </p:cNvPr>
            <p:cNvSpPr/>
            <p:nvPr/>
          </p:nvSpPr>
          <p:spPr>
            <a:xfrm>
              <a:off x="1505432" y="8675648"/>
              <a:ext cx="209068" cy="623767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855852B-590E-DE01-AD4C-278705073BC8}"/>
                </a:ext>
              </a:extLst>
            </p:cNvPr>
            <p:cNvSpPr/>
            <p:nvPr/>
          </p:nvSpPr>
          <p:spPr>
            <a:xfrm>
              <a:off x="6264794" y="7077636"/>
              <a:ext cx="209068" cy="623767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705A664-9F97-F390-F65D-CAE4FCADDBFE}"/>
                </a:ext>
              </a:extLst>
            </p:cNvPr>
            <p:cNvSpPr/>
            <p:nvPr/>
          </p:nvSpPr>
          <p:spPr>
            <a:xfrm>
              <a:off x="1491494" y="4540125"/>
              <a:ext cx="4982369" cy="3346633"/>
            </a:xfrm>
            <a:custGeom>
              <a:avLst/>
              <a:gdLst>
                <a:gd name="connsiteX0" fmla="*/ 0 w 4625931"/>
                <a:gd name="connsiteY0" fmla="*/ 215904 h 1295400"/>
                <a:gd name="connsiteX1" fmla="*/ 215904 w 4625931"/>
                <a:gd name="connsiteY1" fmla="*/ 0 h 1295400"/>
                <a:gd name="connsiteX2" fmla="*/ 4410027 w 4625931"/>
                <a:gd name="connsiteY2" fmla="*/ 0 h 1295400"/>
                <a:gd name="connsiteX3" fmla="*/ 4625931 w 4625931"/>
                <a:gd name="connsiteY3" fmla="*/ 215904 h 1295400"/>
                <a:gd name="connsiteX4" fmla="*/ 4625931 w 4625931"/>
                <a:gd name="connsiteY4" fmla="*/ 1079496 h 1295400"/>
                <a:gd name="connsiteX5" fmla="*/ 4410027 w 4625931"/>
                <a:gd name="connsiteY5" fmla="*/ 1295400 h 1295400"/>
                <a:gd name="connsiteX6" fmla="*/ 215904 w 4625931"/>
                <a:gd name="connsiteY6" fmla="*/ 1295400 h 1295400"/>
                <a:gd name="connsiteX7" fmla="*/ 0 w 4625931"/>
                <a:gd name="connsiteY7" fmla="*/ 1079496 h 1295400"/>
                <a:gd name="connsiteX8" fmla="*/ 0 w 4625931"/>
                <a:gd name="connsiteY8" fmla="*/ 215904 h 1295400"/>
                <a:gd name="connsiteX0" fmla="*/ 356438 w 4982369"/>
                <a:gd name="connsiteY0" fmla="*/ 215904 h 3048000"/>
                <a:gd name="connsiteX1" fmla="*/ 572342 w 4982369"/>
                <a:gd name="connsiteY1" fmla="*/ 0 h 3048000"/>
                <a:gd name="connsiteX2" fmla="*/ 4766465 w 4982369"/>
                <a:gd name="connsiteY2" fmla="*/ 0 h 3048000"/>
                <a:gd name="connsiteX3" fmla="*/ 4982369 w 4982369"/>
                <a:gd name="connsiteY3" fmla="*/ 215904 h 3048000"/>
                <a:gd name="connsiteX4" fmla="*/ 4982369 w 4982369"/>
                <a:gd name="connsiteY4" fmla="*/ 1079496 h 3048000"/>
                <a:gd name="connsiteX5" fmla="*/ 4766465 w 4982369"/>
                <a:gd name="connsiteY5" fmla="*/ 1295400 h 3048000"/>
                <a:gd name="connsiteX6" fmla="*/ 19892 w 4982369"/>
                <a:gd name="connsiteY6" fmla="*/ 3048000 h 3048000"/>
                <a:gd name="connsiteX7" fmla="*/ 356438 w 4982369"/>
                <a:gd name="connsiteY7" fmla="*/ 1079496 h 3048000"/>
                <a:gd name="connsiteX8" fmla="*/ 356438 w 4982369"/>
                <a:gd name="connsiteY8" fmla="*/ 215904 h 3048000"/>
                <a:gd name="connsiteX0" fmla="*/ 356438 w 4982369"/>
                <a:gd name="connsiteY0" fmla="*/ 215904 h 3048000"/>
                <a:gd name="connsiteX1" fmla="*/ 572342 w 4982369"/>
                <a:gd name="connsiteY1" fmla="*/ 0 h 3048000"/>
                <a:gd name="connsiteX2" fmla="*/ 4766465 w 4982369"/>
                <a:gd name="connsiteY2" fmla="*/ 0 h 3048000"/>
                <a:gd name="connsiteX3" fmla="*/ 4982369 w 4982369"/>
                <a:gd name="connsiteY3" fmla="*/ 215904 h 3048000"/>
                <a:gd name="connsiteX4" fmla="*/ 4982369 w 4982369"/>
                <a:gd name="connsiteY4" fmla="*/ 1079496 h 3048000"/>
                <a:gd name="connsiteX5" fmla="*/ 4861715 w 4982369"/>
                <a:gd name="connsiteY5" fmla="*/ 3009900 h 3048000"/>
                <a:gd name="connsiteX6" fmla="*/ 19892 w 4982369"/>
                <a:gd name="connsiteY6" fmla="*/ 3048000 h 3048000"/>
                <a:gd name="connsiteX7" fmla="*/ 356438 w 4982369"/>
                <a:gd name="connsiteY7" fmla="*/ 1079496 h 3048000"/>
                <a:gd name="connsiteX8" fmla="*/ 356438 w 4982369"/>
                <a:gd name="connsiteY8" fmla="*/ 215904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82369" h="3048000">
                  <a:moveTo>
                    <a:pt x="356438" y="215904"/>
                  </a:moveTo>
                  <a:cubicBezTo>
                    <a:pt x="356438" y="96664"/>
                    <a:pt x="453102" y="0"/>
                    <a:pt x="572342" y="0"/>
                  </a:cubicBezTo>
                  <a:lnTo>
                    <a:pt x="4766465" y="0"/>
                  </a:lnTo>
                  <a:cubicBezTo>
                    <a:pt x="4885705" y="0"/>
                    <a:pt x="4982369" y="96664"/>
                    <a:pt x="4982369" y="215904"/>
                  </a:cubicBezTo>
                  <a:lnTo>
                    <a:pt x="4982369" y="1079496"/>
                  </a:lnTo>
                  <a:cubicBezTo>
                    <a:pt x="4982369" y="1198736"/>
                    <a:pt x="4980955" y="3009900"/>
                    <a:pt x="4861715" y="3009900"/>
                  </a:cubicBezTo>
                  <a:lnTo>
                    <a:pt x="19892" y="3048000"/>
                  </a:lnTo>
                  <a:cubicBezTo>
                    <a:pt x="-99348" y="3048000"/>
                    <a:pt x="356438" y="1198736"/>
                    <a:pt x="356438" y="1079496"/>
                  </a:cubicBezTo>
                  <a:lnTo>
                    <a:pt x="356438" y="21590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108C5BA-5495-B328-111D-478B356DBF44}"/>
                </a:ext>
              </a:extLst>
            </p:cNvPr>
            <p:cNvSpPr/>
            <p:nvPr/>
          </p:nvSpPr>
          <p:spPr>
            <a:xfrm>
              <a:off x="1315046" y="7826329"/>
              <a:ext cx="5083213" cy="90108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B9A56C8-4674-60F6-F162-256B731794BC}"/>
              </a:ext>
            </a:extLst>
          </p:cNvPr>
          <p:cNvGrpSpPr/>
          <p:nvPr/>
        </p:nvGrpSpPr>
        <p:grpSpPr>
          <a:xfrm>
            <a:off x="1659989" y="3617882"/>
            <a:ext cx="3341230" cy="4170967"/>
            <a:chOff x="2791469" y="4459445"/>
            <a:chExt cx="2237116" cy="2792665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15BA411-E2EE-F6F7-C60F-2CF51AA2F3C0}"/>
                </a:ext>
              </a:extLst>
            </p:cNvPr>
            <p:cNvSpPr/>
            <p:nvPr/>
          </p:nvSpPr>
          <p:spPr>
            <a:xfrm rot="1111502">
              <a:off x="2791469" y="5482308"/>
              <a:ext cx="439169" cy="87637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E73EBA-C96B-22BE-3AF0-7D3AFC3A147B}"/>
                </a:ext>
              </a:extLst>
            </p:cNvPr>
            <p:cNvGrpSpPr/>
            <p:nvPr/>
          </p:nvGrpSpPr>
          <p:grpSpPr>
            <a:xfrm>
              <a:off x="2809644" y="4459445"/>
              <a:ext cx="2218941" cy="2792665"/>
              <a:chOff x="971973" y="4023691"/>
              <a:chExt cx="2218941" cy="2792665"/>
            </a:xfrm>
          </p:grpSpPr>
          <p:sp>
            <p:nvSpPr>
              <p:cNvPr id="11" name="Oval 34">
                <a:extLst>
                  <a:ext uri="{FF2B5EF4-FFF2-40B4-BE49-F238E27FC236}">
                    <a16:creationId xmlns:a16="http://schemas.microsoft.com/office/drawing/2014/main" id="{8AF18A10-9D30-DE8D-307B-438C5D554EE3}"/>
                  </a:ext>
                </a:extLst>
              </p:cNvPr>
              <p:cNvSpPr/>
              <p:nvPr/>
            </p:nvSpPr>
            <p:spPr>
              <a:xfrm rot="21136134">
                <a:off x="2250813" y="5342608"/>
                <a:ext cx="940101" cy="1357190"/>
              </a:xfrm>
              <a:custGeom>
                <a:avLst/>
                <a:gdLst>
                  <a:gd name="connsiteX0" fmla="*/ 0 w 128521"/>
                  <a:gd name="connsiteY0" fmla="*/ 373888 h 747775"/>
                  <a:gd name="connsiteX1" fmla="*/ 64261 w 128521"/>
                  <a:gd name="connsiteY1" fmla="*/ 0 h 747775"/>
                  <a:gd name="connsiteX2" fmla="*/ 128522 w 128521"/>
                  <a:gd name="connsiteY2" fmla="*/ 373888 h 747775"/>
                  <a:gd name="connsiteX3" fmla="*/ 64261 w 128521"/>
                  <a:gd name="connsiteY3" fmla="*/ 747776 h 747775"/>
                  <a:gd name="connsiteX4" fmla="*/ 0 w 128521"/>
                  <a:gd name="connsiteY4" fmla="*/ 373888 h 747775"/>
                  <a:gd name="connsiteX0" fmla="*/ 0 w 262421"/>
                  <a:gd name="connsiteY0" fmla="*/ 344281 h 748005"/>
                  <a:gd name="connsiteX1" fmla="*/ 198160 w 262421"/>
                  <a:gd name="connsiteY1" fmla="*/ 125 h 748005"/>
                  <a:gd name="connsiteX2" fmla="*/ 262421 w 262421"/>
                  <a:gd name="connsiteY2" fmla="*/ 374013 h 748005"/>
                  <a:gd name="connsiteX3" fmla="*/ 198160 w 262421"/>
                  <a:gd name="connsiteY3" fmla="*/ 747901 h 748005"/>
                  <a:gd name="connsiteX4" fmla="*/ 0 w 262421"/>
                  <a:gd name="connsiteY4" fmla="*/ 344281 h 748005"/>
                  <a:gd name="connsiteX0" fmla="*/ 0 w 199079"/>
                  <a:gd name="connsiteY0" fmla="*/ 344179 h 747815"/>
                  <a:gd name="connsiteX1" fmla="*/ 198160 w 199079"/>
                  <a:gd name="connsiteY1" fmla="*/ 23 h 747815"/>
                  <a:gd name="connsiteX2" fmla="*/ 78934 w 199079"/>
                  <a:gd name="connsiteY2" fmla="*/ 356583 h 747815"/>
                  <a:gd name="connsiteX3" fmla="*/ 198160 w 199079"/>
                  <a:gd name="connsiteY3" fmla="*/ 747799 h 747815"/>
                  <a:gd name="connsiteX4" fmla="*/ 0 w 199079"/>
                  <a:gd name="connsiteY4" fmla="*/ 344179 h 747815"/>
                  <a:gd name="connsiteX0" fmla="*/ 5177 w 455703"/>
                  <a:gd name="connsiteY0" fmla="*/ 344168 h 469392"/>
                  <a:gd name="connsiteX1" fmla="*/ 203337 w 455703"/>
                  <a:gd name="connsiteY1" fmla="*/ 12 h 469392"/>
                  <a:gd name="connsiteX2" fmla="*/ 84111 w 455703"/>
                  <a:gd name="connsiteY2" fmla="*/ 356572 h 469392"/>
                  <a:gd name="connsiteX3" fmla="*/ 455373 w 455703"/>
                  <a:gd name="connsiteY3" fmla="*/ 421281 h 469392"/>
                  <a:gd name="connsiteX4" fmla="*/ 5177 w 455703"/>
                  <a:gd name="connsiteY4" fmla="*/ 344168 h 469392"/>
                  <a:gd name="connsiteX0" fmla="*/ 5005 w 455229"/>
                  <a:gd name="connsiteY0" fmla="*/ 345089 h 548581"/>
                  <a:gd name="connsiteX1" fmla="*/ 203165 w 455229"/>
                  <a:gd name="connsiteY1" fmla="*/ 933 h 548581"/>
                  <a:gd name="connsiteX2" fmla="*/ 29406 w 455229"/>
                  <a:gd name="connsiteY2" fmla="*/ 462468 h 548581"/>
                  <a:gd name="connsiteX3" fmla="*/ 455201 w 455229"/>
                  <a:gd name="connsiteY3" fmla="*/ 422202 h 548581"/>
                  <a:gd name="connsiteX4" fmla="*/ 5005 w 455229"/>
                  <a:gd name="connsiteY4" fmla="*/ 345089 h 548581"/>
                  <a:gd name="connsiteX0" fmla="*/ 5005 w 455229"/>
                  <a:gd name="connsiteY0" fmla="*/ 345089 h 470603"/>
                  <a:gd name="connsiteX1" fmla="*/ 203165 w 455229"/>
                  <a:gd name="connsiteY1" fmla="*/ 933 h 470603"/>
                  <a:gd name="connsiteX2" fmla="*/ 29406 w 455229"/>
                  <a:gd name="connsiteY2" fmla="*/ 462468 h 470603"/>
                  <a:gd name="connsiteX3" fmla="*/ 455201 w 455229"/>
                  <a:gd name="connsiteY3" fmla="*/ 422202 h 470603"/>
                  <a:gd name="connsiteX4" fmla="*/ 5005 w 455229"/>
                  <a:gd name="connsiteY4" fmla="*/ 345089 h 470603"/>
                  <a:gd name="connsiteX0" fmla="*/ 4780 w 469905"/>
                  <a:gd name="connsiteY0" fmla="*/ 481390 h 502518"/>
                  <a:gd name="connsiteX1" fmla="*/ 217796 w 469905"/>
                  <a:gd name="connsiteY1" fmla="*/ 32 h 502518"/>
                  <a:gd name="connsiteX2" fmla="*/ 44037 w 469905"/>
                  <a:gd name="connsiteY2" fmla="*/ 461567 h 502518"/>
                  <a:gd name="connsiteX3" fmla="*/ 469832 w 469905"/>
                  <a:gd name="connsiteY3" fmla="*/ 421301 h 502518"/>
                  <a:gd name="connsiteX4" fmla="*/ 4780 w 469905"/>
                  <a:gd name="connsiteY4" fmla="*/ 481390 h 502518"/>
                  <a:gd name="connsiteX0" fmla="*/ 4922 w 470385"/>
                  <a:gd name="connsiteY0" fmla="*/ 481443 h 502800"/>
                  <a:gd name="connsiteX1" fmla="*/ 217938 w 470385"/>
                  <a:gd name="connsiteY1" fmla="*/ 85 h 502800"/>
                  <a:gd name="connsiteX2" fmla="*/ 93768 w 470385"/>
                  <a:gd name="connsiteY2" fmla="*/ 449215 h 502800"/>
                  <a:gd name="connsiteX3" fmla="*/ 469974 w 470385"/>
                  <a:gd name="connsiteY3" fmla="*/ 421354 h 502800"/>
                  <a:gd name="connsiteX4" fmla="*/ 4922 w 470385"/>
                  <a:gd name="connsiteY4" fmla="*/ 481443 h 502800"/>
                  <a:gd name="connsiteX0" fmla="*/ 9845 w 602542"/>
                  <a:gd name="connsiteY0" fmla="*/ 481443 h 761987"/>
                  <a:gd name="connsiteX1" fmla="*/ 222861 w 602542"/>
                  <a:gd name="connsiteY1" fmla="*/ 85 h 761987"/>
                  <a:gd name="connsiteX2" fmla="*/ 98691 w 602542"/>
                  <a:gd name="connsiteY2" fmla="*/ 449215 h 761987"/>
                  <a:gd name="connsiteX3" fmla="*/ 602231 w 602542"/>
                  <a:gd name="connsiteY3" fmla="*/ 761855 h 761987"/>
                  <a:gd name="connsiteX4" fmla="*/ 9845 w 602542"/>
                  <a:gd name="connsiteY4" fmla="*/ 481443 h 761987"/>
                  <a:gd name="connsiteX0" fmla="*/ 10243 w 603800"/>
                  <a:gd name="connsiteY0" fmla="*/ 481378 h 761822"/>
                  <a:gd name="connsiteX1" fmla="*/ 223259 w 603800"/>
                  <a:gd name="connsiteY1" fmla="*/ 20 h 761822"/>
                  <a:gd name="connsiteX2" fmla="*/ 173477 w 603800"/>
                  <a:gd name="connsiteY2" fmla="*/ 465669 h 761822"/>
                  <a:gd name="connsiteX3" fmla="*/ 602629 w 603800"/>
                  <a:gd name="connsiteY3" fmla="*/ 761790 h 761822"/>
                  <a:gd name="connsiteX4" fmla="*/ 10243 w 603800"/>
                  <a:gd name="connsiteY4" fmla="*/ 481378 h 761822"/>
                  <a:gd name="connsiteX0" fmla="*/ 12853 w 534544"/>
                  <a:gd name="connsiteY0" fmla="*/ 512923 h 762277"/>
                  <a:gd name="connsiteX1" fmla="*/ 154785 w 534544"/>
                  <a:gd name="connsiteY1" fmla="*/ 169 h 762277"/>
                  <a:gd name="connsiteX2" fmla="*/ 105003 w 534544"/>
                  <a:gd name="connsiteY2" fmla="*/ 465818 h 762277"/>
                  <a:gd name="connsiteX3" fmla="*/ 534155 w 534544"/>
                  <a:gd name="connsiteY3" fmla="*/ 761939 h 762277"/>
                  <a:gd name="connsiteX4" fmla="*/ 12853 w 534544"/>
                  <a:gd name="connsiteY4" fmla="*/ 512923 h 762277"/>
                  <a:gd name="connsiteX0" fmla="*/ 19485 w 541176"/>
                  <a:gd name="connsiteY0" fmla="*/ 531914 h 781276"/>
                  <a:gd name="connsiteX1" fmla="*/ 110997 w 541176"/>
                  <a:gd name="connsiteY1" fmla="*/ 158 h 781276"/>
                  <a:gd name="connsiteX2" fmla="*/ 111635 w 541176"/>
                  <a:gd name="connsiteY2" fmla="*/ 484809 h 781276"/>
                  <a:gd name="connsiteX3" fmla="*/ 540787 w 541176"/>
                  <a:gd name="connsiteY3" fmla="*/ 780930 h 781276"/>
                  <a:gd name="connsiteX4" fmla="*/ 19485 w 541176"/>
                  <a:gd name="connsiteY4" fmla="*/ 531914 h 781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1176" h="781276">
                    <a:moveTo>
                      <a:pt x="19485" y="531914"/>
                    </a:moveTo>
                    <a:cubicBezTo>
                      <a:pt x="-52147" y="401785"/>
                      <a:pt x="95639" y="8009"/>
                      <a:pt x="110997" y="158"/>
                    </a:cubicBezTo>
                    <a:cubicBezTo>
                      <a:pt x="126355" y="-7693"/>
                      <a:pt x="111635" y="278316"/>
                      <a:pt x="111635" y="484809"/>
                    </a:cubicBezTo>
                    <a:cubicBezTo>
                      <a:pt x="112435" y="511950"/>
                      <a:pt x="556145" y="773079"/>
                      <a:pt x="540787" y="780930"/>
                    </a:cubicBezTo>
                    <a:cubicBezTo>
                      <a:pt x="525429" y="788781"/>
                      <a:pt x="91117" y="662043"/>
                      <a:pt x="19485" y="531914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53EDDA-6E0E-0317-91FD-03356121C126}"/>
                  </a:ext>
                </a:extLst>
              </p:cNvPr>
              <p:cNvGrpSpPr/>
              <p:nvPr/>
            </p:nvGrpSpPr>
            <p:grpSpPr>
              <a:xfrm>
                <a:off x="971973" y="4023691"/>
                <a:ext cx="2142129" cy="2792665"/>
                <a:chOff x="-3491957" y="1728400"/>
                <a:chExt cx="6532279" cy="8516044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B58AD9C6-CB44-7B1E-257C-E06A41D19626}"/>
                    </a:ext>
                  </a:extLst>
                </p:cNvPr>
                <p:cNvGrpSpPr/>
                <p:nvPr/>
              </p:nvGrpSpPr>
              <p:grpSpPr>
                <a:xfrm>
                  <a:off x="-3491957" y="1728400"/>
                  <a:ext cx="6532279" cy="8516044"/>
                  <a:chOff x="-3619704" y="1661988"/>
                  <a:chExt cx="6532279" cy="8516044"/>
                </a:xfrm>
              </p:grpSpPr>
              <p:sp>
                <p:nvSpPr>
                  <p:cNvPr id="23" name="Isosceles Triangle 6">
                    <a:extLst>
                      <a:ext uri="{FF2B5EF4-FFF2-40B4-BE49-F238E27FC236}">
                        <a16:creationId xmlns:a16="http://schemas.microsoft.com/office/drawing/2014/main" id="{1A9F8E7A-2F06-DD7E-84F1-B0DAB55EB6D8}"/>
                      </a:ext>
                    </a:extLst>
                  </p:cNvPr>
                  <p:cNvSpPr/>
                  <p:nvPr/>
                </p:nvSpPr>
                <p:spPr>
                  <a:xfrm rot="19485850">
                    <a:off x="-3397959" y="1686079"/>
                    <a:ext cx="2120535" cy="2053416"/>
                  </a:xfrm>
                  <a:custGeom>
                    <a:avLst/>
                    <a:gdLst>
                      <a:gd name="connsiteX0" fmla="*/ 0 w 2120535"/>
                      <a:gd name="connsiteY0" fmla="*/ 2053416 h 2053416"/>
                      <a:gd name="connsiteX1" fmla="*/ 1060268 w 2120535"/>
                      <a:gd name="connsiteY1" fmla="*/ 0 h 2053416"/>
                      <a:gd name="connsiteX2" fmla="*/ 2120535 w 2120535"/>
                      <a:gd name="connsiteY2" fmla="*/ 2053416 h 2053416"/>
                      <a:gd name="connsiteX3" fmla="*/ 0 w 2120535"/>
                      <a:gd name="connsiteY3" fmla="*/ 2053416 h 2053416"/>
                      <a:gd name="connsiteX0" fmla="*/ 0 w 2120535"/>
                      <a:gd name="connsiteY0" fmla="*/ 2053416 h 2053416"/>
                      <a:gd name="connsiteX1" fmla="*/ 1060268 w 2120535"/>
                      <a:gd name="connsiteY1" fmla="*/ 0 h 2053416"/>
                      <a:gd name="connsiteX2" fmla="*/ 2120535 w 2120535"/>
                      <a:gd name="connsiteY2" fmla="*/ 2053416 h 2053416"/>
                      <a:gd name="connsiteX3" fmla="*/ 1059367 w 2120535"/>
                      <a:gd name="connsiteY3" fmla="*/ 871375 h 2053416"/>
                      <a:gd name="connsiteX4" fmla="*/ 0 w 2120535"/>
                      <a:gd name="connsiteY4" fmla="*/ 2053416 h 20534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120535" h="2053416">
                        <a:moveTo>
                          <a:pt x="0" y="2053416"/>
                        </a:moveTo>
                        <a:lnTo>
                          <a:pt x="1060268" y="0"/>
                        </a:lnTo>
                        <a:lnTo>
                          <a:pt x="2120535" y="2053416"/>
                        </a:lnTo>
                        <a:cubicBezTo>
                          <a:pt x="1775899" y="2038991"/>
                          <a:pt x="1404003" y="885800"/>
                          <a:pt x="1059367" y="871375"/>
                        </a:cubicBezTo>
                        <a:lnTo>
                          <a:pt x="0" y="2053416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Isosceles Triangle 6">
                    <a:extLst>
                      <a:ext uri="{FF2B5EF4-FFF2-40B4-BE49-F238E27FC236}">
                        <a16:creationId xmlns:a16="http://schemas.microsoft.com/office/drawing/2014/main" id="{28160EE1-508B-BFFD-0BCA-B43B16CF779C}"/>
                      </a:ext>
                    </a:extLst>
                  </p:cNvPr>
                  <p:cNvSpPr/>
                  <p:nvPr/>
                </p:nvSpPr>
                <p:spPr>
                  <a:xfrm rot="2114150" flipH="1">
                    <a:off x="548966" y="1661988"/>
                    <a:ext cx="2120535" cy="2053416"/>
                  </a:xfrm>
                  <a:custGeom>
                    <a:avLst/>
                    <a:gdLst>
                      <a:gd name="connsiteX0" fmla="*/ 0 w 2120535"/>
                      <a:gd name="connsiteY0" fmla="*/ 2053416 h 2053416"/>
                      <a:gd name="connsiteX1" fmla="*/ 1060268 w 2120535"/>
                      <a:gd name="connsiteY1" fmla="*/ 0 h 2053416"/>
                      <a:gd name="connsiteX2" fmla="*/ 2120535 w 2120535"/>
                      <a:gd name="connsiteY2" fmla="*/ 2053416 h 2053416"/>
                      <a:gd name="connsiteX3" fmla="*/ 0 w 2120535"/>
                      <a:gd name="connsiteY3" fmla="*/ 2053416 h 2053416"/>
                      <a:gd name="connsiteX0" fmla="*/ 0 w 2120535"/>
                      <a:gd name="connsiteY0" fmla="*/ 2053416 h 2053416"/>
                      <a:gd name="connsiteX1" fmla="*/ 1060268 w 2120535"/>
                      <a:gd name="connsiteY1" fmla="*/ 0 h 2053416"/>
                      <a:gd name="connsiteX2" fmla="*/ 2120535 w 2120535"/>
                      <a:gd name="connsiteY2" fmla="*/ 2053416 h 2053416"/>
                      <a:gd name="connsiteX3" fmla="*/ 1059367 w 2120535"/>
                      <a:gd name="connsiteY3" fmla="*/ 871375 h 2053416"/>
                      <a:gd name="connsiteX4" fmla="*/ 0 w 2120535"/>
                      <a:gd name="connsiteY4" fmla="*/ 2053416 h 20534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120535" h="2053416">
                        <a:moveTo>
                          <a:pt x="0" y="2053416"/>
                        </a:moveTo>
                        <a:lnTo>
                          <a:pt x="1060268" y="0"/>
                        </a:lnTo>
                        <a:lnTo>
                          <a:pt x="2120535" y="2053416"/>
                        </a:lnTo>
                        <a:cubicBezTo>
                          <a:pt x="1775899" y="2038991"/>
                          <a:pt x="1404003" y="885800"/>
                          <a:pt x="1059367" y="871375"/>
                        </a:cubicBezTo>
                        <a:lnTo>
                          <a:pt x="0" y="2053416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A227D666-B617-83CD-928B-3BFC364292EF}"/>
                      </a:ext>
                    </a:extLst>
                  </p:cNvPr>
                  <p:cNvSpPr/>
                  <p:nvPr/>
                </p:nvSpPr>
                <p:spPr>
                  <a:xfrm rot="20222933">
                    <a:off x="1535109" y="4605963"/>
                    <a:ext cx="1339218" cy="2672448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9">
                    <a:extLst>
                      <a:ext uri="{FF2B5EF4-FFF2-40B4-BE49-F238E27FC236}">
                        <a16:creationId xmlns:a16="http://schemas.microsoft.com/office/drawing/2014/main" id="{DD6EC2D4-25F5-2596-D711-8980722006C7}"/>
                      </a:ext>
                    </a:extLst>
                  </p:cNvPr>
                  <p:cNvSpPr/>
                  <p:nvPr/>
                </p:nvSpPr>
                <p:spPr>
                  <a:xfrm>
                    <a:off x="-3619704" y="5986421"/>
                    <a:ext cx="6532279" cy="4191611"/>
                  </a:xfrm>
                  <a:custGeom>
                    <a:avLst/>
                    <a:gdLst>
                      <a:gd name="connsiteX0" fmla="*/ 0 w 6497689"/>
                      <a:gd name="connsiteY0" fmla="*/ 1675543 h 3351086"/>
                      <a:gd name="connsiteX1" fmla="*/ 3248845 w 6497689"/>
                      <a:gd name="connsiteY1" fmla="*/ 0 h 3351086"/>
                      <a:gd name="connsiteX2" fmla="*/ 6497690 w 6497689"/>
                      <a:gd name="connsiteY2" fmla="*/ 1675543 h 3351086"/>
                      <a:gd name="connsiteX3" fmla="*/ 3248845 w 6497689"/>
                      <a:gd name="connsiteY3" fmla="*/ 3351086 h 3351086"/>
                      <a:gd name="connsiteX4" fmla="*/ 0 w 6497689"/>
                      <a:gd name="connsiteY4" fmla="*/ 1675543 h 3351086"/>
                      <a:gd name="connsiteX0" fmla="*/ 0 w 6497690"/>
                      <a:gd name="connsiteY0" fmla="*/ 1675543 h 3699387"/>
                      <a:gd name="connsiteX1" fmla="*/ 3248845 w 6497690"/>
                      <a:gd name="connsiteY1" fmla="*/ 0 h 3699387"/>
                      <a:gd name="connsiteX2" fmla="*/ 6497690 w 6497690"/>
                      <a:gd name="connsiteY2" fmla="*/ 1675543 h 3699387"/>
                      <a:gd name="connsiteX3" fmla="*/ 3248845 w 6497690"/>
                      <a:gd name="connsiteY3" fmla="*/ 3351086 h 3699387"/>
                      <a:gd name="connsiteX4" fmla="*/ 0 w 6497690"/>
                      <a:gd name="connsiteY4" fmla="*/ 1675543 h 3699387"/>
                      <a:gd name="connsiteX0" fmla="*/ 7516 w 6512722"/>
                      <a:gd name="connsiteY0" fmla="*/ 1675543 h 3547398"/>
                      <a:gd name="connsiteX1" fmla="*/ 3256361 w 6512722"/>
                      <a:gd name="connsiteY1" fmla="*/ 0 h 3547398"/>
                      <a:gd name="connsiteX2" fmla="*/ 6505206 w 6512722"/>
                      <a:gd name="connsiteY2" fmla="*/ 1675543 h 3547398"/>
                      <a:gd name="connsiteX3" fmla="*/ 3256361 w 6512722"/>
                      <a:gd name="connsiteY3" fmla="*/ 3351086 h 3547398"/>
                      <a:gd name="connsiteX4" fmla="*/ 7516 w 6512722"/>
                      <a:gd name="connsiteY4" fmla="*/ 1675543 h 3547398"/>
                      <a:gd name="connsiteX0" fmla="*/ 0 w 6497690"/>
                      <a:gd name="connsiteY0" fmla="*/ 1675543 h 3368854"/>
                      <a:gd name="connsiteX1" fmla="*/ 3248845 w 6497690"/>
                      <a:gd name="connsiteY1" fmla="*/ 0 h 3368854"/>
                      <a:gd name="connsiteX2" fmla="*/ 6497690 w 6497690"/>
                      <a:gd name="connsiteY2" fmla="*/ 1675543 h 3368854"/>
                      <a:gd name="connsiteX3" fmla="*/ 3248845 w 6497690"/>
                      <a:gd name="connsiteY3" fmla="*/ 3351086 h 3368854"/>
                      <a:gd name="connsiteX4" fmla="*/ 0 w 6497690"/>
                      <a:gd name="connsiteY4" fmla="*/ 1675543 h 3368854"/>
                      <a:gd name="connsiteX0" fmla="*/ 0 w 6585026"/>
                      <a:gd name="connsiteY0" fmla="*/ 1675543 h 3368854"/>
                      <a:gd name="connsiteX1" fmla="*/ 3248845 w 6585026"/>
                      <a:gd name="connsiteY1" fmla="*/ 0 h 3368854"/>
                      <a:gd name="connsiteX2" fmla="*/ 6497690 w 6585026"/>
                      <a:gd name="connsiteY2" fmla="*/ 1675543 h 3368854"/>
                      <a:gd name="connsiteX3" fmla="*/ 3248845 w 6585026"/>
                      <a:gd name="connsiteY3" fmla="*/ 3351086 h 3368854"/>
                      <a:gd name="connsiteX4" fmla="*/ 0 w 6585026"/>
                      <a:gd name="connsiteY4" fmla="*/ 1675543 h 3368854"/>
                      <a:gd name="connsiteX0" fmla="*/ 7544 w 6592570"/>
                      <a:gd name="connsiteY0" fmla="*/ 1675543 h 3394728"/>
                      <a:gd name="connsiteX1" fmla="*/ 3256389 w 6592570"/>
                      <a:gd name="connsiteY1" fmla="*/ 0 h 3394728"/>
                      <a:gd name="connsiteX2" fmla="*/ 6505234 w 6592570"/>
                      <a:gd name="connsiteY2" fmla="*/ 1675543 h 3394728"/>
                      <a:gd name="connsiteX3" fmla="*/ 3256389 w 6592570"/>
                      <a:gd name="connsiteY3" fmla="*/ 3351086 h 3394728"/>
                      <a:gd name="connsiteX4" fmla="*/ 7544 w 6592570"/>
                      <a:gd name="connsiteY4" fmla="*/ 1675543 h 3394728"/>
                      <a:gd name="connsiteX0" fmla="*/ 7544 w 6592570"/>
                      <a:gd name="connsiteY0" fmla="*/ 1675543 h 3366292"/>
                      <a:gd name="connsiteX1" fmla="*/ 3256389 w 6592570"/>
                      <a:gd name="connsiteY1" fmla="*/ 0 h 3366292"/>
                      <a:gd name="connsiteX2" fmla="*/ 6505234 w 6592570"/>
                      <a:gd name="connsiteY2" fmla="*/ 1675543 h 3366292"/>
                      <a:gd name="connsiteX3" fmla="*/ 3256389 w 6592570"/>
                      <a:gd name="connsiteY3" fmla="*/ 3351086 h 3366292"/>
                      <a:gd name="connsiteX4" fmla="*/ 7544 w 6592570"/>
                      <a:gd name="connsiteY4" fmla="*/ 1675543 h 3366292"/>
                      <a:gd name="connsiteX0" fmla="*/ 1 w 6585027"/>
                      <a:gd name="connsiteY0" fmla="*/ 1675543 h 3386366"/>
                      <a:gd name="connsiteX1" fmla="*/ 3248846 w 6585027"/>
                      <a:gd name="connsiteY1" fmla="*/ 0 h 3386366"/>
                      <a:gd name="connsiteX2" fmla="*/ 6497691 w 6585027"/>
                      <a:gd name="connsiteY2" fmla="*/ 1675543 h 3386366"/>
                      <a:gd name="connsiteX3" fmla="*/ 3248846 w 6585027"/>
                      <a:gd name="connsiteY3" fmla="*/ 3351086 h 3386366"/>
                      <a:gd name="connsiteX4" fmla="*/ 1 w 6585027"/>
                      <a:gd name="connsiteY4" fmla="*/ 1675543 h 3386366"/>
                      <a:gd name="connsiteX0" fmla="*/ 7263 w 6592289"/>
                      <a:gd name="connsiteY0" fmla="*/ 1675543 h 3368439"/>
                      <a:gd name="connsiteX1" fmla="*/ 3256108 w 6592289"/>
                      <a:gd name="connsiteY1" fmla="*/ 0 h 3368439"/>
                      <a:gd name="connsiteX2" fmla="*/ 6504953 w 6592289"/>
                      <a:gd name="connsiteY2" fmla="*/ 1675543 h 3368439"/>
                      <a:gd name="connsiteX3" fmla="*/ 3256108 w 6592289"/>
                      <a:gd name="connsiteY3" fmla="*/ 3351086 h 3368439"/>
                      <a:gd name="connsiteX4" fmla="*/ 7263 w 6592289"/>
                      <a:gd name="connsiteY4" fmla="*/ 1675543 h 3368439"/>
                      <a:gd name="connsiteX0" fmla="*/ 90277 w 6793179"/>
                      <a:gd name="connsiteY0" fmla="*/ 1675543 h 3368439"/>
                      <a:gd name="connsiteX1" fmla="*/ 3339122 w 6793179"/>
                      <a:gd name="connsiteY1" fmla="*/ 0 h 3368439"/>
                      <a:gd name="connsiteX2" fmla="*/ 6587967 w 6793179"/>
                      <a:gd name="connsiteY2" fmla="*/ 1675543 h 3368439"/>
                      <a:gd name="connsiteX3" fmla="*/ 3339122 w 6793179"/>
                      <a:gd name="connsiteY3" fmla="*/ 3351086 h 3368439"/>
                      <a:gd name="connsiteX4" fmla="*/ 90277 w 6793179"/>
                      <a:gd name="connsiteY4" fmla="*/ 1675543 h 3368439"/>
                      <a:gd name="connsiteX0" fmla="*/ 10405 w 6713307"/>
                      <a:gd name="connsiteY0" fmla="*/ 1675543 h 3368439"/>
                      <a:gd name="connsiteX1" fmla="*/ 3259250 w 6713307"/>
                      <a:gd name="connsiteY1" fmla="*/ 0 h 3368439"/>
                      <a:gd name="connsiteX2" fmla="*/ 6508095 w 6713307"/>
                      <a:gd name="connsiteY2" fmla="*/ 1675543 h 3368439"/>
                      <a:gd name="connsiteX3" fmla="*/ 3259250 w 6713307"/>
                      <a:gd name="connsiteY3" fmla="*/ 3351086 h 3368439"/>
                      <a:gd name="connsiteX4" fmla="*/ 10405 w 6713307"/>
                      <a:gd name="connsiteY4" fmla="*/ 1675543 h 3368439"/>
                      <a:gd name="connsiteX0" fmla="*/ 21763 w 6724665"/>
                      <a:gd name="connsiteY0" fmla="*/ 1675543 h 3364602"/>
                      <a:gd name="connsiteX1" fmla="*/ 3270608 w 6724665"/>
                      <a:gd name="connsiteY1" fmla="*/ 0 h 3364602"/>
                      <a:gd name="connsiteX2" fmla="*/ 6519453 w 6724665"/>
                      <a:gd name="connsiteY2" fmla="*/ 1675543 h 3364602"/>
                      <a:gd name="connsiteX3" fmla="*/ 3270608 w 6724665"/>
                      <a:gd name="connsiteY3" fmla="*/ 3351086 h 3364602"/>
                      <a:gd name="connsiteX4" fmla="*/ 21763 w 6724665"/>
                      <a:gd name="connsiteY4" fmla="*/ 1675543 h 3364602"/>
                      <a:gd name="connsiteX0" fmla="*/ 4969 w 6591994"/>
                      <a:gd name="connsiteY0" fmla="*/ 1675543 h 3364602"/>
                      <a:gd name="connsiteX1" fmla="*/ 3253814 w 6591994"/>
                      <a:gd name="connsiteY1" fmla="*/ 0 h 3364602"/>
                      <a:gd name="connsiteX2" fmla="*/ 6502659 w 6591994"/>
                      <a:gd name="connsiteY2" fmla="*/ 1675543 h 3364602"/>
                      <a:gd name="connsiteX3" fmla="*/ 3253814 w 6591994"/>
                      <a:gd name="connsiteY3" fmla="*/ 3351086 h 3364602"/>
                      <a:gd name="connsiteX4" fmla="*/ 4969 w 6591994"/>
                      <a:gd name="connsiteY4" fmla="*/ 1675543 h 3364602"/>
                      <a:gd name="connsiteX0" fmla="*/ 126746 w 6650386"/>
                      <a:gd name="connsiteY0" fmla="*/ 1675543 h 3554615"/>
                      <a:gd name="connsiteX1" fmla="*/ 3375591 w 6650386"/>
                      <a:gd name="connsiteY1" fmla="*/ 0 h 3554615"/>
                      <a:gd name="connsiteX2" fmla="*/ 6624436 w 6650386"/>
                      <a:gd name="connsiteY2" fmla="*/ 1675543 h 3554615"/>
                      <a:gd name="connsiteX3" fmla="*/ 3375591 w 6650386"/>
                      <a:gd name="connsiteY3" fmla="*/ 3351086 h 3554615"/>
                      <a:gd name="connsiteX4" fmla="*/ 923441 w 6650386"/>
                      <a:gd name="connsiteY4" fmla="*/ 3340459 h 3554615"/>
                      <a:gd name="connsiteX5" fmla="*/ 126746 w 6650386"/>
                      <a:gd name="connsiteY5" fmla="*/ 1675543 h 3554615"/>
                      <a:gd name="connsiteX0" fmla="*/ 126746 w 6650386"/>
                      <a:gd name="connsiteY0" fmla="*/ 1675543 h 3443326"/>
                      <a:gd name="connsiteX1" fmla="*/ 3375591 w 6650386"/>
                      <a:gd name="connsiteY1" fmla="*/ 0 h 3443326"/>
                      <a:gd name="connsiteX2" fmla="*/ 6624436 w 6650386"/>
                      <a:gd name="connsiteY2" fmla="*/ 1675543 h 3443326"/>
                      <a:gd name="connsiteX3" fmla="*/ 3375591 w 6650386"/>
                      <a:gd name="connsiteY3" fmla="*/ 3351086 h 3443326"/>
                      <a:gd name="connsiteX4" fmla="*/ 923441 w 6650386"/>
                      <a:gd name="connsiteY4" fmla="*/ 3340459 h 3443326"/>
                      <a:gd name="connsiteX5" fmla="*/ 126746 w 6650386"/>
                      <a:gd name="connsiteY5" fmla="*/ 1675543 h 3443326"/>
                      <a:gd name="connsiteX0" fmla="*/ 0 w 6523640"/>
                      <a:gd name="connsiteY0" fmla="*/ 1675543 h 3351086"/>
                      <a:gd name="connsiteX1" fmla="*/ 3248845 w 6523640"/>
                      <a:gd name="connsiteY1" fmla="*/ 0 h 3351086"/>
                      <a:gd name="connsiteX2" fmla="*/ 6497690 w 6523640"/>
                      <a:gd name="connsiteY2" fmla="*/ 1675543 h 3351086"/>
                      <a:gd name="connsiteX3" fmla="*/ 3248845 w 6523640"/>
                      <a:gd name="connsiteY3" fmla="*/ 3351086 h 3351086"/>
                      <a:gd name="connsiteX4" fmla="*/ 0 w 6523640"/>
                      <a:gd name="connsiteY4" fmla="*/ 1675543 h 3351086"/>
                      <a:gd name="connsiteX0" fmla="*/ 0 w 6497690"/>
                      <a:gd name="connsiteY0" fmla="*/ 1675543 h 1884985"/>
                      <a:gd name="connsiteX1" fmla="*/ 3248845 w 6497690"/>
                      <a:gd name="connsiteY1" fmla="*/ 0 h 1884985"/>
                      <a:gd name="connsiteX2" fmla="*/ 6497690 w 6497690"/>
                      <a:gd name="connsiteY2" fmla="*/ 1675543 h 1884985"/>
                      <a:gd name="connsiteX3" fmla="*/ 0 w 6497690"/>
                      <a:gd name="connsiteY3" fmla="*/ 1675543 h 1884985"/>
                      <a:gd name="connsiteX0" fmla="*/ 94687 w 6633030"/>
                      <a:gd name="connsiteY0" fmla="*/ 1675543 h 3262083"/>
                      <a:gd name="connsiteX1" fmla="*/ 3343532 w 6633030"/>
                      <a:gd name="connsiteY1" fmla="*/ 0 h 3262083"/>
                      <a:gd name="connsiteX2" fmla="*/ 6592377 w 6633030"/>
                      <a:gd name="connsiteY2" fmla="*/ 1675543 h 3262083"/>
                      <a:gd name="connsiteX3" fmla="*/ 1387771 w 6633030"/>
                      <a:gd name="connsiteY3" fmla="*/ 3262083 h 3262083"/>
                      <a:gd name="connsiteX4" fmla="*/ 94687 w 6633030"/>
                      <a:gd name="connsiteY4" fmla="*/ 1675543 h 3262083"/>
                      <a:gd name="connsiteX0" fmla="*/ 94687 w 6870275"/>
                      <a:gd name="connsiteY0" fmla="*/ 1675543 h 3349696"/>
                      <a:gd name="connsiteX1" fmla="*/ 3343532 w 6870275"/>
                      <a:gd name="connsiteY1" fmla="*/ 0 h 3349696"/>
                      <a:gd name="connsiteX2" fmla="*/ 6592377 w 6870275"/>
                      <a:gd name="connsiteY2" fmla="*/ 1675543 h 3349696"/>
                      <a:gd name="connsiteX3" fmla="*/ 6194903 w 6870275"/>
                      <a:gd name="connsiteY3" fmla="*/ 3183706 h 3349696"/>
                      <a:gd name="connsiteX4" fmla="*/ 1387771 w 6870275"/>
                      <a:gd name="connsiteY4" fmla="*/ 3262083 h 3349696"/>
                      <a:gd name="connsiteX5" fmla="*/ 94687 w 6870275"/>
                      <a:gd name="connsiteY5" fmla="*/ 1675543 h 3349696"/>
                      <a:gd name="connsiteX0" fmla="*/ 94687 w 6736669"/>
                      <a:gd name="connsiteY0" fmla="*/ 1675543 h 3364425"/>
                      <a:gd name="connsiteX1" fmla="*/ 3343532 w 6736669"/>
                      <a:gd name="connsiteY1" fmla="*/ 0 h 3364425"/>
                      <a:gd name="connsiteX2" fmla="*/ 6592377 w 6736669"/>
                      <a:gd name="connsiteY2" fmla="*/ 1675543 h 3364425"/>
                      <a:gd name="connsiteX3" fmla="*/ 5698515 w 6736669"/>
                      <a:gd name="connsiteY3" fmla="*/ 3209832 h 3364425"/>
                      <a:gd name="connsiteX4" fmla="*/ 1387771 w 6736669"/>
                      <a:gd name="connsiteY4" fmla="*/ 3262083 h 3364425"/>
                      <a:gd name="connsiteX5" fmla="*/ 94687 w 6736669"/>
                      <a:gd name="connsiteY5" fmla="*/ 1675543 h 3364425"/>
                      <a:gd name="connsiteX0" fmla="*/ 94687 w 6850012"/>
                      <a:gd name="connsiteY0" fmla="*/ 1675543 h 3364425"/>
                      <a:gd name="connsiteX1" fmla="*/ 3343532 w 6850012"/>
                      <a:gd name="connsiteY1" fmla="*/ 0 h 3364425"/>
                      <a:gd name="connsiteX2" fmla="*/ 6592377 w 6850012"/>
                      <a:gd name="connsiteY2" fmla="*/ 1675543 h 3364425"/>
                      <a:gd name="connsiteX3" fmla="*/ 6142652 w 6850012"/>
                      <a:gd name="connsiteY3" fmla="*/ 3209832 h 3364425"/>
                      <a:gd name="connsiteX4" fmla="*/ 1387771 w 6850012"/>
                      <a:gd name="connsiteY4" fmla="*/ 3262083 h 3364425"/>
                      <a:gd name="connsiteX5" fmla="*/ 94687 w 6850012"/>
                      <a:gd name="connsiteY5" fmla="*/ 1675543 h 3364425"/>
                      <a:gd name="connsiteX0" fmla="*/ 94687 w 6850012"/>
                      <a:gd name="connsiteY0" fmla="*/ 1675543 h 3364425"/>
                      <a:gd name="connsiteX1" fmla="*/ 3343532 w 6850012"/>
                      <a:gd name="connsiteY1" fmla="*/ 0 h 3364425"/>
                      <a:gd name="connsiteX2" fmla="*/ 6592377 w 6850012"/>
                      <a:gd name="connsiteY2" fmla="*/ 1675543 h 3364425"/>
                      <a:gd name="connsiteX3" fmla="*/ 6142652 w 6850012"/>
                      <a:gd name="connsiteY3" fmla="*/ 3209832 h 3364425"/>
                      <a:gd name="connsiteX4" fmla="*/ 1387771 w 6850012"/>
                      <a:gd name="connsiteY4" fmla="*/ 3262083 h 3364425"/>
                      <a:gd name="connsiteX5" fmla="*/ 94687 w 6850012"/>
                      <a:gd name="connsiteY5" fmla="*/ 1675543 h 3364425"/>
                      <a:gd name="connsiteX0" fmla="*/ 175034 w 6930359"/>
                      <a:gd name="connsiteY0" fmla="*/ 1675543 h 3364425"/>
                      <a:gd name="connsiteX1" fmla="*/ 3423879 w 6930359"/>
                      <a:gd name="connsiteY1" fmla="*/ 0 h 3364425"/>
                      <a:gd name="connsiteX2" fmla="*/ 6672724 w 6930359"/>
                      <a:gd name="connsiteY2" fmla="*/ 1675543 h 3364425"/>
                      <a:gd name="connsiteX3" fmla="*/ 6222999 w 6930359"/>
                      <a:gd name="connsiteY3" fmla="*/ 3209832 h 3364425"/>
                      <a:gd name="connsiteX4" fmla="*/ 1102358 w 6930359"/>
                      <a:gd name="connsiteY4" fmla="*/ 3262083 h 3364425"/>
                      <a:gd name="connsiteX5" fmla="*/ 175034 w 6930359"/>
                      <a:gd name="connsiteY5" fmla="*/ 1675543 h 3364425"/>
                      <a:gd name="connsiteX0" fmla="*/ 175034 w 6930359"/>
                      <a:gd name="connsiteY0" fmla="*/ 1675543 h 4176569"/>
                      <a:gd name="connsiteX1" fmla="*/ 3423879 w 6930359"/>
                      <a:gd name="connsiteY1" fmla="*/ 0 h 4176569"/>
                      <a:gd name="connsiteX2" fmla="*/ 6672724 w 6930359"/>
                      <a:gd name="connsiteY2" fmla="*/ 1675543 h 4176569"/>
                      <a:gd name="connsiteX3" fmla="*/ 6222999 w 6930359"/>
                      <a:gd name="connsiteY3" fmla="*/ 3209832 h 4176569"/>
                      <a:gd name="connsiteX4" fmla="*/ 3375296 w 6930359"/>
                      <a:gd name="connsiteY4" fmla="*/ 4176482 h 4176569"/>
                      <a:gd name="connsiteX5" fmla="*/ 1102358 w 6930359"/>
                      <a:gd name="connsiteY5" fmla="*/ 3262083 h 4176569"/>
                      <a:gd name="connsiteX6" fmla="*/ 175034 w 6930359"/>
                      <a:gd name="connsiteY6" fmla="*/ 1675543 h 4176569"/>
                      <a:gd name="connsiteX0" fmla="*/ 207061 w 6962386"/>
                      <a:gd name="connsiteY0" fmla="*/ 1675543 h 4176637"/>
                      <a:gd name="connsiteX1" fmla="*/ 3455906 w 6962386"/>
                      <a:gd name="connsiteY1" fmla="*/ 0 h 4176637"/>
                      <a:gd name="connsiteX2" fmla="*/ 6704751 w 6962386"/>
                      <a:gd name="connsiteY2" fmla="*/ 1675543 h 4176637"/>
                      <a:gd name="connsiteX3" fmla="*/ 6255026 w 6962386"/>
                      <a:gd name="connsiteY3" fmla="*/ 3209832 h 4176637"/>
                      <a:gd name="connsiteX4" fmla="*/ 3407323 w 6962386"/>
                      <a:gd name="connsiteY4" fmla="*/ 4176482 h 4176637"/>
                      <a:gd name="connsiteX5" fmla="*/ 1029882 w 6962386"/>
                      <a:gd name="connsiteY5" fmla="*/ 3549466 h 4176637"/>
                      <a:gd name="connsiteX6" fmla="*/ 207061 w 6962386"/>
                      <a:gd name="connsiteY6" fmla="*/ 1675543 h 4176637"/>
                      <a:gd name="connsiteX0" fmla="*/ 207061 w 6962386"/>
                      <a:gd name="connsiteY0" fmla="*/ 1675543 h 4176723"/>
                      <a:gd name="connsiteX1" fmla="*/ 3455906 w 6962386"/>
                      <a:gd name="connsiteY1" fmla="*/ 0 h 4176723"/>
                      <a:gd name="connsiteX2" fmla="*/ 6704751 w 6962386"/>
                      <a:gd name="connsiteY2" fmla="*/ 1675543 h 4176723"/>
                      <a:gd name="connsiteX3" fmla="*/ 6255026 w 6962386"/>
                      <a:gd name="connsiteY3" fmla="*/ 3209832 h 4176723"/>
                      <a:gd name="connsiteX4" fmla="*/ 3407323 w 6962386"/>
                      <a:gd name="connsiteY4" fmla="*/ 4176482 h 4176723"/>
                      <a:gd name="connsiteX5" fmla="*/ 1029882 w 6962386"/>
                      <a:gd name="connsiteY5" fmla="*/ 3549466 h 4176723"/>
                      <a:gd name="connsiteX6" fmla="*/ 207061 w 6962386"/>
                      <a:gd name="connsiteY6" fmla="*/ 1675543 h 4176723"/>
                      <a:gd name="connsiteX0" fmla="*/ 23 w 6755348"/>
                      <a:gd name="connsiteY0" fmla="*/ 1675543 h 4176482"/>
                      <a:gd name="connsiteX1" fmla="*/ 3248868 w 6755348"/>
                      <a:gd name="connsiteY1" fmla="*/ 0 h 4176482"/>
                      <a:gd name="connsiteX2" fmla="*/ 6497713 w 6755348"/>
                      <a:gd name="connsiteY2" fmla="*/ 1675543 h 4176482"/>
                      <a:gd name="connsiteX3" fmla="*/ 6047988 w 6755348"/>
                      <a:gd name="connsiteY3" fmla="*/ 3209832 h 4176482"/>
                      <a:gd name="connsiteX4" fmla="*/ 3200285 w 6755348"/>
                      <a:gd name="connsiteY4" fmla="*/ 4176482 h 4176482"/>
                      <a:gd name="connsiteX5" fmla="*/ 23 w 6755348"/>
                      <a:gd name="connsiteY5" fmla="*/ 1675543 h 4176482"/>
                      <a:gd name="connsiteX0" fmla="*/ 70 w 6755395"/>
                      <a:gd name="connsiteY0" fmla="*/ 1675543 h 4176482"/>
                      <a:gd name="connsiteX1" fmla="*/ 3248915 w 6755395"/>
                      <a:gd name="connsiteY1" fmla="*/ 0 h 4176482"/>
                      <a:gd name="connsiteX2" fmla="*/ 6497760 w 6755395"/>
                      <a:gd name="connsiteY2" fmla="*/ 1675543 h 4176482"/>
                      <a:gd name="connsiteX3" fmla="*/ 6048035 w 6755395"/>
                      <a:gd name="connsiteY3" fmla="*/ 3209832 h 4176482"/>
                      <a:gd name="connsiteX4" fmla="*/ 3200332 w 6755395"/>
                      <a:gd name="connsiteY4" fmla="*/ 4176482 h 4176482"/>
                      <a:gd name="connsiteX5" fmla="*/ 70 w 6755395"/>
                      <a:gd name="connsiteY5" fmla="*/ 1675543 h 4176482"/>
                      <a:gd name="connsiteX0" fmla="*/ 24 w 6497714"/>
                      <a:gd name="connsiteY0" fmla="*/ 1675543 h 4176482"/>
                      <a:gd name="connsiteX1" fmla="*/ 3248869 w 6497714"/>
                      <a:gd name="connsiteY1" fmla="*/ 0 h 4176482"/>
                      <a:gd name="connsiteX2" fmla="*/ 6497714 w 6497714"/>
                      <a:gd name="connsiteY2" fmla="*/ 1675543 h 4176482"/>
                      <a:gd name="connsiteX3" fmla="*/ 3200286 w 6497714"/>
                      <a:gd name="connsiteY3" fmla="*/ 4176482 h 4176482"/>
                      <a:gd name="connsiteX4" fmla="*/ 24 w 6497714"/>
                      <a:gd name="connsiteY4" fmla="*/ 1675543 h 4176482"/>
                      <a:gd name="connsiteX0" fmla="*/ 24 w 6497714"/>
                      <a:gd name="connsiteY0" fmla="*/ 1675543 h 4176482"/>
                      <a:gd name="connsiteX1" fmla="*/ 3248869 w 6497714"/>
                      <a:gd name="connsiteY1" fmla="*/ 0 h 4176482"/>
                      <a:gd name="connsiteX2" fmla="*/ 6497714 w 6497714"/>
                      <a:gd name="connsiteY2" fmla="*/ 1675543 h 4176482"/>
                      <a:gd name="connsiteX3" fmla="*/ 3200286 w 6497714"/>
                      <a:gd name="connsiteY3" fmla="*/ 4176482 h 4176482"/>
                      <a:gd name="connsiteX4" fmla="*/ 24 w 6497714"/>
                      <a:gd name="connsiteY4" fmla="*/ 1675543 h 4176482"/>
                      <a:gd name="connsiteX0" fmla="*/ 61 w 6497751"/>
                      <a:gd name="connsiteY0" fmla="*/ 1675543 h 4178856"/>
                      <a:gd name="connsiteX1" fmla="*/ 3248906 w 6497751"/>
                      <a:gd name="connsiteY1" fmla="*/ 0 h 4178856"/>
                      <a:gd name="connsiteX2" fmla="*/ 6497751 w 6497751"/>
                      <a:gd name="connsiteY2" fmla="*/ 1675543 h 4178856"/>
                      <a:gd name="connsiteX3" fmla="*/ 3200323 w 6497751"/>
                      <a:gd name="connsiteY3" fmla="*/ 4176482 h 4178856"/>
                      <a:gd name="connsiteX4" fmla="*/ 61 w 6497751"/>
                      <a:gd name="connsiteY4" fmla="*/ 1675543 h 4178856"/>
                      <a:gd name="connsiteX0" fmla="*/ 61 w 6497751"/>
                      <a:gd name="connsiteY0" fmla="*/ 1675543 h 4185361"/>
                      <a:gd name="connsiteX1" fmla="*/ 3248906 w 6497751"/>
                      <a:gd name="connsiteY1" fmla="*/ 0 h 4185361"/>
                      <a:gd name="connsiteX2" fmla="*/ 6497751 w 6497751"/>
                      <a:gd name="connsiteY2" fmla="*/ 1675543 h 4185361"/>
                      <a:gd name="connsiteX3" fmla="*/ 3200323 w 6497751"/>
                      <a:gd name="connsiteY3" fmla="*/ 4176482 h 4185361"/>
                      <a:gd name="connsiteX4" fmla="*/ 61 w 6497751"/>
                      <a:gd name="connsiteY4" fmla="*/ 1675543 h 4185361"/>
                      <a:gd name="connsiteX0" fmla="*/ 1429 w 6499119"/>
                      <a:gd name="connsiteY0" fmla="*/ 1675543 h 4191611"/>
                      <a:gd name="connsiteX1" fmla="*/ 3250274 w 6499119"/>
                      <a:gd name="connsiteY1" fmla="*/ 0 h 4191611"/>
                      <a:gd name="connsiteX2" fmla="*/ 6499119 w 6499119"/>
                      <a:gd name="connsiteY2" fmla="*/ 1675543 h 4191611"/>
                      <a:gd name="connsiteX3" fmla="*/ 3201691 w 6499119"/>
                      <a:gd name="connsiteY3" fmla="*/ 4176482 h 4191611"/>
                      <a:gd name="connsiteX4" fmla="*/ 1429 w 6499119"/>
                      <a:gd name="connsiteY4" fmla="*/ 1675543 h 4191611"/>
                      <a:gd name="connsiteX0" fmla="*/ 1429 w 6499675"/>
                      <a:gd name="connsiteY0" fmla="*/ 1675543 h 4191611"/>
                      <a:gd name="connsiteX1" fmla="*/ 3250274 w 6499675"/>
                      <a:gd name="connsiteY1" fmla="*/ 0 h 4191611"/>
                      <a:gd name="connsiteX2" fmla="*/ 6499119 w 6499675"/>
                      <a:gd name="connsiteY2" fmla="*/ 1675543 h 4191611"/>
                      <a:gd name="connsiteX3" fmla="*/ 3201691 w 6499675"/>
                      <a:gd name="connsiteY3" fmla="*/ 4176482 h 4191611"/>
                      <a:gd name="connsiteX4" fmla="*/ 1429 w 6499675"/>
                      <a:gd name="connsiteY4" fmla="*/ 1675543 h 4191611"/>
                      <a:gd name="connsiteX0" fmla="*/ 1429 w 6532279"/>
                      <a:gd name="connsiteY0" fmla="*/ 1675543 h 4191611"/>
                      <a:gd name="connsiteX1" fmla="*/ 3250274 w 6532279"/>
                      <a:gd name="connsiteY1" fmla="*/ 0 h 4191611"/>
                      <a:gd name="connsiteX2" fmla="*/ 6499119 w 6532279"/>
                      <a:gd name="connsiteY2" fmla="*/ 1675543 h 4191611"/>
                      <a:gd name="connsiteX3" fmla="*/ 3201691 w 6532279"/>
                      <a:gd name="connsiteY3" fmla="*/ 4176482 h 4191611"/>
                      <a:gd name="connsiteX4" fmla="*/ 1429 w 6532279"/>
                      <a:gd name="connsiteY4" fmla="*/ 1675543 h 41916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532279" h="4191611">
                        <a:moveTo>
                          <a:pt x="1429" y="1675543"/>
                        </a:moveTo>
                        <a:cubicBezTo>
                          <a:pt x="9526" y="979463"/>
                          <a:pt x="1455986" y="0"/>
                          <a:pt x="3250274" y="0"/>
                        </a:cubicBezTo>
                        <a:cubicBezTo>
                          <a:pt x="5044562" y="0"/>
                          <a:pt x="6219833" y="1140571"/>
                          <a:pt x="6499119" y="1675543"/>
                        </a:cubicBezTo>
                        <a:cubicBezTo>
                          <a:pt x="6595525" y="2371623"/>
                          <a:pt x="6714330" y="4333237"/>
                          <a:pt x="3201691" y="4176482"/>
                        </a:cubicBezTo>
                        <a:cubicBezTo>
                          <a:pt x="-75818" y="4385488"/>
                          <a:pt x="-6668" y="2371623"/>
                          <a:pt x="1429" y="1675543"/>
                        </a:cubicBezTo>
                        <a:close/>
                      </a:path>
                    </a:pathLst>
                  </a:cu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0A0B14BF-59A6-7C0C-F469-E03AEB458EEB}"/>
                      </a:ext>
                    </a:extLst>
                  </p:cNvPr>
                  <p:cNvSpPr/>
                  <p:nvPr/>
                </p:nvSpPr>
                <p:spPr>
                  <a:xfrm>
                    <a:off x="557817" y="8057096"/>
                    <a:ext cx="679268" cy="287383"/>
                  </a:xfrm>
                  <a:custGeom>
                    <a:avLst/>
                    <a:gdLst>
                      <a:gd name="connsiteX0" fmla="*/ 679268 w 679268"/>
                      <a:gd name="connsiteY0" fmla="*/ 0 h 287383"/>
                      <a:gd name="connsiteX1" fmla="*/ 0 w 679268"/>
                      <a:gd name="connsiteY1" fmla="*/ 287383 h 287383"/>
                      <a:gd name="connsiteX2" fmla="*/ 0 w 679268"/>
                      <a:gd name="connsiteY2" fmla="*/ 287383 h 2873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79268" h="287383">
                        <a:moveTo>
                          <a:pt x="679268" y="0"/>
                        </a:moveTo>
                        <a:lnTo>
                          <a:pt x="0" y="287383"/>
                        </a:lnTo>
                        <a:lnTo>
                          <a:pt x="0" y="287383"/>
                        </a:lnTo>
                      </a:path>
                    </a:pathLst>
                  </a:cu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0DF30336-1C9E-0107-D035-9407E53DABDB}"/>
                      </a:ext>
                    </a:extLst>
                  </p:cNvPr>
                  <p:cNvSpPr/>
                  <p:nvPr/>
                </p:nvSpPr>
                <p:spPr>
                  <a:xfrm>
                    <a:off x="-3132141" y="2412726"/>
                    <a:ext cx="5567701" cy="4526895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E40A1F0E-AA76-690A-CC45-9A323A5A8C11}"/>
                      </a:ext>
                    </a:extLst>
                  </p:cNvPr>
                  <p:cNvSpPr/>
                  <p:nvPr/>
                </p:nvSpPr>
                <p:spPr>
                  <a:xfrm>
                    <a:off x="-1045808" y="3768634"/>
                    <a:ext cx="319152" cy="44099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E8657033-ACB3-3E26-338A-41F3233B62DE}"/>
                      </a:ext>
                    </a:extLst>
                  </p:cNvPr>
                  <p:cNvSpPr/>
                  <p:nvPr/>
                </p:nvSpPr>
                <p:spPr>
                  <a:xfrm>
                    <a:off x="55798" y="3768634"/>
                    <a:ext cx="319152" cy="44099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Arc 30">
                    <a:extLst>
                      <a:ext uri="{FF2B5EF4-FFF2-40B4-BE49-F238E27FC236}">
                        <a16:creationId xmlns:a16="http://schemas.microsoft.com/office/drawing/2014/main" id="{AB5DB8B4-402C-C96B-5F3A-72DA4AFEE250}"/>
                      </a:ext>
                    </a:extLst>
                  </p:cNvPr>
                  <p:cNvSpPr/>
                  <p:nvPr/>
                </p:nvSpPr>
                <p:spPr>
                  <a:xfrm rot="15050053">
                    <a:off x="-1415554" y="3282312"/>
                    <a:ext cx="914400" cy="91440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Arc 31">
                    <a:extLst>
                      <a:ext uri="{FF2B5EF4-FFF2-40B4-BE49-F238E27FC236}">
                        <a16:creationId xmlns:a16="http://schemas.microsoft.com/office/drawing/2014/main" id="{67CE4CA2-4F67-2BE0-1D15-1F90196ACEFF}"/>
                      </a:ext>
                    </a:extLst>
                  </p:cNvPr>
                  <p:cNvSpPr/>
                  <p:nvPr/>
                </p:nvSpPr>
                <p:spPr>
                  <a:xfrm rot="1234008">
                    <a:off x="-216755" y="3285480"/>
                    <a:ext cx="914400" cy="91440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Isosceles Triangle 19">
                    <a:extLst>
                      <a:ext uri="{FF2B5EF4-FFF2-40B4-BE49-F238E27FC236}">
                        <a16:creationId xmlns:a16="http://schemas.microsoft.com/office/drawing/2014/main" id="{A6D208AD-BE42-9E26-A4EA-4994F865156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-753121" y="4545874"/>
                    <a:ext cx="909310" cy="577434"/>
                  </a:xfrm>
                  <a:custGeom>
                    <a:avLst/>
                    <a:gdLst>
                      <a:gd name="connsiteX0" fmla="*/ 0 w 909310"/>
                      <a:gd name="connsiteY0" fmla="*/ 433318 h 433318"/>
                      <a:gd name="connsiteX1" fmla="*/ 454655 w 909310"/>
                      <a:gd name="connsiteY1" fmla="*/ 0 h 433318"/>
                      <a:gd name="connsiteX2" fmla="*/ 909310 w 909310"/>
                      <a:gd name="connsiteY2" fmla="*/ 433318 h 433318"/>
                      <a:gd name="connsiteX3" fmla="*/ 0 w 909310"/>
                      <a:gd name="connsiteY3" fmla="*/ 433318 h 433318"/>
                      <a:gd name="connsiteX0" fmla="*/ 0 w 909310"/>
                      <a:gd name="connsiteY0" fmla="*/ 433318 h 577434"/>
                      <a:gd name="connsiteX1" fmla="*/ 454655 w 909310"/>
                      <a:gd name="connsiteY1" fmla="*/ 0 h 577434"/>
                      <a:gd name="connsiteX2" fmla="*/ 909310 w 909310"/>
                      <a:gd name="connsiteY2" fmla="*/ 433318 h 577434"/>
                      <a:gd name="connsiteX3" fmla="*/ 469698 w 909310"/>
                      <a:gd name="connsiteY3" fmla="*/ 577434 h 577434"/>
                      <a:gd name="connsiteX4" fmla="*/ 0 w 909310"/>
                      <a:gd name="connsiteY4" fmla="*/ 433318 h 5774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09310" h="577434">
                        <a:moveTo>
                          <a:pt x="0" y="433318"/>
                        </a:moveTo>
                        <a:lnTo>
                          <a:pt x="454655" y="0"/>
                        </a:lnTo>
                        <a:lnTo>
                          <a:pt x="909310" y="433318"/>
                        </a:lnTo>
                        <a:cubicBezTo>
                          <a:pt x="762773" y="437814"/>
                          <a:pt x="616235" y="572938"/>
                          <a:pt x="469698" y="577434"/>
                        </a:cubicBezTo>
                        <a:lnTo>
                          <a:pt x="0" y="433318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045D06B7-B35E-1412-9F09-DE7512C9AB3B}"/>
                      </a:ext>
                    </a:extLst>
                  </p:cNvPr>
                  <p:cNvSpPr/>
                  <p:nvPr/>
                </p:nvSpPr>
                <p:spPr>
                  <a:xfrm>
                    <a:off x="-313510" y="5094512"/>
                    <a:ext cx="1123406" cy="921675"/>
                  </a:xfrm>
                  <a:custGeom>
                    <a:avLst/>
                    <a:gdLst>
                      <a:gd name="connsiteX0" fmla="*/ 45897 w 1202202"/>
                      <a:gd name="connsiteY0" fmla="*/ 0 h 993966"/>
                      <a:gd name="connsiteX1" fmla="*/ 72023 w 1202202"/>
                      <a:gd name="connsiteY1" fmla="*/ 496389 h 993966"/>
                      <a:gd name="connsiteX2" fmla="*/ 725166 w 1202202"/>
                      <a:gd name="connsiteY2" fmla="*/ 992777 h 993966"/>
                      <a:gd name="connsiteX3" fmla="*/ 1169303 w 1202202"/>
                      <a:gd name="connsiteY3" fmla="*/ 627017 h 993966"/>
                      <a:gd name="connsiteX4" fmla="*/ 1169303 w 1202202"/>
                      <a:gd name="connsiteY4" fmla="*/ 365760 h 993966"/>
                      <a:gd name="connsiteX5" fmla="*/ 1169303 w 1202202"/>
                      <a:gd name="connsiteY5" fmla="*/ 365760 h 993966"/>
                      <a:gd name="connsiteX0" fmla="*/ 45897 w 1169303"/>
                      <a:gd name="connsiteY0" fmla="*/ 0 h 993740"/>
                      <a:gd name="connsiteX1" fmla="*/ 72023 w 1169303"/>
                      <a:gd name="connsiteY1" fmla="*/ 496389 h 993740"/>
                      <a:gd name="connsiteX2" fmla="*/ 725166 w 1169303"/>
                      <a:gd name="connsiteY2" fmla="*/ 992777 h 993740"/>
                      <a:gd name="connsiteX3" fmla="*/ 1169303 w 1169303"/>
                      <a:gd name="connsiteY3" fmla="*/ 365760 h 993740"/>
                      <a:gd name="connsiteX4" fmla="*/ 1169303 w 1169303"/>
                      <a:gd name="connsiteY4" fmla="*/ 365760 h 993740"/>
                      <a:gd name="connsiteX0" fmla="*/ 45897 w 1169303"/>
                      <a:gd name="connsiteY0" fmla="*/ 0 h 993740"/>
                      <a:gd name="connsiteX1" fmla="*/ 72023 w 1169303"/>
                      <a:gd name="connsiteY1" fmla="*/ 496389 h 993740"/>
                      <a:gd name="connsiteX2" fmla="*/ 725166 w 1169303"/>
                      <a:gd name="connsiteY2" fmla="*/ 992777 h 993740"/>
                      <a:gd name="connsiteX3" fmla="*/ 1169303 w 1169303"/>
                      <a:gd name="connsiteY3" fmla="*/ 365760 h 993740"/>
                      <a:gd name="connsiteX4" fmla="*/ 1169303 w 1169303"/>
                      <a:gd name="connsiteY4" fmla="*/ 365760 h 993740"/>
                      <a:gd name="connsiteX0" fmla="*/ 45898 w 1169304"/>
                      <a:gd name="connsiteY0" fmla="*/ 0 h 921357"/>
                      <a:gd name="connsiteX1" fmla="*/ 72024 w 1169304"/>
                      <a:gd name="connsiteY1" fmla="*/ 496389 h 921357"/>
                      <a:gd name="connsiteX2" fmla="*/ 725167 w 1169304"/>
                      <a:gd name="connsiteY2" fmla="*/ 920206 h 921357"/>
                      <a:gd name="connsiteX3" fmla="*/ 1169304 w 1169304"/>
                      <a:gd name="connsiteY3" fmla="*/ 365760 h 921357"/>
                      <a:gd name="connsiteX4" fmla="*/ 1169304 w 1169304"/>
                      <a:gd name="connsiteY4" fmla="*/ 365760 h 921357"/>
                      <a:gd name="connsiteX0" fmla="*/ 0 w 1123406"/>
                      <a:gd name="connsiteY0" fmla="*/ 0 h 920206"/>
                      <a:gd name="connsiteX1" fmla="*/ 679269 w 1123406"/>
                      <a:gd name="connsiteY1" fmla="*/ 920206 h 920206"/>
                      <a:gd name="connsiteX2" fmla="*/ 1123406 w 1123406"/>
                      <a:gd name="connsiteY2" fmla="*/ 365760 h 920206"/>
                      <a:gd name="connsiteX3" fmla="*/ 1123406 w 1123406"/>
                      <a:gd name="connsiteY3" fmla="*/ 365760 h 920206"/>
                      <a:gd name="connsiteX0" fmla="*/ 0 w 1123406"/>
                      <a:gd name="connsiteY0" fmla="*/ 0 h 925974"/>
                      <a:gd name="connsiteX1" fmla="*/ 679269 w 1123406"/>
                      <a:gd name="connsiteY1" fmla="*/ 920206 h 925974"/>
                      <a:gd name="connsiteX2" fmla="*/ 1123406 w 1123406"/>
                      <a:gd name="connsiteY2" fmla="*/ 365760 h 925974"/>
                      <a:gd name="connsiteX3" fmla="*/ 1123406 w 1123406"/>
                      <a:gd name="connsiteY3" fmla="*/ 365760 h 925974"/>
                      <a:gd name="connsiteX0" fmla="*/ 0 w 1123406"/>
                      <a:gd name="connsiteY0" fmla="*/ 0 h 920868"/>
                      <a:gd name="connsiteX1" fmla="*/ 679269 w 1123406"/>
                      <a:gd name="connsiteY1" fmla="*/ 920206 h 920868"/>
                      <a:gd name="connsiteX2" fmla="*/ 1123406 w 1123406"/>
                      <a:gd name="connsiteY2" fmla="*/ 365760 h 920868"/>
                      <a:gd name="connsiteX3" fmla="*/ 1123406 w 1123406"/>
                      <a:gd name="connsiteY3" fmla="*/ 365760 h 920868"/>
                      <a:gd name="connsiteX0" fmla="*/ 0 w 1123406"/>
                      <a:gd name="connsiteY0" fmla="*/ 0 h 921848"/>
                      <a:gd name="connsiteX1" fmla="*/ 679269 w 1123406"/>
                      <a:gd name="connsiteY1" fmla="*/ 920206 h 921848"/>
                      <a:gd name="connsiteX2" fmla="*/ 1123406 w 1123406"/>
                      <a:gd name="connsiteY2" fmla="*/ 365760 h 921848"/>
                      <a:gd name="connsiteX3" fmla="*/ 1123406 w 1123406"/>
                      <a:gd name="connsiteY3" fmla="*/ 365760 h 921848"/>
                      <a:gd name="connsiteX0" fmla="*/ 0 w 1123406"/>
                      <a:gd name="connsiteY0" fmla="*/ 0 h 921675"/>
                      <a:gd name="connsiteX1" fmla="*/ 679269 w 1123406"/>
                      <a:gd name="connsiteY1" fmla="*/ 920206 h 921675"/>
                      <a:gd name="connsiteX2" fmla="*/ 1123406 w 1123406"/>
                      <a:gd name="connsiteY2" fmla="*/ 365760 h 921675"/>
                      <a:gd name="connsiteX3" fmla="*/ 1123406 w 1123406"/>
                      <a:gd name="connsiteY3" fmla="*/ 365760 h 9216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23406" h="921675">
                        <a:moveTo>
                          <a:pt x="0" y="0"/>
                        </a:moveTo>
                        <a:cubicBezTo>
                          <a:pt x="14514" y="623510"/>
                          <a:pt x="216263" y="946332"/>
                          <a:pt x="679269" y="920206"/>
                        </a:cubicBezTo>
                        <a:cubicBezTo>
                          <a:pt x="1142275" y="894080"/>
                          <a:pt x="1092925" y="542834"/>
                          <a:pt x="1123406" y="365760"/>
                        </a:cubicBezTo>
                        <a:lnTo>
                          <a:pt x="1123406" y="365760"/>
                        </a:lnTo>
                      </a:path>
                    </a:pathLst>
                  </a:cu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" name="Arc 34">
                    <a:extLst>
                      <a:ext uri="{FF2B5EF4-FFF2-40B4-BE49-F238E27FC236}">
                        <a16:creationId xmlns:a16="http://schemas.microsoft.com/office/drawing/2014/main" id="{807A9280-0D5C-DAF1-9437-D057B7469CC6}"/>
                      </a:ext>
                    </a:extLst>
                  </p:cNvPr>
                  <p:cNvSpPr/>
                  <p:nvPr/>
                </p:nvSpPr>
                <p:spPr>
                  <a:xfrm rot="20465999">
                    <a:off x="-2862925" y="5157822"/>
                    <a:ext cx="1833723" cy="110359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Arc 35">
                    <a:extLst>
                      <a:ext uri="{FF2B5EF4-FFF2-40B4-BE49-F238E27FC236}">
                        <a16:creationId xmlns:a16="http://schemas.microsoft.com/office/drawing/2014/main" id="{50A08A86-5C32-FC38-7B5F-B34AB95D905D}"/>
                      </a:ext>
                    </a:extLst>
                  </p:cNvPr>
                  <p:cNvSpPr/>
                  <p:nvPr/>
                </p:nvSpPr>
                <p:spPr>
                  <a:xfrm rot="18827412">
                    <a:off x="-2622884" y="5526324"/>
                    <a:ext cx="1833725" cy="110359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633EF129-0244-86E5-29EA-5228E7DCDCA4}"/>
                      </a:ext>
                    </a:extLst>
                  </p:cNvPr>
                  <p:cNvSpPr/>
                  <p:nvPr/>
                </p:nvSpPr>
                <p:spPr>
                  <a:xfrm>
                    <a:off x="-958357" y="3958260"/>
                    <a:ext cx="120242" cy="166145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Freeform: Shape 37">
                    <a:extLst>
                      <a:ext uri="{FF2B5EF4-FFF2-40B4-BE49-F238E27FC236}">
                        <a16:creationId xmlns:a16="http://schemas.microsoft.com/office/drawing/2014/main" id="{B5B2BA0C-64A8-DBF1-0D08-B14BFDB57BBC}"/>
                      </a:ext>
                    </a:extLst>
                  </p:cNvPr>
                  <p:cNvSpPr/>
                  <p:nvPr/>
                </p:nvSpPr>
                <p:spPr>
                  <a:xfrm flipH="1">
                    <a:off x="-1418880" y="5082654"/>
                    <a:ext cx="1123406" cy="921675"/>
                  </a:xfrm>
                  <a:custGeom>
                    <a:avLst/>
                    <a:gdLst>
                      <a:gd name="connsiteX0" fmla="*/ 45897 w 1202202"/>
                      <a:gd name="connsiteY0" fmla="*/ 0 h 993966"/>
                      <a:gd name="connsiteX1" fmla="*/ 72023 w 1202202"/>
                      <a:gd name="connsiteY1" fmla="*/ 496389 h 993966"/>
                      <a:gd name="connsiteX2" fmla="*/ 725166 w 1202202"/>
                      <a:gd name="connsiteY2" fmla="*/ 992777 h 993966"/>
                      <a:gd name="connsiteX3" fmla="*/ 1169303 w 1202202"/>
                      <a:gd name="connsiteY3" fmla="*/ 627017 h 993966"/>
                      <a:gd name="connsiteX4" fmla="*/ 1169303 w 1202202"/>
                      <a:gd name="connsiteY4" fmla="*/ 365760 h 993966"/>
                      <a:gd name="connsiteX5" fmla="*/ 1169303 w 1202202"/>
                      <a:gd name="connsiteY5" fmla="*/ 365760 h 993966"/>
                      <a:gd name="connsiteX0" fmla="*/ 45897 w 1169303"/>
                      <a:gd name="connsiteY0" fmla="*/ 0 h 993740"/>
                      <a:gd name="connsiteX1" fmla="*/ 72023 w 1169303"/>
                      <a:gd name="connsiteY1" fmla="*/ 496389 h 993740"/>
                      <a:gd name="connsiteX2" fmla="*/ 725166 w 1169303"/>
                      <a:gd name="connsiteY2" fmla="*/ 992777 h 993740"/>
                      <a:gd name="connsiteX3" fmla="*/ 1169303 w 1169303"/>
                      <a:gd name="connsiteY3" fmla="*/ 365760 h 993740"/>
                      <a:gd name="connsiteX4" fmla="*/ 1169303 w 1169303"/>
                      <a:gd name="connsiteY4" fmla="*/ 365760 h 993740"/>
                      <a:gd name="connsiteX0" fmla="*/ 45897 w 1169303"/>
                      <a:gd name="connsiteY0" fmla="*/ 0 h 993740"/>
                      <a:gd name="connsiteX1" fmla="*/ 72023 w 1169303"/>
                      <a:gd name="connsiteY1" fmla="*/ 496389 h 993740"/>
                      <a:gd name="connsiteX2" fmla="*/ 725166 w 1169303"/>
                      <a:gd name="connsiteY2" fmla="*/ 992777 h 993740"/>
                      <a:gd name="connsiteX3" fmla="*/ 1169303 w 1169303"/>
                      <a:gd name="connsiteY3" fmla="*/ 365760 h 993740"/>
                      <a:gd name="connsiteX4" fmla="*/ 1169303 w 1169303"/>
                      <a:gd name="connsiteY4" fmla="*/ 365760 h 993740"/>
                      <a:gd name="connsiteX0" fmla="*/ 45898 w 1169304"/>
                      <a:gd name="connsiteY0" fmla="*/ 0 h 921357"/>
                      <a:gd name="connsiteX1" fmla="*/ 72024 w 1169304"/>
                      <a:gd name="connsiteY1" fmla="*/ 496389 h 921357"/>
                      <a:gd name="connsiteX2" fmla="*/ 725167 w 1169304"/>
                      <a:gd name="connsiteY2" fmla="*/ 920206 h 921357"/>
                      <a:gd name="connsiteX3" fmla="*/ 1169304 w 1169304"/>
                      <a:gd name="connsiteY3" fmla="*/ 365760 h 921357"/>
                      <a:gd name="connsiteX4" fmla="*/ 1169304 w 1169304"/>
                      <a:gd name="connsiteY4" fmla="*/ 365760 h 921357"/>
                      <a:gd name="connsiteX0" fmla="*/ 0 w 1123406"/>
                      <a:gd name="connsiteY0" fmla="*/ 0 h 920206"/>
                      <a:gd name="connsiteX1" fmla="*/ 679269 w 1123406"/>
                      <a:gd name="connsiteY1" fmla="*/ 920206 h 920206"/>
                      <a:gd name="connsiteX2" fmla="*/ 1123406 w 1123406"/>
                      <a:gd name="connsiteY2" fmla="*/ 365760 h 920206"/>
                      <a:gd name="connsiteX3" fmla="*/ 1123406 w 1123406"/>
                      <a:gd name="connsiteY3" fmla="*/ 365760 h 920206"/>
                      <a:gd name="connsiteX0" fmla="*/ 0 w 1123406"/>
                      <a:gd name="connsiteY0" fmla="*/ 0 h 925974"/>
                      <a:gd name="connsiteX1" fmla="*/ 679269 w 1123406"/>
                      <a:gd name="connsiteY1" fmla="*/ 920206 h 925974"/>
                      <a:gd name="connsiteX2" fmla="*/ 1123406 w 1123406"/>
                      <a:gd name="connsiteY2" fmla="*/ 365760 h 925974"/>
                      <a:gd name="connsiteX3" fmla="*/ 1123406 w 1123406"/>
                      <a:gd name="connsiteY3" fmla="*/ 365760 h 925974"/>
                      <a:gd name="connsiteX0" fmla="*/ 0 w 1123406"/>
                      <a:gd name="connsiteY0" fmla="*/ 0 h 920868"/>
                      <a:gd name="connsiteX1" fmla="*/ 679269 w 1123406"/>
                      <a:gd name="connsiteY1" fmla="*/ 920206 h 920868"/>
                      <a:gd name="connsiteX2" fmla="*/ 1123406 w 1123406"/>
                      <a:gd name="connsiteY2" fmla="*/ 365760 h 920868"/>
                      <a:gd name="connsiteX3" fmla="*/ 1123406 w 1123406"/>
                      <a:gd name="connsiteY3" fmla="*/ 365760 h 920868"/>
                      <a:gd name="connsiteX0" fmla="*/ 0 w 1123406"/>
                      <a:gd name="connsiteY0" fmla="*/ 0 h 921848"/>
                      <a:gd name="connsiteX1" fmla="*/ 679269 w 1123406"/>
                      <a:gd name="connsiteY1" fmla="*/ 920206 h 921848"/>
                      <a:gd name="connsiteX2" fmla="*/ 1123406 w 1123406"/>
                      <a:gd name="connsiteY2" fmla="*/ 365760 h 921848"/>
                      <a:gd name="connsiteX3" fmla="*/ 1123406 w 1123406"/>
                      <a:gd name="connsiteY3" fmla="*/ 365760 h 921848"/>
                      <a:gd name="connsiteX0" fmla="*/ 0 w 1123406"/>
                      <a:gd name="connsiteY0" fmla="*/ 0 h 921675"/>
                      <a:gd name="connsiteX1" fmla="*/ 679269 w 1123406"/>
                      <a:gd name="connsiteY1" fmla="*/ 920206 h 921675"/>
                      <a:gd name="connsiteX2" fmla="*/ 1123406 w 1123406"/>
                      <a:gd name="connsiteY2" fmla="*/ 365760 h 921675"/>
                      <a:gd name="connsiteX3" fmla="*/ 1123406 w 1123406"/>
                      <a:gd name="connsiteY3" fmla="*/ 365760 h 9216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123406" h="921675">
                        <a:moveTo>
                          <a:pt x="0" y="0"/>
                        </a:moveTo>
                        <a:cubicBezTo>
                          <a:pt x="14514" y="623510"/>
                          <a:pt x="216263" y="946332"/>
                          <a:pt x="679269" y="920206"/>
                        </a:cubicBezTo>
                        <a:cubicBezTo>
                          <a:pt x="1142275" y="894080"/>
                          <a:pt x="1092925" y="542834"/>
                          <a:pt x="1123406" y="365760"/>
                        </a:cubicBezTo>
                        <a:lnTo>
                          <a:pt x="1123406" y="365760"/>
                        </a:lnTo>
                      </a:path>
                    </a:pathLst>
                  </a:cu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Arc 38">
                    <a:extLst>
                      <a:ext uri="{FF2B5EF4-FFF2-40B4-BE49-F238E27FC236}">
                        <a16:creationId xmlns:a16="http://schemas.microsoft.com/office/drawing/2014/main" id="{1CD9A3EC-44E5-C118-E709-1A9BF1F98336}"/>
                      </a:ext>
                    </a:extLst>
                  </p:cNvPr>
                  <p:cNvSpPr/>
                  <p:nvPr/>
                </p:nvSpPr>
                <p:spPr>
                  <a:xfrm rot="1134001" flipH="1">
                    <a:off x="385751" y="5136740"/>
                    <a:ext cx="1833722" cy="110359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" name="Arc 39">
                    <a:extLst>
                      <a:ext uri="{FF2B5EF4-FFF2-40B4-BE49-F238E27FC236}">
                        <a16:creationId xmlns:a16="http://schemas.microsoft.com/office/drawing/2014/main" id="{EC90F699-1DE4-DDF7-D748-E93C697D6C29}"/>
                      </a:ext>
                    </a:extLst>
                  </p:cNvPr>
                  <p:cNvSpPr/>
                  <p:nvPr/>
                </p:nvSpPr>
                <p:spPr>
                  <a:xfrm rot="2772588" flipH="1">
                    <a:off x="140793" y="5526324"/>
                    <a:ext cx="1833725" cy="1103590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7524FB86-C242-F447-14FC-73CD62FC6B4A}"/>
                      </a:ext>
                    </a:extLst>
                  </p:cNvPr>
                  <p:cNvSpPr/>
                  <p:nvPr/>
                </p:nvSpPr>
                <p:spPr>
                  <a:xfrm>
                    <a:off x="180115" y="3940100"/>
                    <a:ext cx="120242" cy="166145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A2616219-E060-0571-74F4-474C20B0D3F3}"/>
                    </a:ext>
                  </a:extLst>
                </p:cNvPr>
                <p:cNvGrpSpPr/>
                <p:nvPr/>
              </p:nvGrpSpPr>
              <p:grpSpPr>
                <a:xfrm>
                  <a:off x="-1752189" y="8001893"/>
                  <a:ext cx="3205914" cy="2174005"/>
                  <a:chOff x="8356473" y="9054023"/>
                  <a:chExt cx="3205914" cy="2174005"/>
                </a:xfrm>
              </p:grpSpPr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D35F9A84-ABF8-E163-D584-FCC6BB8426B1}"/>
                      </a:ext>
                    </a:extLst>
                  </p:cNvPr>
                  <p:cNvSpPr/>
                  <p:nvPr/>
                </p:nvSpPr>
                <p:spPr>
                  <a:xfrm>
                    <a:off x="8356473" y="9054023"/>
                    <a:ext cx="3197428" cy="2174005"/>
                  </a:xfrm>
                  <a:custGeom>
                    <a:avLst/>
                    <a:gdLst>
                      <a:gd name="connsiteX0" fmla="*/ 374621 w 3203622"/>
                      <a:gd name="connsiteY0" fmla="*/ 470978 h 2091499"/>
                      <a:gd name="connsiteX1" fmla="*/ 1384271 w 3203622"/>
                      <a:gd name="connsiteY1" fmla="*/ 13778 h 2091499"/>
                      <a:gd name="connsiteX2" fmla="*/ 1955771 w 3203622"/>
                      <a:gd name="connsiteY2" fmla="*/ 166178 h 2091499"/>
                      <a:gd name="connsiteX3" fmla="*/ 2793971 w 3203622"/>
                      <a:gd name="connsiteY3" fmla="*/ 642428 h 2091499"/>
                      <a:gd name="connsiteX4" fmla="*/ 3136871 w 3203622"/>
                      <a:gd name="connsiteY4" fmla="*/ 1271078 h 2091499"/>
                      <a:gd name="connsiteX5" fmla="*/ 3155921 w 3203622"/>
                      <a:gd name="connsiteY5" fmla="*/ 1709228 h 2091499"/>
                      <a:gd name="connsiteX6" fmla="*/ 2622521 w 3203622"/>
                      <a:gd name="connsiteY6" fmla="*/ 2052128 h 2091499"/>
                      <a:gd name="connsiteX7" fmla="*/ 2089121 w 3203622"/>
                      <a:gd name="connsiteY7" fmla="*/ 2052128 h 2091499"/>
                      <a:gd name="connsiteX8" fmla="*/ 1708121 w 3203622"/>
                      <a:gd name="connsiteY8" fmla="*/ 1766378 h 2091499"/>
                      <a:gd name="connsiteX9" fmla="*/ 1289021 w 3203622"/>
                      <a:gd name="connsiteY9" fmla="*/ 1309178 h 2091499"/>
                      <a:gd name="connsiteX10" fmla="*/ 812771 w 3203622"/>
                      <a:gd name="connsiteY10" fmla="*/ 1080578 h 2091499"/>
                      <a:gd name="connsiteX11" fmla="*/ 393671 w 3203622"/>
                      <a:gd name="connsiteY11" fmla="*/ 1023428 h 2091499"/>
                      <a:gd name="connsiteX12" fmla="*/ 12671 w 3203622"/>
                      <a:gd name="connsiteY12" fmla="*/ 1461578 h 2091499"/>
                      <a:gd name="connsiteX13" fmla="*/ 146021 w 3203622"/>
                      <a:gd name="connsiteY13" fmla="*/ 1899728 h 2091499"/>
                      <a:gd name="connsiteX14" fmla="*/ 679421 w 3203622"/>
                      <a:gd name="connsiteY14" fmla="*/ 1994978 h 2091499"/>
                      <a:gd name="connsiteX15" fmla="*/ 1574771 w 3203622"/>
                      <a:gd name="connsiteY15" fmla="*/ 2071178 h 2091499"/>
                      <a:gd name="connsiteX16" fmla="*/ 2127221 w 3203622"/>
                      <a:gd name="connsiteY16" fmla="*/ 2052128 h 2091499"/>
                      <a:gd name="connsiteX17" fmla="*/ 2241521 w 3203622"/>
                      <a:gd name="connsiteY17" fmla="*/ 2052128 h 2091499"/>
                      <a:gd name="connsiteX18" fmla="*/ 2241521 w 3203622"/>
                      <a:gd name="connsiteY18" fmla="*/ 2052128 h 2091499"/>
                      <a:gd name="connsiteX0" fmla="*/ 374621 w 3203622"/>
                      <a:gd name="connsiteY0" fmla="*/ 470978 h 2091499"/>
                      <a:gd name="connsiteX1" fmla="*/ 1384271 w 3203622"/>
                      <a:gd name="connsiteY1" fmla="*/ 13778 h 2091499"/>
                      <a:gd name="connsiteX2" fmla="*/ 1955771 w 3203622"/>
                      <a:gd name="connsiteY2" fmla="*/ 166178 h 2091499"/>
                      <a:gd name="connsiteX3" fmla="*/ 2793971 w 3203622"/>
                      <a:gd name="connsiteY3" fmla="*/ 642428 h 2091499"/>
                      <a:gd name="connsiteX4" fmla="*/ 3136871 w 3203622"/>
                      <a:gd name="connsiteY4" fmla="*/ 1271078 h 2091499"/>
                      <a:gd name="connsiteX5" fmla="*/ 3155921 w 3203622"/>
                      <a:gd name="connsiteY5" fmla="*/ 1709228 h 2091499"/>
                      <a:gd name="connsiteX6" fmla="*/ 2622521 w 3203622"/>
                      <a:gd name="connsiteY6" fmla="*/ 2052128 h 2091499"/>
                      <a:gd name="connsiteX7" fmla="*/ 2089121 w 3203622"/>
                      <a:gd name="connsiteY7" fmla="*/ 2052128 h 2091499"/>
                      <a:gd name="connsiteX8" fmla="*/ 1708121 w 3203622"/>
                      <a:gd name="connsiteY8" fmla="*/ 1766378 h 2091499"/>
                      <a:gd name="connsiteX9" fmla="*/ 1289021 w 3203622"/>
                      <a:gd name="connsiteY9" fmla="*/ 1309178 h 2091499"/>
                      <a:gd name="connsiteX10" fmla="*/ 812771 w 3203622"/>
                      <a:gd name="connsiteY10" fmla="*/ 1080578 h 2091499"/>
                      <a:gd name="connsiteX11" fmla="*/ 393671 w 3203622"/>
                      <a:gd name="connsiteY11" fmla="*/ 1023428 h 2091499"/>
                      <a:gd name="connsiteX12" fmla="*/ 12671 w 3203622"/>
                      <a:gd name="connsiteY12" fmla="*/ 1461578 h 2091499"/>
                      <a:gd name="connsiteX13" fmla="*/ 146021 w 3203622"/>
                      <a:gd name="connsiteY13" fmla="*/ 1899728 h 2091499"/>
                      <a:gd name="connsiteX14" fmla="*/ 679421 w 3203622"/>
                      <a:gd name="connsiteY14" fmla="*/ 1994978 h 2091499"/>
                      <a:gd name="connsiteX15" fmla="*/ 1574771 w 3203622"/>
                      <a:gd name="connsiteY15" fmla="*/ 2071178 h 2091499"/>
                      <a:gd name="connsiteX16" fmla="*/ 2241521 w 3203622"/>
                      <a:gd name="connsiteY16" fmla="*/ 2052128 h 2091499"/>
                      <a:gd name="connsiteX17" fmla="*/ 2241521 w 3203622"/>
                      <a:gd name="connsiteY17" fmla="*/ 2052128 h 2091499"/>
                      <a:gd name="connsiteX0" fmla="*/ 374621 w 3203622"/>
                      <a:gd name="connsiteY0" fmla="*/ 470978 h 2147378"/>
                      <a:gd name="connsiteX1" fmla="*/ 1384271 w 3203622"/>
                      <a:gd name="connsiteY1" fmla="*/ 13778 h 2147378"/>
                      <a:gd name="connsiteX2" fmla="*/ 1955771 w 3203622"/>
                      <a:gd name="connsiteY2" fmla="*/ 166178 h 2147378"/>
                      <a:gd name="connsiteX3" fmla="*/ 2793971 w 3203622"/>
                      <a:gd name="connsiteY3" fmla="*/ 642428 h 2147378"/>
                      <a:gd name="connsiteX4" fmla="*/ 3136871 w 3203622"/>
                      <a:gd name="connsiteY4" fmla="*/ 1271078 h 2147378"/>
                      <a:gd name="connsiteX5" fmla="*/ 3155921 w 3203622"/>
                      <a:gd name="connsiteY5" fmla="*/ 1709228 h 2147378"/>
                      <a:gd name="connsiteX6" fmla="*/ 2622521 w 3203622"/>
                      <a:gd name="connsiteY6" fmla="*/ 2052128 h 2147378"/>
                      <a:gd name="connsiteX7" fmla="*/ 2089121 w 3203622"/>
                      <a:gd name="connsiteY7" fmla="*/ 2052128 h 2147378"/>
                      <a:gd name="connsiteX8" fmla="*/ 1708121 w 3203622"/>
                      <a:gd name="connsiteY8" fmla="*/ 1766378 h 2147378"/>
                      <a:gd name="connsiteX9" fmla="*/ 1289021 w 3203622"/>
                      <a:gd name="connsiteY9" fmla="*/ 1309178 h 2147378"/>
                      <a:gd name="connsiteX10" fmla="*/ 812771 w 3203622"/>
                      <a:gd name="connsiteY10" fmla="*/ 1080578 h 2147378"/>
                      <a:gd name="connsiteX11" fmla="*/ 393671 w 3203622"/>
                      <a:gd name="connsiteY11" fmla="*/ 1023428 h 2147378"/>
                      <a:gd name="connsiteX12" fmla="*/ 12671 w 3203622"/>
                      <a:gd name="connsiteY12" fmla="*/ 1461578 h 2147378"/>
                      <a:gd name="connsiteX13" fmla="*/ 146021 w 3203622"/>
                      <a:gd name="connsiteY13" fmla="*/ 1899728 h 2147378"/>
                      <a:gd name="connsiteX14" fmla="*/ 679421 w 3203622"/>
                      <a:gd name="connsiteY14" fmla="*/ 1994978 h 2147378"/>
                      <a:gd name="connsiteX15" fmla="*/ 1574771 w 3203622"/>
                      <a:gd name="connsiteY15" fmla="*/ 2071178 h 2147378"/>
                      <a:gd name="connsiteX16" fmla="*/ 2241521 w 3203622"/>
                      <a:gd name="connsiteY16" fmla="*/ 2052128 h 2147378"/>
                      <a:gd name="connsiteX17" fmla="*/ 2260571 w 3203622"/>
                      <a:gd name="connsiteY17" fmla="*/ 2147378 h 2147378"/>
                      <a:gd name="connsiteX0" fmla="*/ 374621 w 3203622"/>
                      <a:gd name="connsiteY0" fmla="*/ 470978 h 2091499"/>
                      <a:gd name="connsiteX1" fmla="*/ 1384271 w 3203622"/>
                      <a:gd name="connsiteY1" fmla="*/ 13778 h 2091499"/>
                      <a:gd name="connsiteX2" fmla="*/ 1955771 w 3203622"/>
                      <a:gd name="connsiteY2" fmla="*/ 166178 h 2091499"/>
                      <a:gd name="connsiteX3" fmla="*/ 2793971 w 3203622"/>
                      <a:gd name="connsiteY3" fmla="*/ 642428 h 2091499"/>
                      <a:gd name="connsiteX4" fmla="*/ 3136871 w 3203622"/>
                      <a:gd name="connsiteY4" fmla="*/ 1271078 h 2091499"/>
                      <a:gd name="connsiteX5" fmla="*/ 3155921 w 3203622"/>
                      <a:gd name="connsiteY5" fmla="*/ 1709228 h 2091499"/>
                      <a:gd name="connsiteX6" fmla="*/ 2622521 w 3203622"/>
                      <a:gd name="connsiteY6" fmla="*/ 2052128 h 2091499"/>
                      <a:gd name="connsiteX7" fmla="*/ 2089121 w 3203622"/>
                      <a:gd name="connsiteY7" fmla="*/ 2052128 h 2091499"/>
                      <a:gd name="connsiteX8" fmla="*/ 1708121 w 3203622"/>
                      <a:gd name="connsiteY8" fmla="*/ 1766378 h 2091499"/>
                      <a:gd name="connsiteX9" fmla="*/ 1289021 w 3203622"/>
                      <a:gd name="connsiteY9" fmla="*/ 1309178 h 2091499"/>
                      <a:gd name="connsiteX10" fmla="*/ 812771 w 3203622"/>
                      <a:gd name="connsiteY10" fmla="*/ 1080578 h 2091499"/>
                      <a:gd name="connsiteX11" fmla="*/ 393671 w 3203622"/>
                      <a:gd name="connsiteY11" fmla="*/ 1023428 h 2091499"/>
                      <a:gd name="connsiteX12" fmla="*/ 12671 w 3203622"/>
                      <a:gd name="connsiteY12" fmla="*/ 1461578 h 2091499"/>
                      <a:gd name="connsiteX13" fmla="*/ 146021 w 3203622"/>
                      <a:gd name="connsiteY13" fmla="*/ 1899728 h 2091499"/>
                      <a:gd name="connsiteX14" fmla="*/ 679421 w 3203622"/>
                      <a:gd name="connsiteY14" fmla="*/ 1994978 h 2091499"/>
                      <a:gd name="connsiteX15" fmla="*/ 1574771 w 3203622"/>
                      <a:gd name="connsiteY15" fmla="*/ 2071178 h 2091499"/>
                      <a:gd name="connsiteX16" fmla="*/ 2241521 w 3203622"/>
                      <a:gd name="connsiteY16" fmla="*/ 2052128 h 2091499"/>
                      <a:gd name="connsiteX0" fmla="*/ 374621 w 3203622"/>
                      <a:gd name="connsiteY0" fmla="*/ 470978 h 2109278"/>
                      <a:gd name="connsiteX1" fmla="*/ 1384271 w 3203622"/>
                      <a:gd name="connsiteY1" fmla="*/ 13778 h 2109278"/>
                      <a:gd name="connsiteX2" fmla="*/ 1955771 w 3203622"/>
                      <a:gd name="connsiteY2" fmla="*/ 166178 h 2109278"/>
                      <a:gd name="connsiteX3" fmla="*/ 2793971 w 3203622"/>
                      <a:gd name="connsiteY3" fmla="*/ 642428 h 2109278"/>
                      <a:gd name="connsiteX4" fmla="*/ 3136871 w 3203622"/>
                      <a:gd name="connsiteY4" fmla="*/ 1271078 h 2109278"/>
                      <a:gd name="connsiteX5" fmla="*/ 3155921 w 3203622"/>
                      <a:gd name="connsiteY5" fmla="*/ 1709228 h 2109278"/>
                      <a:gd name="connsiteX6" fmla="*/ 2622521 w 3203622"/>
                      <a:gd name="connsiteY6" fmla="*/ 2052128 h 2109278"/>
                      <a:gd name="connsiteX7" fmla="*/ 2089121 w 3203622"/>
                      <a:gd name="connsiteY7" fmla="*/ 2052128 h 2109278"/>
                      <a:gd name="connsiteX8" fmla="*/ 1708121 w 3203622"/>
                      <a:gd name="connsiteY8" fmla="*/ 1766378 h 2109278"/>
                      <a:gd name="connsiteX9" fmla="*/ 1289021 w 3203622"/>
                      <a:gd name="connsiteY9" fmla="*/ 1309178 h 2109278"/>
                      <a:gd name="connsiteX10" fmla="*/ 812771 w 3203622"/>
                      <a:gd name="connsiteY10" fmla="*/ 1080578 h 2109278"/>
                      <a:gd name="connsiteX11" fmla="*/ 393671 w 3203622"/>
                      <a:gd name="connsiteY11" fmla="*/ 1023428 h 2109278"/>
                      <a:gd name="connsiteX12" fmla="*/ 12671 w 3203622"/>
                      <a:gd name="connsiteY12" fmla="*/ 1461578 h 2109278"/>
                      <a:gd name="connsiteX13" fmla="*/ 146021 w 3203622"/>
                      <a:gd name="connsiteY13" fmla="*/ 1899728 h 2109278"/>
                      <a:gd name="connsiteX14" fmla="*/ 679421 w 3203622"/>
                      <a:gd name="connsiteY14" fmla="*/ 1994978 h 2109278"/>
                      <a:gd name="connsiteX15" fmla="*/ 1574771 w 3203622"/>
                      <a:gd name="connsiteY15" fmla="*/ 2071178 h 2109278"/>
                      <a:gd name="connsiteX16" fmla="*/ 2279621 w 3203622"/>
                      <a:gd name="connsiteY16" fmla="*/ 2109278 h 2109278"/>
                      <a:gd name="connsiteX0" fmla="*/ 375129 w 3204130"/>
                      <a:gd name="connsiteY0" fmla="*/ 470978 h 2161194"/>
                      <a:gd name="connsiteX1" fmla="*/ 1384779 w 3204130"/>
                      <a:gd name="connsiteY1" fmla="*/ 13778 h 2161194"/>
                      <a:gd name="connsiteX2" fmla="*/ 1956279 w 3204130"/>
                      <a:gd name="connsiteY2" fmla="*/ 166178 h 2161194"/>
                      <a:gd name="connsiteX3" fmla="*/ 2794479 w 3204130"/>
                      <a:gd name="connsiteY3" fmla="*/ 642428 h 2161194"/>
                      <a:gd name="connsiteX4" fmla="*/ 3137379 w 3204130"/>
                      <a:gd name="connsiteY4" fmla="*/ 1271078 h 2161194"/>
                      <a:gd name="connsiteX5" fmla="*/ 3156429 w 3204130"/>
                      <a:gd name="connsiteY5" fmla="*/ 1709228 h 2161194"/>
                      <a:gd name="connsiteX6" fmla="*/ 2623029 w 3204130"/>
                      <a:gd name="connsiteY6" fmla="*/ 2052128 h 2161194"/>
                      <a:gd name="connsiteX7" fmla="*/ 2089629 w 3204130"/>
                      <a:gd name="connsiteY7" fmla="*/ 2052128 h 2161194"/>
                      <a:gd name="connsiteX8" fmla="*/ 1708629 w 3204130"/>
                      <a:gd name="connsiteY8" fmla="*/ 1766378 h 2161194"/>
                      <a:gd name="connsiteX9" fmla="*/ 1289529 w 3204130"/>
                      <a:gd name="connsiteY9" fmla="*/ 1309178 h 2161194"/>
                      <a:gd name="connsiteX10" fmla="*/ 813279 w 3204130"/>
                      <a:gd name="connsiteY10" fmla="*/ 1080578 h 2161194"/>
                      <a:gd name="connsiteX11" fmla="*/ 394179 w 3204130"/>
                      <a:gd name="connsiteY11" fmla="*/ 1023428 h 2161194"/>
                      <a:gd name="connsiteX12" fmla="*/ 13179 w 3204130"/>
                      <a:gd name="connsiteY12" fmla="*/ 1461578 h 2161194"/>
                      <a:gd name="connsiteX13" fmla="*/ 146529 w 3204130"/>
                      <a:gd name="connsiteY13" fmla="*/ 1899728 h 2161194"/>
                      <a:gd name="connsiteX14" fmla="*/ 708504 w 3204130"/>
                      <a:gd name="connsiteY14" fmla="*/ 2156903 h 2161194"/>
                      <a:gd name="connsiteX15" fmla="*/ 1575279 w 3204130"/>
                      <a:gd name="connsiteY15" fmla="*/ 2071178 h 2161194"/>
                      <a:gd name="connsiteX16" fmla="*/ 2280129 w 3204130"/>
                      <a:gd name="connsiteY16" fmla="*/ 2109278 h 2161194"/>
                      <a:gd name="connsiteX0" fmla="*/ 375129 w 3204130"/>
                      <a:gd name="connsiteY0" fmla="*/ 470978 h 2174005"/>
                      <a:gd name="connsiteX1" fmla="*/ 1384779 w 3204130"/>
                      <a:gd name="connsiteY1" fmla="*/ 13778 h 2174005"/>
                      <a:gd name="connsiteX2" fmla="*/ 1956279 w 3204130"/>
                      <a:gd name="connsiteY2" fmla="*/ 166178 h 2174005"/>
                      <a:gd name="connsiteX3" fmla="*/ 2794479 w 3204130"/>
                      <a:gd name="connsiteY3" fmla="*/ 642428 h 2174005"/>
                      <a:gd name="connsiteX4" fmla="*/ 3137379 w 3204130"/>
                      <a:gd name="connsiteY4" fmla="*/ 1271078 h 2174005"/>
                      <a:gd name="connsiteX5" fmla="*/ 3156429 w 3204130"/>
                      <a:gd name="connsiteY5" fmla="*/ 1709228 h 2174005"/>
                      <a:gd name="connsiteX6" fmla="*/ 2623029 w 3204130"/>
                      <a:gd name="connsiteY6" fmla="*/ 2052128 h 2174005"/>
                      <a:gd name="connsiteX7" fmla="*/ 2089629 w 3204130"/>
                      <a:gd name="connsiteY7" fmla="*/ 2052128 h 2174005"/>
                      <a:gd name="connsiteX8" fmla="*/ 1708629 w 3204130"/>
                      <a:gd name="connsiteY8" fmla="*/ 1766378 h 2174005"/>
                      <a:gd name="connsiteX9" fmla="*/ 1289529 w 3204130"/>
                      <a:gd name="connsiteY9" fmla="*/ 1309178 h 2174005"/>
                      <a:gd name="connsiteX10" fmla="*/ 813279 w 3204130"/>
                      <a:gd name="connsiteY10" fmla="*/ 1080578 h 2174005"/>
                      <a:gd name="connsiteX11" fmla="*/ 394179 w 3204130"/>
                      <a:gd name="connsiteY11" fmla="*/ 1023428 h 2174005"/>
                      <a:gd name="connsiteX12" fmla="*/ 13179 w 3204130"/>
                      <a:gd name="connsiteY12" fmla="*/ 1461578 h 2174005"/>
                      <a:gd name="connsiteX13" fmla="*/ 146529 w 3204130"/>
                      <a:gd name="connsiteY13" fmla="*/ 1899728 h 2174005"/>
                      <a:gd name="connsiteX14" fmla="*/ 708504 w 3204130"/>
                      <a:gd name="connsiteY14" fmla="*/ 2156903 h 2174005"/>
                      <a:gd name="connsiteX15" fmla="*/ 1575279 w 3204130"/>
                      <a:gd name="connsiteY15" fmla="*/ 2156903 h 2174005"/>
                      <a:gd name="connsiteX16" fmla="*/ 2280129 w 3204130"/>
                      <a:gd name="connsiteY16" fmla="*/ 2109278 h 2174005"/>
                      <a:gd name="connsiteX0" fmla="*/ 368427 w 3197428"/>
                      <a:gd name="connsiteY0" fmla="*/ 470978 h 2174005"/>
                      <a:gd name="connsiteX1" fmla="*/ 1378077 w 3197428"/>
                      <a:gd name="connsiteY1" fmla="*/ 13778 h 2174005"/>
                      <a:gd name="connsiteX2" fmla="*/ 1949577 w 3197428"/>
                      <a:gd name="connsiteY2" fmla="*/ 166178 h 2174005"/>
                      <a:gd name="connsiteX3" fmla="*/ 2787777 w 3197428"/>
                      <a:gd name="connsiteY3" fmla="*/ 642428 h 2174005"/>
                      <a:gd name="connsiteX4" fmla="*/ 3130677 w 3197428"/>
                      <a:gd name="connsiteY4" fmla="*/ 1271078 h 2174005"/>
                      <a:gd name="connsiteX5" fmla="*/ 3149727 w 3197428"/>
                      <a:gd name="connsiteY5" fmla="*/ 1709228 h 2174005"/>
                      <a:gd name="connsiteX6" fmla="*/ 2616327 w 3197428"/>
                      <a:gd name="connsiteY6" fmla="*/ 2052128 h 2174005"/>
                      <a:gd name="connsiteX7" fmla="*/ 2082927 w 3197428"/>
                      <a:gd name="connsiteY7" fmla="*/ 2052128 h 2174005"/>
                      <a:gd name="connsiteX8" fmla="*/ 1701927 w 3197428"/>
                      <a:gd name="connsiteY8" fmla="*/ 1766378 h 2174005"/>
                      <a:gd name="connsiteX9" fmla="*/ 1282827 w 3197428"/>
                      <a:gd name="connsiteY9" fmla="*/ 1309178 h 2174005"/>
                      <a:gd name="connsiteX10" fmla="*/ 806577 w 3197428"/>
                      <a:gd name="connsiteY10" fmla="*/ 1080578 h 2174005"/>
                      <a:gd name="connsiteX11" fmla="*/ 282702 w 3197428"/>
                      <a:gd name="connsiteY11" fmla="*/ 1052003 h 2174005"/>
                      <a:gd name="connsiteX12" fmla="*/ 6477 w 3197428"/>
                      <a:gd name="connsiteY12" fmla="*/ 1461578 h 2174005"/>
                      <a:gd name="connsiteX13" fmla="*/ 139827 w 3197428"/>
                      <a:gd name="connsiteY13" fmla="*/ 1899728 h 2174005"/>
                      <a:gd name="connsiteX14" fmla="*/ 701802 w 3197428"/>
                      <a:gd name="connsiteY14" fmla="*/ 2156903 h 2174005"/>
                      <a:gd name="connsiteX15" fmla="*/ 1568577 w 3197428"/>
                      <a:gd name="connsiteY15" fmla="*/ 2156903 h 2174005"/>
                      <a:gd name="connsiteX16" fmla="*/ 2273427 w 3197428"/>
                      <a:gd name="connsiteY16" fmla="*/ 2109278 h 2174005"/>
                      <a:gd name="connsiteX0" fmla="*/ 368427 w 3197428"/>
                      <a:gd name="connsiteY0" fmla="*/ 470978 h 2174005"/>
                      <a:gd name="connsiteX1" fmla="*/ 1378077 w 3197428"/>
                      <a:gd name="connsiteY1" fmla="*/ 13778 h 2174005"/>
                      <a:gd name="connsiteX2" fmla="*/ 1949577 w 3197428"/>
                      <a:gd name="connsiteY2" fmla="*/ 166178 h 2174005"/>
                      <a:gd name="connsiteX3" fmla="*/ 2787777 w 3197428"/>
                      <a:gd name="connsiteY3" fmla="*/ 642428 h 2174005"/>
                      <a:gd name="connsiteX4" fmla="*/ 3130677 w 3197428"/>
                      <a:gd name="connsiteY4" fmla="*/ 1271078 h 2174005"/>
                      <a:gd name="connsiteX5" fmla="*/ 3149727 w 3197428"/>
                      <a:gd name="connsiteY5" fmla="*/ 1709228 h 2174005"/>
                      <a:gd name="connsiteX6" fmla="*/ 2616327 w 3197428"/>
                      <a:gd name="connsiteY6" fmla="*/ 2052128 h 2174005"/>
                      <a:gd name="connsiteX7" fmla="*/ 2082927 w 3197428"/>
                      <a:gd name="connsiteY7" fmla="*/ 2052128 h 2174005"/>
                      <a:gd name="connsiteX8" fmla="*/ 1701927 w 3197428"/>
                      <a:gd name="connsiteY8" fmla="*/ 1766378 h 2174005"/>
                      <a:gd name="connsiteX9" fmla="*/ 1282827 w 3197428"/>
                      <a:gd name="connsiteY9" fmla="*/ 1309178 h 2174005"/>
                      <a:gd name="connsiteX10" fmla="*/ 806577 w 3197428"/>
                      <a:gd name="connsiteY10" fmla="*/ 1080578 h 2174005"/>
                      <a:gd name="connsiteX11" fmla="*/ 282702 w 3197428"/>
                      <a:gd name="connsiteY11" fmla="*/ 1052003 h 2174005"/>
                      <a:gd name="connsiteX12" fmla="*/ 6477 w 3197428"/>
                      <a:gd name="connsiteY12" fmla="*/ 1461578 h 2174005"/>
                      <a:gd name="connsiteX13" fmla="*/ 139827 w 3197428"/>
                      <a:gd name="connsiteY13" fmla="*/ 1899728 h 2174005"/>
                      <a:gd name="connsiteX14" fmla="*/ 701802 w 3197428"/>
                      <a:gd name="connsiteY14" fmla="*/ 2156903 h 2174005"/>
                      <a:gd name="connsiteX15" fmla="*/ 1568577 w 3197428"/>
                      <a:gd name="connsiteY15" fmla="*/ 2156903 h 2174005"/>
                      <a:gd name="connsiteX16" fmla="*/ 2340102 w 3197428"/>
                      <a:gd name="connsiteY16" fmla="*/ 2099753 h 2174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197428" h="2174005">
                        <a:moveTo>
                          <a:pt x="368427" y="470978"/>
                        </a:moveTo>
                        <a:cubicBezTo>
                          <a:pt x="741489" y="267778"/>
                          <a:pt x="1114552" y="64578"/>
                          <a:pt x="1378077" y="13778"/>
                        </a:cubicBezTo>
                        <a:cubicBezTo>
                          <a:pt x="1641602" y="-37022"/>
                          <a:pt x="1714627" y="61403"/>
                          <a:pt x="1949577" y="166178"/>
                        </a:cubicBezTo>
                        <a:cubicBezTo>
                          <a:pt x="2184527" y="270953"/>
                          <a:pt x="2590927" y="458278"/>
                          <a:pt x="2787777" y="642428"/>
                        </a:cubicBezTo>
                        <a:cubicBezTo>
                          <a:pt x="2984627" y="826578"/>
                          <a:pt x="3070352" y="1093278"/>
                          <a:pt x="3130677" y="1271078"/>
                        </a:cubicBezTo>
                        <a:cubicBezTo>
                          <a:pt x="3191002" y="1448878"/>
                          <a:pt x="3235452" y="1579053"/>
                          <a:pt x="3149727" y="1709228"/>
                        </a:cubicBezTo>
                        <a:cubicBezTo>
                          <a:pt x="3064002" y="1839403"/>
                          <a:pt x="2794127" y="1994978"/>
                          <a:pt x="2616327" y="2052128"/>
                        </a:cubicBezTo>
                        <a:cubicBezTo>
                          <a:pt x="2438527" y="2109278"/>
                          <a:pt x="2235327" y="2099753"/>
                          <a:pt x="2082927" y="2052128"/>
                        </a:cubicBezTo>
                        <a:cubicBezTo>
                          <a:pt x="1930527" y="2004503"/>
                          <a:pt x="1835277" y="1890203"/>
                          <a:pt x="1701927" y="1766378"/>
                        </a:cubicBezTo>
                        <a:cubicBezTo>
                          <a:pt x="1568577" y="1642553"/>
                          <a:pt x="1432052" y="1423478"/>
                          <a:pt x="1282827" y="1309178"/>
                        </a:cubicBezTo>
                        <a:cubicBezTo>
                          <a:pt x="1133602" y="1194878"/>
                          <a:pt x="973264" y="1123440"/>
                          <a:pt x="806577" y="1080578"/>
                        </a:cubicBezTo>
                        <a:cubicBezTo>
                          <a:pt x="639890" y="1037716"/>
                          <a:pt x="416052" y="988503"/>
                          <a:pt x="282702" y="1052003"/>
                        </a:cubicBezTo>
                        <a:cubicBezTo>
                          <a:pt x="149352" y="1115503"/>
                          <a:pt x="30289" y="1320291"/>
                          <a:pt x="6477" y="1461578"/>
                        </a:cubicBezTo>
                        <a:cubicBezTo>
                          <a:pt x="-17335" y="1602865"/>
                          <a:pt x="23940" y="1783841"/>
                          <a:pt x="139827" y="1899728"/>
                        </a:cubicBezTo>
                        <a:cubicBezTo>
                          <a:pt x="255714" y="2015615"/>
                          <a:pt x="463677" y="2114040"/>
                          <a:pt x="701802" y="2156903"/>
                        </a:cubicBezTo>
                        <a:cubicBezTo>
                          <a:pt x="939927" y="2199766"/>
                          <a:pt x="1327277" y="2147378"/>
                          <a:pt x="1568577" y="2156903"/>
                        </a:cubicBezTo>
                        <a:lnTo>
                          <a:pt x="2340102" y="2099753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09F1F147-CD68-1A6F-B977-A3A050DA1D22}"/>
                      </a:ext>
                    </a:extLst>
                  </p:cNvPr>
                  <p:cNvSpPr/>
                  <p:nvPr/>
                </p:nvSpPr>
                <p:spPr>
                  <a:xfrm>
                    <a:off x="8745201" y="10701980"/>
                    <a:ext cx="304800" cy="381000"/>
                  </a:xfrm>
                  <a:custGeom>
                    <a:avLst/>
                    <a:gdLst>
                      <a:gd name="connsiteX0" fmla="*/ 0 w 304800"/>
                      <a:gd name="connsiteY0" fmla="*/ 381000 h 381000"/>
                      <a:gd name="connsiteX1" fmla="*/ 95250 w 304800"/>
                      <a:gd name="connsiteY1" fmla="*/ 114300 h 381000"/>
                      <a:gd name="connsiteX2" fmla="*/ 304800 w 304800"/>
                      <a:gd name="connsiteY2" fmla="*/ 0 h 381000"/>
                      <a:gd name="connsiteX3" fmla="*/ 304800 w 304800"/>
                      <a:gd name="connsiteY3" fmla="*/ 0 h 381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4800" h="381000">
                        <a:moveTo>
                          <a:pt x="0" y="381000"/>
                        </a:moveTo>
                        <a:cubicBezTo>
                          <a:pt x="22225" y="279400"/>
                          <a:pt x="44450" y="177800"/>
                          <a:pt x="95250" y="114300"/>
                        </a:cubicBezTo>
                        <a:cubicBezTo>
                          <a:pt x="146050" y="50800"/>
                          <a:pt x="304800" y="0"/>
                          <a:pt x="304800" y="0"/>
                        </a:cubicBezTo>
                        <a:lnTo>
                          <a:pt x="304800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Freeform: Shape 18">
                    <a:extLst>
                      <a:ext uri="{FF2B5EF4-FFF2-40B4-BE49-F238E27FC236}">
                        <a16:creationId xmlns:a16="http://schemas.microsoft.com/office/drawing/2014/main" id="{A98DE253-6066-CBDE-82B3-48AAE7701E20}"/>
                      </a:ext>
                    </a:extLst>
                  </p:cNvPr>
                  <p:cNvSpPr/>
                  <p:nvPr/>
                </p:nvSpPr>
                <p:spPr>
                  <a:xfrm>
                    <a:off x="8482697" y="10525125"/>
                    <a:ext cx="304800" cy="381000"/>
                  </a:xfrm>
                  <a:custGeom>
                    <a:avLst/>
                    <a:gdLst>
                      <a:gd name="connsiteX0" fmla="*/ 0 w 304800"/>
                      <a:gd name="connsiteY0" fmla="*/ 381000 h 381000"/>
                      <a:gd name="connsiteX1" fmla="*/ 95250 w 304800"/>
                      <a:gd name="connsiteY1" fmla="*/ 114300 h 381000"/>
                      <a:gd name="connsiteX2" fmla="*/ 304800 w 304800"/>
                      <a:gd name="connsiteY2" fmla="*/ 0 h 381000"/>
                      <a:gd name="connsiteX3" fmla="*/ 304800 w 304800"/>
                      <a:gd name="connsiteY3" fmla="*/ 0 h 381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4800" h="381000">
                        <a:moveTo>
                          <a:pt x="0" y="381000"/>
                        </a:moveTo>
                        <a:cubicBezTo>
                          <a:pt x="22225" y="279400"/>
                          <a:pt x="44450" y="177800"/>
                          <a:pt x="95250" y="114300"/>
                        </a:cubicBezTo>
                        <a:cubicBezTo>
                          <a:pt x="146050" y="50800"/>
                          <a:pt x="304800" y="0"/>
                          <a:pt x="304800" y="0"/>
                        </a:cubicBezTo>
                        <a:lnTo>
                          <a:pt x="304800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CF5E5B61-3A93-D4AB-EF82-448424CF2C13}"/>
                      </a:ext>
                    </a:extLst>
                  </p:cNvPr>
                  <p:cNvSpPr/>
                  <p:nvPr/>
                </p:nvSpPr>
                <p:spPr>
                  <a:xfrm rot="5994309">
                    <a:off x="10578316" y="10744199"/>
                    <a:ext cx="304800" cy="381000"/>
                  </a:xfrm>
                  <a:custGeom>
                    <a:avLst/>
                    <a:gdLst>
                      <a:gd name="connsiteX0" fmla="*/ 0 w 304800"/>
                      <a:gd name="connsiteY0" fmla="*/ 381000 h 381000"/>
                      <a:gd name="connsiteX1" fmla="*/ 95250 w 304800"/>
                      <a:gd name="connsiteY1" fmla="*/ 114300 h 381000"/>
                      <a:gd name="connsiteX2" fmla="*/ 304800 w 304800"/>
                      <a:gd name="connsiteY2" fmla="*/ 0 h 381000"/>
                      <a:gd name="connsiteX3" fmla="*/ 304800 w 304800"/>
                      <a:gd name="connsiteY3" fmla="*/ 0 h 381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4800" h="381000">
                        <a:moveTo>
                          <a:pt x="0" y="381000"/>
                        </a:moveTo>
                        <a:cubicBezTo>
                          <a:pt x="22225" y="279400"/>
                          <a:pt x="44450" y="177800"/>
                          <a:pt x="95250" y="114300"/>
                        </a:cubicBezTo>
                        <a:cubicBezTo>
                          <a:pt x="146050" y="50800"/>
                          <a:pt x="304800" y="0"/>
                          <a:pt x="304800" y="0"/>
                        </a:cubicBezTo>
                        <a:lnTo>
                          <a:pt x="304800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699D6FE4-AA3F-D321-8D5F-B752CE3F6296}"/>
                      </a:ext>
                    </a:extLst>
                  </p:cNvPr>
                  <p:cNvSpPr/>
                  <p:nvPr/>
                </p:nvSpPr>
                <p:spPr>
                  <a:xfrm rot="5994309">
                    <a:off x="10958366" y="10592688"/>
                    <a:ext cx="304800" cy="381000"/>
                  </a:xfrm>
                  <a:custGeom>
                    <a:avLst/>
                    <a:gdLst>
                      <a:gd name="connsiteX0" fmla="*/ 0 w 304800"/>
                      <a:gd name="connsiteY0" fmla="*/ 381000 h 381000"/>
                      <a:gd name="connsiteX1" fmla="*/ 95250 w 304800"/>
                      <a:gd name="connsiteY1" fmla="*/ 114300 h 381000"/>
                      <a:gd name="connsiteX2" fmla="*/ 304800 w 304800"/>
                      <a:gd name="connsiteY2" fmla="*/ 0 h 381000"/>
                      <a:gd name="connsiteX3" fmla="*/ 304800 w 304800"/>
                      <a:gd name="connsiteY3" fmla="*/ 0 h 381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4800" h="381000">
                        <a:moveTo>
                          <a:pt x="0" y="381000"/>
                        </a:moveTo>
                        <a:cubicBezTo>
                          <a:pt x="22225" y="279400"/>
                          <a:pt x="44450" y="177800"/>
                          <a:pt x="95250" y="114300"/>
                        </a:cubicBezTo>
                        <a:cubicBezTo>
                          <a:pt x="146050" y="50800"/>
                          <a:pt x="304800" y="0"/>
                          <a:pt x="304800" y="0"/>
                        </a:cubicBezTo>
                        <a:lnTo>
                          <a:pt x="304800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Freeform: Shape 21">
                    <a:extLst>
                      <a:ext uri="{FF2B5EF4-FFF2-40B4-BE49-F238E27FC236}">
                        <a16:creationId xmlns:a16="http://schemas.microsoft.com/office/drawing/2014/main" id="{867DDD06-FB30-7E02-429C-5B482108D319}"/>
                      </a:ext>
                    </a:extLst>
                  </p:cNvPr>
                  <p:cNvSpPr/>
                  <p:nvPr/>
                </p:nvSpPr>
                <p:spPr>
                  <a:xfrm rot="5994309">
                    <a:off x="11219487" y="10355597"/>
                    <a:ext cx="304800" cy="381000"/>
                  </a:xfrm>
                  <a:custGeom>
                    <a:avLst/>
                    <a:gdLst>
                      <a:gd name="connsiteX0" fmla="*/ 0 w 304800"/>
                      <a:gd name="connsiteY0" fmla="*/ 381000 h 381000"/>
                      <a:gd name="connsiteX1" fmla="*/ 95250 w 304800"/>
                      <a:gd name="connsiteY1" fmla="*/ 114300 h 381000"/>
                      <a:gd name="connsiteX2" fmla="*/ 304800 w 304800"/>
                      <a:gd name="connsiteY2" fmla="*/ 0 h 381000"/>
                      <a:gd name="connsiteX3" fmla="*/ 304800 w 304800"/>
                      <a:gd name="connsiteY3" fmla="*/ 0 h 381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04800" h="381000">
                        <a:moveTo>
                          <a:pt x="0" y="381000"/>
                        </a:moveTo>
                        <a:cubicBezTo>
                          <a:pt x="22225" y="279400"/>
                          <a:pt x="44450" y="177800"/>
                          <a:pt x="95250" y="114300"/>
                        </a:cubicBezTo>
                        <a:cubicBezTo>
                          <a:pt x="146050" y="50800"/>
                          <a:pt x="304800" y="0"/>
                          <a:pt x="304800" y="0"/>
                        </a:cubicBezTo>
                        <a:lnTo>
                          <a:pt x="304800" y="0"/>
                        </a:lnTo>
                      </a:path>
                    </a:pathLst>
                  </a:cu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C6D20EF-69FB-4CB6-5C55-8998BD869C8F}"/>
              </a:ext>
            </a:extLst>
          </p:cNvPr>
          <p:cNvGrpSpPr/>
          <p:nvPr/>
        </p:nvGrpSpPr>
        <p:grpSpPr>
          <a:xfrm>
            <a:off x="5218822" y="6578245"/>
            <a:ext cx="851843" cy="926068"/>
            <a:chOff x="4838582" y="6253248"/>
            <a:chExt cx="851843" cy="926068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36866BD1-0551-43AE-9964-BD605066D6CA}"/>
                </a:ext>
              </a:extLst>
            </p:cNvPr>
            <p:cNvGrpSpPr/>
            <p:nvPr/>
          </p:nvGrpSpPr>
          <p:grpSpPr>
            <a:xfrm>
              <a:off x="4838582" y="6321518"/>
              <a:ext cx="851843" cy="857798"/>
              <a:chOff x="4838582" y="6321518"/>
              <a:chExt cx="851843" cy="857798"/>
            </a:xfrm>
          </p:grpSpPr>
          <p:sp>
            <p:nvSpPr>
              <p:cNvPr id="71" name="Rectangle 2">
                <a:extLst>
                  <a:ext uri="{FF2B5EF4-FFF2-40B4-BE49-F238E27FC236}">
                    <a16:creationId xmlns:a16="http://schemas.microsoft.com/office/drawing/2014/main" id="{464C3600-5426-FD6D-96A7-DA3FF91375F8}"/>
                  </a:ext>
                </a:extLst>
              </p:cNvPr>
              <p:cNvSpPr/>
              <p:nvPr/>
            </p:nvSpPr>
            <p:spPr>
              <a:xfrm>
                <a:off x="4906206" y="6321518"/>
                <a:ext cx="784219" cy="798428"/>
              </a:xfrm>
              <a:custGeom>
                <a:avLst/>
                <a:gdLst>
                  <a:gd name="connsiteX0" fmla="*/ 0 w 784219"/>
                  <a:gd name="connsiteY0" fmla="*/ 0 h 783188"/>
                  <a:gd name="connsiteX1" fmla="*/ 784219 w 784219"/>
                  <a:gd name="connsiteY1" fmla="*/ 0 h 783188"/>
                  <a:gd name="connsiteX2" fmla="*/ 784219 w 784219"/>
                  <a:gd name="connsiteY2" fmla="*/ 783188 h 783188"/>
                  <a:gd name="connsiteX3" fmla="*/ 0 w 784219"/>
                  <a:gd name="connsiteY3" fmla="*/ 783188 h 783188"/>
                  <a:gd name="connsiteX4" fmla="*/ 0 w 784219"/>
                  <a:gd name="connsiteY4" fmla="*/ 0 h 783188"/>
                  <a:gd name="connsiteX0" fmla="*/ 0 w 784219"/>
                  <a:gd name="connsiteY0" fmla="*/ 0 h 783188"/>
                  <a:gd name="connsiteX1" fmla="*/ 784219 w 784219"/>
                  <a:gd name="connsiteY1" fmla="*/ 0 h 783188"/>
                  <a:gd name="connsiteX2" fmla="*/ 715639 w 784219"/>
                  <a:gd name="connsiteY2" fmla="*/ 783188 h 783188"/>
                  <a:gd name="connsiteX3" fmla="*/ 0 w 784219"/>
                  <a:gd name="connsiteY3" fmla="*/ 783188 h 783188"/>
                  <a:gd name="connsiteX4" fmla="*/ 0 w 784219"/>
                  <a:gd name="connsiteY4" fmla="*/ 0 h 783188"/>
                  <a:gd name="connsiteX0" fmla="*/ 0 w 784219"/>
                  <a:gd name="connsiteY0" fmla="*/ 0 h 783188"/>
                  <a:gd name="connsiteX1" fmla="*/ 784219 w 784219"/>
                  <a:gd name="connsiteY1" fmla="*/ 0 h 783188"/>
                  <a:gd name="connsiteX2" fmla="*/ 715639 w 784219"/>
                  <a:gd name="connsiteY2" fmla="*/ 783188 h 783188"/>
                  <a:gd name="connsiteX3" fmla="*/ 76200 w 784219"/>
                  <a:gd name="connsiteY3" fmla="*/ 775568 h 783188"/>
                  <a:gd name="connsiteX4" fmla="*/ 0 w 784219"/>
                  <a:gd name="connsiteY4" fmla="*/ 0 h 783188"/>
                  <a:gd name="connsiteX0" fmla="*/ 0 w 784219"/>
                  <a:gd name="connsiteY0" fmla="*/ 0 h 798428"/>
                  <a:gd name="connsiteX1" fmla="*/ 784219 w 784219"/>
                  <a:gd name="connsiteY1" fmla="*/ 0 h 798428"/>
                  <a:gd name="connsiteX2" fmla="*/ 715639 w 784219"/>
                  <a:gd name="connsiteY2" fmla="*/ 783188 h 798428"/>
                  <a:gd name="connsiteX3" fmla="*/ 76200 w 784219"/>
                  <a:gd name="connsiteY3" fmla="*/ 798428 h 798428"/>
                  <a:gd name="connsiteX4" fmla="*/ 0 w 784219"/>
                  <a:gd name="connsiteY4" fmla="*/ 0 h 798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4219" h="798428">
                    <a:moveTo>
                      <a:pt x="0" y="0"/>
                    </a:moveTo>
                    <a:lnTo>
                      <a:pt x="784219" y="0"/>
                    </a:lnTo>
                    <a:lnTo>
                      <a:pt x="715639" y="783188"/>
                    </a:lnTo>
                    <a:lnTo>
                      <a:pt x="76200" y="7984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Rectangle 127">
                <a:extLst>
                  <a:ext uri="{FF2B5EF4-FFF2-40B4-BE49-F238E27FC236}">
                    <a16:creationId xmlns:a16="http://schemas.microsoft.com/office/drawing/2014/main" id="{794329AC-7E70-DA76-1D0A-8A50525E5E8C}"/>
                  </a:ext>
                </a:extLst>
              </p:cNvPr>
              <p:cNvSpPr/>
              <p:nvPr/>
            </p:nvSpPr>
            <p:spPr>
              <a:xfrm rot="416330">
                <a:off x="5578672" y="6330660"/>
                <a:ext cx="88859" cy="824471"/>
              </a:xfrm>
              <a:custGeom>
                <a:avLst/>
                <a:gdLst>
                  <a:gd name="connsiteX0" fmla="*/ 0 w 45719"/>
                  <a:gd name="connsiteY0" fmla="*/ 0 h 798428"/>
                  <a:gd name="connsiteX1" fmla="*/ 45719 w 45719"/>
                  <a:gd name="connsiteY1" fmla="*/ 0 h 798428"/>
                  <a:gd name="connsiteX2" fmla="*/ 45719 w 45719"/>
                  <a:gd name="connsiteY2" fmla="*/ 798428 h 798428"/>
                  <a:gd name="connsiteX3" fmla="*/ 0 w 45719"/>
                  <a:gd name="connsiteY3" fmla="*/ 798428 h 798428"/>
                  <a:gd name="connsiteX4" fmla="*/ 0 w 45719"/>
                  <a:gd name="connsiteY4" fmla="*/ 0 h 798428"/>
                  <a:gd name="connsiteX0" fmla="*/ 0 w 67398"/>
                  <a:gd name="connsiteY0" fmla="*/ 5837 h 798428"/>
                  <a:gd name="connsiteX1" fmla="*/ 67398 w 67398"/>
                  <a:gd name="connsiteY1" fmla="*/ 0 h 798428"/>
                  <a:gd name="connsiteX2" fmla="*/ 67398 w 67398"/>
                  <a:gd name="connsiteY2" fmla="*/ 798428 h 798428"/>
                  <a:gd name="connsiteX3" fmla="*/ 21679 w 67398"/>
                  <a:gd name="connsiteY3" fmla="*/ 798428 h 798428"/>
                  <a:gd name="connsiteX4" fmla="*/ 0 w 67398"/>
                  <a:gd name="connsiteY4" fmla="*/ 5837 h 798428"/>
                  <a:gd name="connsiteX0" fmla="*/ 0 w 67398"/>
                  <a:gd name="connsiteY0" fmla="*/ 49577 h 842168"/>
                  <a:gd name="connsiteX1" fmla="*/ 58876 w 67398"/>
                  <a:gd name="connsiteY1" fmla="*/ 0 h 842168"/>
                  <a:gd name="connsiteX2" fmla="*/ 67398 w 67398"/>
                  <a:gd name="connsiteY2" fmla="*/ 842168 h 842168"/>
                  <a:gd name="connsiteX3" fmla="*/ 21679 w 67398"/>
                  <a:gd name="connsiteY3" fmla="*/ 842168 h 842168"/>
                  <a:gd name="connsiteX4" fmla="*/ 0 w 67398"/>
                  <a:gd name="connsiteY4" fmla="*/ 49577 h 842168"/>
                  <a:gd name="connsiteX0" fmla="*/ 0 w 88859"/>
                  <a:gd name="connsiteY0" fmla="*/ 49577 h 842168"/>
                  <a:gd name="connsiteX1" fmla="*/ 58876 w 88859"/>
                  <a:gd name="connsiteY1" fmla="*/ 0 h 842168"/>
                  <a:gd name="connsiteX2" fmla="*/ 88859 w 88859"/>
                  <a:gd name="connsiteY2" fmla="*/ 781984 h 842168"/>
                  <a:gd name="connsiteX3" fmla="*/ 21679 w 88859"/>
                  <a:gd name="connsiteY3" fmla="*/ 842168 h 842168"/>
                  <a:gd name="connsiteX4" fmla="*/ 0 w 88859"/>
                  <a:gd name="connsiteY4" fmla="*/ 49577 h 842168"/>
                  <a:gd name="connsiteX0" fmla="*/ 0 w 88859"/>
                  <a:gd name="connsiteY0" fmla="*/ 49577 h 839866"/>
                  <a:gd name="connsiteX1" fmla="*/ 58876 w 88859"/>
                  <a:gd name="connsiteY1" fmla="*/ 0 h 839866"/>
                  <a:gd name="connsiteX2" fmla="*/ 88859 w 88859"/>
                  <a:gd name="connsiteY2" fmla="*/ 781984 h 839866"/>
                  <a:gd name="connsiteX3" fmla="*/ 40589 w 88859"/>
                  <a:gd name="connsiteY3" fmla="*/ 839866 h 839866"/>
                  <a:gd name="connsiteX4" fmla="*/ 0 w 88859"/>
                  <a:gd name="connsiteY4" fmla="*/ 49577 h 839866"/>
                  <a:gd name="connsiteX0" fmla="*/ 0 w 88859"/>
                  <a:gd name="connsiteY0" fmla="*/ 49577 h 841017"/>
                  <a:gd name="connsiteX1" fmla="*/ 58876 w 88859"/>
                  <a:gd name="connsiteY1" fmla="*/ 0 h 841017"/>
                  <a:gd name="connsiteX2" fmla="*/ 88859 w 88859"/>
                  <a:gd name="connsiteY2" fmla="*/ 781984 h 841017"/>
                  <a:gd name="connsiteX3" fmla="*/ 31134 w 88859"/>
                  <a:gd name="connsiteY3" fmla="*/ 841017 h 841017"/>
                  <a:gd name="connsiteX4" fmla="*/ 0 w 88859"/>
                  <a:gd name="connsiteY4" fmla="*/ 49577 h 841017"/>
                  <a:gd name="connsiteX0" fmla="*/ 0 w 88859"/>
                  <a:gd name="connsiteY0" fmla="*/ 49577 h 833926"/>
                  <a:gd name="connsiteX1" fmla="*/ 58876 w 88859"/>
                  <a:gd name="connsiteY1" fmla="*/ 0 h 833926"/>
                  <a:gd name="connsiteX2" fmla="*/ 88859 w 88859"/>
                  <a:gd name="connsiteY2" fmla="*/ 781984 h 833926"/>
                  <a:gd name="connsiteX3" fmla="*/ 30271 w 88859"/>
                  <a:gd name="connsiteY3" fmla="*/ 833926 h 833926"/>
                  <a:gd name="connsiteX4" fmla="*/ 0 w 88859"/>
                  <a:gd name="connsiteY4" fmla="*/ 49577 h 833926"/>
                  <a:gd name="connsiteX0" fmla="*/ 0 w 88859"/>
                  <a:gd name="connsiteY0" fmla="*/ 49577 h 823608"/>
                  <a:gd name="connsiteX1" fmla="*/ 58876 w 88859"/>
                  <a:gd name="connsiteY1" fmla="*/ 0 h 823608"/>
                  <a:gd name="connsiteX2" fmla="*/ 88859 w 88859"/>
                  <a:gd name="connsiteY2" fmla="*/ 781984 h 823608"/>
                  <a:gd name="connsiteX3" fmla="*/ 36212 w 88859"/>
                  <a:gd name="connsiteY3" fmla="*/ 823608 h 823608"/>
                  <a:gd name="connsiteX4" fmla="*/ 0 w 88859"/>
                  <a:gd name="connsiteY4" fmla="*/ 49577 h 823608"/>
                  <a:gd name="connsiteX0" fmla="*/ 0 w 88859"/>
                  <a:gd name="connsiteY0" fmla="*/ 49577 h 824471"/>
                  <a:gd name="connsiteX1" fmla="*/ 58876 w 88859"/>
                  <a:gd name="connsiteY1" fmla="*/ 0 h 824471"/>
                  <a:gd name="connsiteX2" fmla="*/ 88859 w 88859"/>
                  <a:gd name="connsiteY2" fmla="*/ 781984 h 824471"/>
                  <a:gd name="connsiteX3" fmla="*/ 29120 w 88859"/>
                  <a:gd name="connsiteY3" fmla="*/ 824471 h 824471"/>
                  <a:gd name="connsiteX4" fmla="*/ 0 w 88859"/>
                  <a:gd name="connsiteY4" fmla="*/ 49577 h 824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859" h="824471">
                    <a:moveTo>
                      <a:pt x="0" y="49577"/>
                    </a:moveTo>
                    <a:lnTo>
                      <a:pt x="58876" y="0"/>
                    </a:lnTo>
                    <a:cubicBezTo>
                      <a:pt x="61717" y="280723"/>
                      <a:pt x="86018" y="501261"/>
                      <a:pt x="88859" y="781984"/>
                    </a:cubicBezTo>
                    <a:lnTo>
                      <a:pt x="29120" y="824471"/>
                    </a:lnTo>
                    <a:lnTo>
                      <a:pt x="0" y="49577"/>
                    </a:lnTo>
                    <a:close/>
                  </a:path>
                </a:pathLst>
              </a:custGeom>
              <a:solidFill>
                <a:srgbClr val="FFFF00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127">
                <a:extLst>
                  <a:ext uri="{FF2B5EF4-FFF2-40B4-BE49-F238E27FC236}">
                    <a16:creationId xmlns:a16="http://schemas.microsoft.com/office/drawing/2014/main" id="{02C585E7-9B22-5F84-A247-B169F6D78EA8}"/>
                  </a:ext>
                </a:extLst>
              </p:cNvPr>
              <p:cNvSpPr/>
              <p:nvPr/>
            </p:nvSpPr>
            <p:spPr>
              <a:xfrm rot="21328516">
                <a:off x="4879023" y="6323738"/>
                <a:ext cx="88859" cy="824471"/>
              </a:xfrm>
              <a:custGeom>
                <a:avLst/>
                <a:gdLst>
                  <a:gd name="connsiteX0" fmla="*/ 0 w 45719"/>
                  <a:gd name="connsiteY0" fmla="*/ 0 h 798428"/>
                  <a:gd name="connsiteX1" fmla="*/ 45719 w 45719"/>
                  <a:gd name="connsiteY1" fmla="*/ 0 h 798428"/>
                  <a:gd name="connsiteX2" fmla="*/ 45719 w 45719"/>
                  <a:gd name="connsiteY2" fmla="*/ 798428 h 798428"/>
                  <a:gd name="connsiteX3" fmla="*/ 0 w 45719"/>
                  <a:gd name="connsiteY3" fmla="*/ 798428 h 798428"/>
                  <a:gd name="connsiteX4" fmla="*/ 0 w 45719"/>
                  <a:gd name="connsiteY4" fmla="*/ 0 h 798428"/>
                  <a:gd name="connsiteX0" fmla="*/ 0 w 67398"/>
                  <a:gd name="connsiteY0" fmla="*/ 5837 h 798428"/>
                  <a:gd name="connsiteX1" fmla="*/ 67398 w 67398"/>
                  <a:gd name="connsiteY1" fmla="*/ 0 h 798428"/>
                  <a:gd name="connsiteX2" fmla="*/ 67398 w 67398"/>
                  <a:gd name="connsiteY2" fmla="*/ 798428 h 798428"/>
                  <a:gd name="connsiteX3" fmla="*/ 21679 w 67398"/>
                  <a:gd name="connsiteY3" fmla="*/ 798428 h 798428"/>
                  <a:gd name="connsiteX4" fmla="*/ 0 w 67398"/>
                  <a:gd name="connsiteY4" fmla="*/ 5837 h 798428"/>
                  <a:gd name="connsiteX0" fmla="*/ 0 w 67398"/>
                  <a:gd name="connsiteY0" fmla="*/ 49577 h 842168"/>
                  <a:gd name="connsiteX1" fmla="*/ 58876 w 67398"/>
                  <a:gd name="connsiteY1" fmla="*/ 0 h 842168"/>
                  <a:gd name="connsiteX2" fmla="*/ 67398 w 67398"/>
                  <a:gd name="connsiteY2" fmla="*/ 842168 h 842168"/>
                  <a:gd name="connsiteX3" fmla="*/ 21679 w 67398"/>
                  <a:gd name="connsiteY3" fmla="*/ 842168 h 842168"/>
                  <a:gd name="connsiteX4" fmla="*/ 0 w 67398"/>
                  <a:gd name="connsiteY4" fmla="*/ 49577 h 842168"/>
                  <a:gd name="connsiteX0" fmla="*/ 0 w 88859"/>
                  <a:gd name="connsiteY0" fmla="*/ 49577 h 842168"/>
                  <a:gd name="connsiteX1" fmla="*/ 58876 w 88859"/>
                  <a:gd name="connsiteY1" fmla="*/ 0 h 842168"/>
                  <a:gd name="connsiteX2" fmla="*/ 88859 w 88859"/>
                  <a:gd name="connsiteY2" fmla="*/ 781984 h 842168"/>
                  <a:gd name="connsiteX3" fmla="*/ 21679 w 88859"/>
                  <a:gd name="connsiteY3" fmla="*/ 842168 h 842168"/>
                  <a:gd name="connsiteX4" fmla="*/ 0 w 88859"/>
                  <a:gd name="connsiteY4" fmla="*/ 49577 h 842168"/>
                  <a:gd name="connsiteX0" fmla="*/ 0 w 88859"/>
                  <a:gd name="connsiteY0" fmla="*/ 49577 h 839866"/>
                  <a:gd name="connsiteX1" fmla="*/ 58876 w 88859"/>
                  <a:gd name="connsiteY1" fmla="*/ 0 h 839866"/>
                  <a:gd name="connsiteX2" fmla="*/ 88859 w 88859"/>
                  <a:gd name="connsiteY2" fmla="*/ 781984 h 839866"/>
                  <a:gd name="connsiteX3" fmla="*/ 40589 w 88859"/>
                  <a:gd name="connsiteY3" fmla="*/ 839866 h 839866"/>
                  <a:gd name="connsiteX4" fmla="*/ 0 w 88859"/>
                  <a:gd name="connsiteY4" fmla="*/ 49577 h 839866"/>
                  <a:gd name="connsiteX0" fmla="*/ 0 w 88859"/>
                  <a:gd name="connsiteY0" fmla="*/ 49577 h 841017"/>
                  <a:gd name="connsiteX1" fmla="*/ 58876 w 88859"/>
                  <a:gd name="connsiteY1" fmla="*/ 0 h 841017"/>
                  <a:gd name="connsiteX2" fmla="*/ 88859 w 88859"/>
                  <a:gd name="connsiteY2" fmla="*/ 781984 h 841017"/>
                  <a:gd name="connsiteX3" fmla="*/ 31134 w 88859"/>
                  <a:gd name="connsiteY3" fmla="*/ 841017 h 841017"/>
                  <a:gd name="connsiteX4" fmla="*/ 0 w 88859"/>
                  <a:gd name="connsiteY4" fmla="*/ 49577 h 841017"/>
                  <a:gd name="connsiteX0" fmla="*/ 0 w 88859"/>
                  <a:gd name="connsiteY0" fmla="*/ 49577 h 833926"/>
                  <a:gd name="connsiteX1" fmla="*/ 58876 w 88859"/>
                  <a:gd name="connsiteY1" fmla="*/ 0 h 833926"/>
                  <a:gd name="connsiteX2" fmla="*/ 88859 w 88859"/>
                  <a:gd name="connsiteY2" fmla="*/ 781984 h 833926"/>
                  <a:gd name="connsiteX3" fmla="*/ 30271 w 88859"/>
                  <a:gd name="connsiteY3" fmla="*/ 833926 h 833926"/>
                  <a:gd name="connsiteX4" fmla="*/ 0 w 88859"/>
                  <a:gd name="connsiteY4" fmla="*/ 49577 h 833926"/>
                  <a:gd name="connsiteX0" fmla="*/ 0 w 88859"/>
                  <a:gd name="connsiteY0" fmla="*/ 49577 h 823608"/>
                  <a:gd name="connsiteX1" fmla="*/ 58876 w 88859"/>
                  <a:gd name="connsiteY1" fmla="*/ 0 h 823608"/>
                  <a:gd name="connsiteX2" fmla="*/ 88859 w 88859"/>
                  <a:gd name="connsiteY2" fmla="*/ 781984 h 823608"/>
                  <a:gd name="connsiteX3" fmla="*/ 36212 w 88859"/>
                  <a:gd name="connsiteY3" fmla="*/ 823608 h 823608"/>
                  <a:gd name="connsiteX4" fmla="*/ 0 w 88859"/>
                  <a:gd name="connsiteY4" fmla="*/ 49577 h 823608"/>
                  <a:gd name="connsiteX0" fmla="*/ 0 w 88859"/>
                  <a:gd name="connsiteY0" fmla="*/ 49577 h 824471"/>
                  <a:gd name="connsiteX1" fmla="*/ 58876 w 88859"/>
                  <a:gd name="connsiteY1" fmla="*/ 0 h 824471"/>
                  <a:gd name="connsiteX2" fmla="*/ 88859 w 88859"/>
                  <a:gd name="connsiteY2" fmla="*/ 781984 h 824471"/>
                  <a:gd name="connsiteX3" fmla="*/ 29120 w 88859"/>
                  <a:gd name="connsiteY3" fmla="*/ 824471 h 824471"/>
                  <a:gd name="connsiteX4" fmla="*/ 0 w 88859"/>
                  <a:gd name="connsiteY4" fmla="*/ 49577 h 824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859" h="824471">
                    <a:moveTo>
                      <a:pt x="0" y="49577"/>
                    </a:moveTo>
                    <a:lnTo>
                      <a:pt x="58876" y="0"/>
                    </a:lnTo>
                    <a:cubicBezTo>
                      <a:pt x="61717" y="280723"/>
                      <a:pt x="86018" y="501261"/>
                      <a:pt x="88859" y="781984"/>
                    </a:cubicBezTo>
                    <a:lnTo>
                      <a:pt x="29120" y="824471"/>
                    </a:lnTo>
                    <a:lnTo>
                      <a:pt x="0" y="49577"/>
                    </a:lnTo>
                    <a:close/>
                  </a:path>
                </a:pathLst>
              </a:custGeom>
              <a:solidFill>
                <a:schemeClr val="bg2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4B075F38-544C-9D97-B45C-556C064142FE}"/>
                  </a:ext>
                </a:extLst>
              </p:cNvPr>
              <p:cNvGrpSpPr/>
              <p:nvPr/>
            </p:nvGrpSpPr>
            <p:grpSpPr>
              <a:xfrm>
                <a:off x="4838582" y="6334848"/>
                <a:ext cx="784219" cy="844468"/>
                <a:chOff x="4838582" y="6334848"/>
                <a:chExt cx="784219" cy="844468"/>
              </a:xfrm>
            </p:grpSpPr>
            <p:sp>
              <p:nvSpPr>
                <p:cNvPr id="75" name="Oval 128">
                  <a:extLst>
                    <a:ext uri="{FF2B5EF4-FFF2-40B4-BE49-F238E27FC236}">
                      <a16:creationId xmlns:a16="http://schemas.microsoft.com/office/drawing/2014/main" id="{D659065F-1C51-DCCF-60A7-877CB8F886F3}"/>
                    </a:ext>
                  </a:extLst>
                </p:cNvPr>
                <p:cNvSpPr/>
                <p:nvPr/>
              </p:nvSpPr>
              <p:spPr>
                <a:xfrm>
                  <a:off x="5019039" y="6334848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6" name="Oval 128">
                  <a:extLst>
                    <a:ext uri="{FF2B5EF4-FFF2-40B4-BE49-F238E27FC236}">
                      <a16:creationId xmlns:a16="http://schemas.microsoft.com/office/drawing/2014/main" id="{3949103C-E857-3087-8388-E9F5238BF380}"/>
                    </a:ext>
                  </a:extLst>
                </p:cNvPr>
                <p:cNvSpPr/>
                <p:nvPr/>
              </p:nvSpPr>
              <p:spPr>
                <a:xfrm rot="11191403">
                  <a:off x="5292098" y="6357821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" name="Rectangle 2">
                  <a:extLst>
                    <a:ext uri="{FF2B5EF4-FFF2-40B4-BE49-F238E27FC236}">
                      <a16:creationId xmlns:a16="http://schemas.microsoft.com/office/drawing/2014/main" id="{4B4A81E5-39D3-959E-5375-116C603CEE20}"/>
                    </a:ext>
                  </a:extLst>
                </p:cNvPr>
                <p:cNvSpPr/>
                <p:nvPr/>
              </p:nvSpPr>
              <p:spPr>
                <a:xfrm>
                  <a:off x="4838582" y="6380888"/>
                  <a:ext cx="784219" cy="798428"/>
                </a:xfrm>
                <a:custGeom>
                  <a:avLst/>
                  <a:gdLst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8421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0 w 784219"/>
                    <a:gd name="connsiteY3" fmla="*/ 783188 h 783188"/>
                    <a:gd name="connsiteX4" fmla="*/ 0 w 784219"/>
                    <a:gd name="connsiteY4" fmla="*/ 0 h 783188"/>
                    <a:gd name="connsiteX0" fmla="*/ 0 w 784219"/>
                    <a:gd name="connsiteY0" fmla="*/ 0 h 783188"/>
                    <a:gd name="connsiteX1" fmla="*/ 784219 w 784219"/>
                    <a:gd name="connsiteY1" fmla="*/ 0 h 783188"/>
                    <a:gd name="connsiteX2" fmla="*/ 715639 w 784219"/>
                    <a:gd name="connsiteY2" fmla="*/ 783188 h 783188"/>
                    <a:gd name="connsiteX3" fmla="*/ 76200 w 784219"/>
                    <a:gd name="connsiteY3" fmla="*/ 775568 h 783188"/>
                    <a:gd name="connsiteX4" fmla="*/ 0 w 784219"/>
                    <a:gd name="connsiteY4" fmla="*/ 0 h 783188"/>
                    <a:gd name="connsiteX0" fmla="*/ 0 w 784219"/>
                    <a:gd name="connsiteY0" fmla="*/ 0 h 798428"/>
                    <a:gd name="connsiteX1" fmla="*/ 784219 w 784219"/>
                    <a:gd name="connsiteY1" fmla="*/ 0 h 798428"/>
                    <a:gd name="connsiteX2" fmla="*/ 715639 w 784219"/>
                    <a:gd name="connsiteY2" fmla="*/ 783188 h 798428"/>
                    <a:gd name="connsiteX3" fmla="*/ 76200 w 784219"/>
                    <a:gd name="connsiteY3" fmla="*/ 798428 h 798428"/>
                    <a:gd name="connsiteX4" fmla="*/ 0 w 784219"/>
                    <a:gd name="connsiteY4" fmla="*/ 0 h 798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4219" h="798428">
                      <a:moveTo>
                        <a:pt x="0" y="0"/>
                      </a:moveTo>
                      <a:lnTo>
                        <a:pt x="784219" y="0"/>
                      </a:lnTo>
                      <a:lnTo>
                        <a:pt x="715639" y="783188"/>
                      </a:lnTo>
                      <a:lnTo>
                        <a:pt x="76200" y="7984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Oval 128">
                  <a:extLst>
                    <a:ext uri="{FF2B5EF4-FFF2-40B4-BE49-F238E27FC236}">
                      <a16:creationId xmlns:a16="http://schemas.microsoft.com/office/drawing/2014/main" id="{5FDBCDD8-E7BC-E487-ED5C-EA2EF1CC3AC5}"/>
                    </a:ext>
                  </a:extLst>
                </p:cNvPr>
                <p:cNvSpPr/>
                <p:nvPr/>
              </p:nvSpPr>
              <p:spPr>
                <a:xfrm>
                  <a:off x="4893735" y="6455049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Oval 128">
                  <a:extLst>
                    <a:ext uri="{FF2B5EF4-FFF2-40B4-BE49-F238E27FC236}">
                      <a16:creationId xmlns:a16="http://schemas.microsoft.com/office/drawing/2014/main" id="{014283CF-DA88-F889-881B-705975466656}"/>
                    </a:ext>
                  </a:extLst>
                </p:cNvPr>
                <p:cNvSpPr/>
                <p:nvPr/>
              </p:nvSpPr>
              <p:spPr>
                <a:xfrm rot="1655495">
                  <a:off x="4931903" y="6644793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Oval 128">
                  <a:extLst>
                    <a:ext uri="{FF2B5EF4-FFF2-40B4-BE49-F238E27FC236}">
                      <a16:creationId xmlns:a16="http://schemas.microsoft.com/office/drawing/2014/main" id="{C1D8352D-3BA5-806C-76E1-5D2B15A839D1}"/>
                    </a:ext>
                  </a:extLst>
                </p:cNvPr>
                <p:cNvSpPr/>
                <p:nvPr/>
              </p:nvSpPr>
              <p:spPr>
                <a:xfrm rot="4203571">
                  <a:off x="5093109" y="6542433"/>
                  <a:ext cx="176531" cy="101629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128">
                  <a:extLst>
                    <a:ext uri="{FF2B5EF4-FFF2-40B4-BE49-F238E27FC236}">
                      <a16:creationId xmlns:a16="http://schemas.microsoft.com/office/drawing/2014/main" id="{65EA8012-3903-8131-7A2F-3B676B83D3B5}"/>
                    </a:ext>
                  </a:extLst>
                </p:cNvPr>
                <p:cNvSpPr/>
                <p:nvPr/>
              </p:nvSpPr>
              <p:spPr>
                <a:xfrm rot="16200000">
                  <a:off x="5364108" y="6819875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Oval 128">
                  <a:extLst>
                    <a:ext uri="{FF2B5EF4-FFF2-40B4-BE49-F238E27FC236}">
                      <a16:creationId xmlns:a16="http://schemas.microsoft.com/office/drawing/2014/main" id="{A1ADD681-91F1-830C-2A1C-640D06B218B6}"/>
                    </a:ext>
                  </a:extLst>
                </p:cNvPr>
                <p:cNvSpPr/>
                <p:nvPr/>
              </p:nvSpPr>
              <p:spPr>
                <a:xfrm rot="17855495">
                  <a:off x="5232077" y="7002015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Oval 128">
                  <a:extLst>
                    <a:ext uri="{FF2B5EF4-FFF2-40B4-BE49-F238E27FC236}">
                      <a16:creationId xmlns:a16="http://schemas.microsoft.com/office/drawing/2014/main" id="{1DF492D0-6483-3FEC-9387-2CD09A9CD74E}"/>
                    </a:ext>
                  </a:extLst>
                </p:cNvPr>
                <p:cNvSpPr/>
                <p:nvPr/>
              </p:nvSpPr>
              <p:spPr>
                <a:xfrm rot="20403571">
                  <a:off x="5377359" y="7028795"/>
                  <a:ext cx="176531" cy="101629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Oval 128">
                  <a:extLst>
                    <a:ext uri="{FF2B5EF4-FFF2-40B4-BE49-F238E27FC236}">
                      <a16:creationId xmlns:a16="http://schemas.microsoft.com/office/drawing/2014/main" id="{B8DAED4C-5CF2-8C75-855E-18872A8D13E3}"/>
                    </a:ext>
                  </a:extLst>
                </p:cNvPr>
                <p:cNvSpPr/>
                <p:nvPr/>
              </p:nvSpPr>
              <p:spPr>
                <a:xfrm rot="14880045">
                  <a:off x="4881259" y="6805446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Oval 128">
                  <a:extLst>
                    <a:ext uri="{FF2B5EF4-FFF2-40B4-BE49-F238E27FC236}">
                      <a16:creationId xmlns:a16="http://schemas.microsoft.com/office/drawing/2014/main" id="{E7766387-13BC-4280-61D2-85AC2F152760}"/>
                    </a:ext>
                  </a:extLst>
                </p:cNvPr>
                <p:cNvSpPr/>
                <p:nvPr/>
              </p:nvSpPr>
              <p:spPr>
                <a:xfrm rot="6087391">
                  <a:off x="5050010" y="6937627"/>
                  <a:ext cx="176531" cy="58134"/>
                </a:xfrm>
                <a:custGeom>
                  <a:avLst/>
                  <a:gdLst>
                    <a:gd name="connsiteX0" fmla="*/ 0 w 162141"/>
                    <a:gd name="connsiteY0" fmla="*/ 22860 h 45719"/>
                    <a:gd name="connsiteX1" fmla="*/ 81071 w 162141"/>
                    <a:gd name="connsiteY1" fmla="*/ 0 h 45719"/>
                    <a:gd name="connsiteX2" fmla="*/ 162142 w 162141"/>
                    <a:gd name="connsiteY2" fmla="*/ 22860 h 45719"/>
                    <a:gd name="connsiteX3" fmla="*/ 81071 w 162141"/>
                    <a:gd name="connsiteY3" fmla="*/ 45720 h 45719"/>
                    <a:gd name="connsiteX4" fmla="*/ 0 w 162141"/>
                    <a:gd name="connsiteY4" fmla="*/ 22860 h 45719"/>
                    <a:gd name="connsiteX0" fmla="*/ 14 w 162156"/>
                    <a:gd name="connsiteY0" fmla="*/ 22860 h 60007"/>
                    <a:gd name="connsiteX1" fmla="*/ 81085 w 162156"/>
                    <a:gd name="connsiteY1" fmla="*/ 0 h 60007"/>
                    <a:gd name="connsiteX2" fmla="*/ 162156 w 162156"/>
                    <a:gd name="connsiteY2" fmla="*/ 22860 h 60007"/>
                    <a:gd name="connsiteX3" fmla="*/ 76322 w 162156"/>
                    <a:gd name="connsiteY3" fmla="*/ 60007 h 60007"/>
                    <a:gd name="connsiteX4" fmla="*/ 14 w 162156"/>
                    <a:gd name="connsiteY4" fmla="*/ 22860 h 60007"/>
                    <a:gd name="connsiteX0" fmla="*/ 10 w 176439"/>
                    <a:gd name="connsiteY0" fmla="*/ 23301 h 60511"/>
                    <a:gd name="connsiteX1" fmla="*/ 81081 w 176439"/>
                    <a:gd name="connsiteY1" fmla="*/ 441 h 60511"/>
                    <a:gd name="connsiteX2" fmla="*/ 176439 w 176439"/>
                    <a:gd name="connsiteY2" fmla="*/ 13776 h 60511"/>
                    <a:gd name="connsiteX3" fmla="*/ 76318 w 176439"/>
                    <a:gd name="connsiteY3" fmla="*/ 60448 h 60511"/>
                    <a:gd name="connsiteX4" fmla="*/ 10 w 176439"/>
                    <a:gd name="connsiteY4" fmla="*/ 23301 h 60511"/>
                    <a:gd name="connsiteX0" fmla="*/ 102 w 176531"/>
                    <a:gd name="connsiteY0" fmla="*/ 23301 h 58134"/>
                    <a:gd name="connsiteX1" fmla="*/ 81173 w 176531"/>
                    <a:gd name="connsiteY1" fmla="*/ 441 h 58134"/>
                    <a:gd name="connsiteX2" fmla="*/ 176531 w 176531"/>
                    <a:gd name="connsiteY2" fmla="*/ 13776 h 58134"/>
                    <a:gd name="connsiteX3" fmla="*/ 97841 w 176531"/>
                    <a:gd name="connsiteY3" fmla="*/ 58067 h 58134"/>
                    <a:gd name="connsiteX4" fmla="*/ 102 w 176531"/>
                    <a:gd name="connsiteY4" fmla="*/ 23301 h 58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6531" h="58134">
                      <a:moveTo>
                        <a:pt x="102" y="23301"/>
                      </a:moveTo>
                      <a:cubicBezTo>
                        <a:pt x="-2676" y="13697"/>
                        <a:pt x="51768" y="2028"/>
                        <a:pt x="81173" y="441"/>
                      </a:cubicBezTo>
                      <a:cubicBezTo>
                        <a:pt x="110578" y="-1146"/>
                        <a:pt x="176531" y="1151"/>
                        <a:pt x="176531" y="13776"/>
                      </a:cubicBezTo>
                      <a:cubicBezTo>
                        <a:pt x="176531" y="26401"/>
                        <a:pt x="127246" y="56480"/>
                        <a:pt x="97841" y="58067"/>
                      </a:cubicBezTo>
                      <a:cubicBezTo>
                        <a:pt x="68436" y="59654"/>
                        <a:pt x="2880" y="32905"/>
                        <a:pt x="102" y="23301"/>
                      </a:cubicBez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EB311A8-57DA-305E-5D9B-AEB5A8E2604B}"/>
                </a:ext>
              </a:extLst>
            </p:cNvPr>
            <p:cNvSpPr txBox="1"/>
            <p:nvPr/>
          </p:nvSpPr>
          <p:spPr>
            <a:xfrm rot="18867285">
              <a:off x="4976830" y="6455344"/>
              <a:ext cx="7735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Crack</a:t>
              </a:r>
            </a:p>
          </p:txBody>
        </p:sp>
      </p:grpSp>
      <p:pic>
        <p:nvPicPr>
          <p:cNvPr id="86" name="intro-sound-bell-269297">
            <a:hlinkClick r:id="" action="ppaction://media"/>
            <a:extLst>
              <a:ext uri="{FF2B5EF4-FFF2-40B4-BE49-F238E27FC236}">
                <a16:creationId xmlns:a16="http://schemas.microsoft.com/office/drawing/2014/main" id="{57A2A0F2-A094-99A6-74AD-CBDCB3DF14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13" fill="hold"/>
                                        <p:tgtEl>
                                          <p:spTgt spid="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375</TotalTime>
  <Words>15</Words>
  <Application>Microsoft Office PowerPoint</Application>
  <PresentationFormat>Widescreen</PresentationFormat>
  <Paragraphs>8</Paragraphs>
  <Slides>9</Slides>
  <Notes>0</Notes>
  <HiddenSlides>0</HiddenSlides>
  <MMClips>14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hellotuners1@outlook.com</dc:creator>
  <cp:lastModifiedBy>hellotuners1@outlook.com</cp:lastModifiedBy>
  <cp:revision>13</cp:revision>
  <dcterms:created xsi:type="dcterms:W3CDTF">2024-12-21T00:57:45Z</dcterms:created>
  <dcterms:modified xsi:type="dcterms:W3CDTF">2024-12-21T21:15:13Z</dcterms:modified>
</cp:coreProperties>
</file>