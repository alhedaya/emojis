
<file path=[Content_Types].xml><?xml version="1.0" encoding="utf-8"?>
<Types xmlns="http://schemas.openxmlformats.org/package/2006/content-types">
  <Default Extension="jpeg" ContentType="image/jpeg"/>
  <Default Extension="mp3" ContentType="audio/m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1" d="100"/>
          <a:sy n="41" d="100"/>
        </p:scale>
        <p:origin x="25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734C1-0EEF-4975-B78B-019553EB5CE0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CA91F-FC01-4DA7-A8EF-4F939F42D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196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734C1-0EEF-4975-B78B-019553EB5CE0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CA91F-FC01-4DA7-A8EF-4F939F42D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04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734C1-0EEF-4975-B78B-019553EB5CE0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CA91F-FC01-4DA7-A8EF-4F939F42D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809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734C1-0EEF-4975-B78B-019553EB5CE0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CA91F-FC01-4DA7-A8EF-4F939F42D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29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734C1-0EEF-4975-B78B-019553EB5CE0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CA91F-FC01-4DA7-A8EF-4F939F42D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165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734C1-0EEF-4975-B78B-019553EB5CE0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CA91F-FC01-4DA7-A8EF-4F939F42D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473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734C1-0EEF-4975-B78B-019553EB5CE0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CA91F-FC01-4DA7-A8EF-4F939F42D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636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734C1-0EEF-4975-B78B-019553EB5CE0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CA91F-FC01-4DA7-A8EF-4F939F42D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452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734C1-0EEF-4975-B78B-019553EB5CE0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CA91F-FC01-4DA7-A8EF-4F939F42D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111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734C1-0EEF-4975-B78B-019553EB5CE0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CA91F-FC01-4DA7-A8EF-4F939F42D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687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734C1-0EEF-4975-B78B-019553EB5CE0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CA91F-FC01-4DA7-A8EF-4F939F42D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586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0734C1-0EEF-4975-B78B-019553EB5CE0}" type="datetimeFigureOut">
              <a:rPr lang="en-US" smtClean="0"/>
              <a:t>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FCA91F-FC01-4DA7-A8EF-4F939F42D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560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media" Target="../media/media2.mp3"/><Relationship Id="rId7" Type="http://schemas.openxmlformats.org/officeDocument/2006/relationships/image" Target="../media/image2.png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2.mp3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media" Target="../media/media3.mp3"/><Relationship Id="rId7" Type="http://schemas.openxmlformats.org/officeDocument/2006/relationships/image" Target="../media/image2.png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3.mp3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media" Target="../media/media4.mp3"/><Relationship Id="rId7" Type="http://schemas.openxmlformats.org/officeDocument/2006/relationships/image" Target="../media/image2.png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4.mp3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media" Target="../media/media5.mp3"/><Relationship Id="rId7" Type="http://schemas.openxmlformats.org/officeDocument/2006/relationships/image" Target="../media/image2.png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5.mp3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media" Target="../media/media6.mp3"/><Relationship Id="rId7" Type="http://schemas.openxmlformats.org/officeDocument/2006/relationships/image" Target="../media/image2.png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6.mp3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media" Target="../media/media7.mp3"/><Relationship Id="rId7" Type="http://schemas.openxmlformats.org/officeDocument/2006/relationships/image" Target="../media/image2.png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7.mp3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media" Target="../media/media8.mp3"/><Relationship Id="rId7" Type="http://schemas.openxmlformats.org/officeDocument/2006/relationships/image" Target="../media/image2.png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8.mp3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FA5B3CC6-7E69-484D-8E85-E092DC82F3A0}"/>
              </a:ext>
            </a:extLst>
          </p:cNvPr>
          <p:cNvGrpSpPr/>
          <p:nvPr/>
        </p:nvGrpSpPr>
        <p:grpSpPr>
          <a:xfrm>
            <a:off x="299813" y="221062"/>
            <a:ext cx="6264991" cy="7041425"/>
            <a:chOff x="2615420" y="2522220"/>
            <a:chExt cx="2284240" cy="2567331"/>
          </a:xfrm>
        </p:grpSpPr>
        <p:sp>
          <p:nvSpPr>
            <p:cNvPr id="52" name="Flowchart: Alternate Process 51">
              <a:extLst>
                <a:ext uri="{FF2B5EF4-FFF2-40B4-BE49-F238E27FC236}">
                  <a16:creationId xmlns:a16="http://schemas.microsoft.com/office/drawing/2014/main" id="{BA0E27AE-0FDC-48F2-B8CC-14C517FBC7FC}"/>
                </a:ext>
              </a:extLst>
            </p:cNvPr>
            <p:cNvSpPr/>
            <p:nvPr/>
          </p:nvSpPr>
          <p:spPr>
            <a:xfrm>
              <a:off x="3550831" y="5024813"/>
              <a:ext cx="114444" cy="64738"/>
            </a:xfrm>
            <a:prstGeom prst="flowChartAlternateProcess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CE123E42-DCD6-460B-8B3E-684E1A4EB48F}"/>
                </a:ext>
              </a:extLst>
            </p:cNvPr>
            <p:cNvSpPr/>
            <p:nvPr/>
          </p:nvSpPr>
          <p:spPr>
            <a:xfrm>
              <a:off x="3705178" y="3881908"/>
              <a:ext cx="1060450" cy="1060450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Oval 12">
              <a:extLst>
                <a:ext uri="{FF2B5EF4-FFF2-40B4-BE49-F238E27FC236}">
                  <a16:creationId xmlns:a16="http://schemas.microsoft.com/office/drawing/2014/main" id="{109D854F-A7FB-4CFA-9B05-E2C98E5BB34D}"/>
                </a:ext>
              </a:extLst>
            </p:cNvPr>
            <p:cNvSpPr/>
            <p:nvPr/>
          </p:nvSpPr>
          <p:spPr>
            <a:xfrm>
              <a:off x="2615420" y="3931124"/>
              <a:ext cx="1759305" cy="1063146"/>
            </a:xfrm>
            <a:custGeom>
              <a:avLst/>
              <a:gdLst>
                <a:gd name="connsiteX0" fmla="*/ 0 w 1349729"/>
                <a:gd name="connsiteY0" fmla="*/ 530225 h 1060450"/>
                <a:gd name="connsiteX1" fmla="*/ 674865 w 1349729"/>
                <a:gd name="connsiteY1" fmla="*/ 0 h 1060450"/>
                <a:gd name="connsiteX2" fmla="*/ 1349730 w 1349729"/>
                <a:gd name="connsiteY2" fmla="*/ 530225 h 1060450"/>
                <a:gd name="connsiteX3" fmla="*/ 674865 w 1349729"/>
                <a:gd name="connsiteY3" fmla="*/ 1060450 h 1060450"/>
                <a:gd name="connsiteX4" fmla="*/ 0 w 1349729"/>
                <a:gd name="connsiteY4" fmla="*/ 530225 h 1060450"/>
                <a:gd name="connsiteX0" fmla="*/ 0 w 1759305"/>
                <a:gd name="connsiteY0" fmla="*/ 530309 h 1060631"/>
                <a:gd name="connsiteX1" fmla="*/ 674865 w 1759305"/>
                <a:gd name="connsiteY1" fmla="*/ 84 h 1060631"/>
                <a:gd name="connsiteX2" fmla="*/ 1759305 w 1759305"/>
                <a:gd name="connsiteY2" fmla="*/ 562059 h 1060631"/>
                <a:gd name="connsiteX3" fmla="*/ 674865 w 1759305"/>
                <a:gd name="connsiteY3" fmla="*/ 1060534 h 1060631"/>
                <a:gd name="connsiteX4" fmla="*/ 0 w 1759305"/>
                <a:gd name="connsiteY4" fmla="*/ 530309 h 1060631"/>
                <a:gd name="connsiteX0" fmla="*/ 0 w 1759305"/>
                <a:gd name="connsiteY0" fmla="*/ 532195 h 1062517"/>
                <a:gd name="connsiteX1" fmla="*/ 674865 w 1759305"/>
                <a:gd name="connsiteY1" fmla="*/ 1970 h 1062517"/>
                <a:gd name="connsiteX2" fmla="*/ 1759305 w 1759305"/>
                <a:gd name="connsiteY2" fmla="*/ 563945 h 1062517"/>
                <a:gd name="connsiteX3" fmla="*/ 674865 w 1759305"/>
                <a:gd name="connsiteY3" fmla="*/ 1062420 h 1062517"/>
                <a:gd name="connsiteX4" fmla="*/ 0 w 1759305"/>
                <a:gd name="connsiteY4" fmla="*/ 532195 h 1062517"/>
                <a:gd name="connsiteX0" fmla="*/ 0 w 1759305"/>
                <a:gd name="connsiteY0" fmla="*/ 532824 h 1063146"/>
                <a:gd name="connsiteX1" fmla="*/ 674865 w 1759305"/>
                <a:gd name="connsiteY1" fmla="*/ 2599 h 1063146"/>
                <a:gd name="connsiteX2" fmla="*/ 1759305 w 1759305"/>
                <a:gd name="connsiteY2" fmla="*/ 564574 h 1063146"/>
                <a:gd name="connsiteX3" fmla="*/ 674865 w 1759305"/>
                <a:gd name="connsiteY3" fmla="*/ 1063049 h 1063146"/>
                <a:gd name="connsiteX4" fmla="*/ 0 w 1759305"/>
                <a:gd name="connsiteY4" fmla="*/ 532824 h 10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59305" h="1063146">
                  <a:moveTo>
                    <a:pt x="0" y="532824"/>
                  </a:moveTo>
                  <a:cubicBezTo>
                    <a:pt x="0" y="166964"/>
                    <a:pt x="232423" y="-24918"/>
                    <a:pt x="674865" y="2599"/>
                  </a:cubicBezTo>
                  <a:cubicBezTo>
                    <a:pt x="1117307" y="30116"/>
                    <a:pt x="1759305" y="271739"/>
                    <a:pt x="1759305" y="564574"/>
                  </a:cubicBezTo>
                  <a:cubicBezTo>
                    <a:pt x="1759305" y="857409"/>
                    <a:pt x="968082" y="1068341"/>
                    <a:pt x="674865" y="1063049"/>
                  </a:cubicBezTo>
                  <a:cubicBezTo>
                    <a:pt x="381648" y="1057757"/>
                    <a:pt x="0" y="898684"/>
                    <a:pt x="0" y="532824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7E2C64B-A423-4B0E-B1A5-B2D9D8F703D6}"/>
                </a:ext>
              </a:extLst>
            </p:cNvPr>
            <p:cNvSpPr/>
            <p:nvPr/>
          </p:nvSpPr>
          <p:spPr>
            <a:xfrm rot="20652017">
              <a:off x="3253025" y="3665338"/>
              <a:ext cx="117475" cy="341975"/>
            </a:xfrm>
            <a:prstGeom prst="rect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Oval 12">
              <a:extLst>
                <a:ext uri="{FF2B5EF4-FFF2-40B4-BE49-F238E27FC236}">
                  <a16:creationId xmlns:a16="http://schemas.microsoft.com/office/drawing/2014/main" id="{A873CA4A-759E-4E53-917F-2C46D8BFE974}"/>
                </a:ext>
              </a:extLst>
            </p:cNvPr>
            <p:cNvSpPr/>
            <p:nvPr/>
          </p:nvSpPr>
          <p:spPr>
            <a:xfrm>
              <a:off x="2782202" y="3978576"/>
              <a:ext cx="1759305" cy="1063146"/>
            </a:xfrm>
            <a:custGeom>
              <a:avLst/>
              <a:gdLst>
                <a:gd name="connsiteX0" fmla="*/ 0 w 1349729"/>
                <a:gd name="connsiteY0" fmla="*/ 530225 h 1060450"/>
                <a:gd name="connsiteX1" fmla="*/ 674865 w 1349729"/>
                <a:gd name="connsiteY1" fmla="*/ 0 h 1060450"/>
                <a:gd name="connsiteX2" fmla="*/ 1349730 w 1349729"/>
                <a:gd name="connsiteY2" fmla="*/ 530225 h 1060450"/>
                <a:gd name="connsiteX3" fmla="*/ 674865 w 1349729"/>
                <a:gd name="connsiteY3" fmla="*/ 1060450 h 1060450"/>
                <a:gd name="connsiteX4" fmla="*/ 0 w 1349729"/>
                <a:gd name="connsiteY4" fmla="*/ 530225 h 1060450"/>
                <a:gd name="connsiteX0" fmla="*/ 0 w 1759305"/>
                <a:gd name="connsiteY0" fmla="*/ 530309 h 1060631"/>
                <a:gd name="connsiteX1" fmla="*/ 674865 w 1759305"/>
                <a:gd name="connsiteY1" fmla="*/ 84 h 1060631"/>
                <a:gd name="connsiteX2" fmla="*/ 1759305 w 1759305"/>
                <a:gd name="connsiteY2" fmla="*/ 562059 h 1060631"/>
                <a:gd name="connsiteX3" fmla="*/ 674865 w 1759305"/>
                <a:gd name="connsiteY3" fmla="*/ 1060534 h 1060631"/>
                <a:gd name="connsiteX4" fmla="*/ 0 w 1759305"/>
                <a:gd name="connsiteY4" fmla="*/ 530309 h 1060631"/>
                <a:gd name="connsiteX0" fmla="*/ 0 w 1759305"/>
                <a:gd name="connsiteY0" fmla="*/ 532195 h 1062517"/>
                <a:gd name="connsiteX1" fmla="*/ 674865 w 1759305"/>
                <a:gd name="connsiteY1" fmla="*/ 1970 h 1062517"/>
                <a:gd name="connsiteX2" fmla="*/ 1759305 w 1759305"/>
                <a:gd name="connsiteY2" fmla="*/ 563945 h 1062517"/>
                <a:gd name="connsiteX3" fmla="*/ 674865 w 1759305"/>
                <a:gd name="connsiteY3" fmla="*/ 1062420 h 1062517"/>
                <a:gd name="connsiteX4" fmla="*/ 0 w 1759305"/>
                <a:gd name="connsiteY4" fmla="*/ 532195 h 1062517"/>
                <a:gd name="connsiteX0" fmla="*/ 0 w 1759305"/>
                <a:gd name="connsiteY0" fmla="*/ 532824 h 1063146"/>
                <a:gd name="connsiteX1" fmla="*/ 674865 w 1759305"/>
                <a:gd name="connsiteY1" fmla="*/ 2599 h 1063146"/>
                <a:gd name="connsiteX2" fmla="*/ 1759305 w 1759305"/>
                <a:gd name="connsiteY2" fmla="*/ 564574 h 1063146"/>
                <a:gd name="connsiteX3" fmla="*/ 674865 w 1759305"/>
                <a:gd name="connsiteY3" fmla="*/ 1063049 h 1063146"/>
                <a:gd name="connsiteX4" fmla="*/ 0 w 1759305"/>
                <a:gd name="connsiteY4" fmla="*/ 532824 h 10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59305" h="1063146">
                  <a:moveTo>
                    <a:pt x="0" y="532824"/>
                  </a:moveTo>
                  <a:cubicBezTo>
                    <a:pt x="0" y="166964"/>
                    <a:pt x="232423" y="-24918"/>
                    <a:pt x="674865" y="2599"/>
                  </a:cubicBezTo>
                  <a:cubicBezTo>
                    <a:pt x="1117307" y="30116"/>
                    <a:pt x="1759305" y="271739"/>
                    <a:pt x="1759305" y="564574"/>
                  </a:cubicBezTo>
                  <a:cubicBezTo>
                    <a:pt x="1759305" y="857409"/>
                    <a:pt x="968082" y="1068341"/>
                    <a:pt x="674865" y="1063049"/>
                  </a:cubicBezTo>
                  <a:cubicBezTo>
                    <a:pt x="381648" y="1057757"/>
                    <a:pt x="0" y="898684"/>
                    <a:pt x="0" y="532824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Rectangle 9">
              <a:extLst>
                <a:ext uri="{FF2B5EF4-FFF2-40B4-BE49-F238E27FC236}">
                  <a16:creationId xmlns:a16="http://schemas.microsoft.com/office/drawing/2014/main" id="{0A03157D-9A67-4D90-863B-978D037DB93F}"/>
                </a:ext>
              </a:extLst>
            </p:cNvPr>
            <p:cNvSpPr/>
            <p:nvPr/>
          </p:nvSpPr>
          <p:spPr>
            <a:xfrm>
              <a:off x="3027024" y="3477801"/>
              <a:ext cx="569476" cy="241360"/>
            </a:xfrm>
            <a:custGeom>
              <a:avLst/>
              <a:gdLst>
                <a:gd name="connsiteX0" fmla="*/ 0 w 565150"/>
                <a:gd name="connsiteY0" fmla="*/ 0 h 177800"/>
                <a:gd name="connsiteX1" fmla="*/ 565150 w 565150"/>
                <a:gd name="connsiteY1" fmla="*/ 0 h 177800"/>
                <a:gd name="connsiteX2" fmla="*/ 565150 w 565150"/>
                <a:gd name="connsiteY2" fmla="*/ 177800 h 177800"/>
                <a:gd name="connsiteX3" fmla="*/ 0 w 565150"/>
                <a:gd name="connsiteY3" fmla="*/ 177800 h 177800"/>
                <a:gd name="connsiteX4" fmla="*/ 0 w 565150"/>
                <a:gd name="connsiteY4" fmla="*/ 0 h 177800"/>
                <a:gd name="connsiteX0" fmla="*/ 49388 w 614538"/>
                <a:gd name="connsiteY0" fmla="*/ 0 h 177800"/>
                <a:gd name="connsiteX1" fmla="*/ 614538 w 614538"/>
                <a:gd name="connsiteY1" fmla="*/ 0 h 177800"/>
                <a:gd name="connsiteX2" fmla="*/ 614538 w 614538"/>
                <a:gd name="connsiteY2" fmla="*/ 177800 h 177800"/>
                <a:gd name="connsiteX3" fmla="*/ 49388 w 614538"/>
                <a:gd name="connsiteY3" fmla="*/ 177800 h 177800"/>
                <a:gd name="connsiteX4" fmla="*/ 49388 w 614538"/>
                <a:gd name="connsiteY4" fmla="*/ 0 h 177800"/>
                <a:gd name="connsiteX0" fmla="*/ 64651 w 629801"/>
                <a:gd name="connsiteY0" fmla="*/ 0 h 177904"/>
                <a:gd name="connsiteX1" fmla="*/ 629801 w 629801"/>
                <a:gd name="connsiteY1" fmla="*/ 0 h 177904"/>
                <a:gd name="connsiteX2" fmla="*/ 629801 w 629801"/>
                <a:gd name="connsiteY2" fmla="*/ 177800 h 177904"/>
                <a:gd name="connsiteX3" fmla="*/ 64651 w 629801"/>
                <a:gd name="connsiteY3" fmla="*/ 177800 h 177904"/>
                <a:gd name="connsiteX4" fmla="*/ 64651 w 629801"/>
                <a:gd name="connsiteY4" fmla="*/ 0 h 177904"/>
                <a:gd name="connsiteX0" fmla="*/ 64651 w 629801"/>
                <a:gd name="connsiteY0" fmla="*/ 0 h 177904"/>
                <a:gd name="connsiteX1" fmla="*/ 629801 w 629801"/>
                <a:gd name="connsiteY1" fmla="*/ 177800 h 177904"/>
                <a:gd name="connsiteX2" fmla="*/ 64651 w 629801"/>
                <a:gd name="connsiteY2" fmla="*/ 177800 h 177904"/>
                <a:gd name="connsiteX3" fmla="*/ 64651 w 629801"/>
                <a:gd name="connsiteY3" fmla="*/ 0 h 177904"/>
                <a:gd name="connsiteX0" fmla="*/ 64651 w 572651"/>
                <a:gd name="connsiteY0" fmla="*/ 0 h 177904"/>
                <a:gd name="connsiteX1" fmla="*/ 572651 w 572651"/>
                <a:gd name="connsiteY1" fmla="*/ 88900 h 177904"/>
                <a:gd name="connsiteX2" fmla="*/ 64651 w 572651"/>
                <a:gd name="connsiteY2" fmla="*/ 177800 h 177904"/>
                <a:gd name="connsiteX3" fmla="*/ 64651 w 572651"/>
                <a:gd name="connsiteY3" fmla="*/ 0 h 177904"/>
                <a:gd name="connsiteX0" fmla="*/ 64651 w 572651"/>
                <a:gd name="connsiteY0" fmla="*/ 0 h 187288"/>
                <a:gd name="connsiteX1" fmla="*/ 572651 w 572651"/>
                <a:gd name="connsiteY1" fmla="*/ 88900 h 187288"/>
                <a:gd name="connsiteX2" fmla="*/ 64651 w 572651"/>
                <a:gd name="connsiteY2" fmla="*/ 177800 h 187288"/>
                <a:gd name="connsiteX3" fmla="*/ 64651 w 572651"/>
                <a:gd name="connsiteY3" fmla="*/ 0 h 187288"/>
                <a:gd name="connsiteX0" fmla="*/ 64651 w 572651"/>
                <a:gd name="connsiteY0" fmla="*/ 22519 h 209807"/>
                <a:gd name="connsiteX1" fmla="*/ 572651 w 572651"/>
                <a:gd name="connsiteY1" fmla="*/ 111419 h 209807"/>
                <a:gd name="connsiteX2" fmla="*/ 64651 w 572651"/>
                <a:gd name="connsiteY2" fmla="*/ 200319 h 209807"/>
                <a:gd name="connsiteX3" fmla="*/ 64651 w 572651"/>
                <a:gd name="connsiteY3" fmla="*/ 22519 h 209807"/>
                <a:gd name="connsiteX0" fmla="*/ 64651 w 572651"/>
                <a:gd name="connsiteY0" fmla="*/ 38923 h 226211"/>
                <a:gd name="connsiteX1" fmla="*/ 572651 w 572651"/>
                <a:gd name="connsiteY1" fmla="*/ 127823 h 226211"/>
                <a:gd name="connsiteX2" fmla="*/ 64651 w 572651"/>
                <a:gd name="connsiteY2" fmla="*/ 216723 h 226211"/>
                <a:gd name="connsiteX3" fmla="*/ 64651 w 572651"/>
                <a:gd name="connsiteY3" fmla="*/ 38923 h 226211"/>
                <a:gd name="connsiteX0" fmla="*/ 64651 w 572651"/>
                <a:gd name="connsiteY0" fmla="*/ 38923 h 274447"/>
                <a:gd name="connsiteX1" fmla="*/ 572651 w 572651"/>
                <a:gd name="connsiteY1" fmla="*/ 127823 h 274447"/>
                <a:gd name="connsiteX2" fmla="*/ 64651 w 572651"/>
                <a:gd name="connsiteY2" fmla="*/ 216723 h 274447"/>
                <a:gd name="connsiteX3" fmla="*/ 64651 w 572651"/>
                <a:gd name="connsiteY3" fmla="*/ 38923 h 274447"/>
                <a:gd name="connsiteX0" fmla="*/ 64651 w 572651"/>
                <a:gd name="connsiteY0" fmla="*/ 38923 h 239008"/>
                <a:gd name="connsiteX1" fmla="*/ 572651 w 572651"/>
                <a:gd name="connsiteY1" fmla="*/ 127823 h 239008"/>
                <a:gd name="connsiteX2" fmla="*/ 64651 w 572651"/>
                <a:gd name="connsiteY2" fmla="*/ 216723 h 239008"/>
                <a:gd name="connsiteX3" fmla="*/ 64651 w 572651"/>
                <a:gd name="connsiteY3" fmla="*/ 38923 h 239008"/>
                <a:gd name="connsiteX0" fmla="*/ 64651 w 572651"/>
                <a:gd name="connsiteY0" fmla="*/ 38923 h 241479"/>
                <a:gd name="connsiteX1" fmla="*/ 572651 w 572651"/>
                <a:gd name="connsiteY1" fmla="*/ 127823 h 241479"/>
                <a:gd name="connsiteX2" fmla="*/ 64651 w 572651"/>
                <a:gd name="connsiteY2" fmla="*/ 216723 h 241479"/>
                <a:gd name="connsiteX3" fmla="*/ 64651 w 572651"/>
                <a:gd name="connsiteY3" fmla="*/ 38923 h 241479"/>
                <a:gd name="connsiteX0" fmla="*/ 64651 w 572651"/>
                <a:gd name="connsiteY0" fmla="*/ 38923 h 241479"/>
                <a:gd name="connsiteX1" fmla="*/ 572651 w 572651"/>
                <a:gd name="connsiteY1" fmla="*/ 127823 h 241479"/>
                <a:gd name="connsiteX2" fmla="*/ 64651 w 572651"/>
                <a:gd name="connsiteY2" fmla="*/ 216723 h 241479"/>
                <a:gd name="connsiteX3" fmla="*/ 64651 w 572651"/>
                <a:gd name="connsiteY3" fmla="*/ 38923 h 241479"/>
                <a:gd name="connsiteX0" fmla="*/ 64651 w 572651"/>
                <a:gd name="connsiteY0" fmla="*/ 38923 h 241479"/>
                <a:gd name="connsiteX1" fmla="*/ 572651 w 572651"/>
                <a:gd name="connsiteY1" fmla="*/ 127823 h 241479"/>
                <a:gd name="connsiteX2" fmla="*/ 64651 w 572651"/>
                <a:gd name="connsiteY2" fmla="*/ 216723 h 241479"/>
                <a:gd name="connsiteX3" fmla="*/ 64651 w 572651"/>
                <a:gd name="connsiteY3" fmla="*/ 38923 h 241479"/>
                <a:gd name="connsiteX0" fmla="*/ 64651 w 572651"/>
                <a:gd name="connsiteY0" fmla="*/ 68733 h 254108"/>
                <a:gd name="connsiteX1" fmla="*/ 572651 w 572651"/>
                <a:gd name="connsiteY1" fmla="*/ 106833 h 254108"/>
                <a:gd name="connsiteX2" fmla="*/ 64651 w 572651"/>
                <a:gd name="connsiteY2" fmla="*/ 246533 h 254108"/>
                <a:gd name="connsiteX3" fmla="*/ 64651 w 572651"/>
                <a:gd name="connsiteY3" fmla="*/ 68733 h 254108"/>
                <a:gd name="connsiteX0" fmla="*/ 64651 w 569476"/>
                <a:gd name="connsiteY0" fmla="*/ 37309 h 241360"/>
                <a:gd name="connsiteX1" fmla="*/ 569476 w 569476"/>
                <a:gd name="connsiteY1" fmla="*/ 129384 h 241360"/>
                <a:gd name="connsiteX2" fmla="*/ 64651 w 569476"/>
                <a:gd name="connsiteY2" fmla="*/ 215109 h 241360"/>
                <a:gd name="connsiteX3" fmla="*/ 64651 w 569476"/>
                <a:gd name="connsiteY3" fmla="*/ 37309 h 241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9476" h="241360">
                  <a:moveTo>
                    <a:pt x="64651" y="37309"/>
                  </a:moveTo>
                  <a:cubicBezTo>
                    <a:pt x="141909" y="19317"/>
                    <a:pt x="209643" y="-74874"/>
                    <a:pt x="569476" y="129384"/>
                  </a:cubicBezTo>
                  <a:cubicBezTo>
                    <a:pt x="330293" y="301892"/>
                    <a:pt x="75234" y="226751"/>
                    <a:pt x="64651" y="215109"/>
                  </a:cubicBezTo>
                  <a:cubicBezTo>
                    <a:pt x="7501" y="219342"/>
                    <a:pt x="-46474" y="93401"/>
                    <a:pt x="64651" y="37309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943A76E5-E7CC-4A5D-A98C-4CEC8B066C81}"/>
                </a:ext>
              </a:extLst>
            </p:cNvPr>
            <p:cNvSpPr/>
            <p:nvPr/>
          </p:nvSpPr>
          <p:spPr>
            <a:xfrm rot="21361923">
              <a:off x="4215406" y="3039260"/>
              <a:ext cx="171048" cy="1220508"/>
            </a:xfrm>
            <a:custGeom>
              <a:avLst/>
              <a:gdLst>
                <a:gd name="connsiteX0" fmla="*/ 104775 w 209584"/>
                <a:gd name="connsiteY0" fmla="*/ 0 h 1076325"/>
                <a:gd name="connsiteX1" fmla="*/ 209550 w 209584"/>
                <a:gd name="connsiteY1" fmla="*/ 381000 h 1076325"/>
                <a:gd name="connsiteX2" fmla="*/ 95250 w 209584"/>
                <a:gd name="connsiteY2" fmla="*/ 857250 h 1076325"/>
                <a:gd name="connsiteX3" fmla="*/ 0 w 209584"/>
                <a:gd name="connsiteY3" fmla="*/ 1076325 h 1076325"/>
                <a:gd name="connsiteX4" fmla="*/ 0 w 209584"/>
                <a:gd name="connsiteY4" fmla="*/ 1076325 h 1076325"/>
                <a:gd name="connsiteX0" fmla="*/ 104775 w 209584"/>
                <a:gd name="connsiteY0" fmla="*/ 0 h 1120568"/>
                <a:gd name="connsiteX1" fmla="*/ 209550 w 209584"/>
                <a:gd name="connsiteY1" fmla="*/ 381000 h 1120568"/>
                <a:gd name="connsiteX2" fmla="*/ 95250 w 209584"/>
                <a:gd name="connsiteY2" fmla="*/ 857250 h 1120568"/>
                <a:gd name="connsiteX3" fmla="*/ 0 w 209584"/>
                <a:gd name="connsiteY3" fmla="*/ 1076325 h 1120568"/>
                <a:gd name="connsiteX4" fmla="*/ 19050 w 209584"/>
                <a:gd name="connsiteY4" fmla="*/ 1120568 h 1120568"/>
                <a:gd name="connsiteX0" fmla="*/ 85725 w 190534"/>
                <a:gd name="connsiteY0" fmla="*/ 0 h 1120568"/>
                <a:gd name="connsiteX1" fmla="*/ 190500 w 190534"/>
                <a:gd name="connsiteY1" fmla="*/ 381000 h 1120568"/>
                <a:gd name="connsiteX2" fmla="*/ 76200 w 190534"/>
                <a:gd name="connsiteY2" fmla="*/ 857250 h 1120568"/>
                <a:gd name="connsiteX3" fmla="*/ 9525 w 190534"/>
                <a:gd name="connsiteY3" fmla="*/ 1120568 h 1120568"/>
                <a:gd name="connsiteX4" fmla="*/ 0 w 190534"/>
                <a:gd name="connsiteY4" fmla="*/ 1120568 h 1120568"/>
                <a:gd name="connsiteX0" fmla="*/ 109538 w 214347"/>
                <a:gd name="connsiteY0" fmla="*/ 0 h 1133840"/>
                <a:gd name="connsiteX1" fmla="*/ 214313 w 214347"/>
                <a:gd name="connsiteY1" fmla="*/ 381000 h 1133840"/>
                <a:gd name="connsiteX2" fmla="*/ 100013 w 214347"/>
                <a:gd name="connsiteY2" fmla="*/ 857250 h 1133840"/>
                <a:gd name="connsiteX3" fmla="*/ 33338 w 214347"/>
                <a:gd name="connsiteY3" fmla="*/ 1120568 h 1133840"/>
                <a:gd name="connsiteX4" fmla="*/ 0 w 214347"/>
                <a:gd name="connsiteY4" fmla="*/ 1133840 h 1133840"/>
                <a:gd name="connsiteX0" fmla="*/ 109538 w 215937"/>
                <a:gd name="connsiteY0" fmla="*/ 0 h 1133840"/>
                <a:gd name="connsiteX1" fmla="*/ 214313 w 215937"/>
                <a:gd name="connsiteY1" fmla="*/ 381000 h 1133840"/>
                <a:gd name="connsiteX2" fmla="*/ 33338 w 215937"/>
                <a:gd name="connsiteY2" fmla="*/ 1120568 h 1133840"/>
                <a:gd name="connsiteX3" fmla="*/ 0 w 215937"/>
                <a:gd name="connsiteY3" fmla="*/ 1133840 h 1133840"/>
                <a:gd name="connsiteX0" fmla="*/ 109538 w 217278"/>
                <a:gd name="connsiteY0" fmla="*/ 0 h 1133840"/>
                <a:gd name="connsiteX1" fmla="*/ 214313 w 217278"/>
                <a:gd name="connsiteY1" fmla="*/ 381000 h 1133840"/>
                <a:gd name="connsiteX2" fmla="*/ 0 w 217278"/>
                <a:gd name="connsiteY2" fmla="*/ 1133840 h 1133840"/>
                <a:gd name="connsiteX0" fmla="*/ 109538 w 109538"/>
                <a:gd name="connsiteY0" fmla="*/ 0 h 1133840"/>
                <a:gd name="connsiteX1" fmla="*/ 0 w 109538"/>
                <a:gd name="connsiteY1" fmla="*/ 1133840 h 1133840"/>
                <a:gd name="connsiteX0" fmla="*/ 109538 w 173432"/>
                <a:gd name="connsiteY0" fmla="*/ 0 h 1133840"/>
                <a:gd name="connsiteX1" fmla="*/ 0 w 173432"/>
                <a:gd name="connsiteY1" fmla="*/ 1133840 h 1133840"/>
                <a:gd name="connsiteX0" fmla="*/ 109538 w 195689"/>
                <a:gd name="connsiteY0" fmla="*/ 0 h 1133840"/>
                <a:gd name="connsiteX1" fmla="*/ 0 w 195689"/>
                <a:gd name="connsiteY1" fmla="*/ 1133840 h 1133840"/>
                <a:gd name="connsiteX0" fmla="*/ 95251 w 189797"/>
                <a:gd name="connsiteY0" fmla="*/ 0 h 1138264"/>
                <a:gd name="connsiteX1" fmla="*/ 0 w 189797"/>
                <a:gd name="connsiteY1" fmla="*/ 1138264 h 1138264"/>
                <a:gd name="connsiteX0" fmla="*/ 95251 w 164414"/>
                <a:gd name="connsiteY0" fmla="*/ 0 h 1138264"/>
                <a:gd name="connsiteX1" fmla="*/ 0 w 164414"/>
                <a:gd name="connsiteY1" fmla="*/ 1138264 h 1138264"/>
                <a:gd name="connsiteX0" fmla="*/ 76201 w 156327"/>
                <a:gd name="connsiteY0" fmla="*/ 0 h 1138264"/>
                <a:gd name="connsiteX1" fmla="*/ 0 w 156327"/>
                <a:gd name="connsiteY1" fmla="*/ 1138264 h 1138264"/>
                <a:gd name="connsiteX0" fmla="*/ 104776 w 168742"/>
                <a:gd name="connsiteY0" fmla="*/ 0 h 1133839"/>
                <a:gd name="connsiteX1" fmla="*/ 0 w 168742"/>
                <a:gd name="connsiteY1" fmla="*/ 1133839 h 1133839"/>
                <a:gd name="connsiteX0" fmla="*/ 104776 w 154208"/>
                <a:gd name="connsiteY0" fmla="*/ 0 h 1133839"/>
                <a:gd name="connsiteX1" fmla="*/ 0 w 154208"/>
                <a:gd name="connsiteY1" fmla="*/ 1133839 h 1133839"/>
                <a:gd name="connsiteX0" fmla="*/ 104776 w 171048"/>
                <a:gd name="connsiteY0" fmla="*/ 0 h 1133839"/>
                <a:gd name="connsiteX1" fmla="*/ 0 w 171048"/>
                <a:gd name="connsiteY1" fmla="*/ 1133839 h 1133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1048" h="1133839">
                  <a:moveTo>
                    <a:pt x="104776" y="0"/>
                  </a:moveTo>
                  <a:cubicBezTo>
                    <a:pt x="182563" y="245219"/>
                    <a:pt x="236538" y="866500"/>
                    <a:pt x="0" y="1133839"/>
                  </a:cubicBezTo>
                </a:path>
              </a:pathLst>
            </a:cu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Flowchart: Alternate Process 58">
              <a:extLst>
                <a:ext uri="{FF2B5EF4-FFF2-40B4-BE49-F238E27FC236}">
                  <a16:creationId xmlns:a16="http://schemas.microsoft.com/office/drawing/2014/main" id="{5EF9A338-EB57-462A-99CD-72C4F32DF6F7}"/>
                </a:ext>
              </a:extLst>
            </p:cNvPr>
            <p:cNvSpPr/>
            <p:nvPr/>
          </p:nvSpPr>
          <p:spPr>
            <a:xfrm>
              <a:off x="4396680" y="4853688"/>
              <a:ext cx="279400" cy="70201"/>
            </a:xfrm>
            <a:prstGeom prst="flowChartAlternateProcess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473878A9-0F67-4A11-A1FF-040A106A0B4E}"/>
                </a:ext>
              </a:extLst>
            </p:cNvPr>
            <p:cNvSpPr/>
            <p:nvPr/>
          </p:nvSpPr>
          <p:spPr>
            <a:xfrm>
              <a:off x="3780404" y="3911421"/>
              <a:ext cx="1060450" cy="1060450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5AA16681-1729-4D6C-A586-0D6E8ECEA743}"/>
                </a:ext>
              </a:extLst>
            </p:cNvPr>
            <p:cNvSpPr/>
            <p:nvPr/>
          </p:nvSpPr>
          <p:spPr>
            <a:xfrm>
              <a:off x="3883033" y="4033773"/>
              <a:ext cx="855191" cy="855191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50D442E-594B-4F8F-99B1-125D22953BB5}"/>
                </a:ext>
              </a:extLst>
            </p:cNvPr>
            <p:cNvSpPr/>
            <p:nvPr/>
          </p:nvSpPr>
          <p:spPr>
            <a:xfrm>
              <a:off x="4362450" y="3137178"/>
              <a:ext cx="171048" cy="1220508"/>
            </a:xfrm>
            <a:custGeom>
              <a:avLst/>
              <a:gdLst>
                <a:gd name="connsiteX0" fmla="*/ 104775 w 209584"/>
                <a:gd name="connsiteY0" fmla="*/ 0 h 1076325"/>
                <a:gd name="connsiteX1" fmla="*/ 209550 w 209584"/>
                <a:gd name="connsiteY1" fmla="*/ 381000 h 1076325"/>
                <a:gd name="connsiteX2" fmla="*/ 95250 w 209584"/>
                <a:gd name="connsiteY2" fmla="*/ 857250 h 1076325"/>
                <a:gd name="connsiteX3" fmla="*/ 0 w 209584"/>
                <a:gd name="connsiteY3" fmla="*/ 1076325 h 1076325"/>
                <a:gd name="connsiteX4" fmla="*/ 0 w 209584"/>
                <a:gd name="connsiteY4" fmla="*/ 1076325 h 1076325"/>
                <a:gd name="connsiteX0" fmla="*/ 104775 w 209584"/>
                <a:gd name="connsiteY0" fmla="*/ 0 h 1120568"/>
                <a:gd name="connsiteX1" fmla="*/ 209550 w 209584"/>
                <a:gd name="connsiteY1" fmla="*/ 381000 h 1120568"/>
                <a:gd name="connsiteX2" fmla="*/ 95250 w 209584"/>
                <a:gd name="connsiteY2" fmla="*/ 857250 h 1120568"/>
                <a:gd name="connsiteX3" fmla="*/ 0 w 209584"/>
                <a:gd name="connsiteY3" fmla="*/ 1076325 h 1120568"/>
                <a:gd name="connsiteX4" fmla="*/ 19050 w 209584"/>
                <a:gd name="connsiteY4" fmla="*/ 1120568 h 1120568"/>
                <a:gd name="connsiteX0" fmla="*/ 85725 w 190534"/>
                <a:gd name="connsiteY0" fmla="*/ 0 h 1120568"/>
                <a:gd name="connsiteX1" fmla="*/ 190500 w 190534"/>
                <a:gd name="connsiteY1" fmla="*/ 381000 h 1120568"/>
                <a:gd name="connsiteX2" fmla="*/ 76200 w 190534"/>
                <a:gd name="connsiteY2" fmla="*/ 857250 h 1120568"/>
                <a:gd name="connsiteX3" fmla="*/ 9525 w 190534"/>
                <a:gd name="connsiteY3" fmla="*/ 1120568 h 1120568"/>
                <a:gd name="connsiteX4" fmla="*/ 0 w 190534"/>
                <a:gd name="connsiteY4" fmla="*/ 1120568 h 1120568"/>
                <a:gd name="connsiteX0" fmla="*/ 109538 w 214347"/>
                <a:gd name="connsiteY0" fmla="*/ 0 h 1133840"/>
                <a:gd name="connsiteX1" fmla="*/ 214313 w 214347"/>
                <a:gd name="connsiteY1" fmla="*/ 381000 h 1133840"/>
                <a:gd name="connsiteX2" fmla="*/ 100013 w 214347"/>
                <a:gd name="connsiteY2" fmla="*/ 857250 h 1133840"/>
                <a:gd name="connsiteX3" fmla="*/ 33338 w 214347"/>
                <a:gd name="connsiteY3" fmla="*/ 1120568 h 1133840"/>
                <a:gd name="connsiteX4" fmla="*/ 0 w 214347"/>
                <a:gd name="connsiteY4" fmla="*/ 1133840 h 1133840"/>
                <a:gd name="connsiteX0" fmla="*/ 109538 w 215937"/>
                <a:gd name="connsiteY0" fmla="*/ 0 h 1133840"/>
                <a:gd name="connsiteX1" fmla="*/ 214313 w 215937"/>
                <a:gd name="connsiteY1" fmla="*/ 381000 h 1133840"/>
                <a:gd name="connsiteX2" fmla="*/ 33338 w 215937"/>
                <a:gd name="connsiteY2" fmla="*/ 1120568 h 1133840"/>
                <a:gd name="connsiteX3" fmla="*/ 0 w 215937"/>
                <a:gd name="connsiteY3" fmla="*/ 1133840 h 1133840"/>
                <a:gd name="connsiteX0" fmla="*/ 109538 w 217278"/>
                <a:gd name="connsiteY0" fmla="*/ 0 h 1133840"/>
                <a:gd name="connsiteX1" fmla="*/ 214313 w 217278"/>
                <a:gd name="connsiteY1" fmla="*/ 381000 h 1133840"/>
                <a:gd name="connsiteX2" fmla="*/ 0 w 217278"/>
                <a:gd name="connsiteY2" fmla="*/ 1133840 h 1133840"/>
                <a:gd name="connsiteX0" fmla="*/ 109538 w 109538"/>
                <a:gd name="connsiteY0" fmla="*/ 0 h 1133840"/>
                <a:gd name="connsiteX1" fmla="*/ 0 w 109538"/>
                <a:gd name="connsiteY1" fmla="*/ 1133840 h 1133840"/>
                <a:gd name="connsiteX0" fmla="*/ 109538 w 173432"/>
                <a:gd name="connsiteY0" fmla="*/ 0 h 1133840"/>
                <a:gd name="connsiteX1" fmla="*/ 0 w 173432"/>
                <a:gd name="connsiteY1" fmla="*/ 1133840 h 1133840"/>
                <a:gd name="connsiteX0" fmla="*/ 109538 w 195689"/>
                <a:gd name="connsiteY0" fmla="*/ 0 h 1133840"/>
                <a:gd name="connsiteX1" fmla="*/ 0 w 195689"/>
                <a:gd name="connsiteY1" fmla="*/ 1133840 h 1133840"/>
                <a:gd name="connsiteX0" fmla="*/ 95251 w 189797"/>
                <a:gd name="connsiteY0" fmla="*/ 0 h 1138264"/>
                <a:gd name="connsiteX1" fmla="*/ 0 w 189797"/>
                <a:gd name="connsiteY1" fmla="*/ 1138264 h 1138264"/>
                <a:gd name="connsiteX0" fmla="*/ 95251 w 164414"/>
                <a:gd name="connsiteY0" fmla="*/ 0 h 1138264"/>
                <a:gd name="connsiteX1" fmla="*/ 0 w 164414"/>
                <a:gd name="connsiteY1" fmla="*/ 1138264 h 1138264"/>
                <a:gd name="connsiteX0" fmla="*/ 76201 w 156327"/>
                <a:gd name="connsiteY0" fmla="*/ 0 h 1138264"/>
                <a:gd name="connsiteX1" fmla="*/ 0 w 156327"/>
                <a:gd name="connsiteY1" fmla="*/ 1138264 h 1138264"/>
                <a:gd name="connsiteX0" fmla="*/ 104776 w 168742"/>
                <a:gd name="connsiteY0" fmla="*/ 0 h 1133839"/>
                <a:gd name="connsiteX1" fmla="*/ 0 w 168742"/>
                <a:gd name="connsiteY1" fmla="*/ 1133839 h 1133839"/>
                <a:gd name="connsiteX0" fmla="*/ 104776 w 154208"/>
                <a:gd name="connsiteY0" fmla="*/ 0 h 1133839"/>
                <a:gd name="connsiteX1" fmla="*/ 0 w 154208"/>
                <a:gd name="connsiteY1" fmla="*/ 1133839 h 1133839"/>
                <a:gd name="connsiteX0" fmla="*/ 104776 w 171048"/>
                <a:gd name="connsiteY0" fmla="*/ 0 h 1133839"/>
                <a:gd name="connsiteX1" fmla="*/ 0 w 171048"/>
                <a:gd name="connsiteY1" fmla="*/ 1133839 h 1133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1048" h="1133839">
                  <a:moveTo>
                    <a:pt x="104776" y="0"/>
                  </a:moveTo>
                  <a:cubicBezTo>
                    <a:pt x="182563" y="245219"/>
                    <a:pt x="236538" y="866500"/>
                    <a:pt x="0" y="1133839"/>
                  </a:cubicBezTo>
                </a:path>
              </a:pathLst>
            </a:cu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Flowchart: Alternate Process 4">
              <a:extLst>
                <a:ext uri="{FF2B5EF4-FFF2-40B4-BE49-F238E27FC236}">
                  <a16:creationId xmlns:a16="http://schemas.microsoft.com/office/drawing/2014/main" id="{4170C0B1-8076-4CF3-9907-2964FA0A6951}"/>
                </a:ext>
              </a:extLst>
            </p:cNvPr>
            <p:cNvSpPr/>
            <p:nvPr/>
          </p:nvSpPr>
          <p:spPr>
            <a:xfrm>
              <a:off x="3994599" y="2522220"/>
              <a:ext cx="905061" cy="701040"/>
            </a:xfrm>
            <a:custGeom>
              <a:avLst/>
              <a:gdLst>
                <a:gd name="connsiteX0" fmla="*/ 0 w 624840"/>
                <a:gd name="connsiteY0" fmla="*/ 104140 h 640080"/>
                <a:gd name="connsiteX1" fmla="*/ 104140 w 624840"/>
                <a:gd name="connsiteY1" fmla="*/ 0 h 640080"/>
                <a:gd name="connsiteX2" fmla="*/ 520700 w 624840"/>
                <a:gd name="connsiteY2" fmla="*/ 0 h 640080"/>
                <a:gd name="connsiteX3" fmla="*/ 624840 w 624840"/>
                <a:gd name="connsiteY3" fmla="*/ 104140 h 640080"/>
                <a:gd name="connsiteX4" fmla="*/ 624840 w 624840"/>
                <a:gd name="connsiteY4" fmla="*/ 535940 h 640080"/>
                <a:gd name="connsiteX5" fmla="*/ 520700 w 624840"/>
                <a:gd name="connsiteY5" fmla="*/ 640080 h 640080"/>
                <a:gd name="connsiteX6" fmla="*/ 104140 w 624840"/>
                <a:gd name="connsiteY6" fmla="*/ 640080 h 640080"/>
                <a:gd name="connsiteX7" fmla="*/ 0 w 624840"/>
                <a:gd name="connsiteY7" fmla="*/ 535940 h 640080"/>
                <a:gd name="connsiteX8" fmla="*/ 0 w 624840"/>
                <a:gd name="connsiteY8" fmla="*/ 104140 h 640080"/>
                <a:gd name="connsiteX0" fmla="*/ 80 w 624920"/>
                <a:gd name="connsiteY0" fmla="*/ 104140 h 640080"/>
                <a:gd name="connsiteX1" fmla="*/ 104220 w 624920"/>
                <a:gd name="connsiteY1" fmla="*/ 0 h 640080"/>
                <a:gd name="connsiteX2" fmla="*/ 520780 w 624920"/>
                <a:gd name="connsiteY2" fmla="*/ 0 h 640080"/>
                <a:gd name="connsiteX3" fmla="*/ 624920 w 624920"/>
                <a:gd name="connsiteY3" fmla="*/ 104140 h 640080"/>
                <a:gd name="connsiteX4" fmla="*/ 624920 w 624920"/>
                <a:gd name="connsiteY4" fmla="*/ 535940 h 640080"/>
                <a:gd name="connsiteX5" fmla="*/ 520780 w 624920"/>
                <a:gd name="connsiteY5" fmla="*/ 640080 h 640080"/>
                <a:gd name="connsiteX6" fmla="*/ 104220 w 624920"/>
                <a:gd name="connsiteY6" fmla="*/ 640080 h 640080"/>
                <a:gd name="connsiteX7" fmla="*/ 80 w 624920"/>
                <a:gd name="connsiteY7" fmla="*/ 535940 h 640080"/>
                <a:gd name="connsiteX8" fmla="*/ 53420 w 624920"/>
                <a:gd name="connsiteY8" fmla="*/ 220980 h 640080"/>
                <a:gd name="connsiteX9" fmla="*/ 80 w 624920"/>
                <a:gd name="connsiteY9" fmla="*/ 104140 h 640080"/>
                <a:gd name="connsiteX0" fmla="*/ 236236 w 861076"/>
                <a:gd name="connsiteY0" fmla="*/ 104140 h 640080"/>
                <a:gd name="connsiteX1" fmla="*/ 340376 w 861076"/>
                <a:gd name="connsiteY1" fmla="*/ 0 h 640080"/>
                <a:gd name="connsiteX2" fmla="*/ 756936 w 861076"/>
                <a:gd name="connsiteY2" fmla="*/ 0 h 640080"/>
                <a:gd name="connsiteX3" fmla="*/ 861076 w 861076"/>
                <a:gd name="connsiteY3" fmla="*/ 104140 h 640080"/>
                <a:gd name="connsiteX4" fmla="*/ 861076 w 861076"/>
                <a:gd name="connsiteY4" fmla="*/ 535940 h 640080"/>
                <a:gd name="connsiteX5" fmla="*/ 756936 w 861076"/>
                <a:gd name="connsiteY5" fmla="*/ 640080 h 640080"/>
                <a:gd name="connsiteX6" fmla="*/ 340376 w 861076"/>
                <a:gd name="connsiteY6" fmla="*/ 640080 h 640080"/>
                <a:gd name="connsiteX7" fmla="*/ 16 w 861076"/>
                <a:gd name="connsiteY7" fmla="*/ 452120 h 640080"/>
                <a:gd name="connsiteX8" fmla="*/ 289576 w 861076"/>
                <a:gd name="connsiteY8" fmla="*/ 220980 h 640080"/>
                <a:gd name="connsiteX9" fmla="*/ 236236 w 861076"/>
                <a:gd name="connsiteY9" fmla="*/ 104140 h 640080"/>
                <a:gd name="connsiteX0" fmla="*/ 294932 w 919772"/>
                <a:gd name="connsiteY0" fmla="*/ 104140 h 640080"/>
                <a:gd name="connsiteX1" fmla="*/ 399072 w 919772"/>
                <a:gd name="connsiteY1" fmla="*/ 0 h 640080"/>
                <a:gd name="connsiteX2" fmla="*/ 815632 w 919772"/>
                <a:gd name="connsiteY2" fmla="*/ 0 h 640080"/>
                <a:gd name="connsiteX3" fmla="*/ 919772 w 919772"/>
                <a:gd name="connsiteY3" fmla="*/ 104140 h 640080"/>
                <a:gd name="connsiteX4" fmla="*/ 919772 w 919772"/>
                <a:gd name="connsiteY4" fmla="*/ 535940 h 640080"/>
                <a:gd name="connsiteX5" fmla="*/ 815632 w 919772"/>
                <a:gd name="connsiteY5" fmla="*/ 640080 h 640080"/>
                <a:gd name="connsiteX6" fmla="*/ 18072 w 919772"/>
                <a:gd name="connsiteY6" fmla="*/ 525780 h 640080"/>
                <a:gd name="connsiteX7" fmla="*/ 58712 w 919772"/>
                <a:gd name="connsiteY7" fmla="*/ 452120 h 640080"/>
                <a:gd name="connsiteX8" fmla="*/ 348272 w 919772"/>
                <a:gd name="connsiteY8" fmla="*/ 220980 h 640080"/>
                <a:gd name="connsiteX9" fmla="*/ 294932 w 919772"/>
                <a:gd name="connsiteY9" fmla="*/ 104140 h 640080"/>
                <a:gd name="connsiteX0" fmla="*/ 294932 w 919772"/>
                <a:gd name="connsiteY0" fmla="*/ 104140 h 701040"/>
                <a:gd name="connsiteX1" fmla="*/ 399072 w 919772"/>
                <a:gd name="connsiteY1" fmla="*/ 0 h 701040"/>
                <a:gd name="connsiteX2" fmla="*/ 815632 w 919772"/>
                <a:gd name="connsiteY2" fmla="*/ 0 h 701040"/>
                <a:gd name="connsiteX3" fmla="*/ 919772 w 919772"/>
                <a:gd name="connsiteY3" fmla="*/ 104140 h 701040"/>
                <a:gd name="connsiteX4" fmla="*/ 919772 w 919772"/>
                <a:gd name="connsiteY4" fmla="*/ 535940 h 701040"/>
                <a:gd name="connsiteX5" fmla="*/ 457492 w 919772"/>
                <a:gd name="connsiteY5" fmla="*/ 701040 h 701040"/>
                <a:gd name="connsiteX6" fmla="*/ 18072 w 919772"/>
                <a:gd name="connsiteY6" fmla="*/ 525780 h 701040"/>
                <a:gd name="connsiteX7" fmla="*/ 58712 w 919772"/>
                <a:gd name="connsiteY7" fmla="*/ 452120 h 701040"/>
                <a:gd name="connsiteX8" fmla="*/ 348272 w 919772"/>
                <a:gd name="connsiteY8" fmla="*/ 220980 h 701040"/>
                <a:gd name="connsiteX9" fmla="*/ 294932 w 919772"/>
                <a:gd name="connsiteY9" fmla="*/ 104140 h 701040"/>
                <a:gd name="connsiteX0" fmla="*/ 294932 w 919772"/>
                <a:gd name="connsiteY0" fmla="*/ 104140 h 701040"/>
                <a:gd name="connsiteX1" fmla="*/ 399072 w 919772"/>
                <a:gd name="connsiteY1" fmla="*/ 0 h 701040"/>
                <a:gd name="connsiteX2" fmla="*/ 815632 w 919772"/>
                <a:gd name="connsiteY2" fmla="*/ 0 h 701040"/>
                <a:gd name="connsiteX3" fmla="*/ 919772 w 919772"/>
                <a:gd name="connsiteY3" fmla="*/ 104140 h 701040"/>
                <a:gd name="connsiteX4" fmla="*/ 919772 w 919772"/>
                <a:gd name="connsiteY4" fmla="*/ 406400 h 701040"/>
                <a:gd name="connsiteX5" fmla="*/ 457492 w 919772"/>
                <a:gd name="connsiteY5" fmla="*/ 701040 h 701040"/>
                <a:gd name="connsiteX6" fmla="*/ 18072 w 919772"/>
                <a:gd name="connsiteY6" fmla="*/ 525780 h 701040"/>
                <a:gd name="connsiteX7" fmla="*/ 58712 w 919772"/>
                <a:gd name="connsiteY7" fmla="*/ 452120 h 701040"/>
                <a:gd name="connsiteX8" fmla="*/ 348272 w 919772"/>
                <a:gd name="connsiteY8" fmla="*/ 220980 h 701040"/>
                <a:gd name="connsiteX9" fmla="*/ 294932 w 919772"/>
                <a:gd name="connsiteY9" fmla="*/ 104140 h 701040"/>
                <a:gd name="connsiteX0" fmla="*/ 294932 w 919772"/>
                <a:gd name="connsiteY0" fmla="*/ 104140 h 701040"/>
                <a:gd name="connsiteX1" fmla="*/ 399072 w 919772"/>
                <a:gd name="connsiteY1" fmla="*/ 0 h 701040"/>
                <a:gd name="connsiteX2" fmla="*/ 815632 w 919772"/>
                <a:gd name="connsiteY2" fmla="*/ 0 h 701040"/>
                <a:gd name="connsiteX3" fmla="*/ 919772 w 919772"/>
                <a:gd name="connsiteY3" fmla="*/ 104140 h 701040"/>
                <a:gd name="connsiteX4" fmla="*/ 904532 w 919772"/>
                <a:gd name="connsiteY4" fmla="*/ 375920 h 701040"/>
                <a:gd name="connsiteX5" fmla="*/ 457492 w 919772"/>
                <a:gd name="connsiteY5" fmla="*/ 701040 h 701040"/>
                <a:gd name="connsiteX6" fmla="*/ 18072 w 919772"/>
                <a:gd name="connsiteY6" fmla="*/ 525780 h 701040"/>
                <a:gd name="connsiteX7" fmla="*/ 58712 w 919772"/>
                <a:gd name="connsiteY7" fmla="*/ 452120 h 701040"/>
                <a:gd name="connsiteX8" fmla="*/ 348272 w 919772"/>
                <a:gd name="connsiteY8" fmla="*/ 220980 h 701040"/>
                <a:gd name="connsiteX9" fmla="*/ 294932 w 919772"/>
                <a:gd name="connsiteY9" fmla="*/ 104140 h 701040"/>
                <a:gd name="connsiteX0" fmla="*/ 294932 w 919772"/>
                <a:gd name="connsiteY0" fmla="*/ 104140 h 701040"/>
                <a:gd name="connsiteX1" fmla="*/ 399072 w 919772"/>
                <a:gd name="connsiteY1" fmla="*/ 0 h 701040"/>
                <a:gd name="connsiteX2" fmla="*/ 815632 w 919772"/>
                <a:gd name="connsiteY2" fmla="*/ 0 h 701040"/>
                <a:gd name="connsiteX3" fmla="*/ 919772 w 919772"/>
                <a:gd name="connsiteY3" fmla="*/ 218440 h 701040"/>
                <a:gd name="connsiteX4" fmla="*/ 904532 w 919772"/>
                <a:gd name="connsiteY4" fmla="*/ 375920 h 701040"/>
                <a:gd name="connsiteX5" fmla="*/ 457492 w 919772"/>
                <a:gd name="connsiteY5" fmla="*/ 701040 h 701040"/>
                <a:gd name="connsiteX6" fmla="*/ 18072 w 919772"/>
                <a:gd name="connsiteY6" fmla="*/ 525780 h 701040"/>
                <a:gd name="connsiteX7" fmla="*/ 58712 w 919772"/>
                <a:gd name="connsiteY7" fmla="*/ 452120 h 701040"/>
                <a:gd name="connsiteX8" fmla="*/ 348272 w 919772"/>
                <a:gd name="connsiteY8" fmla="*/ 220980 h 701040"/>
                <a:gd name="connsiteX9" fmla="*/ 294932 w 919772"/>
                <a:gd name="connsiteY9" fmla="*/ 104140 h 701040"/>
                <a:gd name="connsiteX0" fmla="*/ 294932 w 919772"/>
                <a:gd name="connsiteY0" fmla="*/ 104140 h 701040"/>
                <a:gd name="connsiteX1" fmla="*/ 399072 w 919772"/>
                <a:gd name="connsiteY1" fmla="*/ 0 h 701040"/>
                <a:gd name="connsiteX2" fmla="*/ 838492 w 919772"/>
                <a:gd name="connsiteY2" fmla="*/ 76200 h 701040"/>
                <a:gd name="connsiteX3" fmla="*/ 919772 w 919772"/>
                <a:gd name="connsiteY3" fmla="*/ 218440 h 701040"/>
                <a:gd name="connsiteX4" fmla="*/ 904532 w 919772"/>
                <a:gd name="connsiteY4" fmla="*/ 375920 h 701040"/>
                <a:gd name="connsiteX5" fmla="*/ 457492 w 919772"/>
                <a:gd name="connsiteY5" fmla="*/ 701040 h 701040"/>
                <a:gd name="connsiteX6" fmla="*/ 18072 w 919772"/>
                <a:gd name="connsiteY6" fmla="*/ 525780 h 701040"/>
                <a:gd name="connsiteX7" fmla="*/ 58712 w 919772"/>
                <a:gd name="connsiteY7" fmla="*/ 452120 h 701040"/>
                <a:gd name="connsiteX8" fmla="*/ 348272 w 919772"/>
                <a:gd name="connsiteY8" fmla="*/ 220980 h 701040"/>
                <a:gd name="connsiteX9" fmla="*/ 294932 w 919772"/>
                <a:gd name="connsiteY9" fmla="*/ 104140 h 701040"/>
                <a:gd name="connsiteX0" fmla="*/ 294932 w 919772"/>
                <a:gd name="connsiteY0" fmla="*/ 104140 h 701040"/>
                <a:gd name="connsiteX1" fmla="*/ 399072 w 919772"/>
                <a:gd name="connsiteY1" fmla="*/ 0 h 701040"/>
                <a:gd name="connsiteX2" fmla="*/ 838492 w 919772"/>
                <a:gd name="connsiteY2" fmla="*/ 76200 h 701040"/>
                <a:gd name="connsiteX3" fmla="*/ 919772 w 919772"/>
                <a:gd name="connsiteY3" fmla="*/ 218440 h 701040"/>
                <a:gd name="connsiteX4" fmla="*/ 904532 w 919772"/>
                <a:gd name="connsiteY4" fmla="*/ 375920 h 701040"/>
                <a:gd name="connsiteX5" fmla="*/ 457492 w 919772"/>
                <a:gd name="connsiteY5" fmla="*/ 701040 h 701040"/>
                <a:gd name="connsiteX6" fmla="*/ 18072 w 919772"/>
                <a:gd name="connsiteY6" fmla="*/ 525780 h 701040"/>
                <a:gd name="connsiteX7" fmla="*/ 58712 w 919772"/>
                <a:gd name="connsiteY7" fmla="*/ 452120 h 701040"/>
                <a:gd name="connsiteX8" fmla="*/ 256832 w 919772"/>
                <a:gd name="connsiteY8" fmla="*/ 236220 h 701040"/>
                <a:gd name="connsiteX9" fmla="*/ 294932 w 919772"/>
                <a:gd name="connsiteY9" fmla="*/ 104140 h 701040"/>
                <a:gd name="connsiteX0" fmla="*/ 280221 w 905061"/>
                <a:gd name="connsiteY0" fmla="*/ 104140 h 701040"/>
                <a:gd name="connsiteX1" fmla="*/ 384361 w 905061"/>
                <a:gd name="connsiteY1" fmla="*/ 0 h 701040"/>
                <a:gd name="connsiteX2" fmla="*/ 823781 w 905061"/>
                <a:gd name="connsiteY2" fmla="*/ 76200 h 701040"/>
                <a:gd name="connsiteX3" fmla="*/ 905061 w 905061"/>
                <a:gd name="connsiteY3" fmla="*/ 218440 h 701040"/>
                <a:gd name="connsiteX4" fmla="*/ 889821 w 905061"/>
                <a:gd name="connsiteY4" fmla="*/ 375920 h 701040"/>
                <a:gd name="connsiteX5" fmla="*/ 442781 w 905061"/>
                <a:gd name="connsiteY5" fmla="*/ 701040 h 701040"/>
                <a:gd name="connsiteX6" fmla="*/ 3361 w 905061"/>
                <a:gd name="connsiteY6" fmla="*/ 525780 h 701040"/>
                <a:gd name="connsiteX7" fmla="*/ 242121 w 905061"/>
                <a:gd name="connsiteY7" fmla="*/ 236220 h 701040"/>
                <a:gd name="connsiteX8" fmla="*/ 280221 w 905061"/>
                <a:gd name="connsiteY8" fmla="*/ 104140 h 701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5061" h="701040">
                  <a:moveTo>
                    <a:pt x="280221" y="104140"/>
                  </a:moveTo>
                  <a:cubicBezTo>
                    <a:pt x="280221" y="46625"/>
                    <a:pt x="326846" y="0"/>
                    <a:pt x="384361" y="0"/>
                  </a:cubicBezTo>
                  <a:lnTo>
                    <a:pt x="823781" y="76200"/>
                  </a:lnTo>
                  <a:cubicBezTo>
                    <a:pt x="881296" y="76200"/>
                    <a:pt x="905061" y="160925"/>
                    <a:pt x="905061" y="218440"/>
                  </a:cubicBezTo>
                  <a:lnTo>
                    <a:pt x="889821" y="375920"/>
                  </a:lnTo>
                  <a:cubicBezTo>
                    <a:pt x="889821" y="433435"/>
                    <a:pt x="500296" y="701040"/>
                    <a:pt x="442781" y="701040"/>
                  </a:cubicBezTo>
                  <a:lnTo>
                    <a:pt x="3361" y="525780"/>
                  </a:lnTo>
                  <a:cubicBezTo>
                    <a:pt x="-30082" y="448310"/>
                    <a:pt x="195978" y="306493"/>
                    <a:pt x="242121" y="236220"/>
                  </a:cubicBezTo>
                  <a:cubicBezTo>
                    <a:pt x="244661" y="187113"/>
                    <a:pt x="277681" y="153247"/>
                    <a:pt x="280221" y="104140"/>
                  </a:cubicBezTo>
                  <a:close/>
                </a:path>
              </a:pathLst>
            </a:custGeom>
            <a:solidFill>
              <a:sysClr val="window" lastClr="FFFFFF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Flowchart: Alternate Process 5">
              <a:extLst>
                <a:ext uri="{FF2B5EF4-FFF2-40B4-BE49-F238E27FC236}">
                  <a16:creationId xmlns:a16="http://schemas.microsoft.com/office/drawing/2014/main" id="{67C16C79-6ED1-4875-BD80-48AA6D3F1BDF}"/>
                </a:ext>
              </a:extLst>
            </p:cNvPr>
            <p:cNvSpPr/>
            <p:nvPr/>
          </p:nvSpPr>
          <p:spPr>
            <a:xfrm rot="2222119">
              <a:off x="4226838" y="2797477"/>
              <a:ext cx="269185" cy="405301"/>
            </a:xfrm>
            <a:custGeom>
              <a:avLst/>
              <a:gdLst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59080 w 259080"/>
                <a:gd name="connsiteY4" fmla="*/ 301554 h 344734"/>
                <a:gd name="connsiteX5" fmla="*/ 215900 w 259080"/>
                <a:gd name="connsiteY5" fmla="*/ 344734 h 344734"/>
                <a:gd name="connsiteX6" fmla="*/ 43180 w 259080"/>
                <a:gd name="connsiteY6" fmla="*/ 344734 h 344734"/>
                <a:gd name="connsiteX7" fmla="*/ 0 w 259080"/>
                <a:gd name="connsiteY7" fmla="*/ 301554 h 344734"/>
                <a:gd name="connsiteX8" fmla="*/ 0 w 259080"/>
                <a:gd name="connsiteY8" fmla="*/ 43180 h 344734"/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59080 w 259080"/>
                <a:gd name="connsiteY4" fmla="*/ 301554 h 344734"/>
                <a:gd name="connsiteX5" fmla="*/ 217283 w 259080"/>
                <a:gd name="connsiteY5" fmla="*/ 295962 h 344734"/>
                <a:gd name="connsiteX6" fmla="*/ 43180 w 259080"/>
                <a:gd name="connsiteY6" fmla="*/ 344734 h 344734"/>
                <a:gd name="connsiteX7" fmla="*/ 0 w 259080"/>
                <a:gd name="connsiteY7" fmla="*/ 301554 h 344734"/>
                <a:gd name="connsiteX8" fmla="*/ 0 w 259080"/>
                <a:gd name="connsiteY8" fmla="*/ 43180 h 344734"/>
                <a:gd name="connsiteX0" fmla="*/ 0 w 259080"/>
                <a:gd name="connsiteY0" fmla="*/ 43180 h 345075"/>
                <a:gd name="connsiteX1" fmla="*/ 43180 w 259080"/>
                <a:gd name="connsiteY1" fmla="*/ 0 h 345075"/>
                <a:gd name="connsiteX2" fmla="*/ 215900 w 259080"/>
                <a:gd name="connsiteY2" fmla="*/ 0 h 345075"/>
                <a:gd name="connsiteX3" fmla="*/ 259080 w 259080"/>
                <a:gd name="connsiteY3" fmla="*/ 43180 h 345075"/>
                <a:gd name="connsiteX4" fmla="*/ 259080 w 259080"/>
                <a:gd name="connsiteY4" fmla="*/ 301554 h 345075"/>
                <a:gd name="connsiteX5" fmla="*/ 43180 w 259080"/>
                <a:gd name="connsiteY5" fmla="*/ 344734 h 345075"/>
                <a:gd name="connsiteX6" fmla="*/ 0 w 259080"/>
                <a:gd name="connsiteY6" fmla="*/ 301554 h 345075"/>
                <a:gd name="connsiteX7" fmla="*/ 0 w 259080"/>
                <a:gd name="connsiteY7" fmla="*/ 43180 h 345075"/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42215 w 259080"/>
                <a:gd name="connsiteY4" fmla="*/ 266550 h 344734"/>
                <a:gd name="connsiteX5" fmla="*/ 43180 w 259080"/>
                <a:gd name="connsiteY5" fmla="*/ 344734 h 344734"/>
                <a:gd name="connsiteX6" fmla="*/ 0 w 259080"/>
                <a:gd name="connsiteY6" fmla="*/ 301554 h 344734"/>
                <a:gd name="connsiteX7" fmla="*/ 0 w 259080"/>
                <a:gd name="connsiteY7" fmla="*/ 43180 h 344734"/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41817 w 259080"/>
                <a:gd name="connsiteY4" fmla="*/ 293696 h 344734"/>
                <a:gd name="connsiteX5" fmla="*/ 43180 w 259080"/>
                <a:gd name="connsiteY5" fmla="*/ 344734 h 344734"/>
                <a:gd name="connsiteX6" fmla="*/ 0 w 259080"/>
                <a:gd name="connsiteY6" fmla="*/ 301554 h 344734"/>
                <a:gd name="connsiteX7" fmla="*/ 0 w 259080"/>
                <a:gd name="connsiteY7" fmla="*/ 43180 h 344734"/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41817 w 259080"/>
                <a:gd name="connsiteY4" fmla="*/ 293696 h 344734"/>
                <a:gd name="connsiteX5" fmla="*/ 43180 w 259080"/>
                <a:gd name="connsiteY5" fmla="*/ 344734 h 344734"/>
                <a:gd name="connsiteX6" fmla="*/ 0 w 259080"/>
                <a:gd name="connsiteY6" fmla="*/ 43180 h 344734"/>
                <a:gd name="connsiteX0" fmla="*/ 11608 w 270688"/>
                <a:gd name="connsiteY0" fmla="*/ 43180 h 370550"/>
                <a:gd name="connsiteX1" fmla="*/ 54788 w 270688"/>
                <a:gd name="connsiteY1" fmla="*/ 0 h 370550"/>
                <a:gd name="connsiteX2" fmla="*/ 227508 w 270688"/>
                <a:gd name="connsiteY2" fmla="*/ 0 h 370550"/>
                <a:gd name="connsiteX3" fmla="*/ 270688 w 270688"/>
                <a:gd name="connsiteY3" fmla="*/ 43180 h 370550"/>
                <a:gd name="connsiteX4" fmla="*/ 253425 w 270688"/>
                <a:gd name="connsiteY4" fmla="*/ 293696 h 370550"/>
                <a:gd name="connsiteX5" fmla="*/ 20573 w 270688"/>
                <a:gd name="connsiteY5" fmla="*/ 370550 h 370550"/>
                <a:gd name="connsiteX6" fmla="*/ 11608 w 270688"/>
                <a:gd name="connsiteY6" fmla="*/ 43180 h 370550"/>
                <a:gd name="connsiteX0" fmla="*/ 11608 w 270688"/>
                <a:gd name="connsiteY0" fmla="*/ 43180 h 370550"/>
                <a:gd name="connsiteX1" fmla="*/ 54788 w 270688"/>
                <a:gd name="connsiteY1" fmla="*/ 0 h 370550"/>
                <a:gd name="connsiteX2" fmla="*/ 227508 w 270688"/>
                <a:gd name="connsiteY2" fmla="*/ 0 h 370550"/>
                <a:gd name="connsiteX3" fmla="*/ 270688 w 270688"/>
                <a:gd name="connsiteY3" fmla="*/ 43180 h 370550"/>
                <a:gd name="connsiteX4" fmla="*/ 255828 w 270688"/>
                <a:gd name="connsiteY4" fmla="*/ 300833 h 370550"/>
                <a:gd name="connsiteX5" fmla="*/ 20573 w 270688"/>
                <a:gd name="connsiteY5" fmla="*/ 370550 h 370550"/>
                <a:gd name="connsiteX6" fmla="*/ 11608 w 270688"/>
                <a:gd name="connsiteY6" fmla="*/ 43180 h 370550"/>
                <a:gd name="connsiteX0" fmla="*/ 11608 w 270688"/>
                <a:gd name="connsiteY0" fmla="*/ 58888 h 386258"/>
                <a:gd name="connsiteX1" fmla="*/ 54788 w 270688"/>
                <a:gd name="connsiteY1" fmla="*/ 15708 h 386258"/>
                <a:gd name="connsiteX2" fmla="*/ 224605 w 270688"/>
                <a:gd name="connsiteY2" fmla="*/ 0 h 386258"/>
                <a:gd name="connsiteX3" fmla="*/ 270688 w 270688"/>
                <a:gd name="connsiteY3" fmla="*/ 58888 h 386258"/>
                <a:gd name="connsiteX4" fmla="*/ 255828 w 270688"/>
                <a:gd name="connsiteY4" fmla="*/ 316541 h 386258"/>
                <a:gd name="connsiteX5" fmla="*/ 20573 w 270688"/>
                <a:gd name="connsiteY5" fmla="*/ 386258 h 386258"/>
                <a:gd name="connsiteX6" fmla="*/ 11608 w 270688"/>
                <a:gd name="connsiteY6" fmla="*/ 58888 h 386258"/>
                <a:gd name="connsiteX0" fmla="*/ 11608 w 269220"/>
                <a:gd name="connsiteY0" fmla="*/ 58888 h 386258"/>
                <a:gd name="connsiteX1" fmla="*/ 54788 w 269220"/>
                <a:gd name="connsiteY1" fmla="*/ 15708 h 386258"/>
                <a:gd name="connsiteX2" fmla="*/ 224605 w 269220"/>
                <a:gd name="connsiteY2" fmla="*/ 0 h 386258"/>
                <a:gd name="connsiteX3" fmla="*/ 269220 w 269220"/>
                <a:gd name="connsiteY3" fmla="*/ 45081 h 386258"/>
                <a:gd name="connsiteX4" fmla="*/ 255828 w 269220"/>
                <a:gd name="connsiteY4" fmla="*/ 316541 h 386258"/>
                <a:gd name="connsiteX5" fmla="*/ 20573 w 269220"/>
                <a:gd name="connsiteY5" fmla="*/ 386258 h 386258"/>
                <a:gd name="connsiteX6" fmla="*/ 11608 w 269220"/>
                <a:gd name="connsiteY6" fmla="*/ 58888 h 386258"/>
                <a:gd name="connsiteX0" fmla="*/ 11608 w 269220"/>
                <a:gd name="connsiteY0" fmla="*/ 70794 h 398164"/>
                <a:gd name="connsiteX1" fmla="*/ 54788 w 269220"/>
                <a:gd name="connsiteY1" fmla="*/ 27614 h 398164"/>
                <a:gd name="connsiteX2" fmla="*/ 224570 w 269220"/>
                <a:gd name="connsiteY2" fmla="*/ 0 h 398164"/>
                <a:gd name="connsiteX3" fmla="*/ 269220 w 269220"/>
                <a:gd name="connsiteY3" fmla="*/ 56987 h 398164"/>
                <a:gd name="connsiteX4" fmla="*/ 255828 w 269220"/>
                <a:gd name="connsiteY4" fmla="*/ 328447 h 398164"/>
                <a:gd name="connsiteX5" fmla="*/ 20573 w 269220"/>
                <a:gd name="connsiteY5" fmla="*/ 398164 h 398164"/>
                <a:gd name="connsiteX6" fmla="*/ 11608 w 269220"/>
                <a:gd name="connsiteY6" fmla="*/ 70794 h 398164"/>
                <a:gd name="connsiteX0" fmla="*/ 11608 w 269220"/>
                <a:gd name="connsiteY0" fmla="*/ 77931 h 405301"/>
                <a:gd name="connsiteX1" fmla="*/ 54788 w 269220"/>
                <a:gd name="connsiteY1" fmla="*/ 34751 h 405301"/>
                <a:gd name="connsiteX2" fmla="*/ 222169 w 269220"/>
                <a:gd name="connsiteY2" fmla="*/ 0 h 405301"/>
                <a:gd name="connsiteX3" fmla="*/ 269220 w 269220"/>
                <a:gd name="connsiteY3" fmla="*/ 64124 h 405301"/>
                <a:gd name="connsiteX4" fmla="*/ 255828 w 269220"/>
                <a:gd name="connsiteY4" fmla="*/ 335584 h 405301"/>
                <a:gd name="connsiteX5" fmla="*/ 20573 w 269220"/>
                <a:gd name="connsiteY5" fmla="*/ 405301 h 405301"/>
                <a:gd name="connsiteX6" fmla="*/ 11608 w 269220"/>
                <a:gd name="connsiteY6" fmla="*/ 77931 h 405301"/>
                <a:gd name="connsiteX0" fmla="*/ 11608 w 269185"/>
                <a:gd name="connsiteY0" fmla="*/ 77931 h 405301"/>
                <a:gd name="connsiteX1" fmla="*/ 54788 w 269185"/>
                <a:gd name="connsiteY1" fmla="*/ 34751 h 405301"/>
                <a:gd name="connsiteX2" fmla="*/ 222169 w 269185"/>
                <a:gd name="connsiteY2" fmla="*/ 0 h 405301"/>
                <a:gd name="connsiteX3" fmla="*/ 269185 w 269185"/>
                <a:gd name="connsiteY3" fmla="*/ 52219 h 405301"/>
                <a:gd name="connsiteX4" fmla="*/ 255828 w 269185"/>
                <a:gd name="connsiteY4" fmla="*/ 335584 h 405301"/>
                <a:gd name="connsiteX5" fmla="*/ 20573 w 269185"/>
                <a:gd name="connsiteY5" fmla="*/ 405301 h 405301"/>
                <a:gd name="connsiteX6" fmla="*/ 11608 w 269185"/>
                <a:gd name="connsiteY6" fmla="*/ 77931 h 405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9185" h="405301">
                  <a:moveTo>
                    <a:pt x="11608" y="77931"/>
                  </a:moveTo>
                  <a:cubicBezTo>
                    <a:pt x="11608" y="54083"/>
                    <a:pt x="30940" y="34751"/>
                    <a:pt x="54788" y="34751"/>
                  </a:cubicBezTo>
                  <a:lnTo>
                    <a:pt x="222169" y="0"/>
                  </a:lnTo>
                  <a:cubicBezTo>
                    <a:pt x="246017" y="0"/>
                    <a:pt x="269185" y="28371"/>
                    <a:pt x="269185" y="52219"/>
                  </a:cubicBezTo>
                  <a:lnTo>
                    <a:pt x="255828" y="335584"/>
                  </a:lnTo>
                  <a:cubicBezTo>
                    <a:pt x="219845" y="385843"/>
                    <a:pt x="63753" y="405301"/>
                    <a:pt x="20573" y="405301"/>
                  </a:cubicBezTo>
                  <a:cubicBezTo>
                    <a:pt x="-19730" y="363548"/>
                    <a:pt x="11608" y="135387"/>
                    <a:pt x="11608" y="77931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Oval 11">
              <a:extLst>
                <a:ext uri="{FF2B5EF4-FFF2-40B4-BE49-F238E27FC236}">
                  <a16:creationId xmlns:a16="http://schemas.microsoft.com/office/drawing/2014/main" id="{BCE94059-0EE8-4886-8116-9017C06E98F2}"/>
                </a:ext>
              </a:extLst>
            </p:cNvPr>
            <p:cNvSpPr/>
            <p:nvPr/>
          </p:nvSpPr>
          <p:spPr>
            <a:xfrm rot="21054010">
              <a:off x="3030137" y="4088828"/>
              <a:ext cx="1439428" cy="609716"/>
            </a:xfrm>
            <a:custGeom>
              <a:avLst/>
              <a:gdLst>
                <a:gd name="connsiteX0" fmla="*/ 0 w 1186429"/>
                <a:gd name="connsiteY0" fmla="*/ 350520 h 701040"/>
                <a:gd name="connsiteX1" fmla="*/ 593215 w 1186429"/>
                <a:gd name="connsiteY1" fmla="*/ 0 h 701040"/>
                <a:gd name="connsiteX2" fmla="*/ 1186430 w 1186429"/>
                <a:gd name="connsiteY2" fmla="*/ 350520 h 701040"/>
                <a:gd name="connsiteX3" fmla="*/ 593215 w 1186429"/>
                <a:gd name="connsiteY3" fmla="*/ 701040 h 701040"/>
                <a:gd name="connsiteX4" fmla="*/ 0 w 1186429"/>
                <a:gd name="connsiteY4" fmla="*/ 350520 h 701040"/>
                <a:gd name="connsiteX0" fmla="*/ 0 w 1186430"/>
                <a:gd name="connsiteY0" fmla="*/ 350520 h 701040"/>
                <a:gd name="connsiteX1" fmla="*/ 593215 w 1186430"/>
                <a:gd name="connsiteY1" fmla="*/ 0 h 701040"/>
                <a:gd name="connsiteX2" fmla="*/ 1186430 w 1186430"/>
                <a:gd name="connsiteY2" fmla="*/ 350520 h 701040"/>
                <a:gd name="connsiteX3" fmla="*/ 593215 w 1186430"/>
                <a:gd name="connsiteY3" fmla="*/ 701040 h 701040"/>
                <a:gd name="connsiteX4" fmla="*/ 0 w 1186430"/>
                <a:gd name="connsiteY4" fmla="*/ 350520 h 701040"/>
                <a:gd name="connsiteX0" fmla="*/ 0 w 667366"/>
                <a:gd name="connsiteY0" fmla="*/ 360263 h 720526"/>
                <a:gd name="connsiteX1" fmla="*/ 593215 w 667366"/>
                <a:gd name="connsiteY1" fmla="*/ 9743 h 720526"/>
                <a:gd name="connsiteX2" fmla="*/ 593215 w 667366"/>
                <a:gd name="connsiteY2" fmla="*/ 710783 h 720526"/>
                <a:gd name="connsiteX3" fmla="*/ 0 w 667366"/>
                <a:gd name="connsiteY3" fmla="*/ 360263 h 720526"/>
                <a:gd name="connsiteX0" fmla="*/ 0 w 593215"/>
                <a:gd name="connsiteY0" fmla="*/ 0 h 360263"/>
                <a:gd name="connsiteX1" fmla="*/ 593215 w 593215"/>
                <a:gd name="connsiteY1" fmla="*/ 350520 h 360263"/>
                <a:gd name="connsiteX2" fmla="*/ 0 w 593215"/>
                <a:gd name="connsiteY2" fmla="*/ 0 h 360263"/>
                <a:gd name="connsiteX0" fmla="*/ 0 w 1392093"/>
                <a:gd name="connsiteY0" fmla="*/ 0 h 76613"/>
                <a:gd name="connsiteX1" fmla="*/ 1392093 w 1392093"/>
                <a:gd name="connsiteY1" fmla="*/ 60466 h 76613"/>
                <a:gd name="connsiteX2" fmla="*/ 0 w 1392093"/>
                <a:gd name="connsiteY2" fmla="*/ 0 h 76613"/>
                <a:gd name="connsiteX0" fmla="*/ 0 w 1393438"/>
                <a:gd name="connsiteY0" fmla="*/ 99000 h 292529"/>
                <a:gd name="connsiteX1" fmla="*/ 1392093 w 1393438"/>
                <a:gd name="connsiteY1" fmla="*/ 159466 h 292529"/>
                <a:gd name="connsiteX2" fmla="*/ 0 w 1393438"/>
                <a:gd name="connsiteY2" fmla="*/ 99000 h 292529"/>
                <a:gd name="connsiteX0" fmla="*/ 2492 w 1395464"/>
                <a:gd name="connsiteY0" fmla="*/ 302815 h 656192"/>
                <a:gd name="connsiteX1" fmla="*/ 1394585 w 1395464"/>
                <a:gd name="connsiteY1" fmla="*/ 363281 h 656192"/>
                <a:gd name="connsiteX2" fmla="*/ 2492 w 1395464"/>
                <a:gd name="connsiteY2" fmla="*/ 302815 h 656192"/>
                <a:gd name="connsiteX0" fmla="*/ 2495 w 1434462"/>
                <a:gd name="connsiteY0" fmla="*/ 213168 h 474809"/>
                <a:gd name="connsiteX1" fmla="*/ 1434462 w 1434462"/>
                <a:gd name="connsiteY1" fmla="*/ 305744 h 474809"/>
                <a:gd name="connsiteX2" fmla="*/ 2495 w 1434462"/>
                <a:gd name="connsiteY2" fmla="*/ 213168 h 474809"/>
                <a:gd name="connsiteX0" fmla="*/ 7889 w 1439856"/>
                <a:gd name="connsiteY0" fmla="*/ 278254 h 604798"/>
                <a:gd name="connsiteX1" fmla="*/ 1439856 w 1439856"/>
                <a:gd name="connsiteY1" fmla="*/ 370830 h 604798"/>
                <a:gd name="connsiteX2" fmla="*/ 7889 w 1439856"/>
                <a:gd name="connsiteY2" fmla="*/ 278254 h 604798"/>
                <a:gd name="connsiteX0" fmla="*/ 7849 w 1439852"/>
                <a:gd name="connsiteY0" fmla="*/ 307941 h 673409"/>
                <a:gd name="connsiteX1" fmla="*/ 1439816 w 1439852"/>
                <a:gd name="connsiteY1" fmla="*/ 400517 h 673409"/>
                <a:gd name="connsiteX2" fmla="*/ 7849 w 1439852"/>
                <a:gd name="connsiteY2" fmla="*/ 307941 h 673409"/>
                <a:gd name="connsiteX0" fmla="*/ 7893 w 1439860"/>
                <a:gd name="connsiteY0" fmla="*/ 301151 h 657745"/>
                <a:gd name="connsiteX1" fmla="*/ 1439860 w 1439860"/>
                <a:gd name="connsiteY1" fmla="*/ 393727 h 657745"/>
                <a:gd name="connsiteX2" fmla="*/ 7893 w 1439860"/>
                <a:gd name="connsiteY2" fmla="*/ 301151 h 657745"/>
                <a:gd name="connsiteX0" fmla="*/ 7937 w 1439961"/>
                <a:gd name="connsiteY0" fmla="*/ 294078 h 641407"/>
                <a:gd name="connsiteX1" fmla="*/ 1439904 w 1439961"/>
                <a:gd name="connsiteY1" fmla="*/ 386654 h 641407"/>
                <a:gd name="connsiteX2" fmla="*/ 7937 w 1439961"/>
                <a:gd name="connsiteY2" fmla="*/ 294078 h 641407"/>
                <a:gd name="connsiteX0" fmla="*/ 7927 w 1439928"/>
                <a:gd name="connsiteY0" fmla="*/ 291115 h 634555"/>
                <a:gd name="connsiteX1" fmla="*/ 1439894 w 1439928"/>
                <a:gd name="connsiteY1" fmla="*/ 383691 h 634555"/>
                <a:gd name="connsiteX2" fmla="*/ 7927 w 1439928"/>
                <a:gd name="connsiteY2" fmla="*/ 291115 h 634555"/>
                <a:gd name="connsiteX0" fmla="*/ 7427 w 1439428"/>
                <a:gd name="connsiteY0" fmla="*/ 278591 h 609716"/>
                <a:gd name="connsiteX1" fmla="*/ 1439394 w 1439428"/>
                <a:gd name="connsiteY1" fmla="*/ 371167 h 609716"/>
                <a:gd name="connsiteX2" fmla="*/ 7427 w 1439428"/>
                <a:gd name="connsiteY2" fmla="*/ 278591 h 609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39428" h="609716">
                  <a:moveTo>
                    <a:pt x="7427" y="278591"/>
                  </a:moveTo>
                  <a:cubicBezTo>
                    <a:pt x="134732" y="-369343"/>
                    <a:pt x="1447211" y="307306"/>
                    <a:pt x="1439394" y="371167"/>
                  </a:cubicBezTo>
                  <a:cubicBezTo>
                    <a:pt x="1431577" y="435028"/>
                    <a:pt x="-119878" y="926525"/>
                    <a:pt x="7427" y="278591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59B8ECD3-75C5-4337-8A1F-BF891EA4551D}"/>
                </a:ext>
              </a:extLst>
            </p:cNvPr>
            <p:cNvSpPr/>
            <p:nvPr/>
          </p:nvSpPr>
          <p:spPr>
            <a:xfrm>
              <a:off x="3371787" y="4365108"/>
              <a:ext cx="192519" cy="192519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5C81A2D9-0AA0-4402-95B8-5A5AB28C43DE}"/>
                </a:ext>
              </a:extLst>
            </p:cNvPr>
            <p:cNvCxnSpPr>
              <a:stCxn id="66" idx="5"/>
            </p:cNvCxnSpPr>
            <p:nvPr/>
          </p:nvCxnSpPr>
          <p:spPr>
            <a:xfrm>
              <a:off x="3536112" y="4529433"/>
              <a:ext cx="167271" cy="110806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68" name="Flowchart: Alternate Process 67">
              <a:extLst>
                <a:ext uri="{FF2B5EF4-FFF2-40B4-BE49-F238E27FC236}">
                  <a16:creationId xmlns:a16="http://schemas.microsoft.com/office/drawing/2014/main" id="{369DA86A-9F5F-4AD7-B7E7-4B78A3C96131}"/>
                </a:ext>
              </a:extLst>
            </p:cNvPr>
            <p:cNvSpPr/>
            <p:nvPr/>
          </p:nvSpPr>
          <p:spPr>
            <a:xfrm>
              <a:off x="3650556" y="4588440"/>
              <a:ext cx="217152" cy="110806"/>
            </a:xfrm>
            <a:prstGeom prst="flowChartAlternateProcess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Flowchart: Alternate Process 5">
              <a:extLst>
                <a:ext uri="{FF2B5EF4-FFF2-40B4-BE49-F238E27FC236}">
                  <a16:creationId xmlns:a16="http://schemas.microsoft.com/office/drawing/2014/main" id="{D6A67F37-8A51-41D6-AA4A-8873BA9781C1}"/>
                </a:ext>
              </a:extLst>
            </p:cNvPr>
            <p:cNvSpPr/>
            <p:nvPr/>
          </p:nvSpPr>
          <p:spPr>
            <a:xfrm rot="2222119">
              <a:off x="4302244" y="2829603"/>
              <a:ext cx="205982" cy="205051"/>
            </a:xfrm>
            <a:custGeom>
              <a:avLst/>
              <a:gdLst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59080 w 259080"/>
                <a:gd name="connsiteY4" fmla="*/ 301554 h 344734"/>
                <a:gd name="connsiteX5" fmla="*/ 215900 w 259080"/>
                <a:gd name="connsiteY5" fmla="*/ 344734 h 344734"/>
                <a:gd name="connsiteX6" fmla="*/ 43180 w 259080"/>
                <a:gd name="connsiteY6" fmla="*/ 344734 h 344734"/>
                <a:gd name="connsiteX7" fmla="*/ 0 w 259080"/>
                <a:gd name="connsiteY7" fmla="*/ 301554 h 344734"/>
                <a:gd name="connsiteX8" fmla="*/ 0 w 259080"/>
                <a:gd name="connsiteY8" fmla="*/ 43180 h 344734"/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59080 w 259080"/>
                <a:gd name="connsiteY4" fmla="*/ 301554 h 344734"/>
                <a:gd name="connsiteX5" fmla="*/ 217283 w 259080"/>
                <a:gd name="connsiteY5" fmla="*/ 295962 h 344734"/>
                <a:gd name="connsiteX6" fmla="*/ 43180 w 259080"/>
                <a:gd name="connsiteY6" fmla="*/ 344734 h 344734"/>
                <a:gd name="connsiteX7" fmla="*/ 0 w 259080"/>
                <a:gd name="connsiteY7" fmla="*/ 301554 h 344734"/>
                <a:gd name="connsiteX8" fmla="*/ 0 w 259080"/>
                <a:gd name="connsiteY8" fmla="*/ 43180 h 344734"/>
                <a:gd name="connsiteX0" fmla="*/ 0 w 259080"/>
                <a:gd name="connsiteY0" fmla="*/ 43180 h 345075"/>
                <a:gd name="connsiteX1" fmla="*/ 43180 w 259080"/>
                <a:gd name="connsiteY1" fmla="*/ 0 h 345075"/>
                <a:gd name="connsiteX2" fmla="*/ 215900 w 259080"/>
                <a:gd name="connsiteY2" fmla="*/ 0 h 345075"/>
                <a:gd name="connsiteX3" fmla="*/ 259080 w 259080"/>
                <a:gd name="connsiteY3" fmla="*/ 43180 h 345075"/>
                <a:gd name="connsiteX4" fmla="*/ 259080 w 259080"/>
                <a:gd name="connsiteY4" fmla="*/ 301554 h 345075"/>
                <a:gd name="connsiteX5" fmla="*/ 43180 w 259080"/>
                <a:gd name="connsiteY5" fmla="*/ 344734 h 345075"/>
                <a:gd name="connsiteX6" fmla="*/ 0 w 259080"/>
                <a:gd name="connsiteY6" fmla="*/ 301554 h 345075"/>
                <a:gd name="connsiteX7" fmla="*/ 0 w 259080"/>
                <a:gd name="connsiteY7" fmla="*/ 43180 h 345075"/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42215 w 259080"/>
                <a:gd name="connsiteY4" fmla="*/ 266550 h 344734"/>
                <a:gd name="connsiteX5" fmla="*/ 43180 w 259080"/>
                <a:gd name="connsiteY5" fmla="*/ 344734 h 344734"/>
                <a:gd name="connsiteX6" fmla="*/ 0 w 259080"/>
                <a:gd name="connsiteY6" fmla="*/ 301554 h 344734"/>
                <a:gd name="connsiteX7" fmla="*/ 0 w 259080"/>
                <a:gd name="connsiteY7" fmla="*/ 43180 h 344734"/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41817 w 259080"/>
                <a:gd name="connsiteY4" fmla="*/ 293696 h 344734"/>
                <a:gd name="connsiteX5" fmla="*/ 43180 w 259080"/>
                <a:gd name="connsiteY5" fmla="*/ 344734 h 344734"/>
                <a:gd name="connsiteX6" fmla="*/ 0 w 259080"/>
                <a:gd name="connsiteY6" fmla="*/ 301554 h 344734"/>
                <a:gd name="connsiteX7" fmla="*/ 0 w 259080"/>
                <a:gd name="connsiteY7" fmla="*/ 43180 h 344734"/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41817 w 259080"/>
                <a:gd name="connsiteY4" fmla="*/ 293696 h 344734"/>
                <a:gd name="connsiteX5" fmla="*/ 43180 w 259080"/>
                <a:gd name="connsiteY5" fmla="*/ 344734 h 344734"/>
                <a:gd name="connsiteX6" fmla="*/ 0 w 259080"/>
                <a:gd name="connsiteY6" fmla="*/ 43180 h 344734"/>
                <a:gd name="connsiteX0" fmla="*/ 11608 w 270688"/>
                <a:gd name="connsiteY0" fmla="*/ 43180 h 370550"/>
                <a:gd name="connsiteX1" fmla="*/ 54788 w 270688"/>
                <a:gd name="connsiteY1" fmla="*/ 0 h 370550"/>
                <a:gd name="connsiteX2" fmla="*/ 227508 w 270688"/>
                <a:gd name="connsiteY2" fmla="*/ 0 h 370550"/>
                <a:gd name="connsiteX3" fmla="*/ 270688 w 270688"/>
                <a:gd name="connsiteY3" fmla="*/ 43180 h 370550"/>
                <a:gd name="connsiteX4" fmla="*/ 253425 w 270688"/>
                <a:gd name="connsiteY4" fmla="*/ 293696 h 370550"/>
                <a:gd name="connsiteX5" fmla="*/ 20573 w 270688"/>
                <a:gd name="connsiteY5" fmla="*/ 370550 h 370550"/>
                <a:gd name="connsiteX6" fmla="*/ 11608 w 270688"/>
                <a:gd name="connsiteY6" fmla="*/ 43180 h 370550"/>
                <a:gd name="connsiteX0" fmla="*/ 11608 w 270688"/>
                <a:gd name="connsiteY0" fmla="*/ 43180 h 370550"/>
                <a:gd name="connsiteX1" fmla="*/ 54788 w 270688"/>
                <a:gd name="connsiteY1" fmla="*/ 0 h 370550"/>
                <a:gd name="connsiteX2" fmla="*/ 227508 w 270688"/>
                <a:gd name="connsiteY2" fmla="*/ 0 h 370550"/>
                <a:gd name="connsiteX3" fmla="*/ 270688 w 270688"/>
                <a:gd name="connsiteY3" fmla="*/ 43180 h 370550"/>
                <a:gd name="connsiteX4" fmla="*/ 255828 w 270688"/>
                <a:gd name="connsiteY4" fmla="*/ 300833 h 370550"/>
                <a:gd name="connsiteX5" fmla="*/ 20573 w 270688"/>
                <a:gd name="connsiteY5" fmla="*/ 370550 h 370550"/>
                <a:gd name="connsiteX6" fmla="*/ 11608 w 270688"/>
                <a:gd name="connsiteY6" fmla="*/ 43180 h 370550"/>
                <a:gd name="connsiteX0" fmla="*/ 11608 w 270688"/>
                <a:gd name="connsiteY0" fmla="*/ 58888 h 386258"/>
                <a:gd name="connsiteX1" fmla="*/ 54788 w 270688"/>
                <a:gd name="connsiteY1" fmla="*/ 15708 h 386258"/>
                <a:gd name="connsiteX2" fmla="*/ 224605 w 270688"/>
                <a:gd name="connsiteY2" fmla="*/ 0 h 386258"/>
                <a:gd name="connsiteX3" fmla="*/ 270688 w 270688"/>
                <a:gd name="connsiteY3" fmla="*/ 58888 h 386258"/>
                <a:gd name="connsiteX4" fmla="*/ 255828 w 270688"/>
                <a:gd name="connsiteY4" fmla="*/ 316541 h 386258"/>
                <a:gd name="connsiteX5" fmla="*/ 20573 w 270688"/>
                <a:gd name="connsiteY5" fmla="*/ 386258 h 386258"/>
                <a:gd name="connsiteX6" fmla="*/ 11608 w 270688"/>
                <a:gd name="connsiteY6" fmla="*/ 58888 h 386258"/>
                <a:gd name="connsiteX0" fmla="*/ 11608 w 269220"/>
                <a:gd name="connsiteY0" fmla="*/ 58888 h 386258"/>
                <a:gd name="connsiteX1" fmla="*/ 54788 w 269220"/>
                <a:gd name="connsiteY1" fmla="*/ 15708 h 386258"/>
                <a:gd name="connsiteX2" fmla="*/ 224605 w 269220"/>
                <a:gd name="connsiteY2" fmla="*/ 0 h 386258"/>
                <a:gd name="connsiteX3" fmla="*/ 269220 w 269220"/>
                <a:gd name="connsiteY3" fmla="*/ 45081 h 386258"/>
                <a:gd name="connsiteX4" fmla="*/ 255828 w 269220"/>
                <a:gd name="connsiteY4" fmla="*/ 316541 h 386258"/>
                <a:gd name="connsiteX5" fmla="*/ 20573 w 269220"/>
                <a:gd name="connsiteY5" fmla="*/ 386258 h 386258"/>
                <a:gd name="connsiteX6" fmla="*/ 11608 w 269220"/>
                <a:gd name="connsiteY6" fmla="*/ 58888 h 386258"/>
                <a:gd name="connsiteX0" fmla="*/ 11608 w 269220"/>
                <a:gd name="connsiteY0" fmla="*/ 70794 h 398164"/>
                <a:gd name="connsiteX1" fmla="*/ 54788 w 269220"/>
                <a:gd name="connsiteY1" fmla="*/ 27614 h 398164"/>
                <a:gd name="connsiteX2" fmla="*/ 224570 w 269220"/>
                <a:gd name="connsiteY2" fmla="*/ 0 h 398164"/>
                <a:gd name="connsiteX3" fmla="*/ 269220 w 269220"/>
                <a:gd name="connsiteY3" fmla="*/ 56987 h 398164"/>
                <a:gd name="connsiteX4" fmla="*/ 255828 w 269220"/>
                <a:gd name="connsiteY4" fmla="*/ 328447 h 398164"/>
                <a:gd name="connsiteX5" fmla="*/ 20573 w 269220"/>
                <a:gd name="connsiteY5" fmla="*/ 398164 h 398164"/>
                <a:gd name="connsiteX6" fmla="*/ 11608 w 269220"/>
                <a:gd name="connsiteY6" fmla="*/ 70794 h 398164"/>
                <a:gd name="connsiteX0" fmla="*/ 11608 w 269220"/>
                <a:gd name="connsiteY0" fmla="*/ 77931 h 405301"/>
                <a:gd name="connsiteX1" fmla="*/ 54788 w 269220"/>
                <a:gd name="connsiteY1" fmla="*/ 34751 h 405301"/>
                <a:gd name="connsiteX2" fmla="*/ 222169 w 269220"/>
                <a:gd name="connsiteY2" fmla="*/ 0 h 405301"/>
                <a:gd name="connsiteX3" fmla="*/ 269220 w 269220"/>
                <a:gd name="connsiteY3" fmla="*/ 64124 h 405301"/>
                <a:gd name="connsiteX4" fmla="*/ 255828 w 269220"/>
                <a:gd name="connsiteY4" fmla="*/ 335584 h 405301"/>
                <a:gd name="connsiteX5" fmla="*/ 20573 w 269220"/>
                <a:gd name="connsiteY5" fmla="*/ 405301 h 405301"/>
                <a:gd name="connsiteX6" fmla="*/ 11608 w 269220"/>
                <a:gd name="connsiteY6" fmla="*/ 77931 h 405301"/>
                <a:gd name="connsiteX0" fmla="*/ 11608 w 269185"/>
                <a:gd name="connsiteY0" fmla="*/ 77931 h 405301"/>
                <a:gd name="connsiteX1" fmla="*/ 54788 w 269185"/>
                <a:gd name="connsiteY1" fmla="*/ 34751 h 405301"/>
                <a:gd name="connsiteX2" fmla="*/ 222169 w 269185"/>
                <a:gd name="connsiteY2" fmla="*/ 0 h 405301"/>
                <a:gd name="connsiteX3" fmla="*/ 269185 w 269185"/>
                <a:gd name="connsiteY3" fmla="*/ 52219 h 405301"/>
                <a:gd name="connsiteX4" fmla="*/ 255828 w 269185"/>
                <a:gd name="connsiteY4" fmla="*/ 335584 h 405301"/>
                <a:gd name="connsiteX5" fmla="*/ 20573 w 269185"/>
                <a:gd name="connsiteY5" fmla="*/ 405301 h 405301"/>
                <a:gd name="connsiteX6" fmla="*/ 11608 w 269185"/>
                <a:gd name="connsiteY6" fmla="*/ 77931 h 405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9185" h="405301">
                  <a:moveTo>
                    <a:pt x="11608" y="77931"/>
                  </a:moveTo>
                  <a:cubicBezTo>
                    <a:pt x="11608" y="54083"/>
                    <a:pt x="30940" y="34751"/>
                    <a:pt x="54788" y="34751"/>
                  </a:cubicBezTo>
                  <a:lnTo>
                    <a:pt x="222169" y="0"/>
                  </a:lnTo>
                  <a:cubicBezTo>
                    <a:pt x="246017" y="0"/>
                    <a:pt x="269185" y="28371"/>
                    <a:pt x="269185" y="52219"/>
                  </a:cubicBezTo>
                  <a:lnTo>
                    <a:pt x="255828" y="335584"/>
                  </a:lnTo>
                  <a:cubicBezTo>
                    <a:pt x="219845" y="385843"/>
                    <a:pt x="63753" y="405301"/>
                    <a:pt x="20573" y="405301"/>
                  </a:cubicBezTo>
                  <a:cubicBezTo>
                    <a:pt x="-19730" y="363548"/>
                    <a:pt x="11608" y="135387"/>
                    <a:pt x="11608" y="77931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Flowchart: Alternate Process 5">
              <a:extLst>
                <a:ext uri="{FF2B5EF4-FFF2-40B4-BE49-F238E27FC236}">
                  <a16:creationId xmlns:a16="http://schemas.microsoft.com/office/drawing/2014/main" id="{5FFE17EE-8837-4003-B92E-18F44B0B0C9E}"/>
                </a:ext>
              </a:extLst>
            </p:cNvPr>
            <p:cNvSpPr/>
            <p:nvPr/>
          </p:nvSpPr>
          <p:spPr>
            <a:xfrm rot="2222119">
              <a:off x="4183733" y="3007321"/>
              <a:ext cx="103340" cy="102873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" name="Flowchart: Alternate Process 5">
              <a:extLst>
                <a:ext uri="{FF2B5EF4-FFF2-40B4-BE49-F238E27FC236}">
                  <a16:creationId xmlns:a16="http://schemas.microsoft.com/office/drawing/2014/main" id="{DD068FB6-7052-43F5-BD3A-BE4472991ECC}"/>
                </a:ext>
              </a:extLst>
            </p:cNvPr>
            <p:cNvSpPr/>
            <p:nvPr/>
          </p:nvSpPr>
          <p:spPr>
            <a:xfrm rot="2222119">
              <a:off x="4298462" y="3051376"/>
              <a:ext cx="103340" cy="102873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09641E4-2922-4AC6-9523-A163CDCCFB7D}"/>
              </a:ext>
            </a:extLst>
          </p:cNvPr>
          <p:cNvGrpSpPr/>
          <p:nvPr/>
        </p:nvGrpSpPr>
        <p:grpSpPr>
          <a:xfrm>
            <a:off x="1069036" y="6400800"/>
            <a:ext cx="4725515" cy="5357367"/>
            <a:chOff x="3034926" y="2982186"/>
            <a:chExt cx="1489778" cy="1688976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7F6D1FA1-3B40-4665-AF09-CD6BA0774D2A}"/>
                </a:ext>
              </a:extLst>
            </p:cNvPr>
            <p:cNvGrpSpPr/>
            <p:nvPr/>
          </p:nvGrpSpPr>
          <p:grpSpPr>
            <a:xfrm>
              <a:off x="3371810" y="2982186"/>
              <a:ext cx="1152894" cy="1688976"/>
              <a:chOff x="917811" y="3573579"/>
              <a:chExt cx="1537882" cy="2252981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519B6808-CE9D-4712-9CEB-6DE76D45BFCA}"/>
                  </a:ext>
                </a:extLst>
              </p:cNvPr>
              <p:cNvGrpSpPr/>
              <p:nvPr/>
            </p:nvGrpSpPr>
            <p:grpSpPr>
              <a:xfrm>
                <a:off x="917811" y="3573579"/>
                <a:ext cx="1537882" cy="2252981"/>
                <a:chOff x="849658" y="2654170"/>
                <a:chExt cx="2397415" cy="3512187"/>
              </a:xfrm>
            </p:grpSpPr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790F98C0-5AE6-49F9-B7C0-A6C426AB019F}"/>
                    </a:ext>
                  </a:extLst>
                </p:cNvPr>
                <p:cNvGrpSpPr/>
                <p:nvPr/>
              </p:nvGrpSpPr>
              <p:grpSpPr>
                <a:xfrm>
                  <a:off x="849658" y="2772022"/>
                  <a:ext cx="2397415" cy="3394335"/>
                  <a:chOff x="3417906" y="4906673"/>
                  <a:chExt cx="2750133" cy="3893727"/>
                </a:xfrm>
              </p:grpSpPr>
              <p:cxnSp>
                <p:nvCxnSpPr>
                  <p:cNvPr id="35" name="Straight Connector 34">
                    <a:extLst>
                      <a:ext uri="{FF2B5EF4-FFF2-40B4-BE49-F238E27FC236}">
                        <a16:creationId xmlns:a16="http://schemas.microsoft.com/office/drawing/2014/main" id="{1ED6456B-1783-437D-A6E2-E092CB56D1F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599238" y="7188137"/>
                    <a:ext cx="0" cy="1601342"/>
                  </a:xfrm>
                  <a:prstGeom prst="line">
                    <a:avLst/>
                  </a:prstGeom>
                  <a:noFill/>
                  <a:ln w="5715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36" name="Straight Connector 35">
                    <a:extLst>
                      <a:ext uri="{FF2B5EF4-FFF2-40B4-BE49-F238E27FC236}">
                        <a16:creationId xmlns:a16="http://schemas.microsoft.com/office/drawing/2014/main" id="{67F077CB-E525-4239-A05E-FE419247787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213125" y="7156133"/>
                    <a:ext cx="1" cy="1503219"/>
                  </a:xfrm>
                  <a:prstGeom prst="line">
                    <a:avLst/>
                  </a:prstGeom>
                  <a:noFill/>
                  <a:ln w="5715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</p:cxnSp>
              <p:sp>
                <p:nvSpPr>
                  <p:cNvPr id="37" name="Oval 36">
                    <a:extLst>
                      <a:ext uri="{FF2B5EF4-FFF2-40B4-BE49-F238E27FC236}">
                        <a16:creationId xmlns:a16="http://schemas.microsoft.com/office/drawing/2014/main" id="{F02A329C-1F18-42DA-937A-316ECF40B118}"/>
                      </a:ext>
                    </a:extLst>
                  </p:cNvPr>
                  <p:cNvSpPr/>
                  <p:nvPr/>
                </p:nvSpPr>
                <p:spPr>
                  <a:xfrm>
                    <a:off x="3631165" y="4906673"/>
                    <a:ext cx="2536874" cy="2447778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miter lim="800000"/>
                  </a:ln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8" name="Oval 37">
                    <a:extLst>
                      <a:ext uri="{FF2B5EF4-FFF2-40B4-BE49-F238E27FC236}">
                        <a16:creationId xmlns:a16="http://schemas.microsoft.com/office/drawing/2014/main" id="{1556CE36-5BD6-49CF-8735-07D45FE95ED8}"/>
                      </a:ext>
                    </a:extLst>
                  </p:cNvPr>
                  <p:cNvSpPr/>
                  <p:nvPr/>
                </p:nvSpPr>
                <p:spPr>
                  <a:xfrm>
                    <a:off x="4197054" y="5794132"/>
                    <a:ext cx="261279" cy="259520"/>
                  </a:xfrm>
                  <a:prstGeom prst="ellipse">
                    <a:avLst/>
                  </a:prstGeom>
                  <a:solidFill>
                    <a:sysClr val="windowText" lastClr="000000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9" name="Rectangle: Top Corners Rounded 38">
                    <a:extLst>
                      <a:ext uri="{FF2B5EF4-FFF2-40B4-BE49-F238E27FC236}">
                        <a16:creationId xmlns:a16="http://schemas.microsoft.com/office/drawing/2014/main" id="{AD503C9A-4039-4241-A837-88F112EE0EDE}"/>
                      </a:ext>
                    </a:extLst>
                  </p:cNvPr>
                  <p:cNvSpPr/>
                  <p:nvPr/>
                </p:nvSpPr>
                <p:spPr>
                  <a:xfrm>
                    <a:off x="4858191" y="8525892"/>
                    <a:ext cx="669495" cy="200310"/>
                  </a:xfrm>
                  <a:prstGeom prst="round2SameRect">
                    <a:avLst>
                      <a:gd name="adj1" fmla="val 50000"/>
                      <a:gd name="adj2" fmla="val 0"/>
                    </a:avLst>
                  </a:prstGeom>
                  <a:solidFill>
                    <a:sysClr val="windowText" lastClr="000000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>
                    <a:innerShdw blurRad="114300">
                      <a:prstClr val="black"/>
                    </a:inn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40" name="Rectangle: Top Corners Rounded 39">
                    <a:extLst>
                      <a:ext uri="{FF2B5EF4-FFF2-40B4-BE49-F238E27FC236}">
                        <a16:creationId xmlns:a16="http://schemas.microsoft.com/office/drawing/2014/main" id="{919831D2-EEDB-401E-AA08-7E8D08AB36F9}"/>
                      </a:ext>
                    </a:extLst>
                  </p:cNvPr>
                  <p:cNvSpPr/>
                  <p:nvPr/>
                </p:nvSpPr>
                <p:spPr>
                  <a:xfrm>
                    <a:off x="4252505" y="8600090"/>
                    <a:ext cx="669495" cy="200310"/>
                  </a:xfrm>
                  <a:prstGeom prst="round2SameRect">
                    <a:avLst>
                      <a:gd name="adj1" fmla="val 50000"/>
                      <a:gd name="adj2" fmla="val 0"/>
                    </a:avLst>
                  </a:prstGeom>
                  <a:solidFill>
                    <a:sysClr val="windowText" lastClr="000000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>
                    <a:innerShdw blurRad="114300">
                      <a:prstClr val="black"/>
                    </a:inn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41" name="Freeform: Shape 40">
                    <a:extLst>
                      <a:ext uri="{FF2B5EF4-FFF2-40B4-BE49-F238E27FC236}">
                        <a16:creationId xmlns:a16="http://schemas.microsoft.com/office/drawing/2014/main" id="{702E9F48-760B-43B0-AA14-3F682501E7A1}"/>
                      </a:ext>
                    </a:extLst>
                  </p:cNvPr>
                  <p:cNvSpPr/>
                  <p:nvPr/>
                </p:nvSpPr>
                <p:spPr>
                  <a:xfrm flipH="1">
                    <a:off x="5410637" y="6731313"/>
                    <a:ext cx="620241" cy="485827"/>
                  </a:xfrm>
                  <a:custGeom>
                    <a:avLst/>
                    <a:gdLst>
                      <a:gd name="connsiteX0" fmla="*/ 115393 w 649909"/>
                      <a:gd name="connsiteY0" fmla="*/ 0 h 923977"/>
                      <a:gd name="connsiteX1" fmla="*/ 29668 w 649909"/>
                      <a:gd name="connsiteY1" fmla="*/ 438150 h 923977"/>
                      <a:gd name="connsiteX2" fmla="*/ 563068 w 649909"/>
                      <a:gd name="connsiteY2" fmla="*/ 847725 h 923977"/>
                      <a:gd name="connsiteX3" fmla="*/ 648793 w 649909"/>
                      <a:gd name="connsiteY3" fmla="*/ 923925 h 923977"/>
                      <a:gd name="connsiteX4" fmla="*/ 648793 w 649909"/>
                      <a:gd name="connsiteY4" fmla="*/ 923925 h 923977"/>
                      <a:gd name="connsiteX0" fmla="*/ 0 w 620241"/>
                      <a:gd name="connsiteY0" fmla="*/ 0 h 485827"/>
                      <a:gd name="connsiteX1" fmla="*/ 533400 w 620241"/>
                      <a:gd name="connsiteY1" fmla="*/ 409575 h 485827"/>
                      <a:gd name="connsiteX2" fmla="*/ 619125 w 620241"/>
                      <a:gd name="connsiteY2" fmla="*/ 485775 h 485827"/>
                      <a:gd name="connsiteX3" fmla="*/ 619125 w 620241"/>
                      <a:gd name="connsiteY3" fmla="*/ 485775 h 4858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20241" h="485827">
                        <a:moveTo>
                          <a:pt x="0" y="0"/>
                        </a:moveTo>
                        <a:cubicBezTo>
                          <a:pt x="74612" y="141288"/>
                          <a:pt x="430213" y="328613"/>
                          <a:pt x="533400" y="409575"/>
                        </a:cubicBezTo>
                        <a:cubicBezTo>
                          <a:pt x="636587" y="490537"/>
                          <a:pt x="619125" y="485775"/>
                          <a:pt x="619125" y="485775"/>
                        </a:cubicBezTo>
                        <a:lnTo>
                          <a:pt x="619125" y="485775"/>
                        </a:ln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42" name="Freeform: Shape 41">
                    <a:extLst>
                      <a:ext uri="{FF2B5EF4-FFF2-40B4-BE49-F238E27FC236}">
                        <a16:creationId xmlns:a16="http://schemas.microsoft.com/office/drawing/2014/main" id="{D31E9B6A-D1BE-4121-A9F2-4B3E54CAD140}"/>
                      </a:ext>
                    </a:extLst>
                  </p:cNvPr>
                  <p:cNvSpPr/>
                  <p:nvPr/>
                </p:nvSpPr>
                <p:spPr>
                  <a:xfrm flipH="1">
                    <a:off x="4744678" y="6111253"/>
                    <a:ext cx="92468" cy="235601"/>
                  </a:xfrm>
                  <a:custGeom>
                    <a:avLst/>
                    <a:gdLst>
                      <a:gd name="connsiteX0" fmla="*/ 33338 w 209668"/>
                      <a:gd name="connsiteY0" fmla="*/ 0 h 195262"/>
                      <a:gd name="connsiteX1" fmla="*/ 57150 w 209668"/>
                      <a:gd name="connsiteY1" fmla="*/ 14287 h 195262"/>
                      <a:gd name="connsiteX2" fmla="*/ 71438 w 209668"/>
                      <a:gd name="connsiteY2" fmla="*/ 23812 h 195262"/>
                      <a:gd name="connsiteX3" fmla="*/ 114300 w 209668"/>
                      <a:gd name="connsiteY3" fmla="*/ 33337 h 195262"/>
                      <a:gd name="connsiteX4" fmla="*/ 128588 w 209668"/>
                      <a:gd name="connsiteY4" fmla="*/ 42862 h 195262"/>
                      <a:gd name="connsiteX5" fmla="*/ 166688 w 209668"/>
                      <a:gd name="connsiteY5" fmla="*/ 52387 h 195262"/>
                      <a:gd name="connsiteX6" fmla="*/ 200025 w 209668"/>
                      <a:gd name="connsiteY6" fmla="*/ 61912 h 195262"/>
                      <a:gd name="connsiteX7" fmla="*/ 209550 w 209668"/>
                      <a:gd name="connsiteY7" fmla="*/ 76200 h 195262"/>
                      <a:gd name="connsiteX8" fmla="*/ 185738 w 209668"/>
                      <a:gd name="connsiteY8" fmla="*/ 157162 h 195262"/>
                      <a:gd name="connsiteX9" fmla="*/ 166688 w 209668"/>
                      <a:gd name="connsiteY9" fmla="*/ 166687 h 195262"/>
                      <a:gd name="connsiteX10" fmla="*/ 123825 w 209668"/>
                      <a:gd name="connsiteY10" fmla="*/ 185737 h 195262"/>
                      <a:gd name="connsiteX11" fmla="*/ 109538 w 209668"/>
                      <a:gd name="connsiteY11" fmla="*/ 190500 h 195262"/>
                      <a:gd name="connsiteX12" fmla="*/ 95250 w 209668"/>
                      <a:gd name="connsiteY12" fmla="*/ 195262 h 195262"/>
                      <a:gd name="connsiteX13" fmla="*/ 23813 w 209668"/>
                      <a:gd name="connsiteY13" fmla="*/ 190500 h 195262"/>
                      <a:gd name="connsiteX14" fmla="*/ 9525 w 209668"/>
                      <a:gd name="connsiteY14" fmla="*/ 185737 h 195262"/>
                      <a:gd name="connsiteX15" fmla="*/ 0 w 209668"/>
                      <a:gd name="connsiteY15" fmla="*/ 176212 h 195262"/>
                      <a:gd name="connsiteX0" fmla="*/ 33338 w 209668"/>
                      <a:gd name="connsiteY0" fmla="*/ 0 h 195262"/>
                      <a:gd name="connsiteX1" fmla="*/ 57150 w 209668"/>
                      <a:gd name="connsiteY1" fmla="*/ 14287 h 195262"/>
                      <a:gd name="connsiteX2" fmla="*/ 71438 w 209668"/>
                      <a:gd name="connsiteY2" fmla="*/ 23812 h 195262"/>
                      <a:gd name="connsiteX3" fmla="*/ 114300 w 209668"/>
                      <a:gd name="connsiteY3" fmla="*/ 33337 h 195262"/>
                      <a:gd name="connsiteX4" fmla="*/ 128588 w 209668"/>
                      <a:gd name="connsiteY4" fmla="*/ 42862 h 195262"/>
                      <a:gd name="connsiteX5" fmla="*/ 200025 w 209668"/>
                      <a:gd name="connsiteY5" fmla="*/ 61912 h 195262"/>
                      <a:gd name="connsiteX6" fmla="*/ 209550 w 209668"/>
                      <a:gd name="connsiteY6" fmla="*/ 76200 h 195262"/>
                      <a:gd name="connsiteX7" fmla="*/ 185738 w 209668"/>
                      <a:gd name="connsiteY7" fmla="*/ 157162 h 195262"/>
                      <a:gd name="connsiteX8" fmla="*/ 166688 w 209668"/>
                      <a:gd name="connsiteY8" fmla="*/ 166687 h 195262"/>
                      <a:gd name="connsiteX9" fmla="*/ 123825 w 209668"/>
                      <a:gd name="connsiteY9" fmla="*/ 185737 h 195262"/>
                      <a:gd name="connsiteX10" fmla="*/ 109538 w 209668"/>
                      <a:gd name="connsiteY10" fmla="*/ 190500 h 195262"/>
                      <a:gd name="connsiteX11" fmla="*/ 95250 w 209668"/>
                      <a:gd name="connsiteY11" fmla="*/ 195262 h 195262"/>
                      <a:gd name="connsiteX12" fmla="*/ 23813 w 209668"/>
                      <a:gd name="connsiteY12" fmla="*/ 190500 h 195262"/>
                      <a:gd name="connsiteX13" fmla="*/ 9525 w 209668"/>
                      <a:gd name="connsiteY13" fmla="*/ 185737 h 195262"/>
                      <a:gd name="connsiteX14" fmla="*/ 0 w 209668"/>
                      <a:gd name="connsiteY14" fmla="*/ 176212 h 195262"/>
                      <a:gd name="connsiteX0" fmla="*/ 33338 w 202730"/>
                      <a:gd name="connsiteY0" fmla="*/ 0 h 195262"/>
                      <a:gd name="connsiteX1" fmla="*/ 57150 w 202730"/>
                      <a:gd name="connsiteY1" fmla="*/ 14287 h 195262"/>
                      <a:gd name="connsiteX2" fmla="*/ 71438 w 202730"/>
                      <a:gd name="connsiteY2" fmla="*/ 23812 h 195262"/>
                      <a:gd name="connsiteX3" fmla="*/ 114300 w 202730"/>
                      <a:gd name="connsiteY3" fmla="*/ 33337 h 195262"/>
                      <a:gd name="connsiteX4" fmla="*/ 128588 w 202730"/>
                      <a:gd name="connsiteY4" fmla="*/ 42862 h 195262"/>
                      <a:gd name="connsiteX5" fmla="*/ 200025 w 202730"/>
                      <a:gd name="connsiteY5" fmla="*/ 61912 h 195262"/>
                      <a:gd name="connsiteX6" fmla="*/ 185738 w 202730"/>
                      <a:gd name="connsiteY6" fmla="*/ 157162 h 195262"/>
                      <a:gd name="connsiteX7" fmla="*/ 166688 w 202730"/>
                      <a:gd name="connsiteY7" fmla="*/ 166687 h 195262"/>
                      <a:gd name="connsiteX8" fmla="*/ 123825 w 202730"/>
                      <a:gd name="connsiteY8" fmla="*/ 185737 h 195262"/>
                      <a:gd name="connsiteX9" fmla="*/ 109538 w 202730"/>
                      <a:gd name="connsiteY9" fmla="*/ 190500 h 195262"/>
                      <a:gd name="connsiteX10" fmla="*/ 95250 w 202730"/>
                      <a:gd name="connsiteY10" fmla="*/ 195262 h 195262"/>
                      <a:gd name="connsiteX11" fmla="*/ 23813 w 202730"/>
                      <a:gd name="connsiteY11" fmla="*/ 190500 h 195262"/>
                      <a:gd name="connsiteX12" fmla="*/ 9525 w 202730"/>
                      <a:gd name="connsiteY12" fmla="*/ 185737 h 195262"/>
                      <a:gd name="connsiteX13" fmla="*/ 0 w 202730"/>
                      <a:gd name="connsiteY13" fmla="*/ 176212 h 195262"/>
                      <a:gd name="connsiteX0" fmla="*/ 33338 w 207126"/>
                      <a:gd name="connsiteY0" fmla="*/ 0 h 195262"/>
                      <a:gd name="connsiteX1" fmla="*/ 57150 w 207126"/>
                      <a:gd name="connsiteY1" fmla="*/ 14287 h 195262"/>
                      <a:gd name="connsiteX2" fmla="*/ 71438 w 207126"/>
                      <a:gd name="connsiteY2" fmla="*/ 23812 h 195262"/>
                      <a:gd name="connsiteX3" fmla="*/ 114300 w 207126"/>
                      <a:gd name="connsiteY3" fmla="*/ 33337 h 195262"/>
                      <a:gd name="connsiteX4" fmla="*/ 128588 w 207126"/>
                      <a:gd name="connsiteY4" fmla="*/ 42862 h 195262"/>
                      <a:gd name="connsiteX5" fmla="*/ 204787 w 207126"/>
                      <a:gd name="connsiteY5" fmla="*/ 76199 h 195262"/>
                      <a:gd name="connsiteX6" fmla="*/ 185738 w 207126"/>
                      <a:gd name="connsiteY6" fmla="*/ 157162 h 195262"/>
                      <a:gd name="connsiteX7" fmla="*/ 166688 w 207126"/>
                      <a:gd name="connsiteY7" fmla="*/ 166687 h 195262"/>
                      <a:gd name="connsiteX8" fmla="*/ 123825 w 207126"/>
                      <a:gd name="connsiteY8" fmla="*/ 185737 h 195262"/>
                      <a:gd name="connsiteX9" fmla="*/ 109538 w 207126"/>
                      <a:gd name="connsiteY9" fmla="*/ 190500 h 195262"/>
                      <a:gd name="connsiteX10" fmla="*/ 95250 w 207126"/>
                      <a:gd name="connsiteY10" fmla="*/ 195262 h 195262"/>
                      <a:gd name="connsiteX11" fmla="*/ 23813 w 207126"/>
                      <a:gd name="connsiteY11" fmla="*/ 190500 h 195262"/>
                      <a:gd name="connsiteX12" fmla="*/ 9525 w 207126"/>
                      <a:gd name="connsiteY12" fmla="*/ 185737 h 195262"/>
                      <a:gd name="connsiteX13" fmla="*/ 0 w 207126"/>
                      <a:gd name="connsiteY13" fmla="*/ 176212 h 195262"/>
                      <a:gd name="connsiteX0" fmla="*/ 33338 w 207126"/>
                      <a:gd name="connsiteY0" fmla="*/ 0 h 190500"/>
                      <a:gd name="connsiteX1" fmla="*/ 57150 w 207126"/>
                      <a:gd name="connsiteY1" fmla="*/ 14287 h 190500"/>
                      <a:gd name="connsiteX2" fmla="*/ 71438 w 207126"/>
                      <a:gd name="connsiteY2" fmla="*/ 23812 h 190500"/>
                      <a:gd name="connsiteX3" fmla="*/ 114300 w 207126"/>
                      <a:gd name="connsiteY3" fmla="*/ 33337 h 190500"/>
                      <a:gd name="connsiteX4" fmla="*/ 128588 w 207126"/>
                      <a:gd name="connsiteY4" fmla="*/ 42862 h 190500"/>
                      <a:gd name="connsiteX5" fmla="*/ 204787 w 207126"/>
                      <a:gd name="connsiteY5" fmla="*/ 76199 h 190500"/>
                      <a:gd name="connsiteX6" fmla="*/ 185738 w 207126"/>
                      <a:gd name="connsiteY6" fmla="*/ 157162 h 190500"/>
                      <a:gd name="connsiteX7" fmla="*/ 166688 w 207126"/>
                      <a:gd name="connsiteY7" fmla="*/ 166687 h 190500"/>
                      <a:gd name="connsiteX8" fmla="*/ 123825 w 207126"/>
                      <a:gd name="connsiteY8" fmla="*/ 185737 h 190500"/>
                      <a:gd name="connsiteX9" fmla="*/ 109538 w 207126"/>
                      <a:gd name="connsiteY9" fmla="*/ 190500 h 190500"/>
                      <a:gd name="connsiteX10" fmla="*/ 23813 w 207126"/>
                      <a:gd name="connsiteY10" fmla="*/ 190500 h 190500"/>
                      <a:gd name="connsiteX11" fmla="*/ 9525 w 207126"/>
                      <a:gd name="connsiteY11" fmla="*/ 185737 h 190500"/>
                      <a:gd name="connsiteX12" fmla="*/ 0 w 207126"/>
                      <a:gd name="connsiteY12" fmla="*/ 176212 h 190500"/>
                      <a:gd name="connsiteX0" fmla="*/ 33338 w 207126"/>
                      <a:gd name="connsiteY0" fmla="*/ 0 h 190500"/>
                      <a:gd name="connsiteX1" fmla="*/ 57150 w 207126"/>
                      <a:gd name="connsiteY1" fmla="*/ 14287 h 190500"/>
                      <a:gd name="connsiteX2" fmla="*/ 71438 w 207126"/>
                      <a:gd name="connsiteY2" fmla="*/ 23812 h 190500"/>
                      <a:gd name="connsiteX3" fmla="*/ 114300 w 207126"/>
                      <a:gd name="connsiteY3" fmla="*/ 33337 h 190500"/>
                      <a:gd name="connsiteX4" fmla="*/ 128588 w 207126"/>
                      <a:gd name="connsiteY4" fmla="*/ 42862 h 190500"/>
                      <a:gd name="connsiteX5" fmla="*/ 204787 w 207126"/>
                      <a:gd name="connsiteY5" fmla="*/ 76199 h 190500"/>
                      <a:gd name="connsiteX6" fmla="*/ 185738 w 207126"/>
                      <a:gd name="connsiteY6" fmla="*/ 157162 h 190500"/>
                      <a:gd name="connsiteX7" fmla="*/ 166688 w 207126"/>
                      <a:gd name="connsiteY7" fmla="*/ 166687 h 190500"/>
                      <a:gd name="connsiteX8" fmla="*/ 123825 w 207126"/>
                      <a:gd name="connsiteY8" fmla="*/ 185737 h 190500"/>
                      <a:gd name="connsiteX9" fmla="*/ 23813 w 207126"/>
                      <a:gd name="connsiteY9" fmla="*/ 190500 h 190500"/>
                      <a:gd name="connsiteX10" fmla="*/ 9525 w 207126"/>
                      <a:gd name="connsiteY10" fmla="*/ 185737 h 190500"/>
                      <a:gd name="connsiteX11" fmla="*/ 0 w 207126"/>
                      <a:gd name="connsiteY11" fmla="*/ 176212 h 190500"/>
                      <a:gd name="connsiteX0" fmla="*/ 33338 w 207779"/>
                      <a:gd name="connsiteY0" fmla="*/ 0 h 190500"/>
                      <a:gd name="connsiteX1" fmla="*/ 57150 w 207779"/>
                      <a:gd name="connsiteY1" fmla="*/ 14287 h 190500"/>
                      <a:gd name="connsiteX2" fmla="*/ 71438 w 207779"/>
                      <a:gd name="connsiteY2" fmla="*/ 23812 h 190500"/>
                      <a:gd name="connsiteX3" fmla="*/ 114300 w 207779"/>
                      <a:gd name="connsiteY3" fmla="*/ 33337 h 190500"/>
                      <a:gd name="connsiteX4" fmla="*/ 128588 w 207779"/>
                      <a:gd name="connsiteY4" fmla="*/ 42862 h 190500"/>
                      <a:gd name="connsiteX5" fmla="*/ 204787 w 207779"/>
                      <a:gd name="connsiteY5" fmla="*/ 76199 h 190500"/>
                      <a:gd name="connsiteX6" fmla="*/ 185738 w 207779"/>
                      <a:gd name="connsiteY6" fmla="*/ 157162 h 190500"/>
                      <a:gd name="connsiteX7" fmla="*/ 123825 w 207779"/>
                      <a:gd name="connsiteY7" fmla="*/ 185737 h 190500"/>
                      <a:gd name="connsiteX8" fmla="*/ 23813 w 207779"/>
                      <a:gd name="connsiteY8" fmla="*/ 190500 h 190500"/>
                      <a:gd name="connsiteX9" fmla="*/ 9525 w 207779"/>
                      <a:gd name="connsiteY9" fmla="*/ 185737 h 190500"/>
                      <a:gd name="connsiteX10" fmla="*/ 0 w 207779"/>
                      <a:gd name="connsiteY10" fmla="*/ 176212 h 190500"/>
                      <a:gd name="connsiteX0" fmla="*/ 33338 w 207779"/>
                      <a:gd name="connsiteY0" fmla="*/ 0 h 190500"/>
                      <a:gd name="connsiteX1" fmla="*/ 57150 w 207779"/>
                      <a:gd name="connsiteY1" fmla="*/ 14287 h 190500"/>
                      <a:gd name="connsiteX2" fmla="*/ 114300 w 207779"/>
                      <a:gd name="connsiteY2" fmla="*/ 33337 h 190500"/>
                      <a:gd name="connsiteX3" fmla="*/ 128588 w 207779"/>
                      <a:gd name="connsiteY3" fmla="*/ 42862 h 190500"/>
                      <a:gd name="connsiteX4" fmla="*/ 204787 w 207779"/>
                      <a:gd name="connsiteY4" fmla="*/ 76199 h 190500"/>
                      <a:gd name="connsiteX5" fmla="*/ 185738 w 207779"/>
                      <a:gd name="connsiteY5" fmla="*/ 157162 h 190500"/>
                      <a:gd name="connsiteX6" fmla="*/ 123825 w 207779"/>
                      <a:gd name="connsiteY6" fmla="*/ 185737 h 190500"/>
                      <a:gd name="connsiteX7" fmla="*/ 23813 w 207779"/>
                      <a:gd name="connsiteY7" fmla="*/ 190500 h 190500"/>
                      <a:gd name="connsiteX8" fmla="*/ 9525 w 207779"/>
                      <a:gd name="connsiteY8" fmla="*/ 185737 h 190500"/>
                      <a:gd name="connsiteX9" fmla="*/ 0 w 207779"/>
                      <a:gd name="connsiteY9" fmla="*/ 176212 h 190500"/>
                      <a:gd name="connsiteX0" fmla="*/ 33338 w 208748"/>
                      <a:gd name="connsiteY0" fmla="*/ 0 h 190500"/>
                      <a:gd name="connsiteX1" fmla="*/ 57150 w 208748"/>
                      <a:gd name="connsiteY1" fmla="*/ 14287 h 190500"/>
                      <a:gd name="connsiteX2" fmla="*/ 114300 w 208748"/>
                      <a:gd name="connsiteY2" fmla="*/ 33337 h 190500"/>
                      <a:gd name="connsiteX3" fmla="*/ 204787 w 208748"/>
                      <a:gd name="connsiteY3" fmla="*/ 76199 h 190500"/>
                      <a:gd name="connsiteX4" fmla="*/ 185738 w 208748"/>
                      <a:gd name="connsiteY4" fmla="*/ 157162 h 190500"/>
                      <a:gd name="connsiteX5" fmla="*/ 123825 w 208748"/>
                      <a:gd name="connsiteY5" fmla="*/ 185737 h 190500"/>
                      <a:gd name="connsiteX6" fmla="*/ 23813 w 208748"/>
                      <a:gd name="connsiteY6" fmla="*/ 190500 h 190500"/>
                      <a:gd name="connsiteX7" fmla="*/ 9525 w 208748"/>
                      <a:gd name="connsiteY7" fmla="*/ 185737 h 190500"/>
                      <a:gd name="connsiteX8" fmla="*/ 0 w 208748"/>
                      <a:gd name="connsiteY8" fmla="*/ 176212 h 190500"/>
                      <a:gd name="connsiteX0" fmla="*/ 23813 w 199223"/>
                      <a:gd name="connsiteY0" fmla="*/ 0 h 190500"/>
                      <a:gd name="connsiteX1" fmla="*/ 47625 w 199223"/>
                      <a:gd name="connsiteY1" fmla="*/ 14287 h 190500"/>
                      <a:gd name="connsiteX2" fmla="*/ 104775 w 199223"/>
                      <a:gd name="connsiteY2" fmla="*/ 33337 h 190500"/>
                      <a:gd name="connsiteX3" fmla="*/ 195262 w 199223"/>
                      <a:gd name="connsiteY3" fmla="*/ 76199 h 190500"/>
                      <a:gd name="connsiteX4" fmla="*/ 176213 w 199223"/>
                      <a:gd name="connsiteY4" fmla="*/ 157162 h 190500"/>
                      <a:gd name="connsiteX5" fmla="*/ 114300 w 199223"/>
                      <a:gd name="connsiteY5" fmla="*/ 185737 h 190500"/>
                      <a:gd name="connsiteX6" fmla="*/ 14288 w 199223"/>
                      <a:gd name="connsiteY6" fmla="*/ 190500 h 190500"/>
                      <a:gd name="connsiteX7" fmla="*/ 0 w 199223"/>
                      <a:gd name="connsiteY7" fmla="*/ 185737 h 190500"/>
                      <a:gd name="connsiteX0" fmla="*/ 9525 w 184935"/>
                      <a:gd name="connsiteY0" fmla="*/ 0 h 190500"/>
                      <a:gd name="connsiteX1" fmla="*/ 33337 w 184935"/>
                      <a:gd name="connsiteY1" fmla="*/ 14287 h 190500"/>
                      <a:gd name="connsiteX2" fmla="*/ 90487 w 184935"/>
                      <a:gd name="connsiteY2" fmla="*/ 33337 h 190500"/>
                      <a:gd name="connsiteX3" fmla="*/ 180974 w 184935"/>
                      <a:gd name="connsiteY3" fmla="*/ 76199 h 190500"/>
                      <a:gd name="connsiteX4" fmla="*/ 161925 w 184935"/>
                      <a:gd name="connsiteY4" fmla="*/ 157162 h 190500"/>
                      <a:gd name="connsiteX5" fmla="*/ 100012 w 184935"/>
                      <a:gd name="connsiteY5" fmla="*/ 185737 h 190500"/>
                      <a:gd name="connsiteX6" fmla="*/ 0 w 184935"/>
                      <a:gd name="connsiteY6" fmla="*/ 190500 h 1905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84935" h="190500">
                        <a:moveTo>
                          <a:pt x="9525" y="0"/>
                        </a:moveTo>
                        <a:cubicBezTo>
                          <a:pt x="17462" y="4762"/>
                          <a:pt x="19843" y="8731"/>
                          <a:pt x="33337" y="14287"/>
                        </a:cubicBezTo>
                        <a:cubicBezTo>
                          <a:pt x="46831" y="19843"/>
                          <a:pt x="65881" y="23018"/>
                          <a:pt x="90487" y="33337"/>
                        </a:cubicBezTo>
                        <a:cubicBezTo>
                          <a:pt x="115093" y="43656"/>
                          <a:pt x="169068" y="55562"/>
                          <a:pt x="180974" y="76199"/>
                        </a:cubicBezTo>
                        <a:cubicBezTo>
                          <a:pt x="192880" y="96836"/>
                          <a:pt x="175419" y="138906"/>
                          <a:pt x="161925" y="157162"/>
                        </a:cubicBezTo>
                        <a:cubicBezTo>
                          <a:pt x="148431" y="175418"/>
                          <a:pt x="126999" y="180181"/>
                          <a:pt x="100012" y="185737"/>
                        </a:cubicBezTo>
                        <a:cubicBezTo>
                          <a:pt x="73025" y="191293"/>
                          <a:pt x="33337" y="188912"/>
                          <a:pt x="0" y="19050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B537C080-8B79-456A-980D-475C677C14BC}"/>
                      </a:ext>
                    </a:extLst>
                  </p:cNvPr>
                  <p:cNvSpPr/>
                  <p:nvPr/>
                </p:nvSpPr>
                <p:spPr>
                  <a:xfrm>
                    <a:off x="5079646" y="5794130"/>
                    <a:ext cx="261279" cy="259520"/>
                  </a:xfrm>
                  <a:prstGeom prst="ellipse">
                    <a:avLst/>
                  </a:prstGeom>
                  <a:solidFill>
                    <a:sysClr val="windowText" lastClr="000000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44" name="Oval 43">
                    <a:extLst>
                      <a:ext uri="{FF2B5EF4-FFF2-40B4-BE49-F238E27FC236}">
                        <a16:creationId xmlns:a16="http://schemas.microsoft.com/office/drawing/2014/main" id="{65B4702A-C0EA-4162-A22C-B8EE51B0C21F}"/>
                      </a:ext>
                    </a:extLst>
                  </p:cNvPr>
                  <p:cNvSpPr/>
                  <p:nvPr/>
                </p:nvSpPr>
                <p:spPr>
                  <a:xfrm>
                    <a:off x="4235153" y="5923185"/>
                    <a:ext cx="100007" cy="130464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45" name="Oval 44">
                    <a:extLst>
                      <a:ext uri="{FF2B5EF4-FFF2-40B4-BE49-F238E27FC236}">
                        <a16:creationId xmlns:a16="http://schemas.microsoft.com/office/drawing/2014/main" id="{501186DF-FD8E-4EA7-AC10-64757AF741F2}"/>
                      </a:ext>
                    </a:extLst>
                  </p:cNvPr>
                  <p:cNvSpPr/>
                  <p:nvPr/>
                </p:nvSpPr>
                <p:spPr>
                  <a:xfrm>
                    <a:off x="5092931" y="5894611"/>
                    <a:ext cx="100007" cy="130464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49" name="Oval 48">
                    <a:extLst>
                      <a:ext uri="{FF2B5EF4-FFF2-40B4-BE49-F238E27FC236}">
                        <a16:creationId xmlns:a16="http://schemas.microsoft.com/office/drawing/2014/main" id="{2B8C8E2E-B74D-4759-97C2-61AB7CE8D54D}"/>
                      </a:ext>
                    </a:extLst>
                  </p:cNvPr>
                  <p:cNvSpPr/>
                  <p:nvPr/>
                </p:nvSpPr>
                <p:spPr>
                  <a:xfrm>
                    <a:off x="3556728" y="6731313"/>
                    <a:ext cx="202632" cy="201268"/>
                  </a:xfrm>
                  <a:prstGeom prst="ellipse">
                    <a:avLst/>
                  </a:prstGeom>
                  <a:solidFill>
                    <a:sysClr val="windowText" lastClr="000000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26E841C4-E4D1-4119-B1B4-2BE78ED832E6}"/>
                      </a:ext>
                    </a:extLst>
                  </p:cNvPr>
                  <p:cNvSpPr/>
                  <p:nvPr/>
                </p:nvSpPr>
                <p:spPr>
                  <a:xfrm>
                    <a:off x="3417906" y="6881736"/>
                    <a:ext cx="176040" cy="174854"/>
                  </a:xfrm>
                  <a:prstGeom prst="ellipse">
                    <a:avLst/>
                  </a:prstGeom>
                  <a:solidFill>
                    <a:sysClr val="windowText" lastClr="000000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008B3181-BE16-4317-82F4-797A8742C847}"/>
                    </a:ext>
                  </a:extLst>
                </p:cNvPr>
                <p:cNvGrpSpPr/>
                <p:nvPr/>
              </p:nvGrpSpPr>
              <p:grpSpPr>
                <a:xfrm flipH="1">
                  <a:off x="1155137" y="2654170"/>
                  <a:ext cx="1972366" cy="622591"/>
                  <a:chOff x="914841" y="1896669"/>
                  <a:chExt cx="1972366" cy="622591"/>
                </a:xfrm>
              </p:grpSpPr>
              <p:sp>
                <p:nvSpPr>
                  <p:cNvPr id="32" name="Freeform: Shape 31">
                    <a:extLst>
                      <a:ext uri="{FF2B5EF4-FFF2-40B4-BE49-F238E27FC236}">
                        <a16:creationId xmlns:a16="http://schemas.microsoft.com/office/drawing/2014/main" id="{E9259D98-295F-4FDF-A2FF-9E1262454A4B}"/>
                      </a:ext>
                    </a:extLst>
                  </p:cNvPr>
                  <p:cNvSpPr/>
                  <p:nvPr/>
                </p:nvSpPr>
                <p:spPr>
                  <a:xfrm flipH="1">
                    <a:off x="914841" y="2386704"/>
                    <a:ext cx="1972366" cy="132556"/>
                  </a:xfrm>
                  <a:custGeom>
                    <a:avLst/>
                    <a:gdLst>
                      <a:gd name="connsiteX0" fmla="*/ 986183 w 1972366"/>
                      <a:gd name="connsiteY0" fmla="*/ 0 h 132556"/>
                      <a:gd name="connsiteX1" fmla="*/ 69274 w 1972366"/>
                      <a:gd name="connsiteY1" fmla="*/ 29221 h 132556"/>
                      <a:gd name="connsiteX2" fmla="*/ 36471 w 1972366"/>
                      <a:gd name="connsiteY2" fmla="*/ 32458 h 132556"/>
                      <a:gd name="connsiteX3" fmla="*/ 13888 w 1972366"/>
                      <a:gd name="connsiteY3" fmla="*/ 68325 h 132556"/>
                      <a:gd name="connsiteX4" fmla="*/ 0 w 1972366"/>
                      <a:gd name="connsiteY4" fmla="*/ 96142 h 132556"/>
                      <a:gd name="connsiteX5" fmla="*/ 13888 w 1972366"/>
                      <a:gd name="connsiteY5" fmla="*/ 97870 h 132556"/>
                      <a:gd name="connsiteX6" fmla="*/ 986183 w 1972366"/>
                      <a:gd name="connsiteY6" fmla="*/ 132556 h 132556"/>
                      <a:gd name="connsiteX7" fmla="*/ 1958478 w 1972366"/>
                      <a:gd name="connsiteY7" fmla="*/ 97870 h 132556"/>
                      <a:gd name="connsiteX8" fmla="*/ 1972366 w 1972366"/>
                      <a:gd name="connsiteY8" fmla="*/ 96142 h 132556"/>
                      <a:gd name="connsiteX9" fmla="*/ 1958478 w 1972366"/>
                      <a:gd name="connsiteY9" fmla="*/ 68325 h 132556"/>
                      <a:gd name="connsiteX10" fmla="*/ 1935895 w 1972366"/>
                      <a:gd name="connsiteY10" fmla="*/ 32458 h 132556"/>
                      <a:gd name="connsiteX11" fmla="*/ 1903092 w 1972366"/>
                      <a:gd name="connsiteY11" fmla="*/ 29221 h 132556"/>
                      <a:gd name="connsiteX12" fmla="*/ 986183 w 1972366"/>
                      <a:gd name="connsiteY12" fmla="*/ 0 h 1325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972366" h="132556">
                        <a:moveTo>
                          <a:pt x="986183" y="0"/>
                        </a:moveTo>
                        <a:cubicBezTo>
                          <a:pt x="604501" y="0"/>
                          <a:pt x="267987" y="11592"/>
                          <a:pt x="69274" y="29221"/>
                        </a:cubicBezTo>
                        <a:lnTo>
                          <a:pt x="36471" y="32458"/>
                        </a:lnTo>
                        <a:lnTo>
                          <a:pt x="13888" y="68325"/>
                        </a:lnTo>
                        <a:lnTo>
                          <a:pt x="0" y="96142"/>
                        </a:lnTo>
                        <a:lnTo>
                          <a:pt x="13888" y="97870"/>
                        </a:lnTo>
                        <a:cubicBezTo>
                          <a:pt x="201135" y="118531"/>
                          <a:pt x="566333" y="132556"/>
                          <a:pt x="986183" y="132556"/>
                        </a:cubicBezTo>
                        <a:cubicBezTo>
                          <a:pt x="1406033" y="132556"/>
                          <a:pt x="1771231" y="118531"/>
                          <a:pt x="1958478" y="97870"/>
                        </a:cubicBezTo>
                        <a:lnTo>
                          <a:pt x="1972366" y="96142"/>
                        </a:lnTo>
                        <a:lnTo>
                          <a:pt x="1958478" y="68325"/>
                        </a:lnTo>
                        <a:lnTo>
                          <a:pt x="1935895" y="32458"/>
                        </a:lnTo>
                        <a:lnTo>
                          <a:pt x="1903092" y="29221"/>
                        </a:lnTo>
                        <a:cubicBezTo>
                          <a:pt x="1704380" y="11592"/>
                          <a:pt x="1367865" y="0"/>
                          <a:pt x="986183" y="0"/>
                        </a:cubicBez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5715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3" name="Freeform: Shape 32">
                    <a:extLst>
                      <a:ext uri="{FF2B5EF4-FFF2-40B4-BE49-F238E27FC236}">
                        <a16:creationId xmlns:a16="http://schemas.microsoft.com/office/drawing/2014/main" id="{1634CA82-F452-4B26-8806-05E02B24ECD0}"/>
                      </a:ext>
                    </a:extLst>
                  </p:cNvPr>
                  <p:cNvSpPr/>
                  <p:nvPr/>
                </p:nvSpPr>
                <p:spPr>
                  <a:xfrm flipH="1">
                    <a:off x="951310" y="1896669"/>
                    <a:ext cx="1899425" cy="522495"/>
                  </a:xfrm>
                  <a:custGeom>
                    <a:avLst/>
                    <a:gdLst>
                      <a:gd name="connsiteX0" fmla="*/ 949712 w 1899424"/>
                      <a:gd name="connsiteY0" fmla="*/ 0 h 522495"/>
                      <a:gd name="connsiteX1" fmla="*/ 32803 w 1899424"/>
                      <a:gd name="connsiteY1" fmla="*/ 470394 h 522495"/>
                      <a:gd name="connsiteX2" fmla="*/ 0 w 1899424"/>
                      <a:gd name="connsiteY2" fmla="*/ 522495 h 522495"/>
                      <a:gd name="connsiteX3" fmla="*/ 32803 w 1899424"/>
                      <a:gd name="connsiteY3" fmla="*/ 519258 h 522495"/>
                      <a:gd name="connsiteX4" fmla="*/ 949712 w 1899424"/>
                      <a:gd name="connsiteY4" fmla="*/ 490037 h 522495"/>
                      <a:gd name="connsiteX5" fmla="*/ 1866621 w 1899424"/>
                      <a:gd name="connsiteY5" fmla="*/ 519258 h 522495"/>
                      <a:gd name="connsiteX6" fmla="*/ 1899424 w 1899424"/>
                      <a:gd name="connsiteY6" fmla="*/ 522495 h 522495"/>
                      <a:gd name="connsiteX7" fmla="*/ 1866621 w 1899424"/>
                      <a:gd name="connsiteY7" fmla="*/ 470394 h 522495"/>
                      <a:gd name="connsiteX8" fmla="*/ 949712 w 1899424"/>
                      <a:gd name="connsiteY8" fmla="*/ 0 h 5224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899424" h="522495">
                        <a:moveTo>
                          <a:pt x="949712" y="0"/>
                        </a:moveTo>
                        <a:cubicBezTo>
                          <a:pt x="568030" y="0"/>
                          <a:pt x="231516" y="186592"/>
                          <a:pt x="32803" y="470394"/>
                        </a:cubicBezTo>
                        <a:lnTo>
                          <a:pt x="0" y="522495"/>
                        </a:lnTo>
                        <a:lnTo>
                          <a:pt x="32803" y="519258"/>
                        </a:lnTo>
                        <a:cubicBezTo>
                          <a:pt x="231516" y="501629"/>
                          <a:pt x="568030" y="490037"/>
                          <a:pt x="949712" y="490037"/>
                        </a:cubicBezTo>
                        <a:cubicBezTo>
                          <a:pt x="1331394" y="490037"/>
                          <a:pt x="1667909" y="501629"/>
                          <a:pt x="1866621" y="519258"/>
                        </a:cubicBezTo>
                        <a:lnTo>
                          <a:pt x="1899424" y="522495"/>
                        </a:lnTo>
                        <a:lnTo>
                          <a:pt x="1866621" y="470394"/>
                        </a:lnTo>
                        <a:cubicBezTo>
                          <a:pt x="1667909" y="186592"/>
                          <a:pt x="1331394" y="0"/>
                          <a:pt x="949712" y="0"/>
                        </a:cubicBez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5715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4" name="Freeform: Shape 33">
                    <a:extLst>
                      <a:ext uri="{FF2B5EF4-FFF2-40B4-BE49-F238E27FC236}">
                        <a16:creationId xmlns:a16="http://schemas.microsoft.com/office/drawing/2014/main" id="{037EE1D5-9A68-49AC-B802-16888DB09D32}"/>
                      </a:ext>
                    </a:extLst>
                  </p:cNvPr>
                  <p:cNvSpPr/>
                  <p:nvPr/>
                </p:nvSpPr>
                <p:spPr>
                  <a:xfrm flipH="1">
                    <a:off x="1432708" y="2347203"/>
                    <a:ext cx="156043" cy="63684"/>
                  </a:xfrm>
                  <a:custGeom>
                    <a:avLst/>
                    <a:gdLst>
                      <a:gd name="connsiteX0" fmla="*/ 156042 w 156042"/>
                      <a:gd name="connsiteY0" fmla="*/ 0 h 63684"/>
                      <a:gd name="connsiteX1" fmla="*/ 133459 w 156042"/>
                      <a:gd name="connsiteY1" fmla="*/ 2228 h 63684"/>
                      <a:gd name="connsiteX2" fmla="*/ 0 w 156042"/>
                      <a:gd name="connsiteY2" fmla="*/ 33820 h 63684"/>
                      <a:gd name="connsiteX3" fmla="*/ 86896 w 156042"/>
                      <a:gd name="connsiteY3" fmla="*/ 59618 h 63684"/>
                      <a:gd name="connsiteX4" fmla="*/ 119571 w 156042"/>
                      <a:gd name="connsiteY4" fmla="*/ 63684 h 63684"/>
                      <a:gd name="connsiteX5" fmla="*/ 133459 w 156042"/>
                      <a:gd name="connsiteY5" fmla="*/ 35867 h 63684"/>
                      <a:gd name="connsiteX6" fmla="*/ 156042 w 156042"/>
                      <a:gd name="connsiteY6" fmla="*/ 0 h 636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56042" h="63684">
                        <a:moveTo>
                          <a:pt x="156042" y="0"/>
                        </a:moveTo>
                        <a:lnTo>
                          <a:pt x="133459" y="2228"/>
                        </a:lnTo>
                        <a:cubicBezTo>
                          <a:pt x="48346" y="11619"/>
                          <a:pt x="0" y="22381"/>
                          <a:pt x="0" y="33820"/>
                        </a:cubicBezTo>
                        <a:cubicBezTo>
                          <a:pt x="0" y="42971"/>
                          <a:pt x="30942" y="51689"/>
                          <a:pt x="86896" y="59618"/>
                        </a:cubicBezTo>
                        <a:lnTo>
                          <a:pt x="119571" y="63684"/>
                        </a:lnTo>
                        <a:lnTo>
                          <a:pt x="133459" y="35867"/>
                        </a:lnTo>
                        <a:lnTo>
                          <a:pt x="156042" y="0"/>
                        </a:ln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</p:grpSp>
          <p:sp>
            <p:nvSpPr>
              <p:cNvPr id="27" name="Arc 26">
                <a:extLst>
                  <a:ext uri="{FF2B5EF4-FFF2-40B4-BE49-F238E27FC236}">
                    <a16:creationId xmlns:a16="http://schemas.microsoft.com/office/drawing/2014/main" id="{17EA8E72-FBB5-4C5C-901B-17C057D062EC}"/>
                  </a:ext>
                </a:extLst>
              </p:cNvPr>
              <p:cNvSpPr/>
              <p:nvPr/>
            </p:nvSpPr>
            <p:spPr>
              <a:xfrm rot="20364936">
                <a:off x="1252458" y="4304223"/>
                <a:ext cx="283451" cy="67487"/>
              </a:xfrm>
              <a:prstGeom prst="arc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508AB33E-E988-4241-9B0F-2BADA0F30662}"/>
                  </a:ext>
                </a:extLst>
              </p:cNvPr>
              <p:cNvSpPr/>
              <p:nvPr/>
            </p:nvSpPr>
            <p:spPr>
              <a:xfrm rot="20364936">
                <a:off x="1746381" y="4301913"/>
                <a:ext cx="283451" cy="67487"/>
              </a:xfrm>
              <a:prstGeom prst="arc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E65CBDB-B34A-44BB-932B-D4035451E132}"/>
                </a:ext>
              </a:extLst>
            </p:cNvPr>
            <p:cNvSpPr/>
            <p:nvPr/>
          </p:nvSpPr>
          <p:spPr>
            <a:xfrm rot="4392036" flipH="1">
              <a:off x="3141374" y="3540642"/>
              <a:ext cx="279801" cy="492697"/>
            </a:xfrm>
            <a:custGeom>
              <a:avLst/>
              <a:gdLst>
                <a:gd name="connsiteX0" fmla="*/ 115393 w 649909"/>
                <a:gd name="connsiteY0" fmla="*/ 0 h 923977"/>
                <a:gd name="connsiteX1" fmla="*/ 29668 w 649909"/>
                <a:gd name="connsiteY1" fmla="*/ 438150 h 923977"/>
                <a:gd name="connsiteX2" fmla="*/ 563068 w 649909"/>
                <a:gd name="connsiteY2" fmla="*/ 847725 h 923977"/>
                <a:gd name="connsiteX3" fmla="*/ 648793 w 649909"/>
                <a:gd name="connsiteY3" fmla="*/ 923925 h 923977"/>
                <a:gd name="connsiteX4" fmla="*/ 648793 w 649909"/>
                <a:gd name="connsiteY4" fmla="*/ 923925 h 923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9909" h="923977">
                  <a:moveTo>
                    <a:pt x="115393" y="0"/>
                  </a:moveTo>
                  <a:cubicBezTo>
                    <a:pt x="35224" y="148431"/>
                    <a:pt x="-44945" y="296863"/>
                    <a:pt x="29668" y="438150"/>
                  </a:cubicBezTo>
                  <a:cubicBezTo>
                    <a:pt x="104280" y="579438"/>
                    <a:pt x="459881" y="766763"/>
                    <a:pt x="563068" y="847725"/>
                  </a:cubicBezTo>
                  <a:cubicBezTo>
                    <a:pt x="666255" y="928687"/>
                    <a:pt x="648793" y="923925"/>
                    <a:pt x="648793" y="923925"/>
                  </a:cubicBezTo>
                  <a:lnTo>
                    <a:pt x="648793" y="923925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72" name="mouthwhite">
            <a:hlinkClick r:id="" action="ppaction://media"/>
            <a:extLst>
              <a:ext uri="{FF2B5EF4-FFF2-40B4-BE49-F238E27FC236}">
                <a16:creationId xmlns:a16="http://schemas.microsoft.com/office/drawing/2014/main" id="{5624E02F-A504-4214-BE26-212BA829FBD6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96" end="2805.3"/>
                </p14:media>
              </p:ext>
            </p:extLst>
          </p:nvPr>
        </p:nvPicPr>
        <p:blipFill rotWithShape="1">
          <a:blip r:embed="rId6"/>
          <a:srcRect l="50000" t="21029" r="43704" b="69424"/>
          <a:stretch>
            <a:fillRect/>
          </a:stretch>
        </p:blipFill>
        <p:spPr>
          <a:xfrm flipH="1">
            <a:off x="4024823" y="8646726"/>
            <a:ext cx="211528" cy="180421"/>
          </a:xfrm>
          <a:prstGeom prst="rect">
            <a:avLst/>
          </a:prstGeom>
        </p:spPr>
      </p:pic>
      <p:pic>
        <p:nvPicPr>
          <p:cNvPr id="73" name="ttsMP3.com_VoiceText_2025-1-8_22-46-57">
            <a:hlinkClick r:id="" action="ppaction://media"/>
            <a:extLst>
              <a:ext uri="{FF2B5EF4-FFF2-40B4-BE49-F238E27FC236}">
                <a16:creationId xmlns:a16="http://schemas.microsoft.com/office/drawing/2014/main" id="{F8693C32-081F-4037-954E-CA303FB61464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AFBE85B8-805B-45DB-8678-E1395A9CF4FF}"/>
              </a:ext>
            </a:extLst>
          </p:cNvPr>
          <p:cNvSpPr txBox="1"/>
          <p:nvPr/>
        </p:nvSpPr>
        <p:spPr>
          <a:xfrm>
            <a:off x="26496" y="252595"/>
            <a:ext cx="4546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Arial Black" panose="020B0A04020102020204" pitchFamily="34" charset="0"/>
              </a:rPr>
              <a:t>Fitness Brag   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C9C5F1D8-854A-4F31-9185-7E10B3B6B773}"/>
              </a:ext>
            </a:extLst>
          </p:cNvPr>
          <p:cNvGrpSpPr/>
          <p:nvPr/>
        </p:nvGrpSpPr>
        <p:grpSpPr>
          <a:xfrm>
            <a:off x="1850443" y="1037453"/>
            <a:ext cx="914400" cy="914400"/>
            <a:chOff x="797200" y="1686606"/>
            <a:chExt cx="914400" cy="914400"/>
          </a:xfrm>
        </p:grpSpPr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2441C0AD-D010-48F2-AA7B-584E5D334214}"/>
                </a:ext>
              </a:extLst>
            </p:cNvPr>
            <p:cNvSpPr/>
            <p:nvPr/>
          </p:nvSpPr>
          <p:spPr>
            <a:xfrm>
              <a:off x="797200" y="1686606"/>
              <a:ext cx="914400" cy="9144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E184C90F-06FC-423A-A047-39BBAACAE2B1}"/>
                </a:ext>
              </a:extLst>
            </p:cNvPr>
            <p:cNvSpPr/>
            <p:nvPr/>
          </p:nvSpPr>
          <p:spPr>
            <a:xfrm>
              <a:off x="797200" y="1947258"/>
              <a:ext cx="914400" cy="64168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7836B4DE-74A8-40E7-8F6D-92AC93260460}"/>
                </a:ext>
              </a:extLst>
            </p:cNvPr>
            <p:cNvSpPr/>
            <p:nvPr/>
          </p:nvSpPr>
          <p:spPr>
            <a:xfrm>
              <a:off x="1196601" y="1953749"/>
              <a:ext cx="115598" cy="13233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Arc 91">
              <a:extLst>
                <a:ext uri="{FF2B5EF4-FFF2-40B4-BE49-F238E27FC236}">
                  <a16:creationId xmlns:a16="http://schemas.microsoft.com/office/drawing/2014/main" id="{F1CB2E60-D352-42E7-8569-15AAF11FA385}"/>
                </a:ext>
              </a:extLst>
            </p:cNvPr>
            <p:cNvSpPr/>
            <p:nvPr/>
          </p:nvSpPr>
          <p:spPr>
            <a:xfrm rot="7272479">
              <a:off x="1097303" y="2075787"/>
              <a:ext cx="294667" cy="294667"/>
            </a:xfrm>
            <a:prstGeom prst="arc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B7AB8E29-C891-40F6-90BC-1E11DB85BBE4}"/>
                </a:ext>
              </a:extLst>
            </p:cNvPr>
            <p:cNvSpPr/>
            <p:nvPr/>
          </p:nvSpPr>
          <p:spPr>
            <a:xfrm>
              <a:off x="893502" y="1929271"/>
              <a:ext cx="324545" cy="226947"/>
            </a:xfrm>
            <a:custGeom>
              <a:avLst/>
              <a:gdLst>
                <a:gd name="connsiteX0" fmla="*/ 0 w 322164"/>
                <a:gd name="connsiteY0" fmla="*/ 38222 h 229328"/>
                <a:gd name="connsiteX1" fmla="*/ 38222 w 322164"/>
                <a:gd name="connsiteY1" fmla="*/ 0 h 229328"/>
                <a:gd name="connsiteX2" fmla="*/ 283942 w 322164"/>
                <a:gd name="connsiteY2" fmla="*/ 0 h 229328"/>
                <a:gd name="connsiteX3" fmla="*/ 322164 w 322164"/>
                <a:gd name="connsiteY3" fmla="*/ 38222 h 229328"/>
                <a:gd name="connsiteX4" fmla="*/ 322164 w 322164"/>
                <a:gd name="connsiteY4" fmla="*/ 191106 h 229328"/>
                <a:gd name="connsiteX5" fmla="*/ 283942 w 322164"/>
                <a:gd name="connsiteY5" fmla="*/ 229328 h 229328"/>
                <a:gd name="connsiteX6" fmla="*/ 38222 w 322164"/>
                <a:gd name="connsiteY6" fmla="*/ 229328 h 229328"/>
                <a:gd name="connsiteX7" fmla="*/ 0 w 322164"/>
                <a:gd name="connsiteY7" fmla="*/ 191106 h 229328"/>
                <a:gd name="connsiteX8" fmla="*/ 0 w 322164"/>
                <a:gd name="connsiteY8" fmla="*/ 38222 h 229328"/>
                <a:gd name="connsiteX0" fmla="*/ 0 w 322164"/>
                <a:gd name="connsiteY0" fmla="*/ 38222 h 229328"/>
                <a:gd name="connsiteX1" fmla="*/ 38222 w 322164"/>
                <a:gd name="connsiteY1" fmla="*/ 0 h 229328"/>
                <a:gd name="connsiteX2" fmla="*/ 283942 w 322164"/>
                <a:gd name="connsiteY2" fmla="*/ 0 h 229328"/>
                <a:gd name="connsiteX3" fmla="*/ 322164 w 322164"/>
                <a:gd name="connsiteY3" fmla="*/ 38222 h 229328"/>
                <a:gd name="connsiteX4" fmla="*/ 312639 w 322164"/>
                <a:gd name="connsiteY4" fmla="*/ 181581 h 229328"/>
                <a:gd name="connsiteX5" fmla="*/ 283942 w 322164"/>
                <a:gd name="connsiteY5" fmla="*/ 229328 h 229328"/>
                <a:gd name="connsiteX6" fmla="*/ 38222 w 322164"/>
                <a:gd name="connsiteY6" fmla="*/ 229328 h 229328"/>
                <a:gd name="connsiteX7" fmla="*/ 0 w 322164"/>
                <a:gd name="connsiteY7" fmla="*/ 191106 h 229328"/>
                <a:gd name="connsiteX8" fmla="*/ 0 w 322164"/>
                <a:gd name="connsiteY8" fmla="*/ 38222 h 229328"/>
                <a:gd name="connsiteX0" fmla="*/ 0 w 322164"/>
                <a:gd name="connsiteY0" fmla="*/ 38222 h 229328"/>
                <a:gd name="connsiteX1" fmla="*/ 38222 w 322164"/>
                <a:gd name="connsiteY1" fmla="*/ 0 h 229328"/>
                <a:gd name="connsiteX2" fmla="*/ 283942 w 322164"/>
                <a:gd name="connsiteY2" fmla="*/ 0 h 229328"/>
                <a:gd name="connsiteX3" fmla="*/ 322164 w 322164"/>
                <a:gd name="connsiteY3" fmla="*/ 38222 h 229328"/>
                <a:gd name="connsiteX4" fmla="*/ 307877 w 322164"/>
                <a:gd name="connsiteY4" fmla="*/ 181581 h 229328"/>
                <a:gd name="connsiteX5" fmla="*/ 283942 w 322164"/>
                <a:gd name="connsiteY5" fmla="*/ 229328 h 229328"/>
                <a:gd name="connsiteX6" fmla="*/ 38222 w 322164"/>
                <a:gd name="connsiteY6" fmla="*/ 229328 h 229328"/>
                <a:gd name="connsiteX7" fmla="*/ 0 w 322164"/>
                <a:gd name="connsiteY7" fmla="*/ 191106 h 229328"/>
                <a:gd name="connsiteX8" fmla="*/ 0 w 322164"/>
                <a:gd name="connsiteY8" fmla="*/ 38222 h 229328"/>
                <a:gd name="connsiteX0" fmla="*/ 0 w 322164"/>
                <a:gd name="connsiteY0" fmla="*/ 38222 h 229328"/>
                <a:gd name="connsiteX1" fmla="*/ 38222 w 322164"/>
                <a:gd name="connsiteY1" fmla="*/ 0 h 229328"/>
                <a:gd name="connsiteX2" fmla="*/ 283942 w 322164"/>
                <a:gd name="connsiteY2" fmla="*/ 0 h 229328"/>
                <a:gd name="connsiteX3" fmla="*/ 322164 w 322164"/>
                <a:gd name="connsiteY3" fmla="*/ 38222 h 229328"/>
                <a:gd name="connsiteX4" fmla="*/ 307877 w 322164"/>
                <a:gd name="connsiteY4" fmla="*/ 181581 h 229328"/>
                <a:gd name="connsiteX5" fmla="*/ 276799 w 322164"/>
                <a:gd name="connsiteY5" fmla="*/ 226947 h 229328"/>
                <a:gd name="connsiteX6" fmla="*/ 38222 w 322164"/>
                <a:gd name="connsiteY6" fmla="*/ 229328 h 229328"/>
                <a:gd name="connsiteX7" fmla="*/ 0 w 322164"/>
                <a:gd name="connsiteY7" fmla="*/ 191106 h 229328"/>
                <a:gd name="connsiteX8" fmla="*/ 0 w 322164"/>
                <a:gd name="connsiteY8" fmla="*/ 38222 h 229328"/>
                <a:gd name="connsiteX0" fmla="*/ 0 w 322164"/>
                <a:gd name="connsiteY0" fmla="*/ 38222 h 229328"/>
                <a:gd name="connsiteX1" fmla="*/ 38222 w 322164"/>
                <a:gd name="connsiteY1" fmla="*/ 0 h 229328"/>
                <a:gd name="connsiteX2" fmla="*/ 262511 w 322164"/>
                <a:gd name="connsiteY2" fmla="*/ 0 h 229328"/>
                <a:gd name="connsiteX3" fmla="*/ 322164 w 322164"/>
                <a:gd name="connsiteY3" fmla="*/ 38222 h 229328"/>
                <a:gd name="connsiteX4" fmla="*/ 307877 w 322164"/>
                <a:gd name="connsiteY4" fmla="*/ 181581 h 229328"/>
                <a:gd name="connsiteX5" fmla="*/ 276799 w 322164"/>
                <a:gd name="connsiteY5" fmla="*/ 226947 h 229328"/>
                <a:gd name="connsiteX6" fmla="*/ 38222 w 322164"/>
                <a:gd name="connsiteY6" fmla="*/ 229328 h 229328"/>
                <a:gd name="connsiteX7" fmla="*/ 0 w 322164"/>
                <a:gd name="connsiteY7" fmla="*/ 191106 h 229328"/>
                <a:gd name="connsiteX8" fmla="*/ 0 w 322164"/>
                <a:gd name="connsiteY8" fmla="*/ 38222 h 229328"/>
                <a:gd name="connsiteX0" fmla="*/ 0 w 312639"/>
                <a:gd name="connsiteY0" fmla="*/ 38222 h 229328"/>
                <a:gd name="connsiteX1" fmla="*/ 38222 w 312639"/>
                <a:gd name="connsiteY1" fmla="*/ 0 h 229328"/>
                <a:gd name="connsiteX2" fmla="*/ 262511 w 312639"/>
                <a:gd name="connsiteY2" fmla="*/ 0 h 229328"/>
                <a:gd name="connsiteX3" fmla="*/ 312639 w 312639"/>
                <a:gd name="connsiteY3" fmla="*/ 38222 h 229328"/>
                <a:gd name="connsiteX4" fmla="*/ 307877 w 312639"/>
                <a:gd name="connsiteY4" fmla="*/ 181581 h 229328"/>
                <a:gd name="connsiteX5" fmla="*/ 276799 w 312639"/>
                <a:gd name="connsiteY5" fmla="*/ 226947 h 229328"/>
                <a:gd name="connsiteX6" fmla="*/ 38222 w 312639"/>
                <a:gd name="connsiteY6" fmla="*/ 229328 h 229328"/>
                <a:gd name="connsiteX7" fmla="*/ 0 w 312639"/>
                <a:gd name="connsiteY7" fmla="*/ 191106 h 229328"/>
                <a:gd name="connsiteX8" fmla="*/ 0 w 312639"/>
                <a:gd name="connsiteY8" fmla="*/ 38222 h 229328"/>
                <a:gd name="connsiteX0" fmla="*/ 0 w 324545"/>
                <a:gd name="connsiteY0" fmla="*/ 38222 h 229328"/>
                <a:gd name="connsiteX1" fmla="*/ 38222 w 324545"/>
                <a:gd name="connsiteY1" fmla="*/ 0 h 229328"/>
                <a:gd name="connsiteX2" fmla="*/ 262511 w 324545"/>
                <a:gd name="connsiteY2" fmla="*/ 0 h 229328"/>
                <a:gd name="connsiteX3" fmla="*/ 324545 w 324545"/>
                <a:gd name="connsiteY3" fmla="*/ 38222 h 229328"/>
                <a:gd name="connsiteX4" fmla="*/ 307877 w 324545"/>
                <a:gd name="connsiteY4" fmla="*/ 181581 h 229328"/>
                <a:gd name="connsiteX5" fmla="*/ 276799 w 324545"/>
                <a:gd name="connsiteY5" fmla="*/ 226947 h 229328"/>
                <a:gd name="connsiteX6" fmla="*/ 38222 w 324545"/>
                <a:gd name="connsiteY6" fmla="*/ 229328 h 229328"/>
                <a:gd name="connsiteX7" fmla="*/ 0 w 324545"/>
                <a:gd name="connsiteY7" fmla="*/ 191106 h 229328"/>
                <a:gd name="connsiteX8" fmla="*/ 0 w 324545"/>
                <a:gd name="connsiteY8" fmla="*/ 38222 h 229328"/>
                <a:gd name="connsiteX0" fmla="*/ 0 w 324545"/>
                <a:gd name="connsiteY0" fmla="*/ 38222 h 226947"/>
                <a:gd name="connsiteX1" fmla="*/ 38222 w 324545"/>
                <a:gd name="connsiteY1" fmla="*/ 0 h 226947"/>
                <a:gd name="connsiteX2" fmla="*/ 262511 w 324545"/>
                <a:gd name="connsiteY2" fmla="*/ 0 h 226947"/>
                <a:gd name="connsiteX3" fmla="*/ 324545 w 324545"/>
                <a:gd name="connsiteY3" fmla="*/ 38222 h 226947"/>
                <a:gd name="connsiteX4" fmla="*/ 307877 w 324545"/>
                <a:gd name="connsiteY4" fmla="*/ 181581 h 226947"/>
                <a:gd name="connsiteX5" fmla="*/ 276799 w 324545"/>
                <a:gd name="connsiteY5" fmla="*/ 226947 h 226947"/>
                <a:gd name="connsiteX6" fmla="*/ 154903 w 324545"/>
                <a:gd name="connsiteY6" fmla="*/ 226947 h 226947"/>
                <a:gd name="connsiteX7" fmla="*/ 0 w 324545"/>
                <a:gd name="connsiteY7" fmla="*/ 191106 h 226947"/>
                <a:gd name="connsiteX8" fmla="*/ 0 w 324545"/>
                <a:gd name="connsiteY8" fmla="*/ 38222 h 226947"/>
                <a:gd name="connsiteX0" fmla="*/ 0 w 324545"/>
                <a:gd name="connsiteY0" fmla="*/ 38222 h 232902"/>
                <a:gd name="connsiteX1" fmla="*/ 38222 w 324545"/>
                <a:gd name="connsiteY1" fmla="*/ 0 h 232902"/>
                <a:gd name="connsiteX2" fmla="*/ 262511 w 324545"/>
                <a:gd name="connsiteY2" fmla="*/ 0 h 232902"/>
                <a:gd name="connsiteX3" fmla="*/ 324545 w 324545"/>
                <a:gd name="connsiteY3" fmla="*/ 38222 h 232902"/>
                <a:gd name="connsiteX4" fmla="*/ 307877 w 324545"/>
                <a:gd name="connsiteY4" fmla="*/ 181581 h 232902"/>
                <a:gd name="connsiteX5" fmla="*/ 276799 w 324545"/>
                <a:gd name="connsiteY5" fmla="*/ 226947 h 232902"/>
                <a:gd name="connsiteX6" fmla="*/ 154903 w 324545"/>
                <a:gd name="connsiteY6" fmla="*/ 226947 h 232902"/>
                <a:gd name="connsiteX7" fmla="*/ 100012 w 324545"/>
                <a:gd name="connsiteY7" fmla="*/ 222063 h 232902"/>
                <a:gd name="connsiteX8" fmla="*/ 0 w 324545"/>
                <a:gd name="connsiteY8" fmla="*/ 38222 h 232902"/>
                <a:gd name="connsiteX0" fmla="*/ 0 w 324545"/>
                <a:gd name="connsiteY0" fmla="*/ 38222 h 227311"/>
                <a:gd name="connsiteX1" fmla="*/ 38222 w 324545"/>
                <a:gd name="connsiteY1" fmla="*/ 0 h 227311"/>
                <a:gd name="connsiteX2" fmla="*/ 262511 w 324545"/>
                <a:gd name="connsiteY2" fmla="*/ 0 h 227311"/>
                <a:gd name="connsiteX3" fmla="*/ 324545 w 324545"/>
                <a:gd name="connsiteY3" fmla="*/ 38222 h 227311"/>
                <a:gd name="connsiteX4" fmla="*/ 307877 w 324545"/>
                <a:gd name="connsiteY4" fmla="*/ 181581 h 227311"/>
                <a:gd name="connsiteX5" fmla="*/ 276799 w 324545"/>
                <a:gd name="connsiteY5" fmla="*/ 226947 h 227311"/>
                <a:gd name="connsiteX6" fmla="*/ 154903 w 324545"/>
                <a:gd name="connsiteY6" fmla="*/ 226947 h 227311"/>
                <a:gd name="connsiteX7" fmla="*/ 90487 w 324545"/>
                <a:gd name="connsiteY7" fmla="*/ 210157 h 227311"/>
                <a:gd name="connsiteX8" fmla="*/ 0 w 324545"/>
                <a:gd name="connsiteY8" fmla="*/ 38222 h 227311"/>
                <a:gd name="connsiteX0" fmla="*/ 0 w 324545"/>
                <a:gd name="connsiteY0" fmla="*/ 38222 h 226947"/>
                <a:gd name="connsiteX1" fmla="*/ 38222 w 324545"/>
                <a:gd name="connsiteY1" fmla="*/ 0 h 226947"/>
                <a:gd name="connsiteX2" fmla="*/ 262511 w 324545"/>
                <a:gd name="connsiteY2" fmla="*/ 0 h 226947"/>
                <a:gd name="connsiteX3" fmla="*/ 324545 w 324545"/>
                <a:gd name="connsiteY3" fmla="*/ 38222 h 226947"/>
                <a:gd name="connsiteX4" fmla="*/ 307877 w 324545"/>
                <a:gd name="connsiteY4" fmla="*/ 181581 h 226947"/>
                <a:gd name="connsiteX5" fmla="*/ 276799 w 324545"/>
                <a:gd name="connsiteY5" fmla="*/ 226947 h 226947"/>
                <a:gd name="connsiteX6" fmla="*/ 154903 w 324545"/>
                <a:gd name="connsiteY6" fmla="*/ 226947 h 226947"/>
                <a:gd name="connsiteX7" fmla="*/ 90487 w 324545"/>
                <a:gd name="connsiteY7" fmla="*/ 205395 h 226947"/>
                <a:gd name="connsiteX8" fmla="*/ 0 w 324545"/>
                <a:gd name="connsiteY8" fmla="*/ 38222 h 22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4545" h="226947">
                  <a:moveTo>
                    <a:pt x="0" y="38222"/>
                  </a:moveTo>
                  <a:cubicBezTo>
                    <a:pt x="0" y="17113"/>
                    <a:pt x="17113" y="0"/>
                    <a:pt x="38222" y="0"/>
                  </a:cubicBezTo>
                  <a:lnTo>
                    <a:pt x="262511" y="0"/>
                  </a:lnTo>
                  <a:cubicBezTo>
                    <a:pt x="283620" y="0"/>
                    <a:pt x="324545" y="17113"/>
                    <a:pt x="324545" y="38222"/>
                  </a:cubicBezTo>
                  <a:cubicBezTo>
                    <a:pt x="324545" y="89183"/>
                    <a:pt x="307877" y="130620"/>
                    <a:pt x="307877" y="181581"/>
                  </a:cubicBezTo>
                  <a:cubicBezTo>
                    <a:pt x="307877" y="202690"/>
                    <a:pt x="297908" y="226947"/>
                    <a:pt x="276799" y="226947"/>
                  </a:cubicBezTo>
                  <a:lnTo>
                    <a:pt x="154903" y="226947"/>
                  </a:lnTo>
                  <a:cubicBezTo>
                    <a:pt x="133794" y="226947"/>
                    <a:pt x="90487" y="226504"/>
                    <a:pt x="90487" y="205395"/>
                  </a:cubicBezTo>
                  <a:lnTo>
                    <a:pt x="0" y="38222"/>
                  </a:ln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29000">
                  <a:schemeClr val="tx1"/>
                </a:gs>
              </a:gsLst>
              <a:lin ang="5400000" scaled="1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85">
              <a:extLst>
                <a:ext uri="{FF2B5EF4-FFF2-40B4-BE49-F238E27FC236}">
                  <a16:creationId xmlns:a16="http://schemas.microsoft.com/office/drawing/2014/main" id="{846FA4CC-6CD3-45CB-88BA-D9B691B05C04}"/>
                </a:ext>
              </a:extLst>
            </p:cNvPr>
            <p:cNvSpPr/>
            <p:nvPr/>
          </p:nvSpPr>
          <p:spPr>
            <a:xfrm flipH="1">
              <a:off x="1301478" y="1929271"/>
              <a:ext cx="324545" cy="226947"/>
            </a:xfrm>
            <a:custGeom>
              <a:avLst/>
              <a:gdLst>
                <a:gd name="connsiteX0" fmla="*/ 0 w 322164"/>
                <a:gd name="connsiteY0" fmla="*/ 38222 h 229328"/>
                <a:gd name="connsiteX1" fmla="*/ 38222 w 322164"/>
                <a:gd name="connsiteY1" fmla="*/ 0 h 229328"/>
                <a:gd name="connsiteX2" fmla="*/ 283942 w 322164"/>
                <a:gd name="connsiteY2" fmla="*/ 0 h 229328"/>
                <a:gd name="connsiteX3" fmla="*/ 322164 w 322164"/>
                <a:gd name="connsiteY3" fmla="*/ 38222 h 229328"/>
                <a:gd name="connsiteX4" fmla="*/ 322164 w 322164"/>
                <a:gd name="connsiteY4" fmla="*/ 191106 h 229328"/>
                <a:gd name="connsiteX5" fmla="*/ 283942 w 322164"/>
                <a:gd name="connsiteY5" fmla="*/ 229328 h 229328"/>
                <a:gd name="connsiteX6" fmla="*/ 38222 w 322164"/>
                <a:gd name="connsiteY6" fmla="*/ 229328 h 229328"/>
                <a:gd name="connsiteX7" fmla="*/ 0 w 322164"/>
                <a:gd name="connsiteY7" fmla="*/ 191106 h 229328"/>
                <a:gd name="connsiteX8" fmla="*/ 0 w 322164"/>
                <a:gd name="connsiteY8" fmla="*/ 38222 h 229328"/>
                <a:gd name="connsiteX0" fmla="*/ 0 w 322164"/>
                <a:gd name="connsiteY0" fmla="*/ 38222 h 229328"/>
                <a:gd name="connsiteX1" fmla="*/ 38222 w 322164"/>
                <a:gd name="connsiteY1" fmla="*/ 0 h 229328"/>
                <a:gd name="connsiteX2" fmla="*/ 283942 w 322164"/>
                <a:gd name="connsiteY2" fmla="*/ 0 h 229328"/>
                <a:gd name="connsiteX3" fmla="*/ 322164 w 322164"/>
                <a:gd name="connsiteY3" fmla="*/ 38222 h 229328"/>
                <a:gd name="connsiteX4" fmla="*/ 312639 w 322164"/>
                <a:gd name="connsiteY4" fmla="*/ 181581 h 229328"/>
                <a:gd name="connsiteX5" fmla="*/ 283942 w 322164"/>
                <a:gd name="connsiteY5" fmla="*/ 229328 h 229328"/>
                <a:gd name="connsiteX6" fmla="*/ 38222 w 322164"/>
                <a:gd name="connsiteY6" fmla="*/ 229328 h 229328"/>
                <a:gd name="connsiteX7" fmla="*/ 0 w 322164"/>
                <a:gd name="connsiteY7" fmla="*/ 191106 h 229328"/>
                <a:gd name="connsiteX8" fmla="*/ 0 w 322164"/>
                <a:gd name="connsiteY8" fmla="*/ 38222 h 229328"/>
                <a:gd name="connsiteX0" fmla="*/ 0 w 322164"/>
                <a:gd name="connsiteY0" fmla="*/ 38222 h 229328"/>
                <a:gd name="connsiteX1" fmla="*/ 38222 w 322164"/>
                <a:gd name="connsiteY1" fmla="*/ 0 h 229328"/>
                <a:gd name="connsiteX2" fmla="*/ 283942 w 322164"/>
                <a:gd name="connsiteY2" fmla="*/ 0 h 229328"/>
                <a:gd name="connsiteX3" fmla="*/ 322164 w 322164"/>
                <a:gd name="connsiteY3" fmla="*/ 38222 h 229328"/>
                <a:gd name="connsiteX4" fmla="*/ 307877 w 322164"/>
                <a:gd name="connsiteY4" fmla="*/ 181581 h 229328"/>
                <a:gd name="connsiteX5" fmla="*/ 283942 w 322164"/>
                <a:gd name="connsiteY5" fmla="*/ 229328 h 229328"/>
                <a:gd name="connsiteX6" fmla="*/ 38222 w 322164"/>
                <a:gd name="connsiteY6" fmla="*/ 229328 h 229328"/>
                <a:gd name="connsiteX7" fmla="*/ 0 w 322164"/>
                <a:gd name="connsiteY7" fmla="*/ 191106 h 229328"/>
                <a:gd name="connsiteX8" fmla="*/ 0 w 322164"/>
                <a:gd name="connsiteY8" fmla="*/ 38222 h 229328"/>
                <a:gd name="connsiteX0" fmla="*/ 0 w 322164"/>
                <a:gd name="connsiteY0" fmla="*/ 38222 h 229328"/>
                <a:gd name="connsiteX1" fmla="*/ 38222 w 322164"/>
                <a:gd name="connsiteY1" fmla="*/ 0 h 229328"/>
                <a:gd name="connsiteX2" fmla="*/ 283942 w 322164"/>
                <a:gd name="connsiteY2" fmla="*/ 0 h 229328"/>
                <a:gd name="connsiteX3" fmla="*/ 322164 w 322164"/>
                <a:gd name="connsiteY3" fmla="*/ 38222 h 229328"/>
                <a:gd name="connsiteX4" fmla="*/ 307877 w 322164"/>
                <a:gd name="connsiteY4" fmla="*/ 181581 h 229328"/>
                <a:gd name="connsiteX5" fmla="*/ 276799 w 322164"/>
                <a:gd name="connsiteY5" fmla="*/ 226947 h 229328"/>
                <a:gd name="connsiteX6" fmla="*/ 38222 w 322164"/>
                <a:gd name="connsiteY6" fmla="*/ 229328 h 229328"/>
                <a:gd name="connsiteX7" fmla="*/ 0 w 322164"/>
                <a:gd name="connsiteY7" fmla="*/ 191106 h 229328"/>
                <a:gd name="connsiteX8" fmla="*/ 0 w 322164"/>
                <a:gd name="connsiteY8" fmla="*/ 38222 h 229328"/>
                <a:gd name="connsiteX0" fmla="*/ 0 w 322164"/>
                <a:gd name="connsiteY0" fmla="*/ 38222 h 229328"/>
                <a:gd name="connsiteX1" fmla="*/ 38222 w 322164"/>
                <a:gd name="connsiteY1" fmla="*/ 0 h 229328"/>
                <a:gd name="connsiteX2" fmla="*/ 262511 w 322164"/>
                <a:gd name="connsiteY2" fmla="*/ 0 h 229328"/>
                <a:gd name="connsiteX3" fmla="*/ 322164 w 322164"/>
                <a:gd name="connsiteY3" fmla="*/ 38222 h 229328"/>
                <a:gd name="connsiteX4" fmla="*/ 307877 w 322164"/>
                <a:gd name="connsiteY4" fmla="*/ 181581 h 229328"/>
                <a:gd name="connsiteX5" fmla="*/ 276799 w 322164"/>
                <a:gd name="connsiteY5" fmla="*/ 226947 h 229328"/>
                <a:gd name="connsiteX6" fmla="*/ 38222 w 322164"/>
                <a:gd name="connsiteY6" fmla="*/ 229328 h 229328"/>
                <a:gd name="connsiteX7" fmla="*/ 0 w 322164"/>
                <a:gd name="connsiteY7" fmla="*/ 191106 h 229328"/>
                <a:gd name="connsiteX8" fmla="*/ 0 w 322164"/>
                <a:gd name="connsiteY8" fmla="*/ 38222 h 229328"/>
                <a:gd name="connsiteX0" fmla="*/ 0 w 312639"/>
                <a:gd name="connsiteY0" fmla="*/ 38222 h 229328"/>
                <a:gd name="connsiteX1" fmla="*/ 38222 w 312639"/>
                <a:gd name="connsiteY1" fmla="*/ 0 h 229328"/>
                <a:gd name="connsiteX2" fmla="*/ 262511 w 312639"/>
                <a:gd name="connsiteY2" fmla="*/ 0 h 229328"/>
                <a:gd name="connsiteX3" fmla="*/ 312639 w 312639"/>
                <a:gd name="connsiteY3" fmla="*/ 38222 h 229328"/>
                <a:gd name="connsiteX4" fmla="*/ 307877 w 312639"/>
                <a:gd name="connsiteY4" fmla="*/ 181581 h 229328"/>
                <a:gd name="connsiteX5" fmla="*/ 276799 w 312639"/>
                <a:gd name="connsiteY5" fmla="*/ 226947 h 229328"/>
                <a:gd name="connsiteX6" fmla="*/ 38222 w 312639"/>
                <a:gd name="connsiteY6" fmla="*/ 229328 h 229328"/>
                <a:gd name="connsiteX7" fmla="*/ 0 w 312639"/>
                <a:gd name="connsiteY7" fmla="*/ 191106 h 229328"/>
                <a:gd name="connsiteX8" fmla="*/ 0 w 312639"/>
                <a:gd name="connsiteY8" fmla="*/ 38222 h 229328"/>
                <a:gd name="connsiteX0" fmla="*/ 0 w 324545"/>
                <a:gd name="connsiteY0" fmla="*/ 38222 h 229328"/>
                <a:gd name="connsiteX1" fmla="*/ 38222 w 324545"/>
                <a:gd name="connsiteY1" fmla="*/ 0 h 229328"/>
                <a:gd name="connsiteX2" fmla="*/ 262511 w 324545"/>
                <a:gd name="connsiteY2" fmla="*/ 0 h 229328"/>
                <a:gd name="connsiteX3" fmla="*/ 324545 w 324545"/>
                <a:gd name="connsiteY3" fmla="*/ 38222 h 229328"/>
                <a:gd name="connsiteX4" fmla="*/ 307877 w 324545"/>
                <a:gd name="connsiteY4" fmla="*/ 181581 h 229328"/>
                <a:gd name="connsiteX5" fmla="*/ 276799 w 324545"/>
                <a:gd name="connsiteY5" fmla="*/ 226947 h 229328"/>
                <a:gd name="connsiteX6" fmla="*/ 38222 w 324545"/>
                <a:gd name="connsiteY6" fmla="*/ 229328 h 229328"/>
                <a:gd name="connsiteX7" fmla="*/ 0 w 324545"/>
                <a:gd name="connsiteY7" fmla="*/ 191106 h 229328"/>
                <a:gd name="connsiteX8" fmla="*/ 0 w 324545"/>
                <a:gd name="connsiteY8" fmla="*/ 38222 h 229328"/>
                <a:gd name="connsiteX0" fmla="*/ 0 w 324545"/>
                <a:gd name="connsiteY0" fmla="*/ 38222 h 226947"/>
                <a:gd name="connsiteX1" fmla="*/ 38222 w 324545"/>
                <a:gd name="connsiteY1" fmla="*/ 0 h 226947"/>
                <a:gd name="connsiteX2" fmla="*/ 262511 w 324545"/>
                <a:gd name="connsiteY2" fmla="*/ 0 h 226947"/>
                <a:gd name="connsiteX3" fmla="*/ 324545 w 324545"/>
                <a:gd name="connsiteY3" fmla="*/ 38222 h 226947"/>
                <a:gd name="connsiteX4" fmla="*/ 307877 w 324545"/>
                <a:gd name="connsiteY4" fmla="*/ 181581 h 226947"/>
                <a:gd name="connsiteX5" fmla="*/ 276799 w 324545"/>
                <a:gd name="connsiteY5" fmla="*/ 226947 h 226947"/>
                <a:gd name="connsiteX6" fmla="*/ 154903 w 324545"/>
                <a:gd name="connsiteY6" fmla="*/ 226947 h 226947"/>
                <a:gd name="connsiteX7" fmla="*/ 0 w 324545"/>
                <a:gd name="connsiteY7" fmla="*/ 191106 h 226947"/>
                <a:gd name="connsiteX8" fmla="*/ 0 w 324545"/>
                <a:gd name="connsiteY8" fmla="*/ 38222 h 226947"/>
                <a:gd name="connsiteX0" fmla="*/ 0 w 324545"/>
                <a:gd name="connsiteY0" fmla="*/ 38222 h 232902"/>
                <a:gd name="connsiteX1" fmla="*/ 38222 w 324545"/>
                <a:gd name="connsiteY1" fmla="*/ 0 h 232902"/>
                <a:gd name="connsiteX2" fmla="*/ 262511 w 324545"/>
                <a:gd name="connsiteY2" fmla="*/ 0 h 232902"/>
                <a:gd name="connsiteX3" fmla="*/ 324545 w 324545"/>
                <a:gd name="connsiteY3" fmla="*/ 38222 h 232902"/>
                <a:gd name="connsiteX4" fmla="*/ 307877 w 324545"/>
                <a:gd name="connsiteY4" fmla="*/ 181581 h 232902"/>
                <a:gd name="connsiteX5" fmla="*/ 276799 w 324545"/>
                <a:gd name="connsiteY5" fmla="*/ 226947 h 232902"/>
                <a:gd name="connsiteX6" fmla="*/ 154903 w 324545"/>
                <a:gd name="connsiteY6" fmla="*/ 226947 h 232902"/>
                <a:gd name="connsiteX7" fmla="*/ 100012 w 324545"/>
                <a:gd name="connsiteY7" fmla="*/ 222063 h 232902"/>
                <a:gd name="connsiteX8" fmla="*/ 0 w 324545"/>
                <a:gd name="connsiteY8" fmla="*/ 38222 h 232902"/>
                <a:gd name="connsiteX0" fmla="*/ 0 w 324545"/>
                <a:gd name="connsiteY0" fmla="*/ 38222 h 227311"/>
                <a:gd name="connsiteX1" fmla="*/ 38222 w 324545"/>
                <a:gd name="connsiteY1" fmla="*/ 0 h 227311"/>
                <a:gd name="connsiteX2" fmla="*/ 262511 w 324545"/>
                <a:gd name="connsiteY2" fmla="*/ 0 h 227311"/>
                <a:gd name="connsiteX3" fmla="*/ 324545 w 324545"/>
                <a:gd name="connsiteY3" fmla="*/ 38222 h 227311"/>
                <a:gd name="connsiteX4" fmla="*/ 307877 w 324545"/>
                <a:gd name="connsiteY4" fmla="*/ 181581 h 227311"/>
                <a:gd name="connsiteX5" fmla="*/ 276799 w 324545"/>
                <a:gd name="connsiteY5" fmla="*/ 226947 h 227311"/>
                <a:gd name="connsiteX6" fmla="*/ 154903 w 324545"/>
                <a:gd name="connsiteY6" fmla="*/ 226947 h 227311"/>
                <a:gd name="connsiteX7" fmla="*/ 90487 w 324545"/>
                <a:gd name="connsiteY7" fmla="*/ 210157 h 227311"/>
                <a:gd name="connsiteX8" fmla="*/ 0 w 324545"/>
                <a:gd name="connsiteY8" fmla="*/ 38222 h 227311"/>
                <a:gd name="connsiteX0" fmla="*/ 0 w 324545"/>
                <a:gd name="connsiteY0" fmla="*/ 38222 h 226947"/>
                <a:gd name="connsiteX1" fmla="*/ 38222 w 324545"/>
                <a:gd name="connsiteY1" fmla="*/ 0 h 226947"/>
                <a:gd name="connsiteX2" fmla="*/ 262511 w 324545"/>
                <a:gd name="connsiteY2" fmla="*/ 0 h 226947"/>
                <a:gd name="connsiteX3" fmla="*/ 324545 w 324545"/>
                <a:gd name="connsiteY3" fmla="*/ 38222 h 226947"/>
                <a:gd name="connsiteX4" fmla="*/ 307877 w 324545"/>
                <a:gd name="connsiteY4" fmla="*/ 181581 h 226947"/>
                <a:gd name="connsiteX5" fmla="*/ 276799 w 324545"/>
                <a:gd name="connsiteY5" fmla="*/ 226947 h 226947"/>
                <a:gd name="connsiteX6" fmla="*/ 154903 w 324545"/>
                <a:gd name="connsiteY6" fmla="*/ 226947 h 226947"/>
                <a:gd name="connsiteX7" fmla="*/ 90487 w 324545"/>
                <a:gd name="connsiteY7" fmla="*/ 205395 h 226947"/>
                <a:gd name="connsiteX8" fmla="*/ 0 w 324545"/>
                <a:gd name="connsiteY8" fmla="*/ 38222 h 22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4545" h="226947">
                  <a:moveTo>
                    <a:pt x="0" y="38222"/>
                  </a:moveTo>
                  <a:cubicBezTo>
                    <a:pt x="0" y="17113"/>
                    <a:pt x="17113" y="0"/>
                    <a:pt x="38222" y="0"/>
                  </a:cubicBezTo>
                  <a:lnTo>
                    <a:pt x="262511" y="0"/>
                  </a:lnTo>
                  <a:cubicBezTo>
                    <a:pt x="283620" y="0"/>
                    <a:pt x="324545" y="17113"/>
                    <a:pt x="324545" y="38222"/>
                  </a:cubicBezTo>
                  <a:cubicBezTo>
                    <a:pt x="324545" y="89183"/>
                    <a:pt x="307877" y="130620"/>
                    <a:pt x="307877" y="181581"/>
                  </a:cubicBezTo>
                  <a:cubicBezTo>
                    <a:pt x="307877" y="202690"/>
                    <a:pt x="297908" y="226947"/>
                    <a:pt x="276799" y="226947"/>
                  </a:cubicBezTo>
                  <a:lnTo>
                    <a:pt x="154903" y="226947"/>
                  </a:lnTo>
                  <a:cubicBezTo>
                    <a:pt x="133794" y="226947"/>
                    <a:pt x="90487" y="226504"/>
                    <a:pt x="90487" y="205395"/>
                  </a:cubicBezTo>
                  <a:lnTo>
                    <a:pt x="0" y="38222"/>
                  </a:lnTo>
                  <a:close/>
                </a:path>
              </a:pathLst>
            </a:custGeom>
            <a:gradFill>
              <a:gsLst>
                <a:gs pos="0">
                  <a:schemeClr val="bg1"/>
                </a:gs>
                <a:gs pos="29000">
                  <a:schemeClr val="tx1"/>
                </a:gs>
              </a:gsLst>
              <a:lin ang="5400000" scaled="1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840577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15" fill="hold"/>
                                        <p:tgtEl>
                                          <p:spTgt spid="7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5592" fill="hold"/>
                                        <p:tgtEl>
                                          <p:spTgt spid="7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3" dur="1" fill="hold"/>
                                        <p:tgtEl>
                                          <p:spTgt spid="7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video>
              <p:cMediaNode vol="80000" showWhenStopped="0">
                <p:cTn id="14" repeatCount="indefinite" fill="hold" display="0">
                  <p:stCondLst>
                    <p:cond delay="indefinite"/>
                  </p:stCondLst>
                </p:cTn>
                <p:tgtEl>
                  <p:spTgt spid="72"/>
                </p:tgtEl>
              </p:cMediaNode>
            </p:video>
            <p:audio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3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4539AB4-53CA-4E51-A019-70A8845828EE}"/>
              </a:ext>
            </a:extLst>
          </p:cNvPr>
          <p:cNvGrpSpPr/>
          <p:nvPr/>
        </p:nvGrpSpPr>
        <p:grpSpPr>
          <a:xfrm>
            <a:off x="-2191966" y="2567751"/>
            <a:ext cx="8804961" cy="5225646"/>
            <a:chOff x="10275931" y="2812769"/>
            <a:chExt cx="4441929" cy="2636235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58F4E054-BD32-4E37-9C1A-E1B9CE96C335}"/>
                </a:ext>
              </a:extLst>
            </p:cNvPr>
            <p:cNvSpPr/>
            <p:nvPr/>
          </p:nvSpPr>
          <p:spPr>
            <a:xfrm rot="17454740">
              <a:off x="13950953" y="5243136"/>
              <a:ext cx="179733" cy="232004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E5C0A62-1346-4D8E-89F2-FC35568F53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02109" y="4373533"/>
              <a:ext cx="0" cy="436423"/>
            </a:xfrm>
            <a:prstGeom prst="line">
              <a:avLst/>
            </a:prstGeom>
            <a:solidFill>
              <a:sysClr val="windowText" lastClr="000000"/>
            </a:solidFill>
            <a:ln w="762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A245DCD-07C5-4A22-A066-7B6CC1342EA5}"/>
                </a:ext>
              </a:extLst>
            </p:cNvPr>
            <p:cNvSpPr/>
            <p:nvPr/>
          </p:nvSpPr>
          <p:spPr>
            <a:xfrm rot="1296428" flipV="1">
              <a:off x="13096030" y="4760444"/>
              <a:ext cx="242983" cy="45719"/>
            </a:xfrm>
            <a:prstGeom prst="rect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33115D9-DC90-4674-92F2-82C80F39B0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340415" y="4453579"/>
              <a:ext cx="0" cy="436423"/>
            </a:xfrm>
            <a:prstGeom prst="line">
              <a:avLst/>
            </a:prstGeom>
            <a:solidFill>
              <a:sysClr val="windowText" lastClr="000000"/>
            </a:solidFill>
            <a:ln w="762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7F081AE-5914-4AA0-96D7-92F604E3637E}"/>
                </a:ext>
              </a:extLst>
            </p:cNvPr>
            <p:cNvSpPr/>
            <p:nvPr/>
          </p:nvSpPr>
          <p:spPr>
            <a:xfrm rot="1592515">
              <a:off x="14075690" y="3525033"/>
              <a:ext cx="45719" cy="440315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F459D49-E9D3-4631-A457-69B640B5EF9A}"/>
                </a:ext>
              </a:extLst>
            </p:cNvPr>
            <p:cNvCxnSpPr>
              <a:cxnSpLocks/>
            </p:cNvCxnSpPr>
            <p:nvPr/>
          </p:nvCxnSpPr>
          <p:spPr>
            <a:xfrm>
              <a:off x="12186950" y="4011790"/>
              <a:ext cx="1999502" cy="532443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349DAA7-919F-4335-9425-4BAD861ACD5B}"/>
                </a:ext>
              </a:extLst>
            </p:cNvPr>
            <p:cNvCxnSpPr>
              <a:cxnSpLocks/>
            </p:cNvCxnSpPr>
            <p:nvPr/>
          </p:nvCxnSpPr>
          <p:spPr>
            <a:xfrm>
              <a:off x="12192000" y="4154147"/>
              <a:ext cx="1994452" cy="517602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10" name="Rectangle 27">
              <a:extLst>
                <a:ext uri="{FF2B5EF4-FFF2-40B4-BE49-F238E27FC236}">
                  <a16:creationId xmlns:a16="http://schemas.microsoft.com/office/drawing/2014/main" id="{15243EBB-034D-49F1-89DF-6CAC278B7920}"/>
                </a:ext>
              </a:extLst>
            </p:cNvPr>
            <p:cNvSpPr/>
            <p:nvPr/>
          </p:nvSpPr>
          <p:spPr>
            <a:xfrm rot="2093155">
              <a:off x="11815070" y="2812769"/>
              <a:ext cx="743761" cy="1713321"/>
            </a:xfrm>
            <a:custGeom>
              <a:avLst/>
              <a:gdLst>
                <a:gd name="connsiteX0" fmla="*/ 0 w 86941"/>
                <a:gd name="connsiteY0" fmla="*/ 0 h 1208263"/>
                <a:gd name="connsiteX1" fmla="*/ 86941 w 86941"/>
                <a:gd name="connsiteY1" fmla="*/ 0 h 1208263"/>
                <a:gd name="connsiteX2" fmla="*/ 86941 w 86941"/>
                <a:gd name="connsiteY2" fmla="*/ 1208263 h 1208263"/>
                <a:gd name="connsiteX3" fmla="*/ 0 w 86941"/>
                <a:gd name="connsiteY3" fmla="*/ 1208263 h 1208263"/>
                <a:gd name="connsiteX4" fmla="*/ 0 w 86941"/>
                <a:gd name="connsiteY4" fmla="*/ 0 h 1208263"/>
                <a:gd name="connsiteX0" fmla="*/ 0 w 145727"/>
                <a:gd name="connsiteY0" fmla="*/ 0 h 1208263"/>
                <a:gd name="connsiteX1" fmla="*/ 86941 w 145727"/>
                <a:gd name="connsiteY1" fmla="*/ 0 h 1208263"/>
                <a:gd name="connsiteX2" fmla="*/ 145718 w 145727"/>
                <a:gd name="connsiteY2" fmla="*/ 746679 h 1208263"/>
                <a:gd name="connsiteX3" fmla="*/ 86941 w 145727"/>
                <a:gd name="connsiteY3" fmla="*/ 1208263 h 1208263"/>
                <a:gd name="connsiteX4" fmla="*/ 0 w 145727"/>
                <a:gd name="connsiteY4" fmla="*/ 1208263 h 1208263"/>
                <a:gd name="connsiteX5" fmla="*/ 0 w 145727"/>
                <a:gd name="connsiteY5" fmla="*/ 0 h 1208263"/>
                <a:gd name="connsiteX0" fmla="*/ 0 w 553628"/>
                <a:gd name="connsiteY0" fmla="*/ 0 h 1648054"/>
                <a:gd name="connsiteX1" fmla="*/ 86941 w 553628"/>
                <a:gd name="connsiteY1" fmla="*/ 0 h 1648054"/>
                <a:gd name="connsiteX2" fmla="*/ 145718 w 553628"/>
                <a:gd name="connsiteY2" fmla="*/ 746679 h 1648054"/>
                <a:gd name="connsiteX3" fmla="*/ 553628 w 553628"/>
                <a:gd name="connsiteY3" fmla="*/ 1648054 h 1648054"/>
                <a:gd name="connsiteX4" fmla="*/ 0 w 553628"/>
                <a:gd name="connsiteY4" fmla="*/ 1208263 h 1648054"/>
                <a:gd name="connsiteX5" fmla="*/ 0 w 553628"/>
                <a:gd name="connsiteY5" fmla="*/ 0 h 1648054"/>
                <a:gd name="connsiteX0" fmla="*/ 0 w 553628"/>
                <a:gd name="connsiteY0" fmla="*/ 0 h 1675307"/>
                <a:gd name="connsiteX1" fmla="*/ 86941 w 553628"/>
                <a:gd name="connsiteY1" fmla="*/ 0 h 1675307"/>
                <a:gd name="connsiteX2" fmla="*/ 145718 w 553628"/>
                <a:gd name="connsiteY2" fmla="*/ 746679 h 1675307"/>
                <a:gd name="connsiteX3" fmla="*/ 553628 w 553628"/>
                <a:gd name="connsiteY3" fmla="*/ 1648054 h 1675307"/>
                <a:gd name="connsiteX4" fmla="*/ 446229 w 553628"/>
                <a:gd name="connsiteY4" fmla="*/ 1675307 h 1675307"/>
                <a:gd name="connsiteX5" fmla="*/ 0 w 553628"/>
                <a:gd name="connsiteY5" fmla="*/ 0 h 1675307"/>
                <a:gd name="connsiteX0" fmla="*/ 0 w 553628"/>
                <a:gd name="connsiteY0" fmla="*/ 0 h 1675307"/>
                <a:gd name="connsiteX1" fmla="*/ 86941 w 553628"/>
                <a:gd name="connsiteY1" fmla="*/ 0 h 1675307"/>
                <a:gd name="connsiteX2" fmla="*/ 553628 w 553628"/>
                <a:gd name="connsiteY2" fmla="*/ 1648054 h 1675307"/>
                <a:gd name="connsiteX3" fmla="*/ 446229 w 553628"/>
                <a:gd name="connsiteY3" fmla="*/ 1675307 h 1675307"/>
                <a:gd name="connsiteX4" fmla="*/ 0 w 553628"/>
                <a:gd name="connsiteY4" fmla="*/ 0 h 1675307"/>
                <a:gd name="connsiteX0" fmla="*/ 0 w 568394"/>
                <a:gd name="connsiteY0" fmla="*/ 0 h 1675307"/>
                <a:gd name="connsiteX1" fmla="*/ 86941 w 568394"/>
                <a:gd name="connsiteY1" fmla="*/ 0 h 1675307"/>
                <a:gd name="connsiteX2" fmla="*/ 526329 w 568394"/>
                <a:gd name="connsiteY2" fmla="*/ 1154973 h 1675307"/>
                <a:gd name="connsiteX3" fmla="*/ 553628 w 568394"/>
                <a:gd name="connsiteY3" fmla="*/ 1648054 h 1675307"/>
                <a:gd name="connsiteX4" fmla="*/ 446229 w 568394"/>
                <a:gd name="connsiteY4" fmla="*/ 1675307 h 1675307"/>
                <a:gd name="connsiteX5" fmla="*/ 0 w 568394"/>
                <a:gd name="connsiteY5" fmla="*/ 0 h 1675307"/>
                <a:gd name="connsiteX0" fmla="*/ 0 w 568394"/>
                <a:gd name="connsiteY0" fmla="*/ 0 h 1675307"/>
                <a:gd name="connsiteX1" fmla="*/ 86941 w 568394"/>
                <a:gd name="connsiteY1" fmla="*/ 0 h 1675307"/>
                <a:gd name="connsiteX2" fmla="*/ 526329 w 568394"/>
                <a:gd name="connsiteY2" fmla="*/ 1154973 h 1675307"/>
                <a:gd name="connsiteX3" fmla="*/ 553628 w 568394"/>
                <a:gd name="connsiteY3" fmla="*/ 1648054 h 1675307"/>
                <a:gd name="connsiteX4" fmla="*/ 446229 w 568394"/>
                <a:gd name="connsiteY4" fmla="*/ 1675307 h 1675307"/>
                <a:gd name="connsiteX5" fmla="*/ 403659 w 568394"/>
                <a:gd name="connsiteY5" fmla="*/ 1131069 h 1675307"/>
                <a:gd name="connsiteX6" fmla="*/ 0 w 568394"/>
                <a:gd name="connsiteY6" fmla="*/ 0 h 1675307"/>
                <a:gd name="connsiteX0" fmla="*/ 0 w 823784"/>
                <a:gd name="connsiteY0" fmla="*/ 0 h 2152497"/>
                <a:gd name="connsiteX1" fmla="*/ 342331 w 823784"/>
                <a:gd name="connsiteY1" fmla="*/ 477190 h 2152497"/>
                <a:gd name="connsiteX2" fmla="*/ 781719 w 823784"/>
                <a:gd name="connsiteY2" fmla="*/ 1632163 h 2152497"/>
                <a:gd name="connsiteX3" fmla="*/ 809018 w 823784"/>
                <a:gd name="connsiteY3" fmla="*/ 2125244 h 2152497"/>
                <a:gd name="connsiteX4" fmla="*/ 701619 w 823784"/>
                <a:gd name="connsiteY4" fmla="*/ 2152497 h 2152497"/>
                <a:gd name="connsiteX5" fmla="*/ 659049 w 823784"/>
                <a:gd name="connsiteY5" fmla="*/ 1608259 h 2152497"/>
                <a:gd name="connsiteX6" fmla="*/ 0 w 823784"/>
                <a:gd name="connsiteY6" fmla="*/ 0 h 2152497"/>
                <a:gd name="connsiteX0" fmla="*/ 0 w 823784"/>
                <a:gd name="connsiteY0" fmla="*/ 0 h 2152497"/>
                <a:gd name="connsiteX1" fmla="*/ 141442 w 823784"/>
                <a:gd name="connsiteY1" fmla="*/ 57954 h 2152497"/>
                <a:gd name="connsiteX2" fmla="*/ 781719 w 823784"/>
                <a:gd name="connsiteY2" fmla="*/ 1632163 h 2152497"/>
                <a:gd name="connsiteX3" fmla="*/ 809018 w 823784"/>
                <a:gd name="connsiteY3" fmla="*/ 2125244 h 2152497"/>
                <a:gd name="connsiteX4" fmla="*/ 701619 w 823784"/>
                <a:gd name="connsiteY4" fmla="*/ 2152497 h 2152497"/>
                <a:gd name="connsiteX5" fmla="*/ 659049 w 823784"/>
                <a:gd name="connsiteY5" fmla="*/ 1608259 h 2152497"/>
                <a:gd name="connsiteX6" fmla="*/ 0 w 823784"/>
                <a:gd name="connsiteY6" fmla="*/ 0 h 2152497"/>
                <a:gd name="connsiteX0" fmla="*/ 0 w 823784"/>
                <a:gd name="connsiteY0" fmla="*/ 0 h 2152497"/>
                <a:gd name="connsiteX1" fmla="*/ 141442 w 823784"/>
                <a:gd name="connsiteY1" fmla="*/ 57954 h 2152497"/>
                <a:gd name="connsiteX2" fmla="*/ 781719 w 823784"/>
                <a:gd name="connsiteY2" fmla="*/ 1632163 h 2152497"/>
                <a:gd name="connsiteX3" fmla="*/ 809018 w 823784"/>
                <a:gd name="connsiteY3" fmla="*/ 2125244 h 2152497"/>
                <a:gd name="connsiteX4" fmla="*/ 701619 w 823784"/>
                <a:gd name="connsiteY4" fmla="*/ 2152497 h 2152497"/>
                <a:gd name="connsiteX5" fmla="*/ 659049 w 823784"/>
                <a:gd name="connsiteY5" fmla="*/ 1608259 h 2152497"/>
                <a:gd name="connsiteX6" fmla="*/ 168623 w 823784"/>
                <a:gd name="connsiteY6" fmla="*/ 882207 h 2152497"/>
                <a:gd name="connsiteX7" fmla="*/ 0 w 823784"/>
                <a:gd name="connsiteY7" fmla="*/ 0 h 2152497"/>
                <a:gd name="connsiteX0" fmla="*/ 0 w 816253"/>
                <a:gd name="connsiteY0" fmla="*/ 0 h 2152497"/>
                <a:gd name="connsiteX1" fmla="*/ 141442 w 816253"/>
                <a:gd name="connsiteY1" fmla="*/ 57954 h 2152497"/>
                <a:gd name="connsiteX2" fmla="*/ 304955 w 816253"/>
                <a:gd name="connsiteY2" fmla="*/ 831145 h 2152497"/>
                <a:gd name="connsiteX3" fmla="*/ 781719 w 816253"/>
                <a:gd name="connsiteY3" fmla="*/ 1632163 h 2152497"/>
                <a:gd name="connsiteX4" fmla="*/ 809018 w 816253"/>
                <a:gd name="connsiteY4" fmla="*/ 2125244 h 2152497"/>
                <a:gd name="connsiteX5" fmla="*/ 701619 w 816253"/>
                <a:gd name="connsiteY5" fmla="*/ 2152497 h 2152497"/>
                <a:gd name="connsiteX6" fmla="*/ 659049 w 816253"/>
                <a:gd name="connsiteY6" fmla="*/ 1608259 h 2152497"/>
                <a:gd name="connsiteX7" fmla="*/ 168623 w 816253"/>
                <a:gd name="connsiteY7" fmla="*/ 882207 h 2152497"/>
                <a:gd name="connsiteX8" fmla="*/ 0 w 816253"/>
                <a:gd name="connsiteY8" fmla="*/ 0 h 2152497"/>
                <a:gd name="connsiteX0" fmla="*/ 0 w 816253"/>
                <a:gd name="connsiteY0" fmla="*/ 0 h 2152497"/>
                <a:gd name="connsiteX1" fmla="*/ 131227 w 816253"/>
                <a:gd name="connsiteY1" fmla="*/ 37503 h 2152497"/>
                <a:gd name="connsiteX2" fmla="*/ 304955 w 816253"/>
                <a:gd name="connsiteY2" fmla="*/ 831145 h 2152497"/>
                <a:gd name="connsiteX3" fmla="*/ 781719 w 816253"/>
                <a:gd name="connsiteY3" fmla="*/ 1632163 h 2152497"/>
                <a:gd name="connsiteX4" fmla="*/ 809018 w 816253"/>
                <a:gd name="connsiteY4" fmla="*/ 2125244 h 2152497"/>
                <a:gd name="connsiteX5" fmla="*/ 701619 w 816253"/>
                <a:gd name="connsiteY5" fmla="*/ 2152497 h 2152497"/>
                <a:gd name="connsiteX6" fmla="*/ 659049 w 816253"/>
                <a:gd name="connsiteY6" fmla="*/ 1608259 h 2152497"/>
                <a:gd name="connsiteX7" fmla="*/ 168623 w 816253"/>
                <a:gd name="connsiteY7" fmla="*/ 882207 h 2152497"/>
                <a:gd name="connsiteX8" fmla="*/ 0 w 816253"/>
                <a:gd name="connsiteY8" fmla="*/ 0 h 2152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6253" h="2152497">
                  <a:moveTo>
                    <a:pt x="0" y="0"/>
                  </a:moveTo>
                  <a:lnTo>
                    <a:pt x="131227" y="37503"/>
                  </a:lnTo>
                  <a:cubicBezTo>
                    <a:pt x="206478" y="168086"/>
                    <a:pt x="198242" y="568777"/>
                    <a:pt x="304955" y="831145"/>
                  </a:cubicBezTo>
                  <a:cubicBezTo>
                    <a:pt x="411668" y="1093513"/>
                    <a:pt x="722134" y="1408538"/>
                    <a:pt x="781719" y="1632163"/>
                  </a:cubicBezTo>
                  <a:cubicBezTo>
                    <a:pt x="841304" y="1855788"/>
                    <a:pt x="804763" y="2034539"/>
                    <a:pt x="809018" y="2125244"/>
                  </a:cubicBezTo>
                  <a:lnTo>
                    <a:pt x="701619" y="2152497"/>
                  </a:lnTo>
                  <a:cubicBezTo>
                    <a:pt x="652214" y="1974478"/>
                    <a:pt x="708454" y="1786278"/>
                    <a:pt x="659049" y="1608259"/>
                  </a:cubicBezTo>
                  <a:cubicBezTo>
                    <a:pt x="555786" y="1344683"/>
                    <a:pt x="271886" y="1145783"/>
                    <a:pt x="168623" y="88220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 45">
              <a:extLst>
                <a:ext uri="{FF2B5EF4-FFF2-40B4-BE49-F238E27FC236}">
                  <a16:creationId xmlns:a16="http://schemas.microsoft.com/office/drawing/2014/main" id="{44A4D5DB-49DE-415E-A5B3-716621897627}"/>
                </a:ext>
              </a:extLst>
            </p:cNvPr>
            <p:cNvSpPr/>
            <p:nvPr/>
          </p:nvSpPr>
          <p:spPr>
            <a:xfrm rot="20793547">
              <a:off x="10313903" y="4480477"/>
              <a:ext cx="3178392" cy="375560"/>
            </a:xfrm>
            <a:custGeom>
              <a:avLst/>
              <a:gdLst>
                <a:gd name="connsiteX0" fmla="*/ 0 w 1441949"/>
                <a:gd name="connsiteY0" fmla="*/ 0 h 268081"/>
                <a:gd name="connsiteX1" fmla="*/ 1441949 w 1441949"/>
                <a:gd name="connsiteY1" fmla="*/ 0 h 268081"/>
                <a:gd name="connsiteX2" fmla="*/ 1441949 w 1441949"/>
                <a:gd name="connsiteY2" fmla="*/ 268081 h 268081"/>
                <a:gd name="connsiteX3" fmla="*/ 0 w 1441949"/>
                <a:gd name="connsiteY3" fmla="*/ 268081 h 268081"/>
                <a:gd name="connsiteX4" fmla="*/ 0 w 1441949"/>
                <a:gd name="connsiteY4" fmla="*/ 0 h 268081"/>
                <a:gd name="connsiteX0" fmla="*/ 0 w 2056107"/>
                <a:gd name="connsiteY0" fmla="*/ 0 h 320842"/>
                <a:gd name="connsiteX1" fmla="*/ 1441949 w 2056107"/>
                <a:gd name="connsiteY1" fmla="*/ 0 h 320842"/>
                <a:gd name="connsiteX2" fmla="*/ 2056107 w 2056107"/>
                <a:gd name="connsiteY2" fmla="*/ 320842 h 320842"/>
                <a:gd name="connsiteX3" fmla="*/ 0 w 2056107"/>
                <a:gd name="connsiteY3" fmla="*/ 268081 h 320842"/>
                <a:gd name="connsiteX4" fmla="*/ 0 w 2056107"/>
                <a:gd name="connsiteY4" fmla="*/ 0 h 320842"/>
                <a:gd name="connsiteX0" fmla="*/ 0 w 2056107"/>
                <a:gd name="connsiteY0" fmla="*/ 0 h 320842"/>
                <a:gd name="connsiteX1" fmla="*/ 1671699 w 2056107"/>
                <a:gd name="connsiteY1" fmla="*/ 54908 h 320842"/>
                <a:gd name="connsiteX2" fmla="*/ 2056107 w 2056107"/>
                <a:gd name="connsiteY2" fmla="*/ 320842 h 320842"/>
                <a:gd name="connsiteX3" fmla="*/ 0 w 2056107"/>
                <a:gd name="connsiteY3" fmla="*/ 268081 h 320842"/>
                <a:gd name="connsiteX4" fmla="*/ 0 w 2056107"/>
                <a:gd name="connsiteY4" fmla="*/ 0 h 320842"/>
                <a:gd name="connsiteX0" fmla="*/ 0 w 3071592"/>
                <a:gd name="connsiteY0" fmla="*/ 0 h 399005"/>
                <a:gd name="connsiteX1" fmla="*/ 2687184 w 3071592"/>
                <a:gd name="connsiteY1" fmla="*/ 133071 h 399005"/>
                <a:gd name="connsiteX2" fmla="*/ 3071592 w 3071592"/>
                <a:gd name="connsiteY2" fmla="*/ 399005 h 399005"/>
                <a:gd name="connsiteX3" fmla="*/ 1015485 w 3071592"/>
                <a:gd name="connsiteY3" fmla="*/ 346244 h 399005"/>
                <a:gd name="connsiteX4" fmla="*/ 0 w 3071592"/>
                <a:gd name="connsiteY4" fmla="*/ 0 h 399005"/>
                <a:gd name="connsiteX0" fmla="*/ 0 w 3071592"/>
                <a:gd name="connsiteY0" fmla="*/ 0 h 399005"/>
                <a:gd name="connsiteX1" fmla="*/ 2687184 w 3071592"/>
                <a:gd name="connsiteY1" fmla="*/ 133071 h 399005"/>
                <a:gd name="connsiteX2" fmla="*/ 3071592 w 3071592"/>
                <a:gd name="connsiteY2" fmla="*/ 399005 h 399005"/>
                <a:gd name="connsiteX3" fmla="*/ 368140 w 3071592"/>
                <a:gd name="connsiteY3" fmla="*/ 301220 h 399005"/>
                <a:gd name="connsiteX4" fmla="*/ 0 w 3071592"/>
                <a:gd name="connsiteY4" fmla="*/ 0 h 399005"/>
                <a:gd name="connsiteX0" fmla="*/ 0 w 3167652"/>
                <a:gd name="connsiteY0" fmla="*/ 0 h 379522"/>
                <a:gd name="connsiteX1" fmla="*/ 2687184 w 3167652"/>
                <a:gd name="connsiteY1" fmla="*/ 133071 h 379522"/>
                <a:gd name="connsiteX2" fmla="*/ 3167652 w 3167652"/>
                <a:gd name="connsiteY2" fmla="*/ 379522 h 379522"/>
                <a:gd name="connsiteX3" fmla="*/ 368140 w 3167652"/>
                <a:gd name="connsiteY3" fmla="*/ 301220 h 379522"/>
                <a:gd name="connsiteX4" fmla="*/ 0 w 3167652"/>
                <a:gd name="connsiteY4" fmla="*/ 0 h 379522"/>
                <a:gd name="connsiteX0" fmla="*/ 0 w 3178392"/>
                <a:gd name="connsiteY0" fmla="*/ 0 h 375560"/>
                <a:gd name="connsiteX1" fmla="*/ 2687184 w 3178392"/>
                <a:gd name="connsiteY1" fmla="*/ 133071 h 375560"/>
                <a:gd name="connsiteX2" fmla="*/ 3178392 w 3178392"/>
                <a:gd name="connsiteY2" fmla="*/ 375560 h 375560"/>
                <a:gd name="connsiteX3" fmla="*/ 368140 w 3178392"/>
                <a:gd name="connsiteY3" fmla="*/ 301220 h 375560"/>
                <a:gd name="connsiteX4" fmla="*/ 0 w 3178392"/>
                <a:gd name="connsiteY4" fmla="*/ 0 h 375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78392" h="375560">
                  <a:moveTo>
                    <a:pt x="0" y="0"/>
                  </a:moveTo>
                  <a:lnTo>
                    <a:pt x="2687184" y="133071"/>
                  </a:lnTo>
                  <a:lnTo>
                    <a:pt x="3178392" y="375560"/>
                  </a:lnTo>
                  <a:lnTo>
                    <a:pt x="368140" y="3012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5A7FF0A-5B05-493D-AC71-A687E2133D2A}"/>
                </a:ext>
              </a:extLst>
            </p:cNvPr>
            <p:cNvSpPr/>
            <p:nvPr/>
          </p:nvSpPr>
          <p:spPr>
            <a:xfrm>
              <a:off x="11767235" y="3057111"/>
              <a:ext cx="564942" cy="564942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6B811DC-A822-48B1-B259-BD41E0B467FB}"/>
                </a:ext>
              </a:extLst>
            </p:cNvPr>
            <p:cNvSpPr/>
            <p:nvPr/>
          </p:nvSpPr>
          <p:spPr>
            <a:xfrm rot="1592515">
              <a:off x="12269540" y="3050142"/>
              <a:ext cx="45719" cy="440315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Rectangle 27">
              <a:extLst>
                <a:ext uri="{FF2B5EF4-FFF2-40B4-BE49-F238E27FC236}">
                  <a16:creationId xmlns:a16="http://schemas.microsoft.com/office/drawing/2014/main" id="{82A362FE-1A0E-4DA2-82C7-93A84B7B10BB}"/>
                </a:ext>
              </a:extLst>
            </p:cNvPr>
            <p:cNvSpPr/>
            <p:nvPr/>
          </p:nvSpPr>
          <p:spPr>
            <a:xfrm rot="1592515">
              <a:off x="13778326" y="3212485"/>
              <a:ext cx="816253" cy="2152497"/>
            </a:xfrm>
            <a:custGeom>
              <a:avLst/>
              <a:gdLst>
                <a:gd name="connsiteX0" fmla="*/ 0 w 86941"/>
                <a:gd name="connsiteY0" fmla="*/ 0 h 1208263"/>
                <a:gd name="connsiteX1" fmla="*/ 86941 w 86941"/>
                <a:gd name="connsiteY1" fmla="*/ 0 h 1208263"/>
                <a:gd name="connsiteX2" fmla="*/ 86941 w 86941"/>
                <a:gd name="connsiteY2" fmla="*/ 1208263 h 1208263"/>
                <a:gd name="connsiteX3" fmla="*/ 0 w 86941"/>
                <a:gd name="connsiteY3" fmla="*/ 1208263 h 1208263"/>
                <a:gd name="connsiteX4" fmla="*/ 0 w 86941"/>
                <a:gd name="connsiteY4" fmla="*/ 0 h 1208263"/>
                <a:gd name="connsiteX0" fmla="*/ 0 w 145727"/>
                <a:gd name="connsiteY0" fmla="*/ 0 h 1208263"/>
                <a:gd name="connsiteX1" fmla="*/ 86941 w 145727"/>
                <a:gd name="connsiteY1" fmla="*/ 0 h 1208263"/>
                <a:gd name="connsiteX2" fmla="*/ 145718 w 145727"/>
                <a:gd name="connsiteY2" fmla="*/ 746679 h 1208263"/>
                <a:gd name="connsiteX3" fmla="*/ 86941 w 145727"/>
                <a:gd name="connsiteY3" fmla="*/ 1208263 h 1208263"/>
                <a:gd name="connsiteX4" fmla="*/ 0 w 145727"/>
                <a:gd name="connsiteY4" fmla="*/ 1208263 h 1208263"/>
                <a:gd name="connsiteX5" fmla="*/ 0 w 145727"/>
                <a:gd name="connsiteY5" fmla="*/ 0 h 1208263"/>
                <a:gd name="connsiteX0" fmla="*/ 0 w 553628"/>
                <a:gd name="connsiteY0" fmla="*/ 0 h 1648054"/>
                <a:gd name="connsiteX1" fmla="*/ 86941 w 553628"/>
                <a:gd name="connsiteY1" fmla="*/ 0 h 1648054"/>
                <a:gd name="connsiteX2" fmla="*/ 145718 w 553628"/>
                <a:gd name="connsiteY2" fmla="*/ 746679 h 1648054"/>
                <a:gd name="connsiteX3" fmla="*/ 553628 w 553628"/>
                <a:gd name="connsiteY3" fmla="*/ 1648054 h 1648054"/>
                <a:gd name="connsiteX4" fmla="*/ 0 w 553628"/>
                <a:gd name="connsiteY4" fmla="*/ 1208263 h 1648054"/>
                <a:gd name="connsiteX5" fmla="*/ 0 w 553628"/>
                <a:gd name="connsiteY5" fmla="*/ 0 h 1648054"/>
                <a:gd name="connsiteX0" fmla="*/ 0 w 553628"/>
                <a:gd name="connsiteY0" fmla="*/ 0 h 1675307"/>
                <a:gd name="connsiteX1" fmla="*/ 86941 w 553628"/>
                <a:gd name="connsiteY1" fmla="*/ 0 h 1675307"/>
                <a:gd name="connsiteX2" fmla="*/ 145718 w 553628"/>
                <a:gd name="connsiteY2" fmla="*/ 746679 h 1675307"/>
                <a:gd name="connsiteX3" fmla="*/ 553628 w 553628"/>
                <a:gd name="connsiteY3" fmla="*/ 1648054 h 1675307"/>
                <a:gd name="connsiteX4" fmla="*/ 446229 w 553628"/>
                <a:gd name="connsiteY4" fmla="*/ 1675307 h 1675307"/>
                <a:gd name="connsiteX5" fmla="*/ 0 w 553628"/>
                <a:gd name="connsiteY5" fmla="*/ 0 h 1675307"/>
                <a:gd name="connsiteX0" fmla="*/ 0 w 553628"/>
                <a:gd name="connsiteY0" fmla="*/ 0 h 1675307"/>
                <a:gd name="connsiteX1" fmla="*/ 86941 w 553628"/>
                <a:gd name="connsiteY1" fmla="*/ 0 h 1675307"/>
                <a:gd name="connsiteX2" fmla="*/ 553628 w 553628"/>
                <a:gd name="connsiteY2" fmla="*/ 1648054 h 1675307"/>
                <a:gd name="connsiteX3" fmla="*/ 446229 w 553628"/>
                <a:gd name="connsiteY3" fmla="*/ 1675307 h 1675307"/>
                <a:gd name="connsiteX4" fmla="*/ 0 w 553628"/>
                <a:gd name="connsiteY4" fmla="*/ 0 h 1675307"/>
                <a:gd name="connsiteX0" fmla="*/ 0 w 568394"/>
                <a:gd name="connsiteY0" fmla="*/ 0 h 1675307"/>
                <a:gd name="connsiteX1" fmla="*/ 86941 w 568394"/>
                <a:gd name="connsiteY1" fmla="*/ 0 h 1675307"/>
                <a:gd name="connsiteX2" fmla="*/ 526329 w 568394"/>
                <a:gd name="connsiteY2" fmla="*/ 1154973 h 1675307"/>
                <a:gd name="connsiteX3" fmla="*/ 553628 w 568394"/>
                <a:gd name="connsiteY3" fmla="*/ 1648054 h 1675307"/>
                <a:gd name="connsiteX4" fmla="*/ 446229 w 568394"/>
                <a:gd name="connsiteY4" fmla="*/ 1675307 h 1675307"/>
                <a:gd name="connsiteX5" fmla="*/ 0 w 568394"/>
                <a:gd name="connsiteY5" fmla="*/ 0 h 1675307"/>
                <a:gd name="connsiteX0" fmla="*/ 0 w 568394"/>
                <a:gd name="connsiteY0" fmla="*/ 0 h 1675307"/>
                <a:gd name="connsiteX1" fmla="*/ 86941 w 568394"/>
                <a:gd name="connsiteY1" fmla="*/ 0 h 1675307"/>
                <a:gd name="connsiteX2" fmla="*/ 526329 w 568394"/>
                <a:gd name="connsiteY2" fmla="*/ 1154973 h 1675307"/>
                <a:gd name="connsiteX3" fmla="*/ 553628 w 568394"/>
                <a:gd name="connsiteY3" fmla="*/ 1648054 h 1675307"/>
                <a:gd name="connsiteX4" fmla="*/ 446229 w 568394"/>
                <a:gd name="connsiteY4" fmla="*/ 1675307 h 1675307"/>
                <a:gd name="connsiteX5" fmla="*/ 403659 w 568394"/>
                <a:gd name="connsiteY5" fmla="*/ 1131069 h 1675307"/>
                <a:gd name="connsiteX6" fmla="*/ 0 w 568394"/>
                <a:gd name="connsiteY6" fmla="*/ 0 h 1675307"/>
                <a:gd name="connsiteX0" fmla="*/ 0 w 823784"/>
                <a:gd name="connsiteY0" fmla="*/ 0 h 2152497"/>
                <a:gd name="connsiteX1" fmla="*/ 342331 w 823784"/>
                <a:gd name="connsiteY1" fmla="*/ 477190 h 2152497"/>
                <a:gd name="connsiteX2" fmla="*/ 781719 w 823784"/>
                <a:gd name="connsiteY2" fmla="*/ 1632163 h 2152497"/>
                <a:gd name="connsiteX3" fmla="*/ 809018 w 823784"/>
                <a:gd name="connsiteY3" fmla="*/ 2125244 h 2152497"/>
                <a:gd name="connsiteX4" fmla="*/ 701619 w 823784"/>
                <a:gd name="connsiteY4" fmla="*/ 2152497 h 2152497"/>
                <a:gd name="connsiteX5" fmla="*/ 659049 w 823784"/>
                <a:gd name="connsiteY5" fmla="*/ 1608259 h 2152497"/>
                <a:gd name="connsiteX6" fmla="*/ 0 w 823784"/>
                <a:gd name="connsiteY6" fmla="*/ 0 h 2152497"/>
                <a:gd name="connsiteX0" fmla="*/ 0 w 823784"/>
                <a:gd name="connsiteY0" fmla="*/ 0 h 2152497"/>
                <a:gd name="connsiteX1" fmla="*/ 141442 w 823784"/>
                <a:gd name="connsiteY1" fmla="*/ 57954 h 2152497"/>
                <a:gd name="connsiteX2" fmla="*/ 781719 w 823784"/>
                <a:gd name="connsiteY2" fmla="*/ 1632163 h 2152497"/>
                <a:gd name="connsiteX3" fmla="*/ 809018 w 823784"/>
                <a:gd name="connsiteY3" fmla="*/ 2125244 h 2152497"/>
                <a:gd name="connsiteX4" fmla="*/ 701619 w 823784"/>
                <a:gd name="connsiteY4" fmla="*/ 2152497 h 2152497"/>
                <a:gd name="connsiteX5" fmla="*/ 659049 w 823784"/>
                <a:gd name="connsiteY5" fmla="*/ 1608259 h 2152497"/>
                <a:gd name="connsiteX6" fmla="*/ 0 w 823784"/>
                <a:gd name="connsiteY6" fmla="*/ 0 h 2152497"/>
                <a:gd name="connsiteX0" fmla="*/ 0 w 823784"/>
                <a:gd name="connsiteY0" fmla="*/ 0 h 2152497"/>
                <a:gd name="connsiteX1" fmla="*/ 141442 w 823784"/>
                <a:gd name="connsiteY1" fmla="*/ 57954 h 2152497"/>
                <a:gd name="connsiteX2" fmla="*/ 781719 w 823784"/>
                <a:gd name="connsiteY2" fmla="*/ 1632163 h 2152497"/>
                <a:gd name="connsiteX3" fmla="*/ 809018 w 823784"/>
                <a:gd name="connsiteY3" fmla="*/ 2125244 h 2152497"/>
                <a:gd name="connsiteX4" fmla="*/ 701619 w 823784"/>
                <a:gd name="connsiteY4" fmla="*/ 2152497 h 2152497"/>
                <a:gd name="connsiteX5" fmla="*/ 659049 w 823784"/>
                <a:gd name="connsiteY5" fmla="*/ 1608259 h 2152497"/>
                <a:gd name="connsiteX6" fmla="*/ 168623 w 823784"/>
                <a:gd name="connsiteY6" fmla="*/ 882207 h 2152497"/>
                <a:gd name="connsiteX7" fmla="*/ 0 w 823784"/>
                <a:gd name="connsiteY7" fmla="*/ 0 h 2152497"/>
                <a:gd name="connsiteX0" fmla="*/ 0 w 816253"/>
                <a:gd name="connsiteY0" fmla="*/ 0 h 2152497"/>
                <a:gd name="connsiteX1" fmla="*/ 141442 w 816253"/>
                <a:gd name="connsiteY1" fmla="*/ 57954 h 2152497"/>
                <a:gd name="connsiteX2" fmla="*/ 304955 w 816253"/>
                <a:gd name="connsiteY2" fmla="*/ 831145 h 2152497"/>
                <a:gd name="connsiteX3" fmla="*/ 781719 w 816253"/>
                <a:gd name="connsiteY3" fmla="*/ 1632163 h 2152497"/>
                <a:gd name="connsiteX4" fmla="*/ 809018 w 816253"/>
                <a:gd name="connsiteY4" fmla="*/ 2125244 h 2152497"/>
                <a:gd name="connsiteX5" fmla="*/ 701619 w 816253"/>
                <a:gd name="connsiteY5" fmla="*/ 2152497 h 2152497"/>
                <a:gd name="connsiteX6" fmla="*/ 659049 w 816253"/>
                <a:gd name="connsiteY6" fmla="*/ 1608259 h 2152497"/>
                <a:gd name="connsiteX7" fmla="*/ 168623 w 816253"/>
                <a:gd name="connsiteY7" fmla="*/ 882207 h 2152497"/>
                <a:gd name="connsiteX8" fmla="*/ 0 w 816253"/>
                <a:gd name="connsiteY8" fmla="*/ 0 h 2152497"/>
                <a:gd name="connsiteX0" fmla="*/ 0 w 816253"/>
                <a:gd name="connsiteY0" fmla="*/ 0 h 2152497"/>
                <a:gd name="connsiteX1" fmla="*/ 131227 w 816253"/>
                <a:gd name="connsiteY1" fmla="*/ 37503 h 2152497"/>
                <a:gd name="connsiteX2" fmla="*/ 304955 w 816253"/>
                <a:gd name="connsiteY2" fmla="*/ 831145 h 2152497"/>
                <a:gd name="connsiteX3" fmla="*/ 781719 w 816253"/>
                <a:gd name="connsiteY3" fmla="*/ 1632163 h 2152497"/>
                <a:gd name="connsiteX4" fmla="*/ 809018 w 816253"/>
                <a:gd name="connsiteY4" fmla="*/ 2125244 h 2152497"/>
                <a:gd name="connsiteX5" fmla="*/ 701619 w 816253"/>
                <a:gd name="connsiteY5" fmla="*/ 2152497 h 2152497"/>
                <a:gd name="connsiteX6" fmla="*/ 659049 w 816253"/>
                <a:gd name="connsiteY6" fmla="*/ 1608259 h 2152497"/>
                <a:gd name="connsiteX7" fmla="*/ 168623 w 816253"/>
                <a:gd name="connsiteY7" fmla="*/ 882207 h 2152497"/>
                <a:gd name="connsiteX8" fmla="*/ 0 w 816253"/>
                <a:gd name="connsiteY8" fmla="*/ 0 h 2152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6253" h="2152497">
                  <a:moveTo>
                    <a:pt x="0" y="0"/>
                  </a:moveTo>
                  <a:lnTo>
                    <a:pt x="131227" y="37503"/>
                  </a:lnTo>
                  <a:cubicBezTo>
                    <a:pt x="206478" y="168086"/>
                    <a:pt x="198242" y="568777"/>
                    <a:pt x="304955" y="831145"/>
                  </a:cubicBezTo>
                  <a:cubicBezTo>
                    <a:pt x="411668" y="1093513"/>
                    <a:pt x="722134" y="1408538"/>
                    <a:pt x="781719" y="1632163"/>
                  </a:cubicBezTo>
                  <a:cubicBezTo>
                    <a:pt x="841304" y="1855788"/>
                    <a:pt x="804763" y="2034539"/>
                    <a:pt x="809018" y="2125244"/>
                  </a:cubicBezTo>
                  <a:lnTo>
                    <a:pt x="701619" y="2152497"/>
                  </a:lnTo>
                  <a:cubicBezTo>
                    <a:pt x="652214" y="1974478"/>
                    <a:pt x="708454" y="1786278"/>
                    <a:pt x="659049" y="1608259"/>
                  </a:cubicBezTo>
                  <a:cubicBezTo>
                    <a:pt x="555786" y="1344683"/>
                    <a:pt x="271886" y="1145783"/>
                    <a:pt x="168623" y="88220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29C0A5-C247-44A2-9636-3B75E4F9C206}"/>
                </a:ext>
              </a:extLst>
            </p:cNvPr>
            <p:cNvCxnSpPr>
              <a:cxnSpLocks/>
            </p:cNvCxnSpPr>
            <p:nvPr/>
          </p:nvCxnSpPr>
          <p:spPr>
            <a:xfrm>
              <a:off x="12049706" y="3339582"/>
              <a:ext cx="2067398" cy="542326"/>
            </a:xfrm>
            <a:prstGeom prst="line">
              <a:avLst/>
            </a:prstGeom>
            <a:noFill/>
            <a:ln w="1301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C29690A-BCC5-4977-BB80-A548B9445C8B}"/>
                </a:ext>
              </a:extLst>
            </p:cNvPr>
            <p:cNvSpPr/>
            <p:nvPr/>
          </p:nvSpPr>
          <p:spPr>
            <a:xfrm>
              <a:off x="14057321" y="3675396"/>
              <a:ext cx="660539" cy="660539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1DF301A-9386-4131-AB41-7500ACC6BAEE}"/>
                </a:ext>
              </a:extLst>
            </p:cNvPr>
            <p:cNvSpPr/>
            <p:nvPr/>
          </p:nvSpPr>
          <p:spPr>
            <a:xfrm>
              <a:off x="14117104" y="3747432"/>
              <a:ext cx="540971" cy="540971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5F553BD-8BC3-45D9-8CA4-2C6959510937}"/>
                </a:ext>
              </a:extLst>
            </p:cNvPr>
            <p:cNvSpPr/>
            <p:nvPr/>
          </p:nvSpPr>
          <p:spPr>
            <a:xfrm>
              <a:off x="14190838" y="3798621"/>
              <a:ext cx="414087" cy="414087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8000C3E-F7C2-4B79-A4E8-9356C5DD28EC}"/>
                </a:ext>
              </a:extLst>
            </p:cNvPr>
            <p:cNvCxnSpPr>
              <a:cxnSpLocks/>
            </p:cNvCxnSpPr>
            <p:nvPr/>
          </p:nvCxnSpPr>
          <p:spPr>
            <a:xfrm>
              <a:off x="14387589" y="3988605"/>
              <a:ext cx="43298" cy="45168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CD45348-1D3C-41C4-9A41-BF699FC8FDE7}"/>
                </a:ext>
              </a:extLst>
            </p:cNvPr>
            <p:cNvSpPr/>
            <p:nvPr/>
          </p:nvSpPr>
          <p:spPr>
            <a:xfrm rot="17606458">
              <a:off x="12085476" y="3308561"/>
              <a:ext cx="45719" cy="224352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Rectangle 45">
              <a:extLst>
                <a:ext uri="{FF2B5EF4-FFF2-40B4-BE49-F238E27FC236}">
                  <a16:creationId xmlns:a16="http://schemas.microsoft.com/office/drawing/2014/main" id="{D218C136-880C-4709-BD1C-648FF9DA6A18}"/>
                </a:ext>
              </a:extLst>
            </p:cNvPr>
            <p:cNvSpPr/>
            <p:nvPr/>
          </p:nvSpPr>
          <p:spPr>
            <a:xfrm rot="20793547">
              <a:off x="10328819" y="4390787"/>
              <a:ext cx="3142209" cy="376708"/>
            </a:xfrm>
            <a:custGeom>
              <a:avLst/>
              <a:gdLst>
                <a:gd name="connsiteX0" fmla="*/ 0 w 1441949"/>
                <a:gd name="connsiteY0" fmla="*/ 0 h 268081"/>
                <a:gd name="connsiteX1" fmla="*/ 1441949 w 1441949"/>
                <a:gd name="connsiteY1" fmla="*/ 0 h 268081"/>
                <a:gd name="connsiteX2" fmla="*/ 1441949 w 1441949"/>
                <a:gd name="connsiteY2" fmla="*/ 268081 h 268081"/>
                <a:gd name="connsiteX3" fmla="*/ 0 w 1441949"/>
                <a:gd name="connsiteY3" fmla="*/ 268081 h 268081"/>
                <a:gd name="connsiteX4" fmla="*/ 0 w 1441949"/>
                <a:gd name="connsiteY4" fmla="*/ 0 h 268081"/>
                <a:gd name="connsiteX0" fmla="*/ 0 w 2056107"/>
                <a:gd name="connsiteY0" fmla="*/ 0 h 320842"/>
                <a:gd name="connsiteX1" fmla="*/ 1441949 w 2056107"/>
                <a:gd name="connsiteY1" fmla="*/ 0 h 320842"/>
                <a:gd name="connsiteX2" fmla="*/ 2056107 w 2056107"/>
                <a:gd name="connsiteY2" fmla="*/ 320842 h 320842"/>
                <a:gd name="connsiteX3" fmla="*/ 0 w 2056107"/>
                <a:gd name="connsiteY3" fmla="*/ 268081 h 320842"/>
                <a:gd name="connsiteX4" fmla="*/ 0 w 2056107"/>
                <a:gd name="connsiteY4" fmla="*/ 0 h 320842"/>
                <a:gd name="connsiteX0" fmla="*/ 0 w 2056107"/>
                <a:gd name="connsiteY0" fmla="*/ 0 h 320842"/>
                <a:gd name="connsiteX1" fmla="*/ 1671699 w 2056107"/>
                <a:gd name="connsiteY1" fmla="*/ 54908 h 320842"/>
                <a:gd name="connsiteX2" fmla="*/ 2056107 w 2056107"/>
                <a:gd name="connsiteY2" fmla="*/ 320842 h 320842"/>
                <a:gd name="connsiteX3" fmla="*/ 0 w 2056107"/>
                <a:gd name="connsiteY3" fmla="*/ 268081 h 320842"/>
                <a:gd name="connsiteX4" fmla="*/ 0 w 2056107"/>
                <a:gd name="connsiteY4" fmla="*/ 0 h 320842"/>
                <a:gd name="connsiteX0" fmla="*/ 0 w 3071592"/>
                <a:gd name="connsiteY0" fmla="*/ 0 h 399005"/>
                <a:gd name="connsiteX1" fmla="*/ 2687184 w 3071592"/>
                <a:gd name="connsiteY1" fmla="*/ 133071 h 399005"/>
                <a:gd name="connsiteX2" fmla="*/ 3071592 w 3071592"/>
                <a:gd name="connsiteY2" fmla="*/ 399005 h 399005"/>
                <a:gd name="connsiteX3" fmla="*/ 1015485 w 3071592"/>
                <a:gd name="connsiteY3" fmla="*/ 346244 h 399005"/>
                <a:gd name="connsiteX4" fmla="*/ 0 w 3071592"/>
                <a:gd name="connsiteY4" fmla="*/ 0 h 399005"/>
                <a:gd name="connsiteX0" fmla="*/ 0 w 3071592"/>
                <a:gd name="connsiteY0" fmla="*/ 0 h 399005"/>
                <a:gd name="connsiteX1" fmla="*/ 2687184 w 3071592"/>
                <a:gd name="connsiteY1" fmla="*/ 133071 h 399005"/>
                <a:gd name="connsiteX2" fmla="*/ 3071592 w 3071592"/>
                <a:gd name="connsiteY2" fmla="*/ 399005 h 399005"/>
                <a:gd name="connsiteX3" fmla="*/ 368140 w 3071592"/>
                <a:gd name="connsiteY3" fmla="*/ 301220 h 399005"/>
                <a:gd name="connsiteX4" fmla="*/ 0 w 3071592"/>
                <a:gd name="connsiteY4" fmla="*/ 0 h 399005"/>
                <a:gd name="connsiteX0" fmla="*/ 0 w 3142209"/>
                <a:gd name="connsiteY0" fmla="*/ 0 h 376708"/>
                <a:gd name="connsiteX1" fmla="*/ 2687184 w 3142209"/>
                <a:gd name="connsiteY1" fmla="*/ 133071 h 376708"/>
                <a:gd name="connsiteX2" fmla="*/ 3142209 w 3142209"/>
                <a:gd name="connsiteY2" fmla="*/ 376708 h 376708"/>
                <a:gd name="connsiteX3" fmla="*/ 368140 w 3142209"/>
                <a:gd name="connsiteY3" fmla="*/ 301220 h 376708"/>
                <a:gd name="connsiteX4" fmla="*/ 0 w 3142209"/>
                <a:gd name="connsiteY4" fmla="*/ 0 h 376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2209" h="376708">
                  <a:moveTo>
                    <a:pt x="0" y="0"/>
                  </a:moveTo>
                  <a:lnTo>
                    <a:pt x="2687184" y="133071"/>
                  </a:lnTo>
                  <a:lnTo>
                    <a:pt x="3142209" y="376708"/>
                  </a:lnTo>
                  <a:lnTo>
                    <a:pt x="368140" y="3012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11B26A7-F937-4860-842A-A83C368AF9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67340" y="4890002"/>
              <a:ext cx="0" cy="436423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F704601-3A19-45EB-9D36-22FDC439A825}"/>
                </a:ext>
              </a:extLst>
            </p:cNvPr>
            <p:cNvSpPr/>
            <p:nvPr/>
          </p:nvSpPr>
          <p:spPr>
            <a:xfrm rot="2141439" flipV="1">
              <a:off x="10439453" y="5266491"/>
              <a:ext cx="242983" cy="45719"/>
            </a:xfrm>
            <a:prstGeom prst="rect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456A2B1-8C0B-4797-92CF-06379599A2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65460" y="4997503"/>
              <a:ext cx="0" cy="436423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25" name="Rectangle 55">
              <a:extLst>
                <a:ext uri="{FF2B5EF4-FFF2-40B4-BE49-F238E27FC236}">
                  <a16:creationId xmlns:a16="http://schemas.microsoft.com/office/drawing/2014/main" id="{67F6DDC4-F137-42C3-A364-DC2A0F97DA76}"/>
                </a:ext>
              </a:extLst>
            </p:cNvPr>
            <p:cNvSpPr/>
            <p:nvPr/>
          </p:nvSpPr>
          <p:spPr>
            <a:xfrm>
              <a:off x="10742700" y="4392412"/>
              <a:ext cx="2736045" cy="670701"/>
            </a:xfrm>
            <a:custGeom>
              <a:avLst/>
              <a:gdLst>
                <a:gd name="connsiteX0" fmla="*/ 0 w 2353025"/>
                <a:gd name="connsiteY0" fmla="*/ 0 h 80887"/>
                <a:gd name="connsiteX1" fmla="*/ 2353025 w 2353025"/>
                <a:gd name="connsiteY1" fmla="*/ 0 h 80887"/>
                <a:gd name="connsiteX2" fmla="*/ 2353025 w 2353025"/>
                <a:gd name="connsiteY2" fmla="*/ 80887 h 80887"/>
                <a:gd name="connsiteX3" fmla="*/ 0 w 2353025"/>
                <a:gd name="connsiteY3" fmla="*/ 80887 h 80887"/>
                <a:gd name="connsiteX4" fmla="*/ 0 w 2353025"/>
                <a:gd name="connsiteY4" fmla="*/ 0 h 80887"/>
                <a:gd name="connsiteX0" fmla="*/ 0 w 2670525"/>
                <a:gd name="connsiteY0" fmla="*/ 533400 h 614287"/>
                <a:gd name="connsiteX1" fmla="*/ 2670525 w 2670525"/>
                <a:gd name="connsiteY1" fmla="*/ 0 h 614287"/>
                <a:gd name="connsiteX2" fmla="*/ 2353025 w 2670525"/>
                <a:gd name="connsiteY2" fmla="*/ 614287 h 614287"/>
                <a:gd name="connsiteX3" fmla="*/ 0 w 2670525"/>
                <a:gd name="connsiteY3" fmla="*/ 614287 h 614287"/>
                <a:gd name="connsiteX4" fmla="*/ 0 w 2670525"/>
                <a:gd name="connsiteY4" fmla="*/ 533400 h 614287"/>
                <a:gd name="connsiteX0" fmla="*/ 0 w 2670525"/>
                <a:gd name="connsiteY0" fmla="*/ 533400 h 614287"/>
                <a:gd name="connsiteX1" fmla="*/ 2670525 w 2670525"/>
                <a:gd name="connsiteY1" fmla="*/ 0 h 614287"/>
                <a:gd name="connsiteX2" fmla="*/ 2651475 w 2670525"/>
                <a:gd name="connsiteY2" fmla="*/ 87237 h 614287"/>
                <a:gd name="connsiteX3" fmla="*/ 0 w 2670525"/>
                <a:gd name="connsiteY3" fmla="*/ 614287 h 614287"/>
                <a:gd name="connsiteX4" fmla="*/ 0 w 2670525"/>
                <a:gd name="connsiteY4" fmla="*/ 533400 h 614287"/>
                <a:gd name="connsiteX0" fmla="*/ 0 w 2658618"/>
                <a:gd name="connsiteY0" fmla="*/ 523875 h 604762"/>
                <a:gd name="connsiteX1" fmla="*/ 2658618 w 2658618"/>
                <a:gd name="connsiteY1" fmla="*/ 0 h 604762"/>
                <a:gd name="connsiteX2" fmla="*/ 2651475 w 2658618"/>
                <a:gd name="connsiteY2" fmla="*/ 77712 h 604762"/>
                <a:gd name="connsiteX3" fmla="*/ 0 w 2658618"/>
                <a:gd name="connsiteY3" fmla="*/ 604762 h 604762"/>
                <a:gd name="connsiteX4" fmla="*/ 0 w 2658618"/>
                <a:gd name="connsiteY4" fmla="*/ 523875 h 604762"/>
                <a:gd name="connsiteX0" fmla="*/ 0 w 2658618"/>
                <a:gd name="connsiteY0" fmla="*/ 523875 h 614287"/>
                <a:gd name="connsiteX1" fmla="*/ 2658618 w 2658618"/>
                <a:gd name="connsiteY1" fmla="*/ 0 h 614287"/>
                <a:gd name="connsiteX2" fmla="*/ 2651475 w 2658618"/>
                <a:gd name="connsiteY2" fmla="*/ 77712 h 614287"/>
                <a:gd name="connsiteX3" fmla="*/ 0 w 2658618"/>
                <a:gd name="connsiteY3" fmla="*/ 614287 h 614287"/>
                <a:gd name="connsiteX4" fmla="*/ 0 w 2658618"/>
                <a:gd name="connsiteY4" fmla="*/ 523875 h 614287"/>
                <a:gd name="connsiteX0" fmla="*/ 0 w 2741168"/>
                <a:gd name="connsiteY0" fmla="*/ 568325 h 658737"/>
                <a:gd name="connsiteX1" fmla="*/ 2741168 w 2741168"/>
                <a:gd name="connsiteY1" fmla="*/ 0 h 658737"/>
                <a:gd name="connsiteX2" fmla="*/ 2651475 w 2741168"/>
                <a:gd name="connsiteY2" fmla="*/ 122162 h 658737"/>
                <a:gd name="connsiteX3" fmla="*/ 0 w 2741168"/>
                <a:gd name="connsiteY3" fmla="*/ 658737 h 658737"/>
                <a:gd name="connsiteX4" fmla="*/ 0 w 2741168"/>
                <a:gd name="connsiteY4" fmla="*/ 568325 h 658737"/>
                <a:gd name="connsiteX0" fmla="*/ 0 w 2741168"/>
                <a:gd name="connsiteY0" fmla="*/ 568325 h 658737"/>
                <a:gd name="connsiteX1" fmla="*/ 2741168 w 2741168"/>
                <a:gd name="connsiteY1" fmla="*/ 0 h 658737"/>
                <a:gd name="connsiteX2" fmla="*/ 2734025 w 2741168"/>
                <a:gd name="connsiteY2" fmla="*/ 96762 h 658737"/>
                <a:gd name="connsiteX3" fmla="*/ 0 w 2741168"/>
                <a:gd name="connsiteY3" fmla="*/ 658737 h 658737"/>
                <a:gd name="connsiteX4" fmla="*/ 0 w 2741168"/>
                <a:gd name="connsiteY4" fmla="*/ 568325 h 658737"/>
                <a:gd name="connsiteX0" fmla="*/ 0 w 2743550"/>
                <a:gd name="connsiteY0" fmla="*/ 568325 h 658737"/>
                <a:gd name="connsiteX1" fmla="*/ 2741168 w 2743550"/>
                <a:gd name="connsiteY1" fmla="*/ 0 h 658737"/>
                <a:gd name="connsiteX2" fmla="*/ 2743550 w 2743550"/>
                <a:gd name="connsiteY2" fmla="*/ 96762 h 658737"/>
                <a:gd name="connsiteX3" fmla="*/ 0 w 2743550"/>
                <a:gd name="connsiteY3" fmla="*/ 658737 h 658737"/>
                <a:gd name="connsiteX4" fmla="*/ 0 w 2743550"/>
                <a:gd name="connsiteY4" fmla="*/ 568325 h 658737"/>
                <a:gd name="connsiteX0" fmla="*/ 0 w 2743550"/>
                <a:gd name="connsiteY0" fmla="*/ 558072 h 648484"/>
                <a:gd name="connsiteX1" fmla="*/ 2741168 w 2743550"/>
                <a:gd name="connsiteY1" fmla="*/ 0 h 648484"/>
                <a:gd name="connsiteX2" fmla="*/ 2743550 w 2743550"/>
                <a:gd name="connsiteY2" fmla="*/ 86509 h 648484"/>
                <a:gd name="connsiteX3" fmla="*/ 0 w 2743550"/>
                <a:gd name="connsiteY3" fmla="*/ 648484 h 648484"/>
                <a:gd name="connsiteX4" fmla="*/ 0 w 2743550"/>
                <a:gd name="connsiteY4" fmla="*/ 558072 h 648484"/>
                <a:gd name="connsiteX0" fmla="*/ 0 w 2743550"/>
                <a:gd name="connsiteY0" fmla="*/ 568325 h 658737"/>
                <a:gd name="connsiteX1" fmla="*/ 2724081 w 2743550"/>
                <a:gd name="connsiteY1" fmla="*/ 0 h 658737"/>
                <a:gd name="connsiteX2" fmla="*/ 2743550 w 2743550"/>
                <a:gd name="connsiteY2" fmla="*/ 96762 h 658737"/>
                <a:gd name="connsiteX3" fmla="*/ 0 w 2743550"/>
                <a:gd name="connsiteY3" fmla="*/ 658737 h 658737"/>
                <a:gd name="connsiteX4" fmla="*/ 0 w 2743550"/>
                <a:gd name="connsiteY4" fmla="*/ 568325 h 658737"/>
                <a:gd name="connsiteX0" fmla="*/ 0 w 2726463"/>
                <a:gd name="connsiteY0" fmla="*/ 568325 h 658737"/>
                <a:gd name="connsiteX1" fmla="*/ 2724081 w 2726463"/>
                <a:gd name="connsiteY1" fmla="*/ 0 h 658737"/>
                <a:gd name="connsiteX2" fmla="*/ 2726463 w 2726463"/>
                <a:gd name="connsiteY2" fmla="*/ 93345 h 658737"/>
                <a:gd name="connsiteX3" fmla="*/ 0 w 2726463"/>
                <a:gd name="connsiteY3" fmla="*/ 658737 h 658737"/>
                <a:gd name="connsiteX4" fmla="*/ 0 w 2726463"/>
                <a:gd name="connsiteY4" fmla="*/ 568325 h 658737"/>
                <a:gd name="connsiteX0" fmla="*/ 0 w 2724081"/>
                <a:gd name="connsiteY0" fmla="*/ 568325 h 658737"/>
                <a:gd name="connsiteX1" fmla="*/ 2724081 w 2724081"/>
                <a:gd name="connsiteY1" fmla="*/ 0 h 658737"/>
                <a:gd name="connsiteX2" fmla="*/ 2719628 w 2724081"/>
                <a:gd name="connsiteY2" fmla="*/ 93345 h 658737"/>
                <a:gd name="connsiteX3" fmla="*/ 0 w 2724081"/>
                <a:gd name="connsiteY3" fmla="*/ 658737 h 658737"/>
                <a:gd name="connsiteX4" fmla="*/ 0 w 2724081"/>
                <a:gd name="connsiteY4" fmla="*/ 568325 h 658737"/>
                <a:gd name="connsiteX0" fmla="*/ 0 w 2724081"/>
                <a:gd name="connsiteY0" fmla="*/ 568325 h 658737"/>
                <a:gd name="connsiteX1" fmla="*/ 2724081 w 2724081"/>
                <a:gd name="connsiteY1" fmla="*/ 0 h 658737"/>
                <a:gd name="connsiteX2" fmla="*/ 2716211 w 2724081"/>
                <a:gd name="connsiteY2" fmla="*/ 79675 h 658737"/>
                <a:gd name="connsiteX3" fmla="*/ 0 w 2724081"/>
                <a:gd name="connsiteY3" fmla="*/ 658737 h 658737"/>
                <a:gd name="connsiteX4" fmla="*/ 0 w 2724081"/>
                <a:gd name="connsiteY4" fmla="*/ 568325 h 658737"/>
                <a:gd name="connsiteX0" fmla="*/ 0 w 2724081"/>
                <a:gd name="connsiteY0" fmla="*/ 568325 h 658737"/>
                <a:gd name="connsiteX1" fmla="*/ 2724081 w 2724081"/>
                <a:gd name="connsiteY1" fmla="*/ 0 h 658737"/>
                <a:gd name="connsiteX2" fmla="*/ 2716211 w 2724081"/>
                <a:gd name="connsiteY2" fmla="*/ 76258 h 658737"/>
                <a:gd name="connsiteX3" fmla="*/ 0 w 2724081"/>
                <a:gd name="connsiteY3" fmla="*/ 658737 h 658737"/>
                <a:gd name="connsiteX4" fmla="*/ 0 w 2724081"/>
                <a:gd name="connsiteY4" fmla="*/ 568325 h 658737"/>
                <a:gd name="connsiteX0" fmla="*/ 0 w 2724081"/>
                <a:gd name="connsiteY0" fmla="*/ 568325 h 658737"/>
                <a:gd name="connsiteX1" fmla="*/ 2724081 w 2724081"/>
                <a:gd name="connsiteY1" fmla="*/ 0 h 658737"/>
                <a:gd name="connsiteX2" fmla="*/ 2712794 w 2724081"/>
                <a:gd name="connsiteY2" fmla="*/ 76258 h 658737"/>
                <a:gd name="connsiteX3" fmla="*/ 0 w 2724081"/>
                <a:gd name="connsiteY3" fmla="*/ 658737 h 658737"/>
                <a:gd name="connsiteX4" fmla="*/ 0 w 2724081"/>
                <a:gd name="connsiteY4" fmla="*/ 568325 h 658737"/>
                <a:gd name="connsiteX0" fmla="*/ 0 w 2724081"/>
                <a:gd name="connsiteY0" fmla="*/ 568325 h 658737"/>
                <a:gd name="connsiteX1" fmla="*/ 2724081 w 2724081"/>
                <a:gd name="connsiteY1" fmla="*/ 0 h 658737"/>
                <a:gd name="connsiteX2" fmla="*/ 2712794 w 2724081"/>
                <a:gd name="connsiteY2" fmla="*/ 83093 h 658737"/>
                <a:gd name="connsiteX3" fmla="*/ 0 w 2724081"/>
                <a:gd name="connsiteY3" fmla="*/ 658737 h 658737"/>
                <a:gd name="connsiteX4" fmla="*/ 0 w 2724081"/>
                <a:gd name="connsiteY4" fmla="*/ 568325 h 658737"/>
                <a:gd name="connsiteX0" fmla="*/ 0 w 2722372"/>
                <a:gd name="connsiteY0" fmla="*/ 563199 h 653611"/>
                <a:gd name="connsiteX1" fmla="*/ 2722372 w 2722372"/>
                <a:gd name="connsiteY1" fmla="*/ 0 h 653611"/>
                <a:gd name="connsiteX2" fmla="*/ 2712794 w 2722372"/>
                <a:gd name="connsiteY2" fmla="*/ 77967 h 653611"/>
                <a:gd name="connsiteX3" fmla="*/ 0 w 2722372"/>
                <a:gd name="connsiteY3" fmla="*/ 653611 h 653611"/>
                <a:gd name="connsiteX4" fmla="*/ 0 w 2722372"/>
                <a:gd name="connsiteY4" fmla="*/ 563199 h 653611"/>
                <a:gd name="connsiteX0" fmla="*/ 0 w 2713829"/>
                <a:gd name="connsiteY0" fmla="*/ 561490 h 651902"/>
                <a:gd name="connsiteX1" fmla="*/ 2713829 w 2713829"/>
                <a:gd name="connsiteY1" fmla="*/ 0 h 651902"/>
                <a:gd name="connsiteX2" fmla="*/ 2712794 w 2713829"/>
                <a:gd name="connsiteY2" fmla="*/ 76258 h 651902"/>
                <a:gd name="connsiteX3" fmla="*/ 0 w 2713829"/>
                <a:gd name="connsiteY3" fmla="*/ 651902 h 651902"/>
                <a:gd name="connsiteX4" fmla="*/ 0 w 2713829"/>
                <a:gd name="connsiteY4" fmla="*/ 561490 h 651902"/>
                <a:gd name="connsiteX0" fmla="*/ 0 w 2715538"/>
                <a:gd name="connsiteY0" fmla="*/ 563199 h 653611"/>
                <a:gd name="connsiteX1" fmla="*/ 2715538 w 2715538"/>
                <a:gd name="connsiteY1" fmla="*/ 0 h 653611"/>
                <a:gd name="connsiteX2" fmla="*/ 2712794 w 2715538"/>
                <a:gd name="connsiteY2" fmla="*/ 77967 h 653611"/>
                <a:gd name="connsiteX3" fmla="*/ 0 w 2715538"/>
                <a:gd name="connsiteY3" fmla="*/ 653611 h 653611"/>
                <a:gd name="connsiteX4" fmla="*/ 0 w 2715538"/>
                <a:gd name="connsiteY4" fmla="*/ 563199 h 653611"/>
                <a:gd name="connsiteX0" fmla="*/ 13670 w 2729208"/>
                <a:gd name="connsiteY0" fmla="*/ 563199 h 660446"/>
                <a:gd name="connsiteX1" fmla="*/ 2729208 w 2729208"/>
                <a:gd name="connsiteY1" fmla="*/ 0 h 660446"/>
                <a:gd name="connsiteX2" fmla="*/ 2726464 w 2729208"/>
                <a:gd name="connsiteY2" fmla="*/ 77967 h 660446"/>
                <a:gd name="connsiteX3" fmla="*/ 0 w 2729208"/>
                <a:gd name="connsiteY3" fmla="*/ 660446 h 660446"/>
                <a:gd name="connsiteX4" fmla="*/ 13670 w 2729208"/>
                <a:gd name="connsiteY4" fmla="*/ 563199 h 660446"/>
                <a:gd name="connsiteX0" fmla="*/ 0 w 2734334"/>
                <a:gd name="connsiteY0" fmla="*/ 568325 h 660446"/>
                <a:gd name="connsiteX1" fmla="*/ 2734334 w 2734334"/>
                <a:gd name="connsiteY1" fmla="*/ 0 h 660446"/>
                <a:gd name="connsiteX2" fmla="*/ 2731590 w 2734334"/>
                <a:gd name="connsiteY2" fmla="*/ 77967 h 660446"/>
                <a:gd name="connsiteX3" fmla="*/ 5126 w 2734334"/>
                <a:gd name="connsiteY3" fmla="*/ 660446 h 660446"/>
                <a:gd name="connsiteX4" fmla="*/ 0 w 2734334"/>
                <a:gd name="connsiteY4" fmla="*/ 568325 h 660446"/>
                <a:gd name="connsiteX0" fmla="*/ 0 w 2737752"/>
                <a:gd name="connsiteY0" fmla="*/ 573451 h 665572"/>
                <a:gd name="connsiteX1" fmla="*/ 2737752 w 2737752"/>
                <a:gd name="connsiteY1" fmla="*/ 0 h 665572"/>
                <a:gd name="connsiteX2" fmla="*/ 2731590 w 2737752"/>
                <a:gd name="connsiteY2" fmla="*/ 83093 h 665572"/>
                <a:gd name="connsiteX3" fmla="*/ 5126 w 2737752"/>
                <a:gd name="connsiteY3" fmla="*/ 665572 h 665572"/>
                <a:gd name="connsiteX4" fmla="*/ 0 w 2737752"/>
                <a:gd name="connsiteY4" fmla="*/ 573451 h 665572"/>
                <a:gd name="connsiteX0" fmla="*/ 0 w 2736043"/>
                <a:gd name="connsiteY0" fmla="*/ 578577 h 670698"/>
                <a:gd name="connsiteX1" fmla="*/ 2736043 w 2736043"/>
                <a:gd name="connsiteY1" fmla="*/ 0 h 670698"/>
                <a:gd name="connsiteX2" fmla="*/ 2731590 w 2736043"/>
                <a:gd name="connsiteY2" fmla="*/ 88219 h 670698"/>
                <a:gd name="connsiteX3" fmla="*/ 5126 w 2736043"/>
                <a:gd name="connsiteY3" fmla="*/ 670698 h 670698"/>
                <a:gd name="connsiteX4" fmla="*/ 0 w 2736043"/>
                <a:gd name="connsiteY4" fmla="*/ 578577 h 670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36043" h="670698">
                  <a:moveTo>
                    <a:pt x="0" y="578577"/>
                  </a:moveTo>
                  <a:lnTo>
                    <a:pt x="2736043" y="0"/>
                  </a:lnTo>
                  <a:cubicBezTo>
                    <a:pt x="2735128" y="25989"/>
                    <a:pt x="2732505" y="62230"/>
                    <a:pt x="2731590" y="88219"/>
                  </a:cubicBezTo>
                  <a:lnTo>
                    <a:pt x="5126" y="670698"/>
                  </a:lnTo>
                  <a:lnTo>
                    <a:pt x="0" y="578577"/>
                  </a:ln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Rectangle 56">
              <a:extLst>
                <a:ext uri="{FF2B5EF4-FFF2-40B4-BE49-F238E27FC236}">
                  <a16:creationId xmlns:a16="http://schemas.microsoft.com/office/drawing/2014/main" id="{8ADA4AC7-89A1-4939-B788-A86ADE9C9F9B}"/>
                </a:ext>
              </a:extLst>
            </p:cNvPr>
            <p:cNvSpPr/>
            <p:nvPr/>
          </p:nvSpPr>
          <p:spPr>
            <a:xfrm rot="1197214">
              <a:off x="10275931" y="4844873"/>
              <a:ext cx="519068" cy="131397"/>
            </a:xfrm>
            <a:custGeom>
              <a:avLst/>
              <a:gdLst>
                <a:gd name="connsiteX0" fmla="*/ 0 w 291997"/>
                <a:gd name="connsiteY0" fmla="*/ 0 h 45719"/>
                <a:gd name="connsiteX1" fmla="*/ 291997 w 291997"/>
                <a:gd name="connsiteY1" fmla="*/ 0 h 45719"/>
                <a:gd name="connsiteX2" fmla="*/ 291997 w 291997"/>
                <a:gd name="connsiteY2" fmla="*/ 45719 h 45719"/>
                <a:gd name="connsiteX3" fmla="*/ 0 w 291997"/>
                <a:gd name="connsiteY3" fmla="*/ 45719 h 45719"/>
                <a:gd name="connsiteX4" fmla="*/ 0 w 291997"/>
                <a:gd name="connsiteY4" fmla="*/ 0 h 45719"/>
                <a:gd name="connsiteX0" fmla="*/ 0 w 319921"/>
                <a:gd name="connsiteY0" fmla="*/ 0 h 76114"/>
                <a:gd name="connsiteX1" fmla="*/ 291997 w 319921"/>
                <a:gd name="connsiteY1" fmla="*/ 0 h 76114"/>
                <a:gd name="connsiteX2" fmla="*/ 319921 w 319921"/>
                <a:gd name="connsiteY2" fmla="*/ 76114 h 76114"/>
                <a:gd name="connsiteX3" fmla="*/ 0 w 319921"/>
                <a:gd name="connsiteY3" fmla="*/ 45719 h 76114"/>
                <a:gd name="connsiteX4" fmla="*/ 0 w 319921"/>
                <a:gd name="connsiteY4" fmla="*/ 0 h 76114"/>
                <a:gd name="connsiteX0" fmla="*/ 0 w 511132"/>
                <a:gd name="connsiteY0" fmla="*/ 0 h 128294"/>
                <a:gd name="connsiteX1" fmla="*/ 483208 w 511132"/>
                <a:gd name="connsiteY1" fmla="*/ 52180 h 128294"/>
                <a:gd name="connsiteX2" fmla="*/ 511132 w 511132"/>
                <a:gd name="connsiteY2" fmla="*/ 128294 h 128294"/>
                <a:gd name="connsiteX3" fmla="*/ 191211 w 511132"/>
                <a:gd name="connsiteY3" fmla="*/ 97899 h 128294"/>
                <a:gd name="connsiteX4" fmla="*/ 0 w 511132"/>
                <a:gd name="connsiteY4" fmla="*/ 0 h 128294"/>
                <a:gd name="connsiteX0" fmla="*/ 0 w 496210"/>
                <a:gd name="connsiteY0" fmla="*/ 0 h 133711"/>
                <a:gd name="connsiteX1" fmla="*/ 468286 w 496210"/>
                <a:gd name="connsiteY1" fmla="*/ 57597 h 133711"/>
                <a:gd name="connsiteX2" fmla="*/ 496210 w 496210"/>
                <a:gd name="connsiteY2" fmla="*/ 133711 h 133711"/>
                <a:gd name="connsiteX3" fmla="*/ 176289 w 496210"/>
                <a:gd name="connsiteY3" fmla="*/ 103316 h 133711"/>
                <a:gd name="connsiteX4" fmla="*/ 0 w 496210"/>
                <a:gd name="connsiteY4" fmla="*/ 0 h 133711"/>
                <a:gd name="connsiteX0" fmla="*/ 35566 w 531776"/>
                <a:gd name="connsiteY0" fmla="*/ 0 h 133711"/>
                <a:gd name="connsiteX1" fmla="*/ 503852 w 531776"/>
                <a:gd name="connsiteY1" fmla="*/ 57597 h 133711"/>
                <a:gd name="connsiteX2" fmla="*/ 531776 w 531776"/>
                <a:gd name="connsiteY2" fmla="*/ 133711 h 133711"/>
                <a:gd name="connsiteX3" fmla="*/ 0 w 531776"/>
                <a:gd name="connsiteY3" fmla="*/ 105920 h 133711"/>
                <a:gd name="connsiteX4" fmla="*/ 35566 w 531776"/>
                <a:gd name="connsiteY4" fmla="*/ 0 h 133711"/>
                <a:gd name="connsiteX0" fmla="*/ 19 w 496229"/>
                <a:gd name="connsiteY0" fmla="*/ 0 h 133711"/>
                <a:gd name="connsiteX1" fmla="*/ 468305 w 496229"/>
                <a:gd name="connsiteY1" fmla="*/ 57597 h 133711"/>
                <a:gd name="connsiteX2" fmla="*/ 496229 w 496229"/>
                <a:gd name="connsiteY2" fmla="*/ 133711 h 133711"/>
                <a:gd name="connsiteX3" fmla="*/ 0 w 496229"/>
                <a:gd name="connsiteY3" fmla="*/ 82881 h 133711"/>
                <a:gd name="connsiteX4" fmla="*/ 19 w 496229"/>
                <a:gd name="connsiteY4" fmla="*/ 0 h 133711"/>
                <a:gd name="connsiteX0" fmla="*/ 1 w 496211"/>
                <a:gd name="connsiteY0" fmla="*/ 0 h 133711"/>
                <a:gd name="connsiteX1" fmla="*/ 468287 w 496211"/>
                <a:gd name="connsiteY1" fmla="*/ 57597 h 133711"/>
                <a:gd name="connsiteX2" fmla="*/ 496211 w 496211"/>
                <a:gd name="connsiteY2" fmla="*/ 133711 h 133711"/>
                <a:gd name="connsiteX3" fmla="*/ 9752 w 496211"/>
                <a:gd name="connsiteY3" fmla="*/ 72578 h 133711"/>
                <a:gd name="connsiteX4" fmla="*/ 1 w 496211"/>
                <a:gd name="connsiteY4" fmla="*/ 0 h 133711"/>
                <a:gd name="connsiteX0" fmla="*/ 1 w 496211"/>
                <a:gd name="connsiteY0" fmla="*/ 0 h 133711"/>
                <a:gd name="connsiteX1" fmla="*/ 468287 w 496211"/>
                <a:gd name="connsiteY1" fmla="*/ 57597 h 133711"/>
                <a:gd name="connsiteX2" fmla="*/ 496211 w 496211"/>
                <a:gd name="connsiteY2" fmla="*/ 133711 h 133711"/>
                <a:gd name="connsiteX3" fmla="*/ 4050 w 496211"/>
                <a:gd name="connsiteY3" fmla="*/ 84781 h 133711"/>
                <a:gd name="connsiteX4" fmla="*/ 1 w 496211"/>
                <a:gd name="connsiteY4" fmla="*/ 0 h 133711"/>
                <a:gd name="connsiteX0" fmla="*/ 0 w 507064"/>
                <a:gd name="connsiteY0" fmla="*/ 0 h 126393"/>
                <a:gd name="connsiteX1" fmla="*/ 479140 w 507064"/>
                <a:gd name="connsiteY1" fmla="*/ 50279 h 126393"/>
                <a:gd name="connsiteX2" fmla="*/ 507064 w 507064"/>
                <a:gd name="connsiteY2" fmla="*/ 126393 h 126393"/>
                <a:gd name="connsiteX3" fmla="*/ 14903 w 507064"/>
                <a:gd name="connsiteY3" fmla="*/ 77463 h 126393"/>
                <a:gd name="connsiteX4" fmla="*/ 0 w 507064"/>
                <a:gd name="connsiteY4" fmla="*/ 0 h 126393"/>
                <a:gd name="connsiteX0" fmla="*/ 0 w 507064"/>
                <a:gd name="connsiteY0" fmla="*/ 0 h 126393"/>
                <a:gd name="connsiteX1" fmla="*/ 479140 w 507064"/>
                <a:gd name="connsiteY1" fmla="*/ 50279 h 126393"/>
                <a:gd name="connsiteX2" fmla="*/ 507064 w 507064"/>
                <a:gd name="connsiteY2" fmla="*/ 126393 h 126393"/>
                <a:gd name="connsiteX3" fmla="*/ 14902 w 507064"/>
                <a:gd name="connsiteY3" fmla="*/ 77463 h 126393"/>
                <a:gd name="connsiteX4" fmla="*/ 0 w 507064"/>
                <a:gd name="connsiteY4" fmla="*/ 0 h 126393"/>
                <a:gd name="connsiteX0" fmla="*/ 0 w 507064"/>
                <a:gd name="connsiteY0" fmla="*/ 0 h 126393"/>
                <a:gd name="connsiteX1" fmla="*/ 479140 w 507064"/>
                <a:gd name="connsiteY1" fmla="*/ 50279 h 126393"/>
                <a:gd name="connsiteX2" fmla="*/ 507064 w 507064"/>
                <a:gd name="connsiteY2" fmla="*/ 126393 h 126393"/>
                <a:gd name="connsiteX3" fmla="*/ 20871 w 507064"/>
                <a:gd name="connsiteY3" fmla="*/ 75296 h 126393"/>
                <a:gd name="connsiteX4" fmla="*/ 0 w 507064"/>
                <a:gd name="connsiteY4" fmla="*/ 0 h 126393"/>
                <a:gd name="connsiteX0" fmla="*/ 0 w 507064"/>
                <a:gd name="connsiteY0" fmla="*/ 0 h 126393"/>
                <a:gd name="connsiteX1" fmla="*/ 479140 w 507064"/>
                <a:gd name="connsiteY1" fmla="*/ 50279 h 126393"/>
                <a:gd name="connsiteX2" fmla="*/ 507064 w 507064"/>
                <a:gd name="connsiteY2" fmla="*/ 126393 h 126393"/>
                <a:gd name="connsiteX3" fmla="*/ 20871 w 507064"/>
                <a:gd name="connsiteY3" fmla="*/ 75296 h 126393"/>
                <a:gd name="connsiteX4" fmla="*/ 0 w 507064"/>
                <a:gd name="connsiteY4" fmla="*/ 0 h 126393"/>
                <a:gd name="connsiteX0" fmla="*/ 0 w 507064"/>
                <a:gd name="connsiteY0" fmla="*/ 0 h 126393"/>
                <a:gd name="connsiteX1" fmla="*/ 474591 w 507064"/>
                <a:gd name="connsiteY1" fmla="*/ 37430 h 126393"/>
                <a:gd name="connsiteX2" fmla="*/ 507064 w 507064"/>
                <a:gd name="connsiteY2" fmla="*/ 126393 h 126393"/>
                <a:gd name="connsiteX3" fmla="*/ 20871 w 507064"/>
                <a:gd name="connsiteY3" fmla="*/ 75296 h 126393"/>
                <a:gd name="connsiteX4" fmla="*/ 0 w 507064"/>
                <a:gd name="connsiteY4" fmla="*/ 0 h 126393"/>
                <a:gd name="connsiteX0" fmla="*/ 1 w 506208"/>
                <a:gd name="connsiteY0" fmla="*/ 0 h 133984"/>
                <a:gd name="connsiteX1" fmla="*/ 473735 w 506208"/>
                <a:gd name="connsiteY1" fmla="*/ 45021 h 133984"/>
                <a:gd name="connsiteX2" fmla="*/ 506208 w 506208"/>
                <a:gd name="connsiteY2" fmla="*/ 133984 h 133984"/>
                <a:gd name="connsiteX3" fmla="*/ 20015 w 506208"/>
                <a:gd name="connsiteY3" fmla="*/ 82887 h 133984"/>
                <a:gd name="connsiteX4" fmla="*/ 1 w 506208"/>
                <a:gd name="connsiteY4" fmla="*/ 0 h 133984"/>
                <a:gd name="connsiteX0" fmla="*/ 1 w 506208"/>
                <a:gd name="connsiteY0" fmla="*/ 0 h 133984"/>
                <a:gd name="connsiteX1" fmla="*/ 473735 w 506208"/>
                <a:gd name="connsiteY1" fmla="*/ 45021 h 133984"/>
                <a:gd name="connsiteX2" fmla="*/ 506208 w 506208"/>
                <a:gd name="connsiteY2" fmla="*/ 133984 h 133984"/>
                <a:gd name="connsiteX3" fmla="*/ 20015 w 506208"/>
                <a:gd name="connsiteY3" fmla="*/ 82887 h 133984"/>
                <a:gd name="connsiteX4" fmla="*/ 1 w 506208"/>
                <a:gd name="connsiteY4" fmla="*/ 0 h 1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208" h="133984">
                  <a:moveTo>
                    <a:pt x="1" y="0"/>
                  </a:moveTo>
                  <a:lnTo>
                    <a:pt x="473735" y="45021"/>
                  </a:lnTo>
                  <a:lnTo>
                    <a:pt x="506208" y="133984"/>
                  </a:lnTo>
                  <a:lnTo>
                    <a:pt x="20015" y="82887"/>
                  </a:lnTo>
                  <a:cubicBezTo>
                    <a:pt x="20021" y="55260"/>
                    <a:pt x="-5" y="27627"/>
                    <a:pt x="1" y="0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FD13C17-D8AE-4DC7-BD1F-8C9D3135A47C}"/>
                </a:ext>
              </a:extLst>
            </p:cNvPr>
            <p:cNvSpPr/>
            <p:nvPr/>
          </p:nvSpPr>
          <p:spPr>
            <a:xfrm rot="17606458">
              <a:off x="13891626" y="3783452"/>
              <a:ext cx="45719" cy="224352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060C22BA-1272-4D4D-B41E-F48058002542}"/>
              </a:ext>
            </a:extLst>
          </p:cNvPr>
          <p:cNvGrpSpPr/>
          <p:nvPr/>
        </p:nvGrpSpPr>
        <p:grpSpPr>
          <a:xfrm>
            <a:off x="1183435" y="3263968"/>
            <a:ext cx="2639884" cy="4157591"/>
            <a:chOff x="1336803" y="3682307"/>
            <a:chExt cx="1511277" cy="2380132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D1D7479-14DA-498F-B15D-3053CD016E54}"/>
                </a:ext>
              </a:extLst>
            </p:cNvPr>
            <p:cNvGrpSpPr/>
            <p:nvPr/>
          </p:nvGrpSpPr>
          <p:grpSpPr>
            <a:xfrm>
              <a:off x="1637260" y="5072908"/>
              <a:ext cx="594253" cy="868582"/>
              <a:chOff x="10127150" y="4575203"/>
              <a:chExt cx="594253" cy="868582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5A80AB96-E5C3-4992-96D9-86632AE6F3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46960" y="4740309"/>
                <a:ext cx="19319" cy="683047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sp>
            <p:nvSpPr>
              <p:cNvPr id="31" name="Rectangle: Top Corners Rounded 30">
                <a:extLst>
                  <a:ext uri="{FF2B5EF4-FFF2-40B4-BE49-F238E27FC236}">
                    <a16:creationId xmlns:a16="http://schemas.microsoft.com/office/drawing/2014/main" id="{9F757AFF-6F23-4376-B0A0-692A16DDB88B}"/>
                  </a:ext>
                </a:extLst>
              </p:cNvPr>
              <p:cNvSpPr/>
              <p:nvPr/>
            </p:nvSpPr>
            <p:spPr>
              <a:xfrm flipH="1">
                <a:off x="10127150" y="5338933"/>
                <a:ext cx="350446" cy="104852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prstClr val="black"/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3D5EF868-E50D-46D7-8039-C7B14502A01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328057" y="4575203"/>
                <a:ext cx="393346" cy="185500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2BEBD765-5EDD-4214-8004-132E46D1B786}"/>
                </a:ext>
              </a:extLst>
            </p:cNvPr>
            <p:cNvGrpSpPr/>
            <p:nvPr/>
          </p:nvGrpSpPr>
          <p:grpSpPr>
            <a:xfrm>
              <a:off x="1336803" y="3682307"/>
              <a:ext cx="1511277" cy="2380132"/>
              <a:chOff x="8494258" y="151226"/>
              <a:chExt cx="1511277" cy="2380132"/>
            </a:xfrm>
          </p:grpSpPr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C9745530-E56E-494F-9EFB-9469149C5A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28832" y="1541827"/>
                <a:ext cx="0" cy="939166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8C709742-08AF-4158-9CCC-823E4DF17C9C}"/>
                  </a:ext>
                </a:extLst>
              </p:cNvPr>
              <p:cNvSpPr/>
              <p:nvPr/>
            </p:nvSpPr>
            <p:spPr>
              <a:xfrm flipH="1">
                <a:off x="8494258" y="167914"/>
                <a:ext cx="1511277" cy="1458199"/>
              </a:xfrm>
              <a:prstGeom prst="ellipse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AD1E6B53-5990-41C1-85CE-27A3BEFC6E40}"/>
                  </a:ext>
                </a:extLst>
              </p:cNvPr>
              <p:cNvSpPr/>
              <p:nvPr/>
            </p:nvSpPr>
            <p:spPr>
              <a:xfrm flipH="1">
                <a:off x="9351201" y="697001"/>
                <a:ext cx="155650" cy="154602"/>
              </a:xfrm>
              <a:prstGeom prst="ellipse">
                <a:avLst/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3" name="Rectangle: Top Corners Rounded 52">
                <a:extLst>
                  <a:ext uri="{FF2B5EF4-FFF2-40B4-BE49-F238E27FC236}">
                    <a16:creationId xmlns:a16="http://schemas.microsoft.com/office/drawing/2014/main" id="{5E42D6E3-08B3-4FE4-8BE8-E610F879BD3C}"/>
                  </a:ext>
                </a:extLst>
              </p:cNvPr>
              <p:cNvSpPr/>
              <p:nvPr/>
            </p:nvSpPr>
            <p:spPr>
              <a:xfrm flipH="1">
                <a:off x="8790978" y="2307394"/>
                <a:ext cx="398834" cy="119329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prstClr val="black"/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4" name="Rectangle: Top Corners Rounded 53">
                <a:extLst>
                  <a:ext uri="{FF2B5EF4-FFF2-40B4-BE49-F238E27FC236}">
                    <a16:creationId xmlns:a16="http://schemas.microsoft.com/office/drawing/2014/main" id="{33DE4DB8-A21D-4168-9726-E03E58A8E192}"/>
                  </a:ext>
                </a:extLst>
              </p:cNvPr>
              <p:cNvSpPr/>
              <p:nvPr/>
            </p:nvSpPr>
            <p:spPr>
              <a:xfrm flipH="1">
                <a:off x="9144835" y="2412029"/>
                <a:ext cx="398834" cy="119329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prstClr val="black"/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B22E72B6-D614-486A-B0F0-23BA43931796}"/>
                  </a:ext>
                </a:extLst>
              </p:cNvPr>
              <p:cNvSpPr/>
              <p:nvPr/>
            </p:nvSpPr>
            <p:spPr>
              <a:xfrm>
                <a:off x="8648131" y="1349608"/>
                <a:ext cx="369493" cy="289419"/>
              </a:xfrm>
              <a:custGeom>
                <a:avLst/>
                <a:gdLst>
                  <a:gd name="connsiteX0" fmla="*/ 115393 w 649909"/>
                  <a:gd name="connsiteY0" fmla="*/ 0 h 923977"/>
                  <a:gd name="connsiteX1" fmla="*/ 29668 w 649909"/>
                  <a:gd name="connsiteY1" fmla="*/ 438150 h 923977"/>
                  <a:gd name="connsiteX2" fmla="*/ 563068 w 649909"/>
                  <a:gd name="connsiteY2" fmla="*/ 847725 h 923977"/>
                  <a:gd name="connsiteX3" fmla="*/ 648793 w 649909"/>
                  <a:gd name="connsiteY3" fmla="*/ 923925 h 923977"/>
                  <a:gd name="connsiteX4" fmla="*/ 648793 w 649909"/>
                  <a:gd name="connsiteY4" fmla="*/ 923925 h 923977"/>
                  <a:gd name="connsiteX0" fmla="*/ 0 w 620241"/>
                  <a:gd name="connsiteY0" fmla="*/ 0 h 485827"/>
                  <a:gd name="connsiteX1" fmla="*/ 533400 w 620241"/>
                  <a:gd name="connsiteY1" fmla="*/ 409575 h 485827"/>
                  <a:gd name="connsiteX2" fmla="*/ 619125 w 620241"/>
                  <a:gd name="connsiteY2" fmla="*/ 485775 h 485827"/>
                  <a:gd name="connsiteX3" fmla="*/ 619125 w 620241"/>
                  <a:gd name="connsiteY3" fmla="*/ 485775 h 4858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0241" h="485827">
                    <a:moveTo>
                      <a:pt x="0" y="0"/>
                    </a:moveTo>
                    <a:cubicBezTo>
                      <a:pt x="74612" y="141288"/>
                      <a:pt x="430213" y="328613"/>
                      <a:pt x="533400" y="409575"/>
                    </a:cubicBezTo>
                    <a:cubicBezTo>
                      <a:pt x="636587" y="490537"/>
                      <a:pt x="619125" y="485775"/>
                      <a:pt x="619125" y="485775"/>
                    </a:cubicBezTo>
                    <a:lnTo>
                      <a:pt x="619125" y="485775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EACDAA5E-09D9-461E-8D34-ECFD31630CF6}"/>
                  </a:ext>
                </a:extLst>
              </p:cNvPr>
              <p:cNvSpPr/>
              <p:nvPr/>
            </p:nvSpPr>
            <p:spPr>
              <a:xfrm flipH="1">
                <a:off x="9041139" y="961700"/>
                <a:ext cx="110170" cy="113485"/>
              </a:xfrm>
              <a:custGeom>
                <a:avLst/>
                <a:gdLst>
                  <a:gd name="connsiteX0" fmla="*/ 33338 w 209668"/>
                  <a:gd name="connsiteY0" fmla="*/ 0 h 195262"/>
                  <a:gd name="connsiteX1" fmla="*/ 57150 w 209668"/>
                  <a:gd name="connsiteY1" fmla="*/ 14287 h 195262"/>
                  <a:gd name="connsiteX2" fmla="*/ 71438 w 209668"/>
                  <a:gd name="connsiteY2" fmla="*/ 23812 h 195262"/>
                  <a:gd name="connsiteX3" fmla="*/ 114300 w 209668"/>
                  <a:gd name="connsiteY3" fmla="*/ 33337 h 195262"/>
                  <a:gd name="connsiteX4" fmla="*/ 128588 w 209668"/>
                  <a:gd name="connsiteY4" fmla="*/ 42862 h 195262"/>
                  <a:gd name="connsiteX5" fmla="*/ 166688 w 209668"/>
                  <a:gd name="connsiteY5" fmla="*/ 52387 h 195262"/>
                  <a:gd name="connsiteX6" fmla="*/ 200025 w 209668"/>
                  <a:gd name="connsiteY6" fmla="*/ 61912 h 195262"/>
                  <a:gd name="connsiteX7" fmla="*/ 209550 w 209668"/>
                  <a:gd name="connsiteY7" fmla="*/ 76200 h 195262"/>
                  <a:gd name="connsiteX8" fmla="*/ 185738 w 209668"/>
                  <a:gd name="connsiteY8" fmla="*/ 157162 h 195262"/>
                  <a:gd name="connsiteX9" fmla="*/ 166688 w 209668"/>
                  <a:gd name="connsiteY9" fmla="*/ 166687 h 195262"/>
                  <a:gd name="connsiteX10" fmla="*/ 123825 w 209668"/>
                  <a:gd name="connsiteY10" fmla="*/ 185737 h 195262"/>
                  <a:gd name="connsiteX11" fmla="*/ 109538 w 209668"/>
                  <a:gd name="connsiteY11" fmla="*/ 190500 h 195262"/>
                  <a:gd name="connsiteX12" fmla="*/ 95250 w 209668"/>
                  <a:gd name="connsiteY12" fmla="*/ 195262 h 195262"/>
                  <a:gd name="connsiteX13" fmla="*/ 23813 w 209668"/>
                  <a:gd name="connsiteY13" fmla="*/ 190500 h 195262"/>
                  <a:gd name="connsiteX14" fmla="*/ 9525 w 209668"/>
                  <a:gd name="connsiteY14" fmla="*/ 185737 h 195262"/>
                  <a:gd name="connsiteX15" fmla="*/ 0 w 209668"/>
                  <a:gd name="connsiteY15" fmla="*/ 176212 h 195262"/>
                  <a:gd name="connsiteX0" fmla="*/ 33338 w 209668"/>
                  <a:gd name="connsiteY0" fmla="*/ 0 h 195262"/>
                  <a:gd name="connsiteX1" fmla="*/ 57150 w 209668"/>
                  <a:gd name="connsiteY1" fmla="*/ 14287 h 195262"/>
                  <a:gd name="connsiteX2" fmla="*/ 71438 w 209668"/>
                  <a:gd name="connsiteY2" fmla="*/ 23812 h 195262"/>
                  <a:gd name="connsiteX3" fmla="*/ 114300 w 209668"/>
                  <a:gd name="connsiteY3" fmla="*/ 33337 h 195262"/>
                  <a:gd name="connsiteX4" fmla="*/ 128588 w 209668"/>
                  <a:gd name="connsiteY4" fmla="*/ 42862 h 195262"/>
                  <a:gd name="connsiteX5" fmla="*/ 200025 w 209668"/>
                  <a:gd name="connsiteY5" fmla="*/ 61912 h 195262"/>
                  <a:gd name="connsiteX6" fmla="*/ 209550 w 209668"/>
                  <a:gd name="connsiteY6" fmla="*/ 76200 h 195262"/>
                  <a:gd name="connsiteX7" fmla="*/ 185738 w 209668"/>
                  <a:gd name="connsiteY7" fmla="*/ 157162 h 195262"/>
                  <a:gd name="connsiteX8" fmla="*/ 166688 w 209668"/>
                  <a:gd name="connsiteY8" fmla="*/ 166687 h 195262"/>
                  <a:gd name="connsiteX9" fmla="*/ 123825 w 209668"/>
                  <a:gd name="connsiteY9" fmla="*/ 185737 h 195262"/>
                  <a:gd name="connsiteX10" fmla="*/ 109538 w 209668"/>
                  <a:gd name="connsiteY10" fmla="*/ 190500 h 195262"/>
                  <a:gd name="connsiteX11" fmla="*/ 95250 w 209668"/>
                  <a:gd name="connsiteY11" fmla="*/ 195262 h 195262"/>
                  <a:gd name="connsiteX12" fmla="*/ 23813 w 209668"/>
                  <a:gd name="connsiteY12" fmla="*/ 190500 h 195262"/>
                  <a:gd name="connsiteX13" fmla="*/ 9525 w 209668"/>
                  <a:gd name="connsiteY13" fmla="*/ 185737 h 195262"/>
                  <a:gd name="connsiteX14" fmla="*/ 0 w 209668"/>
                  <a:gd name="connsiteY14" fmla="*/ 176212 h 195262"/>
                  <a:gd name="connsiteX0" fmla="*/ 33338 w 202730"/>
                  <a:gd name="connsiteY0" fmla="*/ 0 h 195262"/>
                  <a:gd name="connsiteX1" fmla="*/ 57150 w 202730"/>
                  <a:gd name="connsiteY1" fmla="*/ 14287 h 195262"/>
                  <a:gd name="connsiteX2" fmla="*/ 71438 w 202730"/>
                  <a:gd name="connsiteY2" fmla="*/ 23812 h 195262"/>
                  <a:gd name="connsiteX3" fmla="*/ 114300 w 202730"/>
                  <a:gd name="connsiteY3" fmla="*/ 33337 h 195262"/>
                  <a:gd name="connsiteX4" fmla="*/ 128588 w 202730"/>
                  <a:gd name="connsiteY4" fmla="*/ 42862 h 195262"/>
                  <a:gd name="connsiteX5" fmla="*/ 200025 w 202730"/>
                  <a:gd name="connsiteY5" fmla="*/ 61912 h 195262"/>
                  <a:gd name="connsiteX6" fmla="*/ 185738 w 202730"/>
                  <a:gd name="connsiteY6" fmla="*/ 157162 h 195262"/>
                  <a:gd name="connsiteX7" fmla="*/ 166688 w 202730"/>
                  <a:gd name="connsiteY7" fmla="*/ 166687 h 195262"/>
                  <a:gd name="connsiteX8" fmla="*/ 123825 w 202730"/>
                  <a:gd name="connsiteY8" fmla="*/ 185737 h 195262"/>
                  <a:gd name="connsiteX9" fmla="*/ 109538 w 202730"/>
                  <a:gd name="connsiteY9" fmla="*/ 190500 h 195262"/>
                  <a:gd name="connsiteX10" fmla="*/ 95250 w 202730"/>
                  <a:gd name="connsiteY10" fmla="*/ 195262 h 195262"/>
                  <a:gd name="connsiteX11" fmla="*/ 23813 w 202730"/>
                  <a:gd name="connsiteY11" fmla="*/ 190500 h 195262"/>
                  <a:gd name="connsiteX12" fmla="*/ 9525 w 202730"/>
                  <a:gd name="connsiteY12" fmla="*/ 185737 h 195262"/>
                  <a:gd name="connsiteX13" fmla="*/ 0 w 202730"/>
                  <a:gd name="connsiteY13" fmla="*/ 176212 h 195262"/>
                  <a:gd name="connsiteX0" fmla="*/ 33338 w 207126"/>
                  <a:gd name="connsiteY0" fmla="*/ 0 h 195262"/>
                  <a:gd name="connsiteX1" fmla="*/ 57150 w 207126"/>
                  <a:gd name="connsiteY1" fmla="*/ 14287 h 195262"/>
                  <a:gd name="connsiteX2" fmla="*/ 71438 w 207126"/>
                  <a:gd name="connsiteY2" fmla="*/ 23812 h 195262"/>
                  <a:gd name="connsiteX3" fmla="*/ 114300 w 207126"/>
                  <a:gd name="connsiteY3" fmla="*/ 33337 h 195262"/>
                  <a:gd name="connsiteX4" fmla="*/ 128588 w 207126"/>
                  <a:gd name="connsiteY4" fmla="*/ 42862 h 195262"/>
                  <a:gd name="connsiteX5" fmla="*/ 204787 w 207126"/>
                  <a:gd name="connsiteY5" fmla="*/ 76199 h 195262"/>
                  <a:gd name="connsiteX6" fmla="*/ 185738 w 207126"/>
                  <a:gd name="connsiteY6" fmla="*/ 157162 h 195262"/>
                  <a:gd name="connsiteX7" fmla="*/ 166688 w 207126"/>
                  <a:gd name="connsiteY7" fmla="*/ 166687 h 195262"/>
                  <a:gd name="connsiteX8" fmla="*/ 123825 w 207126"/>
                  <a:gd name="connsiteY8" fmla="*/ 185737 h 195262"/>
                  <a:gd name="connsiteX9" fmla="*/ 109538 w 207126"/>
                  <a:gd name="connsiteY9" fmla="*/ 190500 h 195262"/>
                  <a:gd name="connsiteX10" fmla="*/ 95250 w 207126"/>
                  <a:gd name="connsiteY10" fmla="*/ 195262 h 195262"/>
                  <a:gd name="connsiteX11" fmla="*/ 23813 w 207126"/>
                  <a:gd name="connsiteY11" fmla="*/ 190500 h 195262"/>
                  <a:gd name="connsiteX12" fmla="*/ 9525 w 207126"/>
                  <a:gd name="connsiteY12" fmla="*/ 185737 h 195262"/>
                  <a:gd name="connsiteX13" fmla="*/ 0 w 207126"/>
                  <a:gd name="connsiteY13" fmla="*/ 176212 h 195262"/>
                  <a:gd name="connsiteX0" fmla="*/ 33338 w 207126"/>
                  <a:gd name="connsiteY0" fmla="*/ 0 h 190500"/>
                  <a:gd name="connsiteX1" fmla="*/ 57150 w 207126"/>
                  <a:gd name="connsiteY1" fmla="*/ 14287 h 190500"/>
                  <a:gd name="connsiteX2" fmla="*/ 71438 w 207126"/>
                  <a:gd name="connsiteY2" fmla="*/ 23812 h 190500"/>
                  <a:gd name="connsiteX3" fmla="*/ 114300 w 207126"/>
                  <a:gd name="connsiteY3" fmla="*/ 33337 h 190500"/>
                  <a:gd name="connsiteX4" fmla="*/ 128588 w 207126"/>
                  <a:gd name="connsiteY4" fmla="*/ 42862 h 190500"/>
                  <a:gd name="connsiteX5" fmla="*/ 204787 w 207126"/>
                  <a:gd name="connsiteY5" fmla="*/ 76199 h 190500"/>
                  <a:gd name="connsiteX6" fmla="*/ 185738 w 207126"/>
                  <a:gd name="connsiteY6" fmla="*/ 157162 h 190500"/>
                  <a:gd name="connsiteX7" fmla="*/ 166688 w 207126"/>
                  <a:gd name="connsiteY7" fmla="*/ 166687 h 190500"/>
                  <a:gd name="connsiteX8" fmla="*/ 123825 w 207126"/>
                  <a:gd name="connsiteY8" fmla="*/ 185737 h 190500"/>
                  <a:gd name="connsiteX9" fmla="*/ 109538 w 207126"/>
                  <a:gd name="connsiteY9" fmla="*/ 190500 h 190500"/>
                  <a:gd name="connsiteX10" fmla="*/ 23813 w 207126"/>
                  <a:gd name="connsiteY10" fmla="*/ 190500 h 190500"/>
                  <a:gd name="connsiteX11" fmla="*/ 9525 w 207126"/>
                  <a:gd name="connsiteY11" fmla="*/ 185737 h 190500"/>
                  <a:gd name="connsiteX12" fmla="*/ 0 w 207126"/>
                  <a:gd name="connsiteY12" fmla="*/ 176212 h 190500"/>
                  <a:gd name="connsiteX0" fmla="*/ 33338 w 207126"/>
                  <a:gd name="connsiteY0" fmla="*/ 0 h 190500"/>
                  <a:gd name="connsiteX1" fmla="*/ 57150 w 207126"/>
                  <a:gd name="connsiteY1" fmla="*/ 14287 h 190500"/>
                  <a:gd name="connsiteX2" fmla="*/ 71438 w 207126"/>
                  <a:gd name="connsiteY2" fmla="*/ 23812 h 190500"/>
                  <a:gd name="connsiteX3" fmla="*/ 114300 w 207126"/>
                  <a:gd name="connsiteY3" fmla="*/ 33337 h 190500"/>
                  <a:gd name="connsiteX4" fmla="*/ 128588 w 207126"/>
                  <a:gd name="connsiteY4" fmla="*/ 42862 h 190500"/>
                  <a:gd name="connsiteX5" fmla="*/ 204787 w 207126"/>
                  <a:gd name="connsiteY5" fmla="*/ 76199 h 190500"/>
                  <a:gd name="connsiteX6" fmla="*/ 185738 w 207126"/>
                  <a:gd name="connsiteY6" fmla="*/ 157162 h 190500"/>
                  <a:gd name="connsiteX7" fmla="*/ 166688 w 207126"/>
                  <a:gd name="connsiteY7" fmla="*/ 166687 h 190500"/>
                  <a:gd name="connsiteX8" fmla="*/ 123825 w 207126"/>
                  <a:gd name="connsiteY8" fmla="*/ 185737 h 190500"/>
                  <a:gd name="connsiteX9" fmla="*/ 23813 w 207126"/>
                  <a:gd name="connsiteY9" fmla="*/ 190500 h 190500"/>
                  <a:gd name="connsiteX10" fmla="*/ 9525 w 207126"/>
                  <a:gd name="connsiteY10" fmla="*/ 185737 h 190500"/>
                  <a:gd name="connsiteX11" fmla="*/ 0 w 207126"/>
                  <a:gd name="connsiteY11" fmla="*/ 176212 h 190500"/>
                  <a:gd name="connsiteX0" fmla="*/ 33338 w 207779"/>
                  <a:gd name="connsiteY0" fmla="*/ 0 h 190500"/>
                  <a:gd name="connsiteX1" fmla="*/ 57150 w 207779"/>
                  <a:gd name="connsiteY1" fmla="*/ 14287 h 190500"/>
                  <a:gd name="connsiteX2" fmla="*/ 71438 w 207779"/>
                  <a:gd name="connsiteY2" fmla="*/ 23812 h 190500"/>
                  <a:gd name="connsiteX3" fmla="*/ 114300 w 207779"/>
                  <a:gd name="connsiteY3" fmla="*/ 33337 h 190500"/>
                  <a:gd name="connsiteX4" fmla="*/ 128588 w 207779"/>
                  <a:gd name="connsiteY4" fmla="*/ 42862 h 190500"/>
                  <a:gd name="connsiteX5" fmla="*/ 204787 w 207779"/>
                  <a:gd name="connsiteY5" fmla="*/ 76199 h 190500"/>
                  <a:gd name="connsiteX6" fmla="*/ 185738 w 207779"/>
                  <a:gd name="connsiteY6" fmla="*/ 157162 h 190500"/>
                  <a:gd name="connsiteX7" fmla="*/ 123825 w 207779"/>
                  <a:gd name="connsiteY7" fmla="*/ 185737 h 190500"/>
                  <a:gd name="connsiteX8" fmla="*/ 23813 w 207779"/>
                  <a:gd name="connsiteY8" fmla="*/ 190500 h 190500"/>
                  <a:gd name="connsiteX9" fmla="*/ 9525 w 207779"/>
                  <a:gd name="connsiteY9" fmla="*/ 185737 h 190500"/>
                  <a:gd name="connsiteX10" fmla="*/ 0 w 207779"/>
                  <a:gd name="connsiteY10" fmla="*/ 176212 h 190500"/>
                  <a:gd name="connsiteX0" fmla="*/ 33338 w 207779"/>
                  <a:gd name="connsiteY0" fmla="*/ 0 h 190500"/>
                  <a:gd name="connsiteX1" fmla="*/ 57150 w 207779"/>
                  <a:gd name="connsiteY1" fmla="*/ 14287 h 190500"/>
                  <a:gd name="connsiteX2" fmla="*/ 114300 w 207779"/>
                  <a:gd name="connsiteY2" fmla="*/ 33337 h 190500"/>
                  <a:gd name="connsiteX3" fmla="*/ 128588 w 207779"/>
                  <a:gd name="connsiteY3" fmla="*/ 42862 h 190500"/>
                  <a:gd name="connsiteX4" fmla="*/ 204787 w 207779"/>
                  <a:gd name="connsiteY4" fmla="*/ 76199 h 190500"/>
                  <a:gd name="connsiteX5" fmla="*/ 185738 w 207779"/>
                  <a:gd name="connsiteY5" fmla="*/ 157162 h 190500"/>
                  <a:gd name="connsiteX6" fmla="*/ 123825 w 207779"/>
                  <a:gd name="connsiteY6" fmla="*/ 185737 h 190500"/>
                  <a:gd name="connsiteX7" fmla="*/ 23813 w 207779"/>
                  <a:gd name="connsiteY7" fmla="*/ 190500 h 190500"/>
                  <a:gd name="connsiteX8" fmla="*/ 9525 w 207779"/>
                  <a:gd name="connsiteY8" fmla="*/ 185737 h 190500"/>
                  <a:gd name="connsiteX9" fmla="*/ 0 w 207779"/>
                  <a:gd name="connsiteY9" fmla="*/ 176212 h 190500"/>
                  <a:gd name="connsiteX0" fmla="*/ 33338 w 208748"/>
                  <a:gd name="connsiteY0" fmla="*/ 0 h 190500"/>
                  <a:gd name="connsiteX1" fmla="*/ 57150 w 208748"/>
                  <a:gd name="connsiteY1" fmla="*/ 14287 h 190500"/>
                  <a:gd name="connsiteX2" fmla="*/ 114300 w 208748"/>
                  <a:gd name="connsiteY2" fmla="*/ 33337 h 190500"/>
                  <a:gd name="connsiteX3" fmla="*/ 204787 w 208748"/>
                  <a:gd name="connsiteY3" fmla="*/ 76199 h 190500"/>
                  <a:gd name="connsiteX4" fmla="*/ 185738 w 208748"/>
                  <a:gd name="connsiteY4" fmla="*/ 157162 h 190500"/>
                  <a:gd name="connsiteX5" fmla="*/ 123825 w 208748"/>
                  <a:gd name="connsiteY5" fmla="*/ 185737 h 190500"/>
                  <a:gd name="connsiteX6" fmla="*/ 23813 w 208748"/>
                  <a:gd name="connsiteY6" fmla="*/ 190500 h 190500"/>
                  <a:gd name="connsiteX7" fmla="*/ 9525 w 208748"/>
                  <a:gd name="connsiteY7" fmla="*/ 185737 h 190500"/>
                  <a:gd name="connsiteX8" fmla="*/ 0 w 208748"/>
                  <a:gd name="connsiteY8" fmla="*/ 176212 h 190500"/>
                  <a:gd name="connsiteX0" fmla="*/ 23813 w 199223"/>
                  <a:gd name="connsiteY0" fmla="*/ 0 h 190500"/>
                  <a:gd name="connsiteX1" fmla="*/ 47625 w 199223"/>
                  <a:gd name="connsiteY1" fmla="*/ 14287 h 190500"/>
                  <a:gd name="connsiteX2" fmla="*/ 104775 w 199223"/>
                  <a:gd name="connsiteY2" fmla="*/ 33337 h 190500"/>
                  <a:gd name="connsiteX3" fmla="*/ 195262 w 199223"/>
                  <a:gd name="connsiteY3" fmla="*/ 76199 h 190500"/>
                  <a:gd name="connsiteX4" fmla="*/ 176213 w 199223"/>
                  <a:gd name="connsiteY4" fmla="*/ 157162 h 190500"/>
                  <a:gd name="connsiteX5" fmla="*/ 114300 w 199223"/>
                  <a:gd name="connsiteY5" fmla="*/ 185737 h 190500"/>
                  <a:gd name="connsiteX6" fmla="*/ 14288 w 199223"/>
                  <a:gd name="connsiteY6" fmla="*/ 190500 h 190500"/>
                  <a:gd name="connsiteX7" fmla="*/ 0 w 199223"/>
                  <a:gd name="connsiteY7" fmla="*/ 185737 h 190500"/>
                  <a:gd name="connsiteX0" fmla="*/ 9525 w 184935"/>
                  <a:gd name="connsiteY0" fmla="*/ 0 h 190500"/>
                  <a:gd name="connsiteX1" fmla="*/ 33337 w 184935"/>
                  <a:gd name="connsiteY1" fmla="*/ 14287 h 190500"/>
                  <a:gd name="connsiteX2" fmla="*/ 90487 w 184935"/>
                  <a:gd name="connsiteY2" fmla="*/ 33337 h 190500"/>
                  <a:gd name="connsiteX3" fmla="*/ 180974 w 184935"/>
                  <a:gd name="connsiteY3" fmla="*/ 76199 h 190500"/>
                  <a:gd name="connsiteX4" fmla="*/ 161925 w 184935"/>
                  <a:gd name="connsiteY4" fmla="*/ 157162 h 190500"/>
                  <a:gd name="connsiteX5" fmla="*/ 100012 w 184935"/>
                  <a:gd name="connsiteY5" fmla="*/ 185737 h 190500"/>
                  <a:gd name="connsiteX6" fmla="*/ 0 w 184935"/>
                  <a:gd name="connsiteY6" fmla="*/ 190500 h 190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935" h="190500">
                    <a:moveTo>
                      <a:pt x="9525" y="0"/>
                    </a:moveTo>
                    <a:cubicBezTo>
                      <a:pt x="17462" y="4762"/>
                      <a:pt x="19843" y="8731"/>
                      <a:pt x="33337" y="14287"/>
                    </a:cubicBezTo>
                    <a:cubicBezTo>
                      <a:pt x="46831" y="19843"/>
                      <a:pt x="65881" y="23018"/>
                      <a:pt x="90487" y="33337"/>
                    </a:cubicBezTo>
                    <a:cubicBezTo>
                      <a:pt x="115093" y="43656"/>
                      <a:pt x="169068" y="55562"/>
                      <a:pt x="180974" y="76199"/>
                    </a:cubicBezTo>
                    <a:cubicBezTo>
                      <a:pt x="192880" y="96836"/>
                      <a:pt x="175419" y="138906"/>
                      <a:pt x="161925" y="157162"/>
                    </a:cubicBezTo>
                    <a:cubicBezTo>
                      <a:pt x="148431" y="175418"/>
                      <a:pt x="126999" y="180181"/>
                      <a:pt x="100012" y="185737"/>
                    </a:cubicBezTo>
                    <a:cubicBezTo>
                      <a:pt x="73025" y="191293"/>
                      <a:pt x="33337" y="188912"/>
                      <a:pt x="0" y="190500"/>
                    </a:cubicBezTo>
                  </a:path>
                </a:pathLst>
              </a:cu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90A7B334-B0DA-4B09-BAE6-5A0513B5AFA8}"/>
                  </a:ext>
                </a:extLst>
              </p:cNvPr>
              <p:cNvSpPr/>
              <p:nvPr/>
            </p:nvSpPr>
            <p:spPr>
              <a:xfrm flipH="1">
                <a:off x="8825419" y="697001"/>
                <a:ext cx="155650" cy="154602"/>
              </a:xfrm>
              <a:prstGeom prst="ellipse">
                <a:avLst/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4C09BC4F-9DB0-4D7E-8D84-EA5940A91EFC}"/>
                  </a:ext>
                </a:extLst>
              </p:cNvPr>
              <p:cNvSpPr/>
              <p:nvPr/>
            </p:nvSpPr>
            <p:spPr>
              <a:xfrm flipH="1">
                <a:off x="9363350" y="734412"/>
                <a:ext cx="59577" cy="77721"/>
              </a:xfrm>
              <a:prstGeom prst="ellipse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F065AC90-08FE-4C26-A854-41DBC6B6FE41}"/>
                  </a:ext>
                </a:extLst>
              </p:cNvPr>
              <p:cNvSpPr/>
              <p:nvPr/>
            </p:nvSpPr>
            <p:spPr>
              <a:xfrm flipH="1">
                <a:off x="8843667" y="731065"/>
                <a:ext cx="59577" cy="77721"/>
              </a:xfrm>
              <a:prstGeom prst="ellipse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FECC551D-C5A1-4129-A29C-5CE6ADB2F2C9}"/>
                  </a:ext>
                </a:extLst>
              </p:cNvPr>
              <p:cNvSpPr/>
              <p:nvPr/>
            </p:nvSpPr>
            <p:spPr>
              <a:xfrm rot="21354287">
                <a:off x="9770611" y="461319"/>
                <a:ext cx="202070" cy="256470"/>
              </a:xfrm>
              <a:custGeom>
                <a:avLst/>
                <a:gdLst>
                  <a:gd name="connsiteX0" fmla="*/ 0 w 205192"/>
                  <a:gd name="connsiteY0" fmla="*/ 0 h 305266"/>
                  <a:gd name="connsiteX1" fmla="*/ 95531 w 205192"/>
                  <a:gd name="connsiteY1" fmla="*/ 0 h 305266"/>
                  <a:gd name="connsiteX2" fmla="*/ 149297 w 205192"/>
                  <a:gd name="connsiteY2" fmla="*/ 95577 h 305266"/>
                  <a:gd name="connsiteX3" fmla="*/ 194007 w 205192"/>
                  <a:gd name="connsiteY3" fmla="*/ 234551 h 305266"/>
                  <a:gd name="connsiteX4" fmla="*/ 205192 w 205192"/>
                  <a:gd name="connsiteY4" fmla="*/ 305266 h 305266"/>
                  <a:gd name="connsiteX5" fmla="*/ 0 w 205192"/>
                  <a:gd name="connsiteY5" fmla="*/ 305266 h 305266"/>
                  <a:gd name="connsiteX6" fmla="*/ 0 w 205192"/>
                  <a:gd name="connsiteY6" fmla="*/ 0 h 3052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5192" h="305266">
                    <a:moveTo>
                      <a:pt x="0" y="0"/>
                    </a:moveTo>
                    <a:lnTo>
                      <a:pt x="95531" y="0"/>
                    </a:lnTo>
                    <a:lnTo>
                      <a:pt x="149297" y="95577"/>
                    </a:lnTo>
                    <a:cubicBezTo>
                      <a:pt x="168711" y="139865"/>
                      <a:pt x="183786" y="186355"/>
                      <a:pt x="194007" y="234551"/>
                    </a:cubicBezTo>
                    <a:lnTo>
                      <a:pt x="205192" y="305266"/>
                    </a:lnTo>
                    <a:lnTo>
                      <a:pt x="0" y="3052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EBDC1D62-08CD-4E40-9027-17AC67220C54}"/>
                  </a:ext>
                </a:extLst>
              </p:cNvPr>
              <p:cNvSpPr/>
              <p:nvPr/>
            </p:nvSpPr>
            <p:spPr>
              <a:xfrm rot="233026" flipH="1">
                <a:off x="8532084" y="457617"/>
                <a:ext cx="136316" cy="290086"/>
              </a:xfrm>
              <a:custGeom>
                <a:avLst/>
                <a:gdLst>
                  <a:gd name="connsiteX0" fmla="*/ 27335 w 122225"/>
                  <a:gd name="connsiteY0" fmla="*/ 0 h 264148"/>
                  <a:gd name="connsiteX1" fmla="*/ 0 w 122225"/>
                  <a:gd name="connsiteY1" fmla="*/ 0 h 264148"/>
                  <a:gd name="connsiteX2" fmla="*/ 43973 w 122225"/>
                  <a:gd name="connsiteY2" fmla="*/ 88634 h 264148"/>
                  <a:gd name="connsiteX3" fmla="*/ 82660 w 122225"/>
                  <a:gd name="connsiteY3" fmla="*/ 224990 h 264148"/>
                  <a:gd name="connsiteX4" fmla="*/ 88122 w 122225"/>
                  <a:gd name="connsiteY4" fmla="*/ 264148 h 264148"/>
                  <a:gd name="connsiteX5" fmla="*/ 122225 w 122225"/>
                  <a:gd name="connsiteY5" fmla="*/ 264148 h 264148"/>
                  <a:gd name="connsiteX6" fmla="*/ 112547 w 122225"/>
                  <a:gd name="connsiteY6" fmla="*/ 202958 h 264148"/>
                  <a:gd name="connsiteX7" fmla="*/ 73859 w 122225"/>
                  <a:gd name="connsiteY7" fmla="*/ 82703 h 264148"/>
                  <a:gd name="connsiteX8" fmla="*/ 27335 w 122225"/>
                  <a:gd name="connsiteY8" fmla="*/ 0 h 264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225" h="264148">
                    <a:moveTo>
                      <a:pt x="27335" y="0"/>
                    </a:moveTo>
                    <a:lnTo>
                      <a:pt x="0" y="0"/>
                    </a:lnTo>
                    <a:lnTo>
                      <a:pt x="43973" y="88634"/>
                    </a:lnTo>
                    <a:cubicBezTo>
                      <a:pt x="60772" y="132088"/>
                      <a:pt x="73816" y="177702"/>
                      <a:pt x="82660" y="224990"/>
                    </a:cubicBezTo>
                    <a:lnTo>
                      <a:pt x="88122" y="264148"/>
                    </a:lnTo>
                    <a:lnTo>
                      <a:pt x="122225" y="264148"/>
                    </a:lnTo>
                    <a:lnTo>
                      <a:pt x="112547" y="202958"/>
                    </a:lnTo>
                    <a:cubicBezTo>
                      <a:pt x="103703" y="161254"/>
                      <a:pt x="90658" y="121026"/>
                      <a:pt x="73859" y="82703"/>
                    </a:cubicBezTo>
                    <a:lnTo>
                      <a:pt x="27335" y="0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E9AADA88-0EB4-4380-BA65-79DEBAC5F703}"/>
                  </a:ext>
                </a:extLst>
              </p:cNvPr>
              <p:cNvSpPr/>
              <p:nvPr/>
            </p:nvSpPr>
            <p:spPr>
              <a:xfrm>
                <a:off x="8635605" y="151226"/>
                <a:ext cx="1228582" cy="315649"/>
              </a:xfrm>
              <a:custGeom>
                <a:avLst/>
                <a:gdLst>
                  <a:gd name="connsiteX0" fmla="*/ 647190 w 1294381"/>
                  <a:gd name="connsiteY0" fmla="*/ 0 h 358077"/>
                  <a:gd name="connsiteX1" fmla="*/ 1273778 w 1294381"/>
                  <a:gd name="connsiteY1" fmla="*/ 321453 h 358077"/>
                  <a:gd name="connsiteX2" fmla="*/ 1294381 w 1294381"/>
                  <a:gd name="connsiteY2" fmla="*/ 358077 h 358077"/>
                  <a:gd name="connsiteX3" fmla="*/ 0 w 1294381"/>
                  <a:gd name="connsiteY3" fmla="*/ 358077 h 358077"/>
                  <a:gd name="connsiteX4" fmla="*/ 20602 w 1294381"/>
                  <a:gd name="connsiteY4" fmla="*/ 321453 h 358077"/>
                  <a:gd name="connsiteX5" fmla="*/ 647190 w 1294381"/>
                  <a:gd name="connsiteY5" fmla="*/ 0 h 3580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94381" h="358077">
                    <a:moveTo>
                      <a:pt x="647190" y="0"/>
                    </a:moveTo>
                    <a:cubicBezTo>
                      <a:pt x="908020" y="0"/>
                      <a:pt x="1137984" y="127511"/>
                      <a:pt x="1273778" y="321453"/>
                    </a:cubicBezTo>
                    <a:lnTo>
                      <a:pt x="1294381" y="358077"/>
                    </a:lnTo>
                    <a:lnTo>
                      <a:pt x="0" y="358077"/>
                    </a:lnTo>
                    <a:lnTo>
                      <a:pt x="20602" y="321453"/>
                    </a:lnTo>
                    <a:cubicBezTo>
                      <a:pt x="156396" y="127511"/>
                      <a:pt x="386360" y="0"/>
                      <a:pt x="647190" y="0"/>
                    </a:cubicBezTo>
                    <a:close/>
                  </a:path>
                </a:pathLst>
              </a:custGeom>
              <a:solidFill>
                <a:sysClr val="windowText" lastClr="000000"/>
              </a:solid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58F79EF4-55CB-4B3E-95A1-21EE345E9A44}"/>
                </a:ext>
              </a:extLst>
            </p:cNvPr>
            <p:cNvGrpSpPr/>
            <p:nvPr/>
          </p:nvGrpSpPr>
          <p:grpSpPr>
            <a:xfrm rot="20818981">
              <a:off x="2077443" y="4748545"/>
              <a:ext cx="187609" cy="527463"/>
              <a:chOff x="8807757" y="4706417"/>
              <a:chExt cx="223522" cy="628435"/>
            </a:xfrm>
          </p:grpSpPr>
          <p:sp>
            <p:nvSpPr>
              <p:cNvPr id="65" name="Rectangle: Rounded Corners 64">
                <a:extLst>
                  <a:ext uri="{FF2B5EF4-FFF2-40B4-BE49-F238E27FC236}">
                    <a16:creationId xmlns:a16="http://schemas.microsoft.com/office/drawing/2014/main" id="{18254866-0800-42A8-A1C3-07774C45BB0A}"/>
                  </a:ext>
                </a:extLst>
              </p:cNvPr>
              <p:cNvSpPr/>
              <p:nvPr/>
            </p:nvSpPr>
            <p:spPr>
              <a:xfrm>
                <a:off x="8807765" y="4716307"/>
                <a:ext cx="223514" cy="618545"/>
              </a:xfrm>
              <a:prstGeom prst="roundRect">
                <a:avLst/>
              </a:prstGeom>
              <a:solidFill>
                <a:srgbClr val="4472C4">
                  <a:lumMod val="20000"/>
                  <a:lumOff val="80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89F5E92-3911-4002-B64A-C08D62C1B461}"/>
                  </a:ext>
                </a:extLst>
              </p:cNvPr>
              <p:cNvSpPr/>
              <p:nvPr/>
            </p:nvSpPr>
            <p:spPr>
              <a:xfrm>
                <a:off x="8807757" y="4706417"/>
                <a:ext cx="223514" cy="142270"/>
              </a:xfrm>
              <a:custGeom>
                <a:avLst/>
                <a:gdLst>
                  <a:gd name="connsiteX0" fmla="*/ 68968 w 413798"/>
                  <a:gd name="connsiteY0" fmla="*/ 0 h 263389"/>
                  <a:gd name="connsiteX1" fmla="*/ 344830 w 413798"/>
                  <a:gd name="connsiteY1" fmla="*/ 0 h 263389"/>
                  <a:gd name="connsiteX2" fmla="*/ 413798 w 413798"/>
                  <a:gd name="connsiteY2" fmla="*/ 68968 h 263389"/>
                  <a:gd name="connsiteX3" fmla="*/ 413798 w 413798"/>
                  <a:gd name="connsiteY3" fmla="*/ 260427 h 263389"/>
                  <a:gd name="connsiteX4" fmla="*/ 14671 w 413798"/>
                  <a:gd name="connsiteY4" fmla="*/ 260427 h 263389"/>
                  <a:gd name="connsiteX5" fmla="*/ 0 w 413798"/>
                  <a:gd name="connsiteY5" fmla="*/ 263389 h 263389"/>
                  <a:gd name="connsiteX6" fmla="*/ 0 w 413798"/>
                  <a:gd name="connsiteY6" fmla="*/ 68968 h 263389"/>
                  <a:gd name="connsiteX7" fmla="*/ 68968 w 413798"/>
                  <a:gd name="connsiteY7" fmla="*/ 0 h 263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3798" h="263389">
                    <a:moveTo>
                      <a:pt x="68968" y="0"/>
                    </a:moveTo>
                    <a:lnTo>
                      <a:pt x="344830" y="0"/>
                    </a:lnTo>
                    <a:cubicBezTo>
                      <a:pt x="382920" y="0"/>
                      <a:pt x="413798" y="30878"/>
                      <a:pt x="413798" y="68968"/>
                    </a:cubicBezTo>
                    <a:lnTo>
                      <a:pt x="413798" y="260427"/>
                    </a:lnTo>
                    <a:lnTo>
                      <a:pt x="14671" y="260427"/>
                    </a:lnTo>
                    <a:lnTo>
                      <a:pt x="0" y="263389"/>
                    </a:lnTo>
                    <a:lnTo>
                      <a:pt x="0" y="68968"/>
                    </a:lnTo>
                    <a:cubicBezTo>
                      <a:pt x="0" y="30878"/>
                      <a:pt x="30878" y="0"/>
                      <a:pt x="68968" y="0"/>
                    </a:cubicBezTo>
                    <a:close/>
                  </a:path>
                </a:pathLst>
              </a:cu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916DA56D-C10F-4F09-83E4-272C0D040F3A}"/>
                </a:ext>
              </a:extLst>
            </p:cNvPr>
            <p:cNvSpPr/>
            <p:nvPr/>
          </p:nvSpPr>
          <p:spPr>
            <a:xfrm rot="1782565" flipH="1">
              <a:off x="2257161" y="4639855"/>
              <a:ext cx="387166" cy="550435"/>
            </a:xfrm>
            <a:custGeom>
              <a:avLst/>
              <a:gdLst>
                <a:gd name="connsiteX0" fmla="*/ 115393 w 649909"/>
                <a:gd name="connsiteY0" fmla="*/ 0 h 923977"/>
                <a:gd name="connsiteX1" fmla="*/ 29668 w 649909"/>
                <a:gd name="connsiteY1" fmla="*/ 438150 h 923977"/>
                <a:gd name="connsiteX2" fmla="*/ 563068 w 649909"/>
                <a:gd name="connsiteY2" fmla="*/ 847725 h 923977"/>
                <a:gd name="connsiteX3" fmla="*/ 648793 w 649909"/>
                <a:gd name="connsiteY3" fmla="*/ 923925 h 923977"/>
                <a:gd name="connsiteX4" fmla="*/ 648793 w 649909"/>
                <a:gd name="connsiteY4" fmla="*/ 923925 h 923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9909" h="923977">
                  <a:moveTo>
                    <a:pt x="115393" y="0"/>
                  </a:moveTo>
                  <a:cubicBezTo>
                    <a:pt x="35224" y="148431"/>
                    <a:pt x="-44945" y="296863"/>
                    <a:pt x="29668" y="438150"/>
                  </a:cubicBezTo>
                  <a:cubicBezTo>
                    <a:pt x="104280" y="579438"/>
                    <a:pt x="459881" y="766763"/>
                    <a:pt x="563068" y="847725"/>
                  </a:cubicBezTo>
                  <a:cubicBezTo>
                    <a:pt x="666255" y="928687"/>
                    <a:pt x="648793" y="923925"/>
                    <a:pt x="648793" y="923925"/>
                  </a:cubicBezTo>
                  <a:lnTo>
                    <a:pt x="648793" y="923925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70" name="mouthwhite">
            <a:hlinkClick r:id="" action="ppaction://media"/>
            <a:extLst>
              <a:ext uri="{FF2B5EF4-FFF2-40B4-BE49-F238E27FC236}">
                <a16:creationId xmlns:a16="http://schemas.microsoft.com/office/drawing/2014/main" id="{CDB885AE-9947-4D0B-9F44-EBA8DD682C98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96" end="2805.3"/>
                </p14:media>
              </p:ext>
            </p:extLst>
          </p:nvPr>
        </p:nvPicPr>
        <p:blipFill rotWithShape="1">
          <a:blip r:embed="rId6"/>
          <a:srcRect l="50000" t="21029" r="43704" b="69424"/>
          <a:stretch>
            <a:fillRect/>
          </a:stretch>
        </p:blipFill>
        <p:spPr>
          <a:xfrm flipH="1">
            <a:off x="2244141" y="4955191"/>
            <a:ext cx="211528" cy="180421"/>
          </a:xfrm>
          <a:prstGeom prst="rect">
            <a:avLst/>
          </a:prstGeom>
        </p:spPr>
      </p:pic>
      <p:sp>
        <p:nvSpPr>
          <p:cNvPr id="77" name="Arc 76">
            <a:extLst>
              <a:ext uri="{FF2B5EF4-FFF2-40B4-BE49-F238E27FC236}">
                <a16:creationId xmlns:a16="http://schemas.microsoft.com/office/drawing/2014/main" id="{C631B1AC-724F-4B1D-ACD8-F20505B02E60}"/>
              </a:ext>
            </a:extLst>
          </p:cNvPr>
          <p:cNvSpPr/>
          <p:nvPr/>
        </p:nvSpPr>
        <p:spPr>
          <a:xfrm rot="19474136">
            <a:off x="2557953" y="3993406"/>
            <a:ext cx="618378" cy="618378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8" name="ttsMP3.com_VoiceText_2025-1-8_23-5-56">
            <a:hlinkClick r:id="" action="ppaction://media"/>
            <a:extLst>
              <a:ext uri="{FF2B5EF4-FFF2-40B4-BE49-F238E27FC236}">
                <a16:creationId xmlns:a16="http://schemas.microsoft.com/office/drawing/2014/main" id="{06AF1011-E9D8-4DE1-94F6-03A6D6A63EC2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7610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15" fill="hold"/>
                                        <p:tgtEl>
                                          <p:spTgt spid="7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1920" fill="hold"/>
                                        <p:tgtEl>
                                          <p:spTgt spid="7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3" dur="1" fill="hold"/>
                                        <p:tgtEl>
                                          <p:spTgt spid="7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video>
              <p:cMediaNode vol="80000" showWhenStopped="0">
                <p:cTn id="14" fill="hold" display="0">
                  <p:stCondLst>
                    <p:cond delay="indefinite"/>
                  </p:stCondLst>
                </p:cTn>
                <p:tgtEl>
                  <p:spTgt spid="70"/>
                </p:tgtEl>
              </p:cMediaNode>
            </p:video>
            <p:audio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8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4539AB4-53CA-4E51-A019-70A8845828EE}"/>
              </a:ext>
            </a:extLst>
          </p:cNvPr>
          <p:cNvGrpSpPr/>
          <p:nvPr/>
        </p:nvGrpSpPr>
        <p:grpSpPr>
          <a:xfrm>
            <a:off x="-2191966" y="2567751"/>
            <a:ext cx="8804961" cy="5225646"/>
            <a:chOff x="10275931" y="2812769"/>
            <a:chExt cx="4441929" cy="2636235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58F4E054-BD32-4E37-9C1A-E1B9CE96C335}"/>
                </a:ext>
              </a:extLst>
            </p:cNvPr>
            <p:cNvSpPr/>
            <p:nvPr/>
          </p:nvSpPr>
          <p:spPr>
            <a:xfrm rot="17454740">
              <a:off x="13950953" y="5243136"/>
              <a:ext cx="179733" cy="232004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E5C0A62-1346-4D8E-89F2-FC35568F53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02109" y="4373533"/>
              <a:ext cx="0" cy="436423"/>
            </a:xfrm>
            <a:prstGeom prst="line">
              <a:avLst/>
            </a:prstGeom>
            <a:solidFill>
              <a:sysClr val="windowText" lastClr="000000"/>
            </a:solidFill>
            <a:ln w="762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A245DCD-07C5-4A22-A066-7B6CC1342EA5}"/>
                </a:ext>
              </a:extLst>
            </p:cNvPr>
            <p:cNvSpPr/>
            <p:nvPr/>
          </p:nvSpPr>
          <p:spPr>
            <a:xfrm rot="1296428" flipV="1">
              <a:off x="13096030" y="4760444"/>
              <a:ext cx="242983" cy="45719"/>
            </a:xfrm>
            <a:prstGeom prst="rect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33115D9-DC90-4674-92F2-82C80F39B0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340415" y="4453579"/>
              <a:ext cx="0" cy="436423"/>
            </a:xfrm>
            <a:prstGeom prst="line">
              <a:avLst/>
            </a:prstGeom>
            <a:solidFill>
              <a:sysClr val="windowText" lastClr="000000"/>
            </a:solidFill>
            <a:ln w="762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7F081AE-5914-4AA0-96D7-92F604E3637E}"/>
                </a:ext>
              </a:extLst>
            </p:cNvPr>
            <p:cNvSpPr/>
            <p:nvPr/>
          </p:nvSpPr>
          <p:spPr>
            <a:xfrm rot="1592515">
              <a:off x="14075690" y="3525033"/>
              <a:ext cx="45719" cy="440315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F459D49-E9D3-4631-A457-69B640B5EF9A}"/>
                </a:ext>
              </a:extLst>
            </p:cNvPr>
            <p:cNvCxnSpPr>
              <a:cxnSpLocks/>
            </p:cNvCxnSpPr>
            <p:nvPr/>
          </p:nvCxnSpPr>
          <p:spPr>
            <a:xfrm>
              <a:off x="12186950" y="4011790"/>
              <a:ext cx="1999502" cy="532443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349DAA7-919F-4335-9425-4BAD861ACD5B}"/>
                </a:ext>
              </a:extLst>
            </p:cNvPr>
            <p:cNvCxnSpPr>
              <a:cxnSpLocks/>
            </p:cNvCxnSpPr>
            <p:nvPr/>
          </p:nvCxnSpPr>
          <p:spPr>
            <a:xfrm>
              <a:off x="12192000" y="4154147"/>
              <a:ext cx="1994452" cy="517602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10" name="Rectangle 27">
              <a:extLst>
                <a:ext uri="{FF2B5EF4-FFF2-40B4-BE49-F238E27FC236}">
                  <a16:creationId xmlns:a16="http://schemas.microsoft.com/office/drawing/2014/main" id="{15243EBB-034D-49F1-89DF-6CAC278B7920}"/>
                </a:ext>
              </a:extLst>
            </p:cNvPr>
            <p:cNvSpPr/>
            <p:nvPr/>
          </p:nvSpPr>
          <p:spPr>
            <a:xfrm rot="2093155">
              <a:off x="11815070" y="2812769"/>
              <a:ext cx="743761" cy="1713321"/>
            </a:xfrm>
            <a:custGeom>
              <a:avLst/>
              <a:gdLst>
                <a:gd name="connsiteX0" fmla="*/ 0 w 86941"/>
                <a:gd name="connsiteY0" fmla="*/ 0 h 1208263"/>
                <a:gd name="connsiteX1" fmla="*/ 86941 w 86941"/>
                <a:gd name="connsiteY1" fmla="*/ 0 h 1208263"/>
                <a:gd name="connsiteX2" fmla="*/ 86941 w 86941"/>
                <a:gd name="connsiteY2" fmla="*/ 1208263 h 1208263"/>
                <a:gd name="connsiteX3" fmla="*/ 0 w 86941"/>
                <a:gd name="connsiteY3" fmla="*/ 1208263 h 1208263"/>
                <a:gd name="connsiteX4" fmla="*/ 0 w 86941"/>
                <a:gd name="connsiteY4" fmla="*/ 0 h 1208263"/>
                <a:gd name="connsiteX0" fmla="*/ 0 w 145727"/>
                <a:gd name="connsiteY0" fmla="*/ 0 h 1208263"/>
                <a:gd name="connsiteX1" fmla="*/ 86941 w 145727"/>
                <a:gd name="connsiteY1" fmla="*/ 0 h 1208263"/>
                <a:gd name="connsiteX2" fmla="*/ 145718 w 145727"/>
                <a:gd name="connsiteY2" fmla="*/ 746679 h 1208263"/>
                <a:gd name="connsiteX3" fmla="*/ 86941 w 145727"/>
                <a:gd name="connsiteY3" fmla="*/ 1208263 h 1208263"/>
                <a:gd name="connsiteX4" fmla="*/ 0 w 145727"/>
                <a:gd name="connsiteY4" fmla="*/ 1208263 h 1208263"/>
                <a:gd name="connsiteX5" fmla="*/ 0 w 145727"/>
                <a:gd name="connsiteY5" fmla="*/ 0 h 1208263"/>
                <a:gd name="connsiteX0" fmla="*/ 0 w 553628"/>
                <a:gd name="connsiteY0" fmla="*/ 0 h 1648054"/>
                <a:gd name="connsiteX1" fmla="*/ 86941 w 553628"/>
                <a:gd name="connsiteY1" fmla="*/ 0 h 1648054"/>
                <a:gd name="connsiteX2" fmla="*/ 145718 w 553628"/>
                <a:gd name="connsiteY2" fmla="*/ 746679 h 1648054"/>
                <a:gd name="connsiteX3" fmla="*/ 553628 w 553628"/>
                <a:gd name="connsiteY3" fmla="*/ 1648054 h 1648054"/>
                <a:gd name="connsiteX4" fmla="*/ 0 w 553628"/>
                <a:gd name="connsiteY4" fmla="*/ 1208263 h 1648054"/>
                <a:gd name="connsiteX5" fmla="*/ 0 w 553628"/>
                <a:gd name="connsiteY5" fmla="*/ 0 h 1648054"/>
                <a:gd name="connsiteX0" fmla="*/ 0 w 553628"/>
                <a:gd name="connsiteY0" fmla="*/ 0 h 1675307"/>
                <a:gd name="connsiteX1" fmla="*/ 86941 w 553628"/>
                <a:gd name="connsiteY1" fmla="*/ 0 h 1675307"/>
                <a:gd name="connsiteX2" fmla="*/ 145718 w 553628"/>
                <a:gd name="connsiteY2" fmla="*/ 746679 h 1675307"/>
                <a:gd name="connsiteX3" fmla="*/ 553628 w 553628"/>
                <a:gd name="connsiteY3" fmla="*/ 1648054 h 1675307"/>
                <a:gd name="connsiteX4" fmla="*/ 446229 w 553628"/>
                <a:gd name="connsiteY4" fmla="*/ 1675307 h 1675307"/>
                <a:gd name="connsiteX5" fmla="*/ 0 w 553628"/>
                <a:gd name="connsiteY5" fmla="*/ 0 h 1675307"/>
                <a:gd name="connsiteX0" fmla="*/ 0 w 553628"/>
                <a:gd name="connsiteY0" fmla="*/ 0 h 1675307"/>
                <a:gd name="connsiteX1" fmla="*/ 86941 w 553628"/>
                <a:gd name="connsiteY1" fmla="*/ 0 h 1675307"/>
                <a:gd name="connsiteX2" fmla="*/ 553628 w 553628"/>
                <a:gd name="connsiteY2" fmla="*/ 1648054 h 1675307"/>
                <a:gd name="connsiteX3" fmla="*/ 446229 w 553628"/>
                <a:gd name="connsiteY3" fmla="*/ 1675307 h 1675307"/>
                <a:gd name="connsiteX4" fmla="*/ 0 w 553628"/>
                <a:gd name="connsiteY4" fmla="*/ 0 h 1675307"/>
                <a:gd name="connsiteX0" fmla="*/ 0 w 568394"/>
                <a:gd name="connsiteY0" fmla="*/ 0 h 1675307"/>
                <a:gd name="connsiteX1" fmla="*/ 86941 w 568394"/>
                <a:gd name="connsiteY1" fmla="*/ 0 h 1675307"/>
                <a:gd name="connsiteX2" fmla="*/ 526329 w 568394"/>
                <a:gd name="connsiteY2" fmla="*/ 1154973 h 1675307"/>
                <a:gd name="connsiteX3" fmla="*/ 553628 w 568394"/>
                <a:gd name="connsiteY3" fmla="*/ 1648054 h 1675307"/>
                <a:gd name="connsiteX4" fmla="*/ 446229 w 568394"/>
                <a:gd name="connsiteY4" fmla="*/ 1675307 h 1675307"/>
                <a:gd name="connsiteX5" fmla="*/ 0 w 568394"/>
                <a:gd name="connsiteY5" fmla="*/ 0 h 1675307"/>
                <a:gd name="connsiteX0" fmla="*/ 0 w 568394"/>
                <a:gd name="connsiteY0" fmla="*/ 0 h 1675307"/>
                <a:gd name="connsiteX1" fmla="*/ 86941 w 568394"/>
                <a:gd name="connsiteY1" fmla="*/ 0 h 1675307"/>
                <a:gd name="connsiteX2" fmla="*/ 526329 w 568394"/>
                <a:gd name="connsiteY2" fmla="*/ 1154973 h 1675307"/>
                <a:gd name="connsiteX3" fmla="*/ 553628 w 568394"/>
                <a:gd name="connsiteY3" fmla="*/ 1648054 h 1675307"/>
                <a:gd name="connsiteX4" fmla="*/ 446229 w 568394"/>
                <a:gd name="connsiteY4" fmla="*/ 1675307 h 1675307"/>
                <a:gd name="connsiteX5" fmla="*/ 403659 w 568394"/>
                <a:gd name="connsiteY5" fmla="*/ 1131069 h 1675307"/>
                <a:gd name="connsiteX6" fmla="*/ 0 w 568394"/>
                <a:gd name="connsiteY6" fmla="*/ 0 h 1675307"/>
                <a:gd name="connsiteX0" fmla="*/ 0 w 823784"/>
                <a:gd name="connsiteY0" fmla="*/ 0 h 2152497"/>
                <a:gd name="connsiteX1" fmla="*/ 342331 w 823784"/>
                <a:gd name="connsiteY1" fmla="*/ 477190 h 2152497"/>
                <a:gd name="connsiteX2" fmla="*/ 781719 w 823784"/>
                <a:gd name="connsiteY2" fmla="*/ 1632163 h 2152497"/>
                <a:gd name="connsiteX3" fmla="*/ 809018 w 823784"/>
                <a:gd name="connsiteY3" fmla="*/ 2125244 h 2152497"/>
                <a:gd name="connsiteX4" fmla="*/ 701619 w 823784"/>
                <a:gd name="connsiteY4" fmla="*/ 2152497 h 2152497"/>
                <a:gd name="connsiteX5" fmla="*/ 659049 w 823784"/>
                <a:gd name="connsiteY5" fmla="*/ 1608259 h 2152497"/>
                <a:gd name="connsiteX6" fmla="*/ 0 w 823784"/>
                <a:gd name="connsiteY6" fmla="*/ 0 h 2152497"/>
                <a:gd name="connsiteX0" fmla="*/ 0 w 823784"/>
                <a:gd name="connsiteY0" fmla="*/ 0 h 2152497"/>
                <a:gd name="connsiteX1" fmla="*/ 141442 w 823784"/>
                <a:gd name="connsiteY1" fmla="*/ 57954 h 2152497"/>
                <a:gd name="connsiteX2" fmla="*/ 781719 w 823784"/>
                <a:gd name="connsiteY2" fmla="*/ 1632163 h 2152497"/>
                <a:gd name="connsiteX3" fmla="*/ 809018 w 823784"/>
                <a:gd name="connsiteY3" fmla="*/ 2125244 h 2152497"/>
                <a:gd name="connsiteX4" fmla="*/ 701619 w 823784"/>
                <a:gd name="connsiteY4" fmla="*/ 2152497 h 2152497"/>
                <a:gd name="connsiteX5" fmla="*/ 659049 w 823784"/>
                <a:gd name="connsiteY5" fmla="*/ 1608259 h 2152497"/>
                <a:gd name="connsiteX6" fmla="*/ 0 w 823784"/>
                <a:gd name="connsiteY6" fmla="*/ 0 h 2152497"/>
                <a:gd name="connsiteX0" fmla="*/ 0 w 823784"/>
                <a:gd name="connsiteY0" fmla="*/ 0 h 2152497"/>
                <a:gd name="connsiteX1" fmla="*/ 141442 w 823784"/>
                <a:gd name="connsiteY1" fmla="*/ 57954 h 2152497"/>
                <a:gd name="connsiteX2" fmla="*/ 781719 w 823784"/>
                <a:gd name="connsiteY2" fmla="*/ 1632163 h 2152497"/>
                <a:gd name="connsiteX3" fmla="*/ 809018 w 823784"/>
                <a:gd name="connsiteY3" fmla="*/ 2125244 h 2152497"/>
                <a:gd name="connsiteX4" fmla="*/ 701619 w 823784"/>
                <a:gd name="connsiteY4" fmla="*/ 2152497 h 2152497"/>
                <a:gd name="connsiteX5" fmla="*/ 659049 w 823784"/>
                <a:gd name="connsiteY5" fmla="*/ 1608259 h 2152497"/>
                <a:gd name="connsiteX6" fmla="*/ 168623 w 823784"/>
                <a:gd name="connsiteY6" fmla="*/ 882207 h 2152497"/>
                <a:gd name="connsiteX7" fmla="*/ 0 w 823784"/>
                <a:gd name="connsiteY7" fmla="*/ 0 h 2152497"/>
                <a:gd name="connsiteX0" fmla="*/ 0 w 816253"/>
                <a:gd name="connsiteY0" fmla="*/ 0 h 2152497"/>
                <a:gd name="connsiteX1" fmla="*/ 141442 w 816253"/>
                <a:gd name="connsiteY1" fmla="*/ 57954 h 2152497"/>
                <a:gd name="connsiteX2" fmla="*/ 304955 w 816253"/>
                <a:gd name="connsiteY2" fmla="*/ 831145 h 2152497"/>
                <a:gd name="connsiteX3" fmla="*/ 781719 w 816253"/>
                <a:gd name="connsiteY3" fmla="*/ 1632163 h 2152497"/>
                <a:gd name="connsiteX4" fmla="*/ 809018 w 816253"/>
                <a:gd name="connsiteY4" fmla="*/ 2125244 h 2152497"/>
                <a:gd name="connsiteX5" fmla="*/ 701619 w 816253"/>
                <a:gd name="connsiteY5" fmla="*/ 2152497 h 2152497"/>
                <a:gd name="connsiteX6" fmla="*/ 659049 w 816253"/>
                <a:gd name="connsiteY6" fmla="*/ 1608259 h 2152497"/>
                <a:gd name="connsiteX7" fmla="*/ 168623 w 816253"/>
                <a:gd name="connsiteY7" fmla="*/ 882207 h 2152497"/>
                <a:gd name="connsiteX8" fmla="*/ 0 w 816253"/>
                <a:gd name="connsiteY8" fmla="*/ 0 h 2152497"/>
                <a:gd name="connsiteX0" fmla="*/ 0 w 816253"/>
                <a:gd name="connsiteY0" fmla="*/ 0 h 2152497"/>
                <a:gd name="connsiteX1" fmla="*/ 131227 w 816253"/>
                <a:gd name="connsiteY1" fmla="*/ 37503 h 2152497"/>
                <a:gd name="connsiteX2" fmla="*/ 304955 w 816253"/>
                <a:gd name="connsiteY2" fmla="*/ 831145 h 2152497"/>
                <a:gd name="connsiteX3" fmla="*/ 781719 w 816253"/>
                <a:gd name="connsiteY3" fmla="*/ 1632163 h 2152497"/>
                <a:gd name="connsiteX4" fmla="*/ 809018 w 816253"/>
                <a:gd name="connsiteY4" fmla="*/ 2125244 h 2152497"/>
                <a:gd name="connsiteX5" fmla="*/ 701619 w 816253"/>
                <a:gd name="connsiteY5" fmla="*/ 2152497 h 2152497"/>
                <a:gd name="connsiteX6" fmla="*/ 659049 w 816253"/>
                <a:gd name="connsiteY6" fmla="*/ 1608259 h 2152497"/>
                <a:gd name="connsiteX7" fmla="*/ 168623 w 816253"/>
                <a:gd name="connsiteY7" fmla="*/ 882207 h 2152497"/>
                <a:gd name="connsiteX8" fmla="*/ 0 w 816253"/>
                <a:gd name="connsiteY8" fmla="*/ 0 h 2152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6253" h="2152497">
                  <a:moveTo>
                    <a:pt x="0" y="0"/>
                  </a:moveTo>
                  <a:lnTo>
                    <a:pt x="131227" y="37503"/>
                  </a:lnTo>
                  <a:cubicBezTo>
                    <a:pt x="206478" y="168086"/>
                    <a:pt x="198242" y="568777"/>
                    <a:pt x="304955" y="831145"/>
                  </a:cubicBezTo>
                  <a:cubicBezTo>
                    <a:pt x="411668" y="1093513"/>
                    <a:pt x="722134" y="1408538"/>
                    <a:pt x="781719" y="1632163"/>
                  </a:cubicBezTo>
                  <a:cubicBezTo>
                    <a:pt x="841304" y="1855788"/>
                    <a:pt x="804763" y="2034539"/>
                    <a:pt x="809018" y="2125244"/>
                  </a:cubicBezTo>
                  <a:lnTo>
                    <a:pt x="701619" y="2152497"/>
                  </a:lnTo>
                  <a:cubicBezTo>
                    <a:pt x="652214" y="1974478"/>
                    <a:pt x="708454" y="1786278"/>
                    <a:pt x="659049" y="1608259"/>
                  </a:cubicBezTo>
                  <a:cubicBezTo>
                    <a:pt x="555786" y="1344683"/>
                    <a:pt x="271886" y="1145783"/>
                    <a:pt x="168623" y="88220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 45">
              <a:extLst>
                <a:ext uri="{FF2B5EF4-FFF2-40B4-BE49-F238E27FC236}">
                  <a16:creationId xmlns:a16="http://schemas.microsoft.com/office/drawing/2014/main" id="{44A4D5DB-49DE-415E-A5B3-716621897627}"/>
                </a:ext>
              </a:extLst>
            </p:cNvPr>
            <p:cNvSpPr/>
            <p:nvPr/>
          </p:nvSpPr>
          <p:spPr>
            <a:xfrm rot="20793547">
              <a:off x="10313903" y="4480477"/>
              <a:ext cx="3178392" cy="375560"/>
            </a:xfrm>
            <a:custGeom>
              <a:avLst/>
              <a:gdLst>
                <a:gd name="connsiteX0" fmla="*/ 0 w 1441949"/>
                <a:gd name="connsiteY0" fmla="*/ 0 h 268081"/>
                <a:gd name="connsiteX1" fmla="*/ 1441949 w 1441949"/>
                <a:gd name="connsiteY1" fmla="*/ 0 h 268081"/>
                <a:gd name="connsiteX2" fmla="*/ 1441949 w 1441949"/>
                <a:gd name="connsiteY2" fmla="*/ 268081 h 268081"/>
                <a:gd name="connsiteX3" fmla="*/ 0 w 1441949"/>
                <a:gd name="connsiteY3" fmla="*/ 268081 h 268081"/>
                <a:gd name="connsiteX4" fmla="*/ 0 w 1441949"/>
                <a:gd name="connsiteY4" fmla="*/ 0 h 268081"/>
                <a:gd name="connsiteX0" fmla="*/ 0 w 2056107"/>
                <a:gd name="connsiteY0" fmla="*/ 0 h 320842"/>
                <a:gd name="connsiteX1" fmla="*/ 1441949 w 2056107"/>
                <a:gd name="connsiteY1" fmla="*/ 0 h 320842"/>
                <a:gd name="connsiteX2" fmla="*/ 2056107 w 2056107"/>
                <a:gd name="connsiteY2" fmla="*/ 320842 h 320842"/>
                <a:gd name="connsiteX3" fmla="*/ 0 w 2056107"/>
                <a:gd name="connsiteY3" fmla="*/ 268081 h 320842"/>
                <a:gd name="connsiteX4" fmla="*/ 0 w 2056107"/>
                <a:gd name="connsiteY4" fmla="*/ 0 h 320842"/>
                <a:gd name="connsiteX0" fmla="*/ 0 w 2056107"/>
                <a:gd name="connsiteY0" fmla="*/ 0 h 320842"/>
                <a:gd name="connsiteX1" fmla="*/ 1671699 w 2056107"/>
                <a:gd name="connsiteY1" fmla="*/ 54908 h 320842"/>
                <a:gd name="connsiteX2" fmla="*/ 2056107 w 2056107"/>
                <a:gd name="connsiteY2" fmla="*/ 320842 h 320842"/>
                <a:gd name="connsiteX3" fmla="*/ 0 w 2056107"/>
                <a:gd name="connsiteY3" fmla="*/ 268081 h 320842"/>
                <a:gd name="connsiteX4" fmla="*/ 0 w 2056107"/>
                <a:gd name="connsiteY4" fmla="*/ 0 h 320842"/>
                <a:gd name="connsiteX0" fmla="*/ 0 w 3071592"/>
                <a:gd name="connsiteY0" fmla="*/ 0 h 399005"/>
                <a:gd name="connsiteX1" fmla="*/ 2687184 w 3071592"/>
                <a:gd name="connsiteY1" fmla="*/ 133071 h 399005"/>
                <a:gd name="connsiteX2" fmla="*/ 3071592 w 3071592"/>
                <a:gd name="connsiteY2" fmla="*/ 399005 h 399005"/>
                <a:gd name="connsiteX3" fmla="*/ 1015485 w 3071592"/>
                <a:gd name="connsiteY3" fmla="*/ 346244 h 399005"/>
                <a:gd name="connsiteX4" fmla="*/ 0 w 3071592"/>
                <a:gd name="connsiteY4" fmla="*/ 0 h 399005"/>
                <a:gd name="connsiteX0" fmla="*/ 0 w 3071592"/>
                <a:gd name="connsiteY0" fmla="*/ 0 h 399005"/>
                <a:gd name="connsiteX1" fmla="*/ 2687184 w 3071592"/>
                <a:gd name="connsiteY1" fmla="*/ 133071 h 399005"/>
                <a:gd name="connsiteX2" fmla="*/ 3071592 w 3071592"/>
                <a:gd name="connsiteY2" fmla="*/ 399005 h 399005"/>
                <a:gd name="connsiteX3" fmla="*/ 368140 w 3071592"/>
                <a:gd name="connsiteY3" fmla="*/ 301220 h 399005"/>
                <a:gd name="connsiteX4" fmla="*/ 0 w 3071592"/>
                <a:gd name="connsiteY4" fmla="*/ 0 h 399005"/>
                <a:gd name="connsiteX0" fmla="*/ 0 w 3167652"/>
                <a:gd name="connsiteY0" fmla="*/ 0 h 379522"/>
                <a:gd name="connsiteX1" fmla="*/ 2687184 w 3167652"/>
                <a:gd name="connsiteY1" fmla="*/ 133071 h 379522"/>
                <a:gd name="connsiteX2" fmla="*/ 3167652 w 3167652"/>
                <a:gd name="connsiteY2" fmla="*/ 379522 h 379522"/>
                <a:gd name="connsiteX3" fmla="*/ 368140 w 3167652"/>
                <a:gd name="connsiteY3" fmla="*/ 301220 h 379522"/>
                <a:gd name="connsiteX4" fmla="*/ 0 w 3167652"/>
                <a:gd name="connsiteY4" fmla="*/ 0 h 379522"/>
                <a:gd name="connsiteX0" fmla="*/ 0 w 3178392"/>
                <a:gd name="connsiteY0" fmla="*/ 0 h 375560"/>
                <a:gd name="connsiteX1" fmla="*/ 2687184 w 3178392"/>
                <a:gd name="connsiteY1" fmla="*/ 133071 h 375560"/>
                <a:gd name="connsiteX2" fmla="*/ 3178392 w 3178392"/>
                <a:gd name="connsiteY2" fmla="*/ 375560 h 375560"/>
                <a:gd name="connsiteX3" fmla="*/ 368140 w 3178392"/>
                <a:gd name="connsiteY3" fmla="*/ 301220 h 375560"/>
                <a:gd name="connsiteX4" fmla="*/ 0 w 3178392"/>
                <a:gd name="connsiteY4" fmla="*/ 0 h 375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78392" h="375560">
                  <a:moveTo>
                    <a:pt x="0" y="0"/>
                  </a:moveTo>
                  <a:lnTo>
                    <a:pt x="2687184" y="133071"/>
                  </a:lnTo>
                  <a:lnTo>
                    <a:pt x="3178392" y="375560"/>
                  </a:lnTo>
                  <a:lnTo>
                    <a:pt x="368140" y="3012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5A7FF0A-5B05-493D-AC71-A687E2133D2A}"/>
                </a:ext>
              </a:extLst>
            </p:cNvPr>
            <p:cNvSpPr/>
            <p:nvPr/>
          </p:nvSpPr>
          <p:spPr>
            <a:xfrm>
              <a:off x="11767235" y="3057111"/>
              <a:ext cx="564942" cy="564942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6B811DC-A822-48B1-B259-BD41E0B467FB}"/>
                </a:ext>
              </a:extLst>
            </p:cNvPr>
            <p:cNvSpPr/>
            <p:nvPr/>
          </p:nvSpPr>
          <p:spPr>
            <a:xfrm rot="1592515">
              <a:off x="12269540" y="3050142"/>
              <a:ext cx="45719" cy="440315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Rectangle 27">
              <a:extLst>
                <a:ext uri="{FF2B5EF4-FFF2-40B4-BE49-F238E27FC236}">
                  <a16:creationId xmlns:a16="http://schemas.microsoft.com/office/drawing/2014/main" id="{82A362FE-1A0E-4DA2-82C7-93A84B7B10BB}"/>
                </a:ext>
              </a:extLst>
            </p:cNvPr>
            <p:cNvSpPr/>
            <p:nvPr/>
          </p:nvSpPr>
          <p:spPr>
            <a:xfrm rot="1592515">
              <a:off x="13778326" y="3212485"/>
              <a:ext cx="816253" cy="2152497"/>
            </a:xfrm>
            <a:custGeom>
              <a:avLst/>
              <a:gdLst>
                <a:gd name="connsiteX0" fmla="*/ 0 w 86941"/>
                <a:gd name="connsiteY0" fmla="*/ 0 h 1208263"/>
                <a:gd name="connsiteX1" fmla="*/ 86941 w 86941"/>
                <a:gd name="connsiteY1" fmla="*/ 0 h 1208263"/>
                <a:gd name="connsiteX2" fmla="*/ 86941 w 86941"/>
                <a:gd name="connsiteY2" fmla="*/ 1208263 h 1208263"/>
                <a:gd name="connsiteX3" fmla="*/ 0 w 86941"/>
                <a:gd name="connsiteY3" fmla="*/ 1208263 h 1208263"/>
                <a:gd name="connsiteX4" fmla="*/ 0 w 86941"/>
                <a:gd name="connsiteY4" fmla="*/ 0 h 1208263"/>
                <a:gd name="connsiteX0" fmla="*/ 0 w 145727"/>
                <a:gd name="connsiteY0" fmla="*/ 0 h 1208263"/>
                <a:gd name="connsiteX1" fmla="*/ 86941 w 145727"/>
                <a:gd name="connsiteY1" fmla="*/ 0 h 1208263"/>
                <a:gd name="connsiteX2" fmla="*/ 145718 w 145727"/>
                <a:gd name="connsiteY2" fmla="*/ 746679 h 1208263"/>
                <a:gd name="connsiteX3" fmla="*/ 86941 w 145727"/>
                <a:gd name="connsiteY3" fmla="*/ 1208263 h 1208263"/>
                <a:gd name="connsiteX4" fmla="*/ 0 w 145727"/>
                <a:gd name="connsiteY4" fmla="*/ 1208263 h 1208263"/>
                <a:gd name="connsiteX5" fmla="*/ 0 w 145727"/>
                <a:gd name="connsiteY5" fmla="*/ 0 h 1208263"/>
                <a:gd name="connsiteX0" fmla="*/ 0 w 553628"/>
                <a:gd name="connsiteY0" fmla="*/ 0 h 1648054"/>
                <a:gd name="connsiteX1" fmla="*/ 86941 w 553628"/>
                <a:gd name="connsiteY1" fmla="*/ 0 h 1648054"/>
                <a:gd name="connsiteX2" fmla="*/ 145718 w 553628"/>
                <a:gd name="connsiteY2" fmla="*/ 746679 h 1648054"/>
                <a:gd name="connsiteX3" fmla="*/ 553628 w 553628"/>
                <a:gd name="connsiteY3" fmla="*/ 1648054 h 1648054"/>
                <a:gd name="connsiteX4" fmla="*/ 0 w 553628"/>
                <a:gd name="connsiteY4" fmla="*/ 1208263 h 1648054"/>
                <a:gd name="connsiteX5" fmla="*/ 0 w 553628"/>
                <a:gd name="connsiteY5" fmla="*/ 0 h 1648054"/>
                <a:gd name="connsiteX0" fmla="*/ 0 w 553628"/>
                <a:gd name="connsiteY0" fmla="*/ 0 h 1675307"/>
                <a:gd name="connsiteX1" fmla="*/ 86941 w 553628"/>
                <a:gd name="connsiteY1" fmla="*/ 0 h 1675307"/>
                <a:gd name="connsiteX2" fmla="*/ 145718 w 553628"/>
                <a:gd name="connsiteY2" fmla="*/ 746679 h 1675307"/>
                <a:gd name="connsiteX3" fmla="*/ 553628 w 553628"/>
                <a:gd name="connsiteY3" fmla="*/ 1648054 h 1675307"/>
                <a:gd name="connsiteX4" fmla="*/ 446229 w 553628"/>
                <a:gd name="connsiteY4" fmla="*/ 1675307 h 1675307"/>
                <a:gd name="connsiteX5" fmla="*/ 0 w 553628"/>
                <a:gd name="connsiteY5" fmla="*/ 0 h 1675307"/>
                <a:gd name="connsiteX0" fmla="*/ 0 w 553628"/>
                <a:gd name="connsiteY0" fmla="*/ 0 h 1675307"/>
                <a:gd name="connsiteX1" fmla="*/ 86941 w 553628"/>
                <a:gd name="connsiteY1" fmla="*/ 0 h 1675307"/>
                <a:gd name="connsiteX2" fmla="*/ 553628 w 553628"/>
                <a:gd name="connsiteY2" fmla="*/ 1648054 h 1675307"/>
                <a:gd name="connsiteX3" fmla="*/ 446229 w 553628"/>
                <a:gd name="connsiteY3" fmla="*/ 1675307 h 1675307"/>
                <a:gd name="connsiteX4" fmla="*/ 0 w 553628"/>
                <a:gd name="connsiteY4" fmla="*/ 0 h 1675307"/>
                <a:gd name="connsiteX0" fmla="*/ 0 w 568394"/>
                <a:gd name="connsiteY0" fmla="*/ 0 h 1675307"/>
                <a:gd name="connsiteX1" fmla="*/ 86941 w 568394"/>
                <a:gd name="connsiteY1" fmla="*/ 0 h 1675307"/>
                <a:gd name="connsiteX2" fmla="*/ 526329 w 568394"/>
                <a:gd name="connsiteY2" fmla="*/ 1154973 h 1675307"/>
                <a:gd name="connsiteX3" fmla="*/ 553628 w 568394"/>
                <a:gd name="connsiteY3" fmla="*/ 1648054 h 1675307"/>
                <a:gd name="connsiteX4" fmla="*/ 446229 w 568394"/>
                <a:gd name="connsiteY4" fmla="*/ 1675307 h 1675307"/>
                <a:gd name="connsiteX5" fmla="*/ 0 w 568394"/>
                <a:gd name="connsiteY5" fmla="*/ 0 h 1675307"/>
                <a:gd name="connsiteX0" fmla="*/ 0 w 568394"/>
                <a:gd name="connsiteY0" fmla="*/ 0 h 1675307"/>
                <a:gd name="connsiteX1" fmla="*/ 86941 w 568394"/>
                <a:gd name="connsiteY1" fmla="*/ 0 h 1675307"/>
                <a:gd name="connsiteX2" fmla="*/ 526329 w 568394"/>
                <a:gd name="connsiteY2" fmla="*/ 1154973 h 1675307"/>
                <a:gd name="connsiteX3" fmla="*/ 553628 w 568394"/>
                <a:gd name="connsiteY3" fmla="*/ 1648054 h 1675307"/>
                <a:gd name="connsiteX4" fmla="*/ 446229 w 568394"/>
                <a:gd name="connsiteY4" fmla="*/ 1675307 h 1675307"/>
                <a:gd name="connsiteX5" fmla="*/ 403659 w 568394"/>
                <a:gd name="connsiteY5" fmla="*/ 1131069 h 1675307"/>
                <a:gd name="connsiteX6" fmla="*/ 0 w 568394"/>
                <a:gd name="connsiteY6" fmla="*/ 0 h 1675307"/>
                <a:gd name="connsiteX0" fmla="*/ 0 w 823784"/>
                <a:gd name="connsiteY0" fmla="*/ 0 h 2152497"/>
                <a:gd name="connsiteX1" fmla="*/ 342331 w 823784"/>
                <a:gd name="connsiteY1" fmla="*/ 477190 h 2152497"/>
                <a:gd name="connsiteX2" fmla="*/ 781719 w 823784"/>
                <a:gd name="connsiteY2" fmla="*/ 1632163 h 2152497"/>
                <a:gd name="connsiteX3" fmla="*/ 809018 w 823784"/>
                <a:gd name="connsiteY3" fmla="*/ 2125244 h 2152497"/>
                <a:gd name="connsiteX4" fmla="*/ 701619 w 823784"/>
                <a:gd name="connsiteY4" fmla="*/ 2152497 h 2152497"/>
                <a:gd name="connsiteX5" fmla="*/ 659049 w 823784"/>
                <a:gd name="connsiteY5" fmla="*/ 1608259 h 2152497"/>
                <a:gd name="connsiteX6" fmla="*/ 0 w 823784"/>
                <a:gd name="connsiteY6" fmla="*/ 0 h 2152497"/>
                <a:gd name="connsiteX0" fmla="*/ 0 w 823784"/>
                <a:gd name="connsiteY0" fmla="*/ 0 h 2152497"/>
                <a:gd name="connsiteX1" fmla="*/ 141442 w 823784"/>
                <a:gd name="connsiteY1" fmla="*/ 57954 h 2152497"/>
                <a:gd name="connsiteX2" fmla="*/ 781719 w 823784"/>
                <a:gd name="connsiteY2" fmla="*/ 1632163 h 2152497"/>
                <a:gd name="connsiteX3" fmla="*/ 809018 w 823784"/>
                <a:gd name="connsiteY3" fmla="*/ 2125244 h 2152497"/>
                <a:gd name="connsiteX4" fmla="*/ 701619 w 823784"/>
                <a:gd name="connsiteY4" fmla="*/ 2152497 h 2152497"/>
                <a:gd name="connsiteX5" fmla="*/ 659049 w 823784"/>
                <a:gd name="connsiteY5" fmla="*/ 1608259 h 2152497"/>
                <a:gd name="connsiteX6" fmla="*/ 0 w 823784"/>
                <a:gd name="connsiteY6" fmla="*/ 0 h 2152497"/>
                <a:gd name="connsiteX0" fmla="*/ 0 w 823784"/>
                <a:gd name="connsiteY0" fmla="*/ 0 h 2152497"/>
                <a:gd name="connsiteX1" fmla="*/ 141442 w 823784"/>
                <a:gd name="connsiteY1" fmla="*/ 57954 h 2152497"/>
                <a:gd name="connsiteX2" fmla="*/ 781719 w 823784"/>
                <a:gd name="connsiteY2" fmla="*/ 1632163 h 2152497"/>
                <a:gd name="connsiteX3" fmla="*/ 809018 w 823784"/>
                <a:gd name="connsiteY3" fmla="*/ 2125244 h 2152497"/>
                <a:gd name="connsiteX4" fmla="*/ 701619 w 823784"/>
                <a:gd name="connsiteY4" fmla="*/ 2152497 h 2152497"/>
                <a:gd name="connsiteX5" fmla="*/ 659049 w 823784"/>
                <a:gd name="connsiteY5" fmla="*/ 1608259 h 2152497"/>
                <a:gd name="connsiteX6" fmla="*/ 168623 w 823784"/>
                <a:gd name="connsiteY6" fmla="*/ 882207 h 2152497"/>
                <a:gd name="connsiteX7" fmla="*/ 0 w 823784"/>
                <a:gd name="connsiteY7" fmla="*/ 0 h 2152497"/>
                <a:gd name="connsiteX0" fmla="*/ 0 w 816253"/>
                <a:gd name="connsiteY0" fmla="*/ 0 h 2152497"/>
                <a:gd name="connsiteX1" fmla="*/ 141442 w 816253"/>
                <a:gd name="connsiteY1" fmla="*/ 57954 h 2152497"/>
                <a:gd name="connsiteX2" fmla="*/ 304955 w 816253"/>
                <a:gd name="connsiteY2" fmla="*/ 831145 h 2152497"/>
                <a:gd name="connsiteX3" fmla="*/ 781719 w 816253"/>
                <a:gd name="connsiteY3" fmla="*/ 1632163 h 2152497"/>
                <a:gd name="connsiteX4" fmla="*/ 809018 w 816253"/>
                <a:gd name="connsiteY4" fmla="*/ 2125244 h 2152497"/>
                <a:gd name="connsiteX5" fmla="*/ 701619 w 816253"/>
                <a:gd name="connsiteY5" fmla="*/ 2152497 h 2152497"/>
                <a:gd name="connsiteX6" fmla="*/ 659049 w 816253"/>
                <a:gd name="connsiteY6" fmla="*/ 1608259 h 2152497"/>
                <a:gd name="connsiteX7" fmla="*/ 168623 w 816253"/>
                <a:gd name="connsiteY7" fmla="*/ 882207 h 2152497"/>
                <a:gd name="connsiteX8" fmla="*/ 0 w 816253"/>
                <a:gd name="connsiteY8" fmla="*/ 0 h 2152497"/>
                <a:gd name="connsiteX0" fmla="*/ 0 w 816253"/>
                <a:gd name="connsiteY0" fmla="*/ 0 h 2152497"/>
                <a:gd name="connsiteX1" fmla="*/ 131227 w 816253"/>
                <a:gd name="connsiteY1" fmla="*/ 37503 h 2152497"/>
                <a:gd name="connsiteX2" fmla="*/ 304955 w 816253"/>
                <a:gd name="connsiteY2" fmla="*/ 831145 h 2152497"/>
                <a:gd name="connsiteX3" fmla="*/ 781719 w 816253"/>
                <a:gd name="connsiteY3" fmla="*/ 1632163 h 2152497"/>
                <a:gd name="connsiteX4" fmla="*/ 809018 w 816253"/>
                <a:gd name="connsiteY4" fmla="*/ 2125244 h 2152497"/>
                <a:gd name="connsiteX5" fmla="*/ 701619 w 816253"/>
                <a:gd name="connsiteY5" fmla="*/ 2152497 h 2152497"/>
                <a:gd name="connsiteX6" fmla="*/ 659049 w 816253"/>
                <a:gd name="connsiteY6" fmla="*/ 1608259 h 2152497"/>
                <a:gd name="connsiteX7" fmla="*/ 168623 w 816253"/>
                <a:gd name="connsiteY7" fmla="*/ 882207 h 2152497"/>
                <a:gd name="connsiteX8" fmla="*/ 0 w 816253"/>
                <a:gd name="connsiteY8" fmla="*/ 0 h 2152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6253" h="2152497">
                  <a:moveTo>
                    <a:pt x="0" y="0"/>
                  </a:moveTo>
                  <a:lnTo>
                    <a:pt x="131227" y="37503"/>
                  </a:lnTo>
                  <a:cubicBezTo>
                    <a:pt x="206478" y="168086"/>
                    <a:pt x="198242" y="568777"/>
                    <a:pt x="304955" y="831145"/>
                  </a:cubicBezTo>
                  <a:cubicBezTo>
                    <a:pt x="411668" y="1093513"/>
                    <a:pt x="722134" y="1408538"/>
                    <a:pt x="781719" y="1632163"/>
                  </a:cubicBezTo>
                  <a:cubicBezTo>
                    <a:pt x="841304" y="1855788"/>
                    <a:pt x="804763" y="2034539"/>
                    <a:pt x="809018" y="2125244"/>
                  </a:cubicBezTo>
                  <a:lnTo>
                    <a:pt x="701619" y="2152497"/>
                  </a:lnTo>
                  <a:cubicBezTo>
                    <a:pt x="652214" y="1974478"/>
                    <a:pt x="708454" y="1786278"/>
                    <a:pt x="659049" y="1608259"/>
                  </a:cubicBezTo>
                  <a:cubicBezTo>
                    <a:pt x="555786" y="1344683"/>
                    <a:pt x="271886" y="1145783"/>
                    <a:pt x="168623" y="88220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29C0A5-C247-44A2-9636-3B75E4F9C206}"/>
                </a:ext>
              </a:extLst>
            </p:cNvPr>
            <p:cNvCxnSpPr>
              <a:cxnSpLocks/>
            </p:cNvCxnSpPr>
            <p:nvPr/>
          </p:nvCxnSpPr>
          <p:spPr>
            <a:xfrm>
              <a:off x="12049706" y="3339582"/>
              <a:ext cx="2067398" cy="542326"/>
            </a:xfrm>
            <a:prstGeom prst="line">
              <a:avLst/>
            </a:prstGeom>
            <a:noFill/>
            <a:ln w="1301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C29690A-BCC5-4977-BB80-A548B9445C8B}"/>
                </a:ext>
              </a:extLst>
            </p:cNvPr>
            <p:cNvSpPr/>
            <p:nvPr/>
          </p:nvSpPr>
          <p:spPr>
            <a:xfrm>
              <a:off x="14057321" y="3675396"/>
              <a:ext cx="660539" cy="660539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1DF301A-9386-4131-AB41-7500ACC6BAEE}"/>
                </a:ext>
              </a:extLst>
            </p:cNvPr>
            <p:cNvSpPr/>
            <p:nvPr/>
          </p:nvSpPr>
          <p:spPr>
            <a:xfrm>
              <a:off x="14117104" y="3747432"/>
              <a:ext cx="540971" cy="540971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5F553BD-8BC3-45D9-8CA4-2C6959510937}"/>
                </a:ext>
              </a:extLst>
            </p:cNvPr>
            <p:cNvSpPr/>
            <p:nvPr/>
          </p:nvSpPr>
          <p:spPr>
            <a:xfrm>
              <a:off x="14190838" y="3798621"/>
              <a:ext cx="414087" cy="414087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8000C3E-F7C2-4B79-A4E8-9356C5DD28EC}"/>
                </a:ext>
              </a:extLst>
            </p:cNvPr>
            <p:cNvCxnSpPr>
              <a:cxnSpLocks/>
            </p:cNvCxnSpPr>
            <p:nvPr/>
          </p:nvCxnSpPr>
          <p:spPr>
            <a:xfrm>
              <a:off x="14387589" y="3988605"/>
              <a:ext cx="43298" cy="45168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CD45348-1D3C-41C4-9A41-BF699FC8FDE7}"/>
                </a:ext>
              </a:extLst>
            </p:cNvPr>
            <p:cNvSpPr/>
            <p:nvPr/>
          </p:nvSpPr>
          <p:spPr>
            <a:xfrm rot="17606458">
              <a:off x="12085476" y="3308561"/>
              <a:ext cx="45719" cy="224352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Rectangle 45">
              <a:extLst>
                <a:ext uri="{FF2B5EF4-FFF2-40B4-BE49-F238E27FC236}">
                  <a16:creationId xmlns:a16="http://schemas.microsoft.com/office/drawing/2014/main" id="{D218C136-880C-4709-BD1C-648FF9DA6A18}"/>
                </a:ext>
              </a:extLst>
            </p:cNvPr>
            <p:cNvSpPr/>
            <p:nvPr/>
          </p:nvSpPr>
          <p:spPr>
            <a:xfrm rot="20793547">
              <a:off x="10328819" y="4390787"/>
              <a:ext cx="3142209" cy="376708"/>
            </a:xfrm>
            <a:custGeom>
              <a:avLst/>
              <a:gdLst>
                <a:gd name="connsiteX0" fmla="*/ 0 w 1441949"/>
                <a:gd name="connsiteY0" fmla="*/ 0 h 268081"/>
                <a:gd name="connsiteX1" fmla="*/ 1441949 w 1441949"/>
                <a:gd name="connsiteY1" fmla="*/ 0 h 268081"/>
                <a:gd name="connsiteX2" fmla="*/ 1441949 w 1441949"/>
                <a:gd name="connsiteY2" fmla="*/ 268081 h 268081"/>
                <a:gd name="connsiteX3" fmla="*/ 0 w 1441949"/>
                <a:gd name="connsiteY3" fmla="*/ 268081 h 268081"/>
                <a:gd name="connsiteX4" fmla="*/ 0 w 1441949"/>
                <a:gd name="connsiteY4" fmla="*/ 0 h 268081"/>
                <a:gd name="connsiteX0" fmla="*/ 0 w 2056107"/>
                <a:gd name="connsiteY0" fmla="*/ 0 h 320842"/>
                <a:gd name="connsiteX1" fmla="*/ 1441949 w 2056107"/>
                <a:gd name="connsiteY1" fmla="*/ 0 h 320842"/>
                <a:gd name="connsiteX2" fmla="*/ 2056107 w 2056107"/>
                <a:gd name="connsiteY2" fmla="*/ 320842 h 320842"/>
                <a:gd name="connsiteX3" fmla="*/ 0 w 2056107"/>
                <a:gd name="connsiteY3" fmla="*/ 268081 h 320842"/>
                <a:gd name="connsiteX4" fmla="*/ 0 w 2056107"/>
                <a:gd name="connsiteY4" fmla="*/ 0 h 320842"/>
                <a:gd name="connsiteX0" fmla="*/ 0 w 2056107"/>
                <a:gd name="connsiteY0" fmla="*/ 0 h 320842"/>
                <a:gd name="connsiteX1" fmla="*/ 1671699 w 2056107"/>
                <a:gd name="connsiteY1" fmla="*/ 54908 h 320842"/>
                <a:gd name="connsiteX2" fmla="*/ 2056107 w 2056107"/>
                <a:gd name="connsiteY2" fmla="*/ 320842 h 320842"/>
                <a:gd name="connsiteX3" fmla="*/ 0 w 2056107"/>
                <a:gd name="connsiteY3" fmla="*/ 268081 h 320842"/>
                <a:gd name="connsiteX4" fmla="*/ 0 w 2056107"/>
                <a:gd name="connsiteY4" fmla="*/ 0 h 320842"/>
                <a:gd name="connsiteX0" fmla="*/ 0 w 3071592"/>
                <a:gd name="connsiteY0" fmla="*/ 0 h 399005"/>
                <a:gd name="connsiteX1" fmla="*/ 2687184 w 3071592"/>
                <a:gd name="connsiteY1" fmla="*/ 133071 h 399005"/>
                <a:gd name="connsiteX2" fmla="*/ 3071592 w 3071592"/>
                <a:gd name="connsiteY2" fmla="*/ 399005 h 399005"/>
                <a:gd name="connsiteX3" fmla="*/ 1015485 w 3071592"/>
                <a:gd name="connsiteY3" fmla="*/ 346244 h 399005"/>
                <a:gd name="connsiteX4" fmla="*/ 0 w 3071592"/>
                <a:gd name="connsiteY4" fmla="*/ 0 h 399005"/>
                <a:gd name="connsiteX0" fmla="*/ 0 w 3071592"/>
                <a:gd name="connsiteY0" fmla="*/ 0 h 399005"/>
                <a:gd name="connsiteX1" fmla="*/ 2687184 w 3071592"/>
                <a:gd name="connsiteY1" fmla="*/ 133071 h 399005"/>
                <a:gd name="connsiteX2" fmla="*/ 3071592 w 3071592"/>
                <a:gd name="connsiteY2" fmla="*/ 399005 h 399005"/>
                <a:gd name="connsiteX3" fmla="*/ 368140 w 3071592"/>
                <a:gd name="connsiteY3" fmla="*/ 301220 h 399005"/>
                <a:gd name="connsiteX4" fmla="*/ 0 w 3071592"/>
                <a:gd name="connsiteY4" fmla="*/ 0 h 399005"/>
                <a:gd name="connsiteX0" fmla="*/ 0 w 3142209"/>
                <a:gd name="connsiteY0" fmla="*/ 0 h 376708"/>
                <a:gd name="connsiteX1" fmla="*/ 2687184 w 3142209"/>
                <a:gd name="connsiteY1" fmla="*/ 133071 h 376708"/>
                <a:gd name="connsiteX2" fmla="*/ 3142209 w 3142209"/>
                <a:gd name="connsiteY2" fmla="*/ 376708 h 376708"/>
                <a:gd name="connsiteX3" fmla="*/ 368140 w 3142209"/>
                <a:gd name="connsiteY3" fmla="*/ 301220 h 376708"/>
                <a:gd name="connsiteX4" fmla="*/ 0 w 3142209"/>
                <a:gd name="connsiteY4" fmla="*/ 0 h 376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42209" h="376708">
                  <a:moveTo>
                    <a:pt x="0" y="0"/>
                  </a:moveTo>
                  <a:lnTo>
                    <a:pt x="2687184" y="133071"/>
                  </a:lnTo>
                  <a:lnTo>
                    <a:pt x="3142209" y="376708"/>
                  </a:lnTo>
                  <a:lnTo>
                    <a:pt x="368140" y="3012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11B26A7-F937-4860-842A-A83C368AF9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67340" y="4890002"/>
              <a:ext cx="0" cy="436423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F704601-3A19-45EB-9D36-22FDC439A825}"/>
                </a:ext>
              </a:extLst>
            </p:cNvPr>
            <p:cNvSpPr/>
            <p:nvPr/>
          </p:nvSpPr>
          <p:spPr>
            <a:xfrm rot="2141439" flipV="1">
              <a:off x="10439453" y="5266491"/>
              <a:ext cx="242983" cy="45719"/>
            </a:xfrm>
            <a:prstGeom prst="rect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9456A2B1-8C0B-4797-92CF-06379599A2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65460" y="4997503"/>
              <a:ext cx="0" cy="436423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25" name="Rectangle 55">
              <a:extLst>
                <a:ext uri="{FF2B5EF4-FFF2-40B4-BE49-F238E27FC236}">
                  <a16:creationId xmlns:a16="http://schemas.microsoft.com/office/drawing/2014/main" id="{67F6DDC4-F137-42C3-A364-DC2A0F97DA76}"/>
                </a:ext>
              </a:extLst>
            </p:cNvPr>
            <p:cNvSpPr/>
            <p:nvPr/>
          </p:nvSpPr>
          <p:spPr>
            <a:xfrm>
              <a:off x="10742700" y="4392412"/>
              <a:ext cx="2736045" cy="670701"/>
            </a:xfrm>
            <a:custGeom>
              <a:avLst/>
              <a:gdLst>
                <a:gd name="connsiteX0" fmla="*/ 0 w 2353025"/>
                <a:gd name="connsiteY0" fmla="*/ 0 h 80887"/>
                <a:gd name="connsiteX1" fmla="*/ 2353025 w 2353025"/>
                <a:gd name="connsiteY1" fmla="*/ 0 h 80887"/>
                <a:gd name="connsiteX2" fmla="*/ 2353025 w 2353025"/>
                <a:gd name="connsiteY2" fmla="*/ 80887 h 80887"/>
                <a:gd name="connsiteX3" fmla="*/ 0 w 2353025"/>
                <a:gd name="connsiteY3" fmla="*/ 80887 h 80887"/>
                <a:gd name="connsiteX4" fmla="*/ 0 w 2353025"/>
                <a:gd name="connsiteY4" fmla="*/ 0 h 80887"/>
                <a:gd name="connsiteX0" fmla="*/ 0 w 2670525"/>
                <a:gd name="connsiteY0" fmla="*/ 533400 h 614287"/>
                <a:gd name="connsiteX1" fmla="*/ 2670525 w 2670525"/>
                <a:gd name="connsiteY1" fmla="*/ 0 h 614287"/>
                <a:gd name="connsiteX2" fmla="*/ 2353025 w 2670525"/>
                <a:gd name="connsiteY2" fmla="*/ 614287 h 614287"/>
                <a:gd name="connsiteX3" fmla="*/ 0 w 2670525"/>
                <a:gd name="connsiteY3" fmla="*/ 614287 h 614287"/>
                <a:gd name="connsiteX4" fmla="*/ 0 w 2670525"/>
                <a:gd name="connsiteY4" fmla="*/ 533400 h 614287"/>
                <a:gd name="connsiteX0" fmla="*/ 0 w 2670525"/>
                <a:gd name="connsiteY0" fmla="*/ 533400 h 614287"/>
                <a:gd name="connsiteX1" fmla="*/ 2670525 w 2670525"/>
                <a:gd name="connsiteY1" fmla="*/ 0 h 614287"/>
                <a:gd name="connsiteX2" fmla="*/ 2651475 w 2670525"/>
                <a:gd name="connsiteY2" fmla="*/ 87237 h 614287"/>
                <a:gd name="connsiteX3" fmla="*/ 0 w 2670525"/>
                <a:gd name="connsiteY3" fmla="*/ 614287 h 614287"/>
                <a:gd name="connsiteX4" fmla="*/ 0 w 2670525"/>
                <a:gd name="connsiteY4" fmla="*/ 533400 h 614287"/>
                <a:gd name="connsiteX0" fmla="*/ 0 w 2658618"/>
                <a:gd name="connsiteY0" fmla="*/ 523875 h 604762"/>
                <a:gd name="connsiteX1" fmla="*/ 2658618 w 2658618"/>
                <a:gd name="connsiteY1" fmla="*/ 0 h 604762"/>
                <a:gd name="connsiteX2" fmla="*/ 2651475 w 2658618"/>
                <a:gd name="connsiteY2" fmla="*/ 77712 h 604762"/>
                <a:gd name="connsiteX3" fmla="*/ 0 w 2658618"/>
                <a:gd name="connsiteY3" fmla="*/ 604762 h 604762"/>
                <a:gd name="connsiteX4" fmla="*/ 0 w 2658618"/>
                <a:gd name="connsiteY4" fmla="*/ 523875 h 604762"/>
                <a:gd name="connsiteX0" fmla="*/ 0 w 2658618"/>
                <a:gd name="connsiteY0" fmla="*/ 523875 h 614287"/>
                <a:gd name="connsiteX1" fmla="*/ 2658618 w 2658618"/>
                <a:gd name="connsiteY1" fmla="*/ 0 h 614287"/>
                <a:gd name="connsiteX2" fmla="*/ 2651475 w 2658618"/>
                <a:gd name="connsiteY2" fmla="*/ 77712 h 614287"/>
                <a:gd name="connsiteX3" fmla="*/ 0 w 2658618"/>
                <a:gd name="connsiteY3" fmla="*/ 614287 h 614287"/>
                <a:gd name="connsiteX4" fmla="*/ 0 w 2658618"/>
                <a:gd name="connsiteY4" fmla="*/ 523875 h 614287"/>
                <a:gd name="connsiteX0" fmla="*/ 0 w 2741168"/>
                <a:gd name="connsiteY0" fmla="*/ 568325 h 658737"/>
                <a:gd name="connsiteX1" fmla="*/ 2741168 w 2741168"/>
                <a:gd name="connsiteY1" fmla="*/ 0 h 658737"/>
                <a:gd name="connsiteX2" fmla="*/ 2651475 w 2741168"/>
                <a:gd name="connsiteY2" fmla="*/ 122162 h 658737"/>
                <a:gd name="connsiteX3" fmla="*/ 0 w 2741168"/>
                <a:gd name="connsiteY3" fmla="*/ 658737 h 658737"/>
                <a:gd name="connsiteX4" fmla="*/ 0 w 2741168"/>
                <a:gd name="connsiteY4" fmla="*/ 568325 h 658737"/>
                <a:gd name="connsiteX0" fmla="*/ 0 w 2741168"/>
                <a:gd name="connsiteY0" fmla="*/ 568325 h 658737"/>
                <a:gd name="connsiteX1" fmla="*/ 2741168 w 2741168"/>
                <a:gd name="connsiteY1" fmla="*/ 0 h 658737"/>
                <a:gd name="connsiteX2" fmla="*/ 2734025 w 2741168"/>
                <a:gd name="connsiteY2" fmla="*/ 96762 h 658737"/>
                <a:gd name="connsiteX3" fmla="*/ 0 w 2741168"/>
                <a:gd name="connsiteY3" fmla="*/ 658737 h 658737"/>
                <a:gd name="connsiteX4" fmla="*/ 0 w 2741168"/>
                <a:gd name="connsiteY4" fmla="*/ 568325 h 658737"/>
                <a:gd name="connsiteX0" fmla="*/ 0 w 2743550"/>
                <a:gd name="connsiteY0" fmla="*/ 568325 h 658737"/>
                <a:gd name="connsiteX1" fmla="*/ 2741168 w 2743550"/>
                <a:gd name="connsiteY1" fmla="*/ 0 h 658737"/>
                <a:gd name="connsiteX2" fmla="*/ 2743550 w 2743550"/>
                <a:gd name="connsiteY2" fmla="*/ 96762 h 658737"/>
                <a:gd name="connsiteX3" fmla="*/ 0 w 2743550"/>
                <a:gd name="connsiteY3" fmla="*/ 658737 h 658737"/>
                <a:gd name="connsiteX4" fmla="*/ 0 w 2743550"/>
                <a:gd name="connsiteY4" fmla="*/ 568325 h 658737"/>
                <a:gd name="connsiteX0" fmla="*/ 0 w 2743550"/>
                <a:gd name="connsiteY0" fmla="*/ 558072 h 648484"/>
                <a:gd name="connsiteX1" fmla="*/ 2741168 w 2743550"/>
                <a:gd name="connsiteY1" fmla="*/ 0 h 648484"/>
                <a:gd name="connsiteX2" fmla="*/ 2743550 w 2743550"/>
                <a:gd name="connsiteY2" fmla="*/ 86509 h 648484"/>
                <a:gd name="connsiteX3" fmla="*/ 0 w 2743550"/>
                <a:gd name="connsiteY3" fmla="*/ 648484 h 648484"/>
                <a:gd name="connsiteX4" fmla="*/ 0 w 2743550"/>
                <a:gd name="connsiteY4" fmla="*/ 558072 h 648484"/>
                <a:gd name="connsiteX0" fmla="*/ 0 w 2743550"/>
                <a:gd name="connsiteY0" fmla="*/ 568325 h 658737"/>
                <a:gd name="connsiteX1" fmla="*/ 2724081 w 2743550"/>
                <a:gd name="connsiteY1" fmla="*/ 0 h 658737"/>
                <a:gd name="connsiteX2" fmla="*/ 2743550 w 2743550"/>
                <a:gd name="connsiteY2" fmla="*/ 96762 h 658737"/>
                <a:gd name="connsiteX3" fmla="*/ 0 w 2743550"/>
                <a:gd name="connsiteY3" fmla="*/ 658737 h 658737"/>
                <a:gd name="connsiteX4" fmla="*/ 0 w 2743550"/>
                <a:gd name="connsiteY4" fmla="*/ 568325 h 658737"/>
                <a:gd name="connsiteX0" fmla="*/ 0 w 2726463"/>
                <a:gd name="connsiteY0" fmla="*/ 568325 h 658737"/>
                <a:gd name="connsiteX1" fmla="*/ 2724081 w 2726463"/>
                <a:gd name="connsiteY1" fmla="*/ 0 h 658737"/>
                <a:gd name="connsiteX2" fmla="*/ 2726463 w 2726463"/>
                <a:gd name="connsiteY2" fmla="*/ 93345 h 658737"/>
                <a:gd name="connsiteX3" fmla="*/ 0 w 2726463"/>
                <a:gd name="connsiteY3" fmla="*/ 658737 h 658737"/>
                <a:gd name="connsiteX4" fmla="*/ 0 w 2726463"/>
                <a:gd name="connsiteY4" fmla="*/ 568325 h 658737"/>
                <a:gd name="connsiteX0" fmla="*/ 0 w 2724081"/>
                <a:gd name="connsiteY0" fmla="*/ 568325 h 658737"/>
                <a:gd name="connsiteX1" fmla="*/ 2724081 w 2724081"/>
                <a:gd name="connsiteY1" fmla="*/ 0 h 658737"/>
                <a:gd name="connsiteX2" fmla="*/ 2719628 w 2724081"/>
                <a:gd name="connsiteY2" fmla="*/ 93345 h 658737"/>
                <a:gd name="connsiteX3" fmla="*/ 0 w 2724081"/>
                <a:gd name="connsiteY3" fmla="*/ 658737 h 658737"/>
                <a:gd name="connsiteX4" fmla="*/ 0 w 2724081"/>
                <a:gd name="connsiteY4" fmla="*/ 568325 h 658737"/>
                <a:gd name="connsiteX0" fmla="*/ 0 w 2724081"/>
                <a:gd name="connsiteY0" fmla="*/ 568325 h 658737"/>
                <a:gd name="connsiteX1" fmla="*/ 2724081 w 2724081"/>
                <a:gd name="connsiteY1" fmla="*/ 0 h 658737"/>
                <a:gd name="connsiteX2" fmla="*/ 2716211 w 2724081"/>
                <a:gd name="connsiteY2" fmla="*/ 79675 h 658737"/>
                <a:gd name="connsiteX3" fmla="*/ 0 w 2724081"/>
                <a:gd name="connsiteY3" fmla="*/ 658737 h 658737"/>
                <a:gd name="connsiteX4" fmla="*/ 0 w 2724081"/>
                <a:gd name="connsiteY4" fmla="*/ 568325 h 658737"/>
                <a:gd name="connsiteX0" fmla="*/ 0 w 2724081"/>
                <a:gd name="connsiteY0" fmla="*/ 568325 h 658737"/>
                <a:gd name="connsiteX1" fmla="*/ 2724081 w 2724081"/>
                <a:gd name="connsiteY1" fmla="*/ 0 h 658737"/>
                <a:gd name="connsiteX2" fmla="*/ 2716211 w 2724081"/>
                <a:gd name="connsiteY2" fmla="*/ 76258 h 658737"/>
                <a:gd name="connsiteX3" fmla="*/ 0 w 2724081"/>
                <a:gd name="connsiteY3" fmla="*/ 658737 h 658737"/>
                <a:gd name="connsiteX4" fmla="*/ 0 w 2724081"/>
                <a:gd name="connsiteY4" fmla="*/ 568325 h 658737"/>
                <a:gd name="connsiteX0" fmla="*/ 0 w 2724081"/>
                <a:gd name="connsiteY0" fmla="*/ 568325 h 658737"/>
                <a:gd name="connsiteX1" fmla="*/ 2724081 w 2724081"/>
                <a:gd name="connsiteY1" fmla="*/ 0 h 658737"/>
                <a:gd name="connsiteX2" fmla="*/ 2712794 w 2724081"/>
                <a:gd name="connsiteY2" fmla="*/ 76258 h 658737"/>
                <a:gd name="connsiteX3" fmla="*/ 0 w 2724081"/>
                <a:gd name="connsiteY3" fmla="*/ 658737 h 658737"/>
                <a:gd name="connsiteX4" fmla="*/ 0 w 2724081"/>
                <a:gd name="connsiteY4" fmla="*/ 568325 h 658737"/>
                <a:gd name="connsiteX0" fmla="*/ 0 w 2724081"/>
                <a:gd name="connsiteY0" fmla="*/ 568325 h 658737"/>
                <a:gd name="connsiteX1" fmla="*/ 2724081 w 2724081"/>
                <a:gd name="connsiteY1" fmla="*/ 0 h 658737"/>
                <a:gd name="connsiteX2" fmla="*/ 2712794 w 2724081"/>
                <a:gd name="connsiteY2" fmla="*/ 83093 h 658737"/>
                <a:gd name="connsiteX3" fmla="*/ 0 w 2724081"/>
                <a:gd name="connsiteY3" fmla="*/ 658737 h 658737"/>
                <a:gd name="connsiteX4" fmla="*/ 0 w 2724081"/>
                <a:gd name="connsiteY4" fmla="*/ 568325 h 658737"/>
                <a:gd name="connsiteX0" fmla="*/ 0 w 2722372"/>
                <a:gd name="connsiteY0" fmla="*/ 563199 h 653611"/>
                <a:gd name="connsiteX1" fmla="*/ 2722372 w 2722372"/>
                <a:gd name="connsiteY1" fmla="*/ 0 h 653611"/>
                <a:gd name="connsiteX2" fmla="*/ 2712794 w 2722372"/>
                <a:gd name="connsiteY2" fmla="*/ 77967 h 653611"/>
                <a:gd name="connsiteX3" fmla="*/ 0 w 2722372"/>
                <a:gd name="connsiteY3" fmla="*/ 653611 h 653611"/>
                <a:gd name="connsiteX4" fmla="*/ 0 w 2722372"/>
                <a:gd name="connsiteY4" fmla="*/ 563199 h 653611"/>
                <a:gd name="connsiteX0" fmla="*/ 0 w 2713829"/>
                <a:gd name="connsiteY0" fmla="*/ 561490 h 651902"/>
                <a:gd name="connsiteX1" fmla="*/ 2713829 w 2713829"/>
                <a:gd name="connsiteY1" fmla="*/ 0 h 651902"/>
                <a:gd name="connsiteX2" fmla="*/ 2712794 w 2713829"/>
                <a:gd name="connsiteY2" fmla="*/ 76258 h 651902"/>
                <a:gd name="connsiteX3" fmla="*/ 0 w 2713829"/>
                <a:gd name="connsiteY3" fmla="*/ 651902 h 651902"/>
                <a:gd name="connsiteX4" fmla="*/ 0 w 2713829"/>
                <a:gd name="connsiteY4" fmla="*/ 561490 h 651902"/>
                <a:gd name="connsiteX0" fmla="*/ 0 w 2715538"/>
                <a:gd name="connsiteY0" fmla="*/ 563199 h 653611"/>
                <a:gd name="connsiteX1" fmla="*/ 2715538 w 2715538"/>
                <a:gd name="connsiteY1" fmla="*/ 0 h 653611"/>
                <a:gd name="connsiteX2" fmla="*/ 2712794 w 2715538"/>
                <a:gd name="connsiteY2" fmla="*/ 77967 h 653611"/>
                <a:gd name="connsiteX3" fmla="*/ 0 w 2715538"/>
                <a:gd name="connsiteY3" fmla="*/ 653611 h 653611"/>
                <a:gd name="connsiteX4" fmla="*/ 0 w 2715538"/>
                <a:gd name="connsiteY4" fmla="*/ 563199 h 653611"/>
                <a:gd name="connsiteX0" fmla="*/ 13670 w 2729208"/>
                <a:gd name="connsiteY0" fmla="*/ 563199 h 660446"/>
                <a:gd name="connsiteX1" fmla="*/ 2729208 w 2729208"/>
                <a:gd name="connsiteY1" fmla="*/ 0 h 660446"/>
                <a:gd name="connsiteX2" fmla="*/ 2726464 w 2729208"/>
                <a:gd name="connsiteY2" fmla="*/ 77967 h 660446"/>
                <a:gd name="connsiteX3" fmla="*/ 0 w 2729208"/>
                <a:gd name="connsiteY3" fmla="*/ 660446 h 660446"/>
                <a:gd name="connsiteX4" fmla="*/ 13670 w 2729208"/>
                <a:gd name="connsiteY4" fmla="*/ 563199 h 660446"/>
                <a:gd name="connsiteX0" fmla="*/ 0 w 2734334"/>
                <a:gd name="connsiteY0" fmla="*/ 568325 h 660446"/>
                <a:gd name="connsiteX1" fmla="*/ 2734334 w 2734334"/>
                <a:gd name="connsiteY1" fmla="*/ 0 h 660446"/>
                <a:gd name="connsiteX2" fmla="*/ 2731590 w 2734334"/>
                <a:gd name="connsiteY2" fmla="*/ 77967 h 660446"/>
                <a:gd name="connsiteX3" fmla="*/ 5126 w 2734334"/>
                <a:gd name="connsiteY3" fmla="*/ 660446 h 660446"/>
                <a:gd name="connsiteX4" fmla="*/ 0 w 2734334"/>
                <a:gd name="connsiteY4" fmla="*/ 568325 h 660446"/>
                <a:gd name="connsiteX0" fmla="*/ 0 w 2737752"/>
                <a:gd name="connsiteY0" fmla="*/ 573451 h 665572"/>
                <a:gd name="connsiteX1" fmla="*/ 2737752 w 2737752"/>
                <a:gd name="connsiteY1" fmla="*/ 0 h 665572"/>
                <a:gd name="connsiteX2" fmla="*/ 2731590 w 2737752"/>
                <a:gd name="connsiteY2" fmla="*/ 83093 h 665572"/>
                <a:gd name="connsiteX3" fmla="*/ 5126 w 2737752"/>
                <a:gd name="connsiteY3" fmla="*/ 665572 h 665572"/>
                <a:gd name="connsiteX4" fmla="*/ 0 w 2737752"/>
                <a:gd name="connsiteY4" fmla="*/ 573451 h 665572"/>
                <a:gd name="connsiteX0" fmla="*/ 0 w 2736043"/>
                <a:gd name="connsiteY0" fmla="*/ 578577 h 670698"/>
                <a:gd name="connsiteX1" fmla="*/ 2736043 w 2736043"/>
                <a:gd name="connsiteY1" fmla="*/ 0 h 670698"/>
                <a:gd name="connsiteX2" fmla="*/ 2731590 w 2736043"/>
                <a:gd name="connsiteY2" fmla="*/ 88219 h 670698"/>
                <a:gd name="connsiteX3" fmla="*/ 5126 w 2736043"/>
                <a:gd name="connsiteY3" fmla="*/ 670698 h 670698"/>
                <a:gd name="connsiteX4" fmla="*/ 0 w 2736043"/>
                <a:gd name="connsiteY4" fmla="*/ 578577 h 670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36043" h="670698">
                  <a:moveTo>
                    <a:pt x="0" y="578577"/>
                  </a:moveTo>
                  <a:lnTo>
                    <a:pt x="2736043" y="0"/>
                  </a:lnTo>
                  <a:cubicBezTo>
                    <a:pt x="2735128" y="25989"/>
                    <a:pt x="2732505" y="62230"/>
                    <a:pt x="2731590" y="88219"/>
                  </a:cubicBezTo>
                  <a:lnTo>
                    <a:pt x="5126" y="670698"/>
                  </a:lnTo>
                  <a:lnTo>
                    <a:pt x="0" y="578577"/>
                  </a:ln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Rectangle 56">
              <a:extLst>
                <a:ext uri="{FF2B5EF4-FFF2-40B4-BE49-F238E27FC236}">
                  <a16:creationId xmlns:a16="http://schemas.microsoft.com/office/drawing/2014/main" id="{8ADA4AC7-89A1-4939-B788-A86ADE9C9F9B}"/>
                </a:ext>
              </a:extLst>
            </p:cNvPr>
            <p:cNvSpPr/>
            <p:nvPr/>
          </p:nvSpPr>
          <p:spPr>
            <a:xfrm rot="1197214">
              <a:off x="10275931" y="4844873"/>
              <a:ext cx="519068" cy="131397"/>
            </a:xfrm>
            <a:custGeom>
              <a:avLst/>
              <a:gdLst>
                <a:gd name="connsiteX0" fmla="*/ 0 w 291997"/>
                <a:gd name="connsiteY0" fmla="*/ 0 h 45719"/>
                <a:gd name="connsiteX1" fmla="*/ 291997 w 291997"/>
                <a:gd name="connsiteY1" fmla="*/ 0 h 45719"/>
                <a:gd name="connsiteX2" fmla="*/ 291997 w 291997"/>
                <a:gd name="connsiteY2" fmla="*/ 45719 h 45719"/>
                <a:gd name="connsiteX3" fmla="*/ 0 w 291997"/>
                <a:gd name="connsiteY3" fmla="*/ 45719 h 45719"/>
                <a:gd name="connsiteX4" fmla="*/ 0 w 291997"/>
                <a:gd name="connsiteY4" fmla="*/ 0 h 45719"/>
                <a:gd name="connsiteX0" fmla="*/ 0 w 319921"/>
                <a:gd name="connsiteY0" fmla="*/ 0 h 76114"/>
                <a:gd name="connsiteX1" fmla="*/ 291997 w 319921"/>
                <a:gd name="connsiteY1" fmla="*/ 0 h 76114"/>
                <a:gd name="connsiteX2" fmla="*/ 319921 w 319921"/>
                <a:gd name="connsiteY2" fmla="*/ 76114 h 76114"/>
                <a:gd name="connsiteX3" fmla="*/ 0 w 319921"/>
                <a:gd name="connsiteY3" fmla="*/ 45719 h 76114"/>
                <a:gd name="connsiteX4" fmla="*/ 0 w 319921"/>
                <a:gd name="connsiteY4" fmla="*/ 0 h 76114"/>
                <a:gd name="connsiteX0" fmla="*/ 0 w 511132"/>
                <a:gd name="connsiteY0" fmla="*/ 0 h 128294"/>
                <a:gd name="connsiteX1" fmla="*/ 483208 w 511132"/>
                <a:gd name="connsiteY1" fmla="*/ 52180 h 128294"/>
                <a:gd name="connsiteX2" fmla="*/ 511132 w 511132"/>
                <a:gd name="connsiteY2" fmla="*/ 128294 h 128294"/>
                <a:gd name="connsiteX3" fmla="*/ 191211 w 511132"/>
                <a:gd name="connsiteY3" fmla="*/ 97899 h 128294"/>
                <a:gd name="connsiteX4" fmla="*/ 0 w 511132"/>
                <a:gd name="connsiteY4" fmla="*/ 0 h 128294"/>
                <a:gd name="connsiteX0" fmla="*/ 0 w 496210"/>
                <a:gd name="connsiteY0" fmla="*/ 0 h 133711"/>
                <a:gd name="connsiteX1" fmla="*/ 468286 w 496210"/>
                <a:gd name="connsiteY1" fmla="*/ 57597 h 133711"/>
                <a:gd name="connsiteX2" fmla="*/ 496210 w 496210"/>
                <a:gd name="connsiteY2" fmla="*/ 133711 h 133711"/>
                <a:gd name="connsiteX3" fmla="*/ 176289 w 496210"/>
                <a:gd name="connsiteY3" fmla="*/ 103316 h 133711"/>
                <a:gd name="connsiteX4" fmla="*/ 0 w 496210"/>
                <a:gd name="connsiteY4" fmla="*/ 0 h 133711"/>
                <a:gd name="connsiteX0" fmla="*/ 35566 w 531776"/>
                <a:gd name="connsiteY0" fmla="*/ 0 h 133711"/>
                <a:gd name="connsiteX1" fmla="*/ 503852 w 531776"/>
                <a:gd name="connsiteY1" fmla="*/ 57597 h 133711"/>
                <a:gd name="connsiteX2" fmla="*/ 531776 w 531776"/>
                <a:gd name="connsiteY2" fmla="*/ 133711 h 133711"/>
                <a:gd name="connsiteX3" fmla="*/ 0 w 531776"/>
                <a:gd name="connsiteY3" fmla="*/ 105920 h 133711"/>
                <a:gd name="connsiteX4" fmla="*/ 35566 w 531776"/>
                <a:gd name="connsiteY4" fmla="*/ 0 h 133711"/>
                <a:gd name="connsiteX0" fmla="*/ 19 w 496229"/>
                <a:gd name="connsiteY0" fmla="*/ 0 h 133711"/>
                <a:gd name="connsiteX1" fmla="*/ 468305 w 496229"/>
                <a:gd name="connsiteY1" fmla="*/ 57597 h 133711"/>
                <a:gd name="connsiteX2" fmla="*/ 496229 w 496229"/>
                <a:gd name="connsiteY2" fmla="*/ 133711 h 133711"/>
                <a:gd name="connsiteX3" fmla="*/ 0 w 496229"/>
                <a:gd name="connsiteY3" fmla="*/ 82881 h 133711"/>
                <a:gd name="connsiteX4" fmla="*/ 19 w 496229"/>
                <a:gd name="connsiteY4" fmla="*/ 0 h 133711"/>
                <a:gd name="connsiteX0" fmla="*/ 1 w 496211"/>
                <a:gd name="connsiteY0" fmla="*/ 0 h 133711"/>
                <a:gd name="connsiteX1" fmla="*/ 468287 w 496211"/>
                <a:gd name="connsiteY1" fmla="*/ 57597 h 133711"/>
                <a:gd name="connsiteX2" fmla="*/ 496211 w 496211"/>
                <a:gd name="connsiteY2" fmla="*/ 133711 h 133711"/>
                <a:gd name="connsiteX3" fmla="*/ 9752 w 496211"/>
                <a:gd name="connsiteY3" fmla="*/ 72578 h 133711"/>
                <a:gd name="connsiteX4" fmla="*/ 1 w 496211"/>
                <a:gd name="connsiteY4" fmla="*/ 0 h 133711"/>
                <a:gd name="connsiteX0" fmla="*/ 1 w 496211"/>
                <a:gd name="connsiteY0" fmla="*/ 0 h 133711"/>
                <a:gd name="connsiteX1" fmla="*/ 468287 w 496211"/>
                <a:gd name="connsiteY1" fmla="*/ 57597 h 133711"/>
                <a:gd name="connsiteX2" fmla="*/ 496211 w 496211"/>
                <a:gd name="connsiteY2" fmla="*/ 133711 h 133711"/>
                <a:gd name="connsiteX3" fmla="*/ 4050 w 496211"/>
                <a:gd name="connsiteY3" fmla="*/ 84781 h 133711"/>
                <a:gd name="connsiteX4" fmla="*/ 1 w 496211"/>
                <a:gd name="connsiteY4" fmla="*/ 0 h 133711"/>
                <a:gd name="connsiteX0" fmla="*/ 0 w 507064"/>
                <a:gd name="connsiteY0" fmla="*/ 0 h 126393"/>
                <a:gd name="connsiteX1" fmla="*/ 479140 w 507064"/>
                <a:gd name="connsiteY1" fmla="*/ 50279 h 126393"/>
                <a:gd name="connsiteX2" fmla="*/ 507064 w 507064"/>
                <a:gd name="connsiteY2" fmla="*/ 126393 h 126393"/>
                <a:gd name="connsiteX3" fmla="*/ 14903 w 507064"/>
                <a:gd name="connsiteY3" fmla="*/ 77463 h 126393"/>
                <a:gd name="connsiteX4" fmla="*/ 0 w 507064"/>
                <a:gd name="connsiteY4" fmla="*/ 0 h 126393"/>
                <a:gd name="connsiteX0" fmla="*/ 0 w 507064"/>
                <a:gd name="connsiteY0" fmla="*/ 0 h 126393"/>
                <a:gd name="connsiteX1" fmla="*/ 479140 w 507064"/>
                <a:gd name="connsiteY1" fmla="*/ 50279 h 126393"/>
                <a:gd name="connsiteX2" fmla="*/ 507064 w 507064"/>
                <a:gd name="connsiteY2" fmla="*/ 126393 h 126393"/>
                <a:gd name="connsiteX3" fmla="*/ 14902 w 507064"/>
                <a:gd name="connsiteY3" fmla="*/ 77463 h 126393"/>
                <a:gd name="connsiteX4" fmla="*/ 0 w 507064"/>
                <a:gd name="connsiteY4" fmla="*/ 0 h 126393"/>
                <a:gd name="connsiteX0" fmla="*/ 0 w 507064"/>
                <a:gd name="connsiteY0" fmla="*/ 0 h 126393"/>
                <a:gd name="connsiteX1" fmla="*/ 479140 w 507064"/>
                <a:gd name="connsiteY1" fmla="*/ 50279 h 126393"/>
                <a:gd name="connsiteX2" fmla="*/ 507064 w 507064"/>
                <a:gd name="connsiteY2" fmla="*/ 126393 h 126393"/>
                <a:gd name="connsiteX3" fmla="*/ 20871 w 507064"/>
                <a:gd name="connsiteY3" fmla="*/ 75296 h 126393"/>
                <a:gd name="connsiteX4" fmla="*/ 0 w 507064"/>
                <a:gd name="connsiteY4" fmla="*/ 0 h 126393"/>
                <a:gd name="connsiteX0" fmla="*/ 0 w 507064"/>
                <a:gd name="connsiteY0" fmla="*/ 0 h 126393"/>
                <a:gd name="connsiteX1" fmla="*/ 479140 w 507064"/>
                <a:gd name="connsiteY1" fmla="*/ 50279 h 126393"/>
                <a:gd name="connsiteX2" fmla="*/ 507064 w 507064"/>
                <a:gd name="connsiteY2" fmla="*/ 126393 h 126393"/>
                <a:gd name="connsiteX3" fmla="*/ 20871 w 507064"/>
                <a:gd name="connsiteY3" fmla="*/ 75296 h 126393"/>
                <a:gd name="connsiteX4" fmla="*/ 0 w 507064"/>
                <a:gd name="connsiteY4" fmla="*/ 0 h 126393"/>
                <a:gd name="connsiteX0" fmla="*/ 0 w 507064"/>
                <a:gd name="connsiteY0" fmla="*/ 0 h 126393"/>
                <a:gd name="connsiteX1" fmla="*/ 474591 w 507064"/>
                <a:gd name="connsiteY1" fmla="*/ 37430 h 126393"/>
                <a:gd name="connsiteX2" fmla="*/ 507064 w 507064"/>
                <a:gd name="connsiteY2" fmla="*/ 126393 h 126393"/>
                <a:gd name="connsiteX3" fmla="*/ 20871 w 507064"/>
                <a:gd name="connsiteY3" fmla="*/ 75296 h 126393"/>
                <a:gd name="connsiteX4" fmla="*/ 0 w 507064"/>
                <a:gd name="connsiteY4" fmla="*/ 0 h 126393"/>
                <a:gd name="connsiteX0" fmla="*/ 1 w 506208"/>
                <a:gd name="connsiteY0" fmla="*/ 0 h 133984"/>
                <a:gd name="connsiteX1" fmla="*/ 473735 w 506208"/>
                <a:gd name="connsiteY1" fmla="*/ 45021 h 133984"/>
                <a:gd name="connsiteX2" fmla="*/ 506208 w 506208"/>
                <a:gd name="connsiteY2" fmla="*/ 133984 h 133984"/>
                <a:gd name="connsiteX3" fmla="*/ 20015 w 506208"/>
                <a:gd name="connsiteY3" fmla="*/ 82887 h 133984"/>
                <a:gd name="connsiteX4" fmla="*/ 1 w 506208"/>
                <a:gd name="connsiteY4" fmla="*/ 0 h 133984"/>
                <a:gd name="connsiteX0" fmla="*/ 1 w 506208"/>
                <a:gd name="connsiteY0" fmla="*/ 0 h 133984"/>
                <a:gd name="connsiteX1" fmla="*/ 473735 w 506208"/>
                <a:gd name="connsiteY1" fmla="*/ 45021 h 133984"/>
                <a:gd name="connsiteX2" fmla="*/ 506208 w 506208"/>
                <a:gd name="connsiteY2" fmla="*/ 133984 h 133984"/>
                <a:gd name="connsiteX3" fmla="*/ 20015 w 506208"/>
                <a:gd name="connsiteY3" fmla="*/ 82887 h 133984"/>
                <a:gd name="connsiteX4" fmla="*/ 1 w 506208"/>
                <a:gd name="connsiteY4" fmla="*/ 0 h 1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208" h="133984">
                  <a:moveTo>
                    <a:pt x="1" y="0"/>
                  </a:moveTo>
                  <a:lnTo>
                    <a:pt x="473735" y="45021"/>
                  </a:lnTo>
                  <a:lnTo>
                    <a:pt x="506208" y="133984"/>
                  </a:lnTo>
                  <a:lnTo>
                    <a:pt x="20015" y="82887"/>
                  </a:lnTo>
                  <a:cubicBezTo>
                    <a:pt x="20021" y="55260"/>
                    <a:pt x="-5" y="27627"/>
                    <a:pt x="1" y="0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FD13C17-D8AE-4DC7-BD1F-8C9D3135A47C}"/>
                </a:ext>
              </a:extLst>
            </p:cNvPr>
            <p:cNvSpPr/>
            <p:nvPr/>
          </p:nvSpPr>
          <p:spPr>
            <a:xfrm rot="17606458">
              <a:off x="13891626" y="3783452"/>
              <a:ext cx="45719" cy="224352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060C22BA-1272-4D4D-B41E-F48058002542}"/>
              </a:ext>
            </a:extLst>
          </p:cNvPr>
          <p:cNvGrpSpPr/>
          <p:nvPr/>
        </p:nvGrpSpPr>
        <p:grpSpPr>
          <a:xfrm>
            <a:off x="1224911" y="3263968"/>
            <a:ext cx="2639884" cy="4157591"/>
            <a:chOff x="1336803" y="3682307"/>
            <a:chExt cx="1511277" cy="2380132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D1D7479-14DA-498F-B15D-3053CD016E54}"/>
                </a:ext>
              </a:extLst>
            </p:cNvPr>
            <p:cNvGrpSpPr/>
            <p:nvPr/>
          </p:nvGrpSpPr>
          <p:grpSpPr>
            <a:xfrm>
              <a:off x="1637260" y="5072908"/>
              <a:ext cx="594253" cy="868582"/>
              <a:chOff x="10127150" y="4575203"/>
              <a:chExt cx="594253" cy="868582"/>
            </a:xfrm>
          </p:grpSpPr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5A80AB96-E5C3-4992-96D9-86632AE6F3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46960" y="4740309"/>
                <a:ext cx="19319" cy="683047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sp>
            <p:nvSpPr>
              <p:cNvPr id="31" name="Rectangle: Top Corners Rounded 30">
                <a:extLst>
                  <a:ext uri="{FF2B5EF4-FFF2-40B4-BE49-F238E27FC236}">
                    <a16:creationId xmlns:a16="http://schemas.microsoft.com/office/drawing/2014/main" id="{9F757AFF-6F23-4376-B0A0-692A16DDB88B}"/>
                  </a:ext>
                </a:extLst>
              </p:cNvPr>
              <p:cNvSpPr/>
              <p:nvPr/>
            </p:nvSpPr>
            <p:spPr>
              <a:xfrm flipH="1">
                <a:off x="10127150" y="5338933"/>
                <a:ext cx="350446" cy="104852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prstClr val="black"/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3D5EF868-E50D-46D7-8039-C7B14502A01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328057" y="4575203"/>
                <a:ext cx="393346" cy="185500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2BEBD765-5EDD-4214-8004-132E46D1B786}"/>
                </a:ext>
              </a:extLst>
            </p:cNvPr>
            <p:cNvGrpSpPr/>
            <p:nvPr/>
          </p:nvGrpSpPr>
          <p:grpSpPr>
            <a:xfrm>
              <a:off x="1336803" y="3682307"/>
              <a:ext cx="1511277" cy="2380132"/>
              <a:chOff x="8494258" y="151226"/>
              <a:chExt cx="1511277" cy="2380132"/>
            </a:xfrm>
          </p:grpSpPr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C9745530-E56E-494F-9EFB-9469149C5A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28832" y="1541827"/>
                <a:ext cx="0" cy="939166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8C709742-08AF-4158-9CCC-823E4DF17C9C}"/>
                  </a:ext>
                </a:extLst>
              </p:cNvPr>
              <p:cNvSpPr/>
              <p:nvPr/>
            </p:nvSpPr>
            <p:spPr>
              <a:xfrm flipH="1">
                <a:off x="8494258" y="167914"/>
                <a:ext cx="1511277" cy="1458199"/>
              </a:xfrm>
              <a:prstGeom prst="ellipse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AD1E6B53-5990-41C1-85CE-27A3BEFC6E40}"/>
                  </a:ext>
                </a:extLst>
              </p:cNvPr>
              <p:cNvSpPr/>
              <p:nvPr/>
            </p:nvSpPr>
            <p:spPr>
              <a:xfrm flipH="1">
                <a:off x="9351201" y="697001"/>
                <a:ext cx="155650" cy="154602"/>
              </a:xfrm>
              <a:prstGeom prst="ellipse">
                <a:avLst/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3" name="Rectangle: Top Corners Rounded 52">
                <a:extLst>
                  <a:ext uri="{FF2B5EF4-FFF2-40B4-BE49-F238E27FC236}">
                    <a16:creationId xmlns:a16="http://schemas.microsoft.com/office/drawing/2014/main" id="{5E42D6E3-08B3-4FE4-8BE8-E610F879BD3C}"/>
                  </a:ext>
                </a:extLst>
              </p:cNvPr>
              <p:cNvSpPr/>
              <p:nvPr/>
            </p:nvSpPr>
            <p:spPr>
              <a:xfrm flipH="1">
                <a:off x="8790978" y="2307394"/>
                <a:ext cx="398834" cy="119329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prstClr val="black"/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4" name="Rectangle: Top Corners Rounded 53">
                <a:extLst>
                  <a:ext uri="{FF2B5EF4-FFF2-40B4-BE49-F238E27FC236}">
                    <a16:creationId xmlns:a16="http://schemas.microsoft.com/office/drawing/2014/main" id="{33DE4DB8-A21D-4168-9726-E03E58A8E192}"/>
                  </a:ext>
                </a:extLst>
              </p:cNvPr>
              <p:cNvSpPr/>
              <p:nvPr/>
            </p:nvSpPr>
            <p:spPr>
              <a:xfrm flipH="1">
                <a:off x="9144835" y="2412029"/>
                <a:ext cx="398834" cy="119329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prstClr val="black"/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B22E72B6-D614-486A-B0F0-23BA43931796}"/>
                  </a:ext>
                </a:extLst>
              </p:cNvPr>
              <p:cNvSpPr/>
              <p:nvPr/>
            </p:nvSpPr>
            <p:spPr>
              <a:xfrm>
                <a:off x="8648131" y="1349608"/>
                <a:ext cx="369493" cy="289419"/>
              </a:xfrm>
              <a:custGeom>
                <a:avLst/>
                <a:gdLst>
                  <a:gd name="connsiteX0" fmla="*/ 115393 w 649909"/>
                  <a:gd name="connsiteY0" fmla="*/ 0 h 923977"/>
                  <a:gd name="connsiteX1" fmla="*/ 29668 w 649909"/>
                  <a:gd name="connsiteY1" fmla="*/ 438150 h 923977"/>
                  <a:gd name="connsiteX2" fmla="*/ 563068 w 649909"/>
                  <a:gd name="connsiteY2" fmla="*/ 847725 h 923977"/>
                  <a:gd name="connsiteX3" fmla="*/ 648793 w 649909"/>
                  <a:gd name="connsiteY3" fmla="*/ 923925 h 923977"/>
                  <a:gd name="connsiteX4" fmla="*/ 648793 w 649909"/>
                  <a:gd name="connsiteY4" fmla="*/ 923925 h 923977"/>
                  <a:gd name="connsiteX0" fmla="*/ 0 w 620241"/>
                  <a:gd name="connsiteY0" fmla="*/ 0 h 485827"/>
                  <a:gd name="connsiteX1" fmla="*/ 533400 w 620241"/>
                  <a:gd name="connsiteY1" fmla="*/ 409575 h 485827"/>
                  <a:gd name="connsiteX2" fmla="*/ 619125 w 620241"/>
                  <a:gd name="connsiteY2" fmla="*/ 485775 h 485827"/>
                  <a:gd name="connsiteX3" fmla="*/ 619125 w 620241"/>
                  <a:gd name="connsiteY3" fmla="*/ 485775 h 4858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0241" h="485827">
                    <a:moveTo>
                      <a:pt x="0" y="0"/>
                    </a:moveTo>
                    <a:cubicBezTo>
                      <a:pt x="74612" y="141288"/>
                      <a:pt x="430213" y="328613"/>
                      <a:pt x="533400" y="409575"/>
                    </a:cubicBezTo>
                    <a:cubicBezTo>
                      <a:pt x="636587" y="490537"/>
                      <a:pt x="619125" y="485775"/>
                      <a:pt x="619125" y="485775"/>
                    </a:cubicBezTo>
                    <a:lnTo>
                      <a:pt x="619125" y="485775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EACDAA5E-09D9-461E-8D34-ECFD31630CF6}"/>
                  </a:ext>
                </a:extLst>
              </p:cNvPr>
              <p:cNvSpPr/>
              <p:nvPr/>
            </p:nvSpPr>
            <p:spPr>
              <a:xfrm flipH="1">
                <a:off x="9041139" y="961700"/>
                <a:ext cx="110170" cy="113485"/>
              </a:xfrm>
              <a:custGeom>
                <a:avLst/>
                <a:gdLst>
                  <a:gd name="connsiteX0" fmla="*/ 33338 w 209668"/>
                  <a:gd name="connsiteY0" fmla="*/ 0 h 195262"/>
                  <a:gd name="connsiteX1" fmla="*/ 57150 w 209668"/>
                  <a:gd name="connsiteY1" fmla="*/ 14287 h 195262"/>
                  <a:gd name="connsiteX2" fmla="*/ 71438 w 209668"/>
                  <a:gd name="connsiteY2" fmla="*/ 23812 h 195262"/>
                  <a:gd name="connsiteX3" fmla="*/ 114300 w 209668"/>
                  <a:gd name="connsiteY3" fmla="*/ 33337 h 195262"/>
                  <a:gd name="connsiteX4" fmla="*/ 128588 w 209668"/>
                  <a:gd name="connsiteY4" fmla="*/ 42862 h 195262"/>
                  <a:gd name="connsiteX5" fmla="*/ 166688 w 209668"/>
                  <a:gd name="connsiteY5" fmla="*/ 52387 h 195262"/>
                  <a:gd name="connsiteX6" fmla="*/ 200025 w 209668"/>
                  <a:gd name="connsiteY6" fmla="*/ 61912 h 195262"/>
                  <a:gd name="connsiteX7" fmla="*/ 209550 w 209668"/>
                  <a:gd name="connsiteY7" fmla="*/ 76200 h 195262"/>
                  <a:gd name="connsiteX8" fmla="*/ 185738 w 209668"/>
                  <a:gd name="connsiteY8" fmla="*/ 157162 h 195262"/>
                  <a:gd name="connsiteX9" fmla="*/ 166688 w 209668"/>
                  <a:gd name="connsiteY9" fmla="*/ 166687 h 195262"/>
                  <a:gd name="connsiteX10" fmla="*/ 123825 w 209668"/>
                  <a:gd name="connsiteY10" fmla="*/ 185737 h 195262"/>
                  <a:gd name="connsiteX11" fmla="*/ 109538 w 209668"/>
                  <a:gd name="connsiteY11" fmla="*/ 190500 h 195262"/>
                  <a:gd name="connsiteX12" fmla="*/ 95250 w 209668"/>
                  <a:gd name="connsiteY12" fmla="*/ 195262 h 195262"/>
                  <a:gd name="connsiteX13" fmla="*/ 23813 w 209668"/>
                  <a:gd name="connsiteY13" fmla="*/ 190500 h 195262"/>
                  <a:gd name="connsiteX14" fmla="*/ 9525 w 209668"/>
                  <a:gd name="connsiteY14" fmla="*/ 185737 h 195262"/>
                  <a:gd name="connsiteX15" fmla="*/ 0 w 209668"/>
                  <a:gd name="connsiteY15" fmla="*/ 176212 h 195262"/>
                  <a:gd name="connsiteX0" fmla="*/ 33338 w 209668"/>
                  <a:gd name="connsiteY0" fmla="*/ 0 h 195262"/>
                  <a:gd name="connsiteX1" fmla="*/ 57150 w 209668"/>
                  <a:gd name="connsiteY1" fmla="*/ 14287 h 195262"/>
                  <a:gd name="connsiteX2" fmla="*/ 71438 w 209668"/>
                  <a:gd name="connsiteY2" fmla="*/ 23812 h 195262"/>
                  <a:gd name="connsiteX3" fmla="*/ 114300 w 209668"/>
                  <a:gd name="connsiteY3" fmla="*/ 33337 h 195262"/>
                  <a:gd name="connsiteX4" fmla="*/ 128588 w 209668"/>
                  <a:gd name="connsiteY4" fmla="*/ 42862 h 195262"/>
                  <a:gd name="connsiteX5" fmla="*/ 200025 w 209668"/>
                  <a:gd name="connsiteY5" fmla="*/ 61912 h 195262"/>
                  <a:gd name="connsiteX6" fmla="*/ 209550 w 209668"/>
                  <a:gd name="connsiteY6" fmla="*/ 76200 h 195262"/>
                  <a:gd name="connsiteX7" fmla="*/ 185738 w 209668"/>
                  <a:gd name="connsiteY7" fmla="*/ 157162 h 195262"/>
                  <a:gd name="connsiteX8" fmla="*/ 166688 w 209668"/>
                  <a:gd name="connsiteY8" fmla="*/ 166687 h 195262"/>
                  <a:gd name="connsiteX9" fmla="*/ 123825 w 209668"/>
                  <a:gd name="connsiteY9" fmla="*/ 185737 h 195262"/>
                  <a:gd name="connsiteX10" fmla="*/ 109538 w 209668"/>
                  <a:gd name="connsiteY10" fmla="*/ 190500 h 195262"/>
                  <a:gd name="connsiteX11" fmla="*/ 95250 w 209668"/>
                  <a:gd name="connsiteY11" fmla="*/ 195262 h 195262"/>
                  <a:gd name="connsiteX12" fmla="*/ 23813 w 209668"/>
                  <a:gd name="connsiteY12" fmla="*/ 190500 h 195262"/>
                  <a:gd name="connsiteX13" fmla="*/ 9525 w 209668"/>
                  <a:gd name="connsiteY13" fmla="*/ 185737 h 195262"/>
                  <a:gd name="connsiteX14" fmla="*/ 0 w 209668"/>
                  <a:gd name="connsiteY14" fmla="*/ 176212 h 195262"/>
                  <a:gd name="connsiteX0" fmla="*/ 33338 w 202730"/>
                  <a:gd name="connsiteY0" fmla="*/ 0 h 195262"/>
                  <a:gd name="connsiteX1" fmla="*/ 57150 w 202730"/>
                  <a:gd name="connsiteY1" fmla="*/ 14287 h 195262"/>
                  <a:gd name="connsiteX2" fmla="*/ 71438 w 202730"/>
                  <a:gd name="connsiteY2" fmla="*/ 23812 h 195262"/>
                  <a:gd name="connsiteX3" fmla="*/ 114300 w 202730"/>
                  <a:gd name="connsiteY3" fmla="*/ 33337 h 195262"/>
                  <a:gd name="connsiteX4" fmla="*/ 128588 w 202730"/>
                  <a:gd name="connsiteY4" fmla="*/ 42862 h 195262"/>
                  <a:gd name="connsiteX5" fmla="*/ 200025 w 202730"/>
                  <a:gd name="connsiteY5" fmla="*/ 61912 h 195262"/>
                  <a:gd name="connsiteX6" fmla="*/ 185738 w 202730"/>
                  <a:gd name="connsiteY6" fmla="*/ 157162 h 195262"/>
                  <a:gd name="connsiteX7" fmla="*/ 166688 w 202730"/>
                  <a:gd name="connsiteY7" fmla="*/ 166687 h 195262"/>
                  <a:gd name="connsiteX8" fmla="*/ 123825 w 202730"/>
                  <a:gd name="connsiteY8" fmla="*/ 185737 h 195262"/>
                  <a:gd name="connsiteX9" fmla="*/ 109538 w 202730"/>
                  <a:gd name="connsiteY9" fmla="*/ 190500 h 195262"/>
                  <a:gd name="connsiteX10" fmla="*/ 95250 w 202730"/>
                  <a:gd name="connsiteY10" fmla="*/ 195262 h 195262"/>
                  <a:gd name="connsiteX11" fmla="*/ 23813 w 202730"/>
                  <a:gd name="connsiteY11" fmla="*/ 190500 h 195262"/>
                  <a:gd name="connsiteX12" fmla="*/ 9525 w 202730"/>
                  <a:gd name="connsiteY12" fmla="*/ 185737 h 195262"/>
                  <a:gd name="connsiteX13" fmla="*/ 0 w 202730"/>
                  <a:gd name="connsiteY13" fmla="*/ 176212 h 195262"/>
                  <a:gd name="connsiteX0" fmla="*/ 33338 w 207126"/>
                  <a:gd name="connsiteY0" fmla="*/ 0 h 195262"/>
                  <a:gd name="connsiteX1" fmla="*/ 57150 w 207126"/>
                  <a:gd name="connsiteY1" fmla="*/ 14287 h 195262"/>
                  <a:gd name="connsiteX2" fmla="*/ 71438 w 207126"/>
                  <a:gd name="connsiteY2" fmla="*/ 23812 h 195262"/>
                  <a:gd name="connsiteX3" fmla="*/ 114300 w 207126"/>
                  <a:gd name="connsiteY3" fmla="*/ 33337 h 195262"/>
                  <a:gd name="connsiteX4" fmla="*/ 128588 w 207126"/>
                  <a:gd name="connsiteY4" fmla="*/ 42862 h 195262"/>
                  <a:gd name="connsiteX5" fmla="*/ 204787 w 207126"/>
                  <a:gd name="connsiteY5" fmla="*/ 76199 h 195262"/>
                  <a:gd name="connsiteX6" fmla="*/ 185738 w 207126"/>
                  <a:gd name="connsiteY6" fmla="*/ 157162 h 195262"/>
                  <a:gd name="connsiteX7" fmla="*/ 166688 w 207126"/>
                  <a:gd name="connsiteY7" fmla="*/ 166687 h 195262"/>
                  <a:gd name="connsiteX8" fmla="*/ 123825 w 207126"/>
                  <a:gd name="connsiteY8" fmla="*/ 185737 h 195262"/>
                  <a:gd name="connsiteX9" fmla="*/ 109538 w 207126"/>
                  <a:gd name="connsiteY9" fmla="*/ 190500 h 195262"/>
                  <a:gd name="connsiteX10" fmla="*/ 95250 w 207126"/>
                  <a:gd name="connsiteY10" fmla="*/ 195262 h 195262"/>
                  <a:gd name="connsiteX11" fmla="*/ 23813 w 207126"/>
                  <a:gd name="connsiteY11" fmla="*/ 190500 h 195262"/>
                  <a:gd name="connsiteX12" fmla="*/ 9525 w 207126"/>
                  <a:gd name="connsiteY12" fmla="*/ 185737 h 195262"/>
                  <a:gd name="connsiteX13" fmla="*/ 0 w 207126"/>
                  <a:gd name="connsiteY13" fmla="*/ 176212 h 195262"/>
                  <a:gd name="connsiteX0" fmla="*/ 33338 w 207126"/>
                  <a:gd name="connsiteY0" fmla="*/ 0 h 190500"/>
                  <a:gd name="connsiteX1" fmla="*/ 57150 w 207126"/>
                  <a:gd name="connsiteY1" fmla="*/ 14287 h 190500"/>
                  <a:gd name="connsiteX2" fmla="*/ 71438 w 207126"/>
                  <a:gd name="connsiteY2" fmla="*/ 23812 h 190500"/>
                  <a:gd name="connsiteX3" fmla="*/ 114300 w 207126"/>
                  <a:gd name="connsiteY3" fmla="*/ 33337 h 190500"/>
                  <a:gd name="connsiteX4" fmla="*/ 128588 w 207126"/>
                  <a:gd name="connsiteY4" fmla="*/ 42862 h 190500"/>
                  <a:gd name="connsiteX5" fmla="*/ 204787 w 207126"/>
                  <a:gd name="connsiteY5" fmla="*/ 76199 h 190500"/>
                  <a:gd name="connsiteX6" fmla="*/ 185738 w 207126"/>
                  <a:gd name="connsiteY6" fmla="*/ 157162 h 190500"/>
                  <a:gd name="connsiteX7" fmla="*/ 166688 w 207126"/>
                  <a:gd name="connsiteY7" fmla="*/ 166687 h 190500"/>
                  <a:gd name="connsiteX8" fmla="*/ 123825 w 207126"/>
                  <a:gd name="connsiteY8" fmla="*/ 185737 h 190500"/>
                  <a:gd name="connsiteX9" fmla="*/ 109538 w 207126"/>
                  <a:gd name="connsiteY9" fmla="*/ 190500 h 190500"/>
                  <a:gd name="connsiteX10" fmla="*/ 23813 w 207126"/>
                  <a:gd name="connsiteY10" fmla="*/ 190500 h 190500"/>
                  <a:gd name="connsiteX11" fmla="*/ 9525 w 207126"/>
                  <a:gd name="connsiteY11" fmla="*/ 185737 h 190500"/>
                  <a:gd name="connsiteX12" fmla="*/ 0 w 207126"/>
                  <a:gd name="connsiteY12" fmla="*/ 176212 h 190500"/>
                  <a:gd name="connsiteX0" fmla="*/ 33338 w 207126"/>
                  <a:gd name="connsiteY0" fmla="*/ 0 h 190500"/>
                  <a:gd name="connsiteX1" fmla="*/ 57150 w 207126"/>
                  <a:gd name="connsiteY1" fmla="*/ 14287 h 190500"/>
                  <a:gd name="connsiteX2" fmla="*/ 71438 w 207126"/>
                  <a:gd name="connsiteY2" fmla="*/ 23812 h 190500"/>
                  <a:gd name="connsiteX3" fmla="*/ 114300 w 207126"/>
                  <a:gd name="connsiteY3" fmla="*/ 33337 h 190500"/>
                  <a:gd name="connsiteX4" fmla="*/ 128588 w 207126"/>
                  <a:gd name="connsiteY4" fmla="*/ 42862 h 190500"/>
                  <a:gd name="connsiteX5" fmla="*/ 204787 w 207126"/>
                  <a:gd name="connsiteY5" fmla="*/ 76199 h 190500"/>
                  <a:gd name="connsiteX6" fmla="*/ 185738 w 207126"/>
                  <a:gd name="connsiteY6" fmla="*/ 157162 h 190500"/>
                  <a:gd name="connsiteX7" fmla="*/ 166688 w 207126"/>
                  <a:gd name="connsiteY7" fmla="*/ 166687 h 190500"/>
                  <a:gd name="connsiteX8" fmla="*/ 123825 w 207126"/>
                  <a:gd name="connsiteY8" fmla="*/ 185737 h 190500"/>
                  <a:gd name="connsiteX9" fmla="*/ 23813 w 207126"/>
                  <a:gd name="connsiteY9" fmla="*/ 190500 h 190500"/>
                  <a:gd name="connsiteX10" fmla="*/ 9525 w 207126"/>
                  <a:gd name="connsiteY10" fmla="*/ 185737 h 190500"/>
                  <a:gd name="connsiteX11" fmla="*/ 0 w 207126"/>
                  <a:gd name="connsiteY11" fmla="*/ 176212 h 190500"/>
                  <a:gd name="connsiteX0" fmla="*/ 33338 w 207779"/>
                  <a:gd name="connsiteY0" fmla="*/ 0 h 190500"/>
                  <a:gd name="connsiteX1" fmla="*/ 57150 w 207779"/>
                  <a:gd name="connsiteY1" fmla="*/ 14287 h 190500"/>
                  <a:gd name="connsiteX2" fmla="*/ 71438 w 207779"/>
                  <a:gd name="connsiteY2" fmla="*/ 23812 h 190500"/>
                  <a:gd name="connsiteX3" fmla="*/ 114300 w 207779"/>
                  <a:gd name="connsiteY3" fmla="*/ 33337 h 190500"/>
                  <a:gd name="connsiteX4" fmla="*/ 128588 w 207779"/>
                  <a:gd name="connsiteY4" fmla="*/ 42862 h 190500"/>
                  <a:gd name="connsiteX5" fmla="*/ 204787 w 207779"/>
                  <a:gd name="connsiteY5" fmla="*/ 76199 h 190500"/>
                  <a:gd name="connsiteX6" fmla="*/ 185738 w 207779"/>
                  <a:gd name="connsiteY6" fmla="*/ 157162 h 190500"/>
                  <a:gd name="connsiteX7" fmla="*/ 123825 w 207779"/>
                  <a:gd name="connsiteY7" fmla="*/ 185737 h 190500"/>
                  <a:gd name="connsiteX8" fmla="*/ 23813 w 207779"/>
                  <a:gd name="connsiteY8" fmla="*/ 190500 h 190500"/>
                  <a:gd name="connsiteX9" fmla="*/ 9525 w 207779"/>
                  <a:gd name="connsiteY9" fmla="*/ 185737 h 190500"/>
                  <a:gd name="connsiteX10" fmla="*/ 0 w 207779"/>
                  <a:gd name="connsiteY10" fmla="*/ 176212 h 190500"/>
                  <a:gd name="connsiteX0" fmla="*/ 33338 w 207779"/>
                  <a:gd name="connsiteY0" fmla="*/ 0 h 190500"/>
                  <a:gd name="connsiteX1" fmla="*/ 57150 w 207779"/>
                  <a:gd name="connsiteY1" fmla="*/ 14287 h 190500"/>
                  <a:gd name="connsiteX2" fmla="*/ 114300 w 207779"/>
                  <a:gd name="connsiteY2" fmla="*/ 33337 h 190500"/>
                  <a:gd name="connsiteX3" fmla="*/ 128588 w 207779"/>
                  <a:gd name="connsiteY3" fmla="*/ 42862 h 190500"/>
                  <a:gd name="connsiteX4" fmla="*/ 204787 w 207779"/>
                  <a:gd name="connsiteY4" fmla="*/ 76199 h 190500"/>
                  <a:gd name="connsiteX5" fmla="*/ 185738 w 207779"/>
                  <a:gd name="connsiteY5" fmla="*/ 157162 h 190500"/>
                  <a:gd name="connsiteX6" fmla="*/ 123825 w 207779"/>
                  <a:gd name="connsiteY6" fmla="*/ 185737 h 190500"/>
                  <a:gd name="connsiteX7" fmla="*/ 23813 w 207779"/>
                  <a:gd name="connsiteY7" fmla="*/ 190500 h 190500"/>
                  <a:gd name="connsiteX8" fmla="*/ 9525 w 207779"/>
                  <a:gd name="connsiteY8" fmla="*/ 185737 h 190500"/>
                  <a:gd name="connsiteX9" fmla="*/ 0 w 207779"/>
                  <a:gd name="connsiteY9" fmla="*/ 176212 h 190500"/>
                  <a:gd name="connsiteX0" fmla="*/ 33338 w 208748"/>
                  <a:gd name="connsiteY0" fmla="*/ 0 h 190500"/>
                  <a:gd name="connsiteX1" fmla="*/ 57150 w 208748"/>
                  <a:gd name="connsiteY1" fmla="*/ 14287 h 190500"/>
                  <a:gd name="connsiteX2" fmla="*/ 114300 w 208748"/>
                  <a:gd name="connsiteY2" fmla="*/ 33337 h 190500"/>
                  <a:gd name="connsiteX3" fmla="*/ 204787 w 208748"/>
                  <a:gd name="connsiteY3" fmla="*/ 76199 h 190500"/>
                  <a:gd name="connsiteX4" fmla="*/ 185738 w 208748"/>
                  <a:gd name="connsiteY4" fmla="*/ 157162 h 190500"/>
                  <a:gd name="connsiteX5" fmla="*/ 123825 w 208748"/>
                  <a:gd name="connsiteY5" fmla="*/ 185737 h 190500"/>
                  <a:gd name="connsiteX6" fmla="*/ 23813 w 208748"/>
                  <a:gd name="connsiteY6" fmla="*/ 190500 h 190500"/>
                  <a:gd name="connsiteX7" fmla="*/ 9525 w 208748"/>
                  <a:gd name="connsiteY7" fmla="*/ 185737 h 190500"/>
                  <a:gd name="connsiteX8" fmla="*/ 0 w 208748"/>
                  <a:gd name="connsiteY8" fmla="*/ 176212 h 190500"/>
                  <a:gd name="connsiteX0" fmla="*/ 23813 w 199223"/>
                  <a:gd name="connsiteY0" fmla="*/ 0 h 190500"/>
                  <a:gd name="connsiteX1" fmla="*/ 47625 w 199223"/>
                  <a:gd name="connsiteY1" fmla="*/ 14287 h 190500"/>
                  <a:gd name="connsiteX2" fmla="*/ 104775 w 199223"/>
                  <a:gd name="connsiteY2" fmla="*/ 33337 h 190500"/>
                  <a:gd name="connsiteX3" fmla="*/ 195262 w 199223"/>
                  <a:gd name="connsiteY3" fmla="*/ 76199 h 190500"/>
                  <a:gd name="connsiteX4" fmla="*/ 176213 w 199223"/>
                  <a:gd name="connsiteY4" fmla="*/ 157162 h 190500"/>
                  <a:gd name="connsiteX5" fmla="*/ 114300 w 199223"/>
                  <a:gd name="connsiteY5" fmla="*/ 185737 h 190500"/>
                  <a:gd name="connsiteX6" fmla="*/ 14288 w 199223"/>
                  <a:gd name="connsiteY6" fmla="*/ 190500 h 190500"/>
                  <a:gd name="connsiteX7" fmla="*/ 0 w 199223"/>
                  <a:gd name="connsiteY7" fmla="*/ 185737 h 190500"/>
                  <a:gd name="connsiteX0" fmla="*/ 9525 w 184935"/>
                  <a:gd name="connsiteY0" fmla="*/ 0 h 190500"/>
                  <a:gd name="connsiteX1" fmla="*/ 33337 w 184935"/>
                  <a:gd name="connsiteY1" fmla="*/ 14287 h 190500"/>
                  <a:gd name="connsiteX2" fmla="*/ 90487 w 184935"/>
                  <a:gd name="connsiteY2" fmla="*/ 33337 h 190500"/>
                  <a:gd name="connsiteX3" fmla="*/ 180974 w 184935"/>
                  <a:gd name="connsiteY3" fmla="*/ 76199 h 190500"/>
                  <a:gd name="connsiteX4" fmla="*/ 161925 w 184935"/>
                  <a:gd name="connsiteY4" fmla="*/ 157162 h 190500"/>
                  <a:gd name="connsiteX5" fmla="*/ 100012 w 184935"/>
                  <a:gd name="connsiteY5" fmla="*/ 185737 h 190500"/>
                  <a:gd name="connsiteX6" fmla="*/ 0 w 184935"/>
                  <a:gd name="connsiteY6" fmla="*/ 190500 h 190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935" h="190500">
                    <a:moveTo>
                      <a:pt x="9525" y="0"/>
                    </a:moveTo>
                    <a:cubicBezTo>
                      <a:pt x="17462" y="4762"/>
                      <a:pt x="19843" y="8731"/>
                      <a:pt x="33337" y="14287"/>
                    </a:cubicBezTo>
                    <a:cubicBezTo>
                      <a:pt x="46831" y="19843"/>
                      <a:pt x="65881" y="23018"/>
                      <a:pt x="90487" y="33337"/>
                    </a:cubicBezTo>
                    <a:cubicBezTo>
                      <a:pt x="115093" y="43656"/>
                      <a:pt x="169068" y="55562"/>
                      <a:pt x="180974" y="76199"/>
                    </a:cubicBezTo>
                    <a:cubicBezTo>
                      <a:pt x="192880" y="96836"/>
                      <a:pt x="175419" y="138906"/>
                      <a:pt x="161925" y="157162"/>
                    </a:cubicBezTo>
                    <a:cubicBezTo>
                      <a:pt x="148431" y="175418"/>
                      <a:pt x="126999" y="180181"/>
                      <a:pt x="100012" y="185737"/>
                    </a:cubicBezTo>
                    <a:cubicBezTo>
                      <a:pt x="73025" y="191293"/>
                      <a:pt x="33337" y="188912"/>
                      <a:pt x="0" y="190500"/>
                    </a:cubicBezTo>
                  </a:path>
                </a:pathLst>
              </a:cu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90A7B334-B0DA-4B09-BAE6-5A0513B5AFA8}"/>
                  </a:ext>
                </a:extLst>
              </p:cNvPr>
              <p:cNvSpPr/>
              <p:nvPr/>
            </p:nvSpPr>
            <p:spPr>
              <a:xfrm flipH="1">
                <a:off x="8825419" y="697001"/>
                <a:ext cx="155650" cy="154602"/>
              </a:xfrm>
              <a:prstGeom prst="ellipse">
                <a:avLst/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4C09BC4F-9DB0-4D7E-8D84-EA5940A91EFC}"/>
                  </a:ext>
                </a:extLst>
              </p:cNvPr>
              <p:cNvSpPr/>
              <p:nvPr/>
            </p:nvSpPr>
            <p:spPr>
              <a:xfrm flipH="1">
                <a:off x="9363051" y="767719"/>
                <a:ext cx="59577" cy="77721"/>
              </a:xfrm>
              <a:prstGeom prst="ellipse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F065AC90-08FE-4C26-A854-41DBC6B6FE41}"/>
                  </a:ext>
                </a:extLst>
              </p:cNvPr>
              <p:cNvSpPr/>
              <p:nvPr/>
            </p:nvSpPr>
            <p:spPr>
              <a:xfrm flipH="1">
                <a:off x="8843667" y="773273"/>
                <a:ext cx="59577" cy="77721"/>
              </a:xfrm>
              <a:prstGeom prst="ellipse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FECC551D-C5A1-4129-A29C-5CE6ADB2F2C9}"/>
                  </a:ext>
                </a:extLst>
              </p:cNvPr>
              <p:cNvSpPr/>
              <p:nvPr/>
            </p:nvSpPr>
            <p:spPr>
              <a:xfrm rot="21354287">
                <a:off x="9770611" y="461319"/>
                <a:ext cx="202070" cy="256470"/>
              </a:xfrm>
              <a:custGeom>
                <a:avLst/>
                <a:gdLst>
                  <a:gd name="connsiteX0" fmla="*/ 0 w 205192"/>
                  <a:gd name="connsiteY0" fmla="*/ 0 h 305266"/>
                  <a:gd name="connsiteX1" fmla="*/ 95531 w 205192"/>
                  <a:gd name="connsiteY1" fmla="*/ 0 h 305266"/>
                  <a:gd name="connsiteX2" fmla="*/ 149297 w 205192"/>
                  <a:gd name="connsiteY2" fmla="*/ 95577 h 305266"/>
                  <a:gd name="connsiteX3" fmla="*/ 194007 w 205192"/>
                  <a:gd name="connsiteY3" fmla="*/ 234551 h 305266"/>
                  <a:gd name="connsiteX4" fmla="*/ 205192 w 205192"/>
                  <a:gd name="connsiteY4" fmla="*/ 305266 h 305266"/>
                  <a:gd name="connsiteX5" fmla="*/ 0 w 205192"/>
                  <a:gd name="connsiteY5" fmla="*/ 305266 h 305266"/>
                  <a:gd name="connsiteX6" fmla="*/ 0 w 205192"/>
                  <a:gd name="connsiteY6" fmla="*/ 0 h 3052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5192" h="305266">
                    <a:moveTo>
                      <a:pt x="0" y="0"/>
                    </a:moveTo>
                    <a:lnTo>
                      <a:pt x="95531" y="0"/>
                    </a:lnTo>
                    <a:lnTo>
                      <a:pt x="149297" y="95577"/>
                    </a:lnTo>
                    <a:cubicBezTo>
                      <a:pt x="168711" y="139865"/>
                      <a:pt x="183786" y="186355"/>
                      <a:pt x="194007" y="234551"/>
                    </a:cubicBezTo>
                    <a:lnTo>
                      <a:pt x="205192" y="305266"/>
                    </a:lnTo>
                    <a:lnTo>
                      <a:pt x="0" y="3052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EBDC1D62-08CD-4E40-9027-17AC67220C54}"/>
                  </a:ext>
                </a:extLst>
              </p:cNvPr>
              <p:cNvSpPr/>
              <p:nvPr/>
            </p:nvSpPr>
            <p:spPr>
              <a:xfrm rot="233026" flipH="1">
                <a:off x="8532084" y="457617"/>
                <a:ext cx="136316" cy="290086"/>
              </a:xfrm>
              <a:custGeom>
                <a:avLst/>
                <a:gdLst>
                  <a:gd name="connsiteX0" fmla="*/ 27335 w 122225"/>
                  <a:gd name="connsiteY0" fmla="*/ 0 h 264148"/>
                  <a:gd name="connsiteX1" fmla="*/ 0 w 122225"/>
                  <a:gd name="connsiteY1" fmla="*/ 0 h 264148"/>
                  <a:gd name="connsiteX2" fmla="*/ 43973 w 122225"/>
                  <a:gd name="connsiteY2" fmla="*/ 88634 h 264148"/>
                  <a:gd name="connsiteX3" fmla="*/ 82660 w 122225"/>
                  <a:gd name="connsiteY3" fmla="*/ 224990 h 264148"/>
                  <a:gd name="connsiteX4" fmla="*/ 88122 w 122225"/>
                  <a:gd name="connsiteY4" fmla="*/ 264148 h 264148"/>
                  <a:gd name="connsiteX5" fmla="*/ 122225 w 122225"/>
                  <a:gd name="connsiteY5" fmla="*/ 264148 h 264148"/>
                  <a:gd name="connsiteX6" fmla="*/ 112547 w 122225"/>
                  <a:gd name="connsiteY6" fmla="*/ 202958 h 264148"/>
                  <a:gd name="connsiteX7" fmla="*/ 73859 w 122225"/>
                  <a:gd name="connsiteY7" fmla="*/ 82703 h 264148"/>
                  <a:gd name="connsiteX8" fmla="*/ 27335 w 122225"/>
                  <a:gd name="connsiteY8" fmla="*/ 0 h 264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225" h="264148">
                    <a:moveTo>
                      <a:pt x="27335" y="0"/>
                    </a:moveTo>
                    <a:lnTo>
                      <a:pt x="0" y="0"/>
                    </a:lnTo>
                    <a:lnTo>
                      <a:pt x="43973" y="88634"/>
                    </a:lnTo>
                    <a:cubicBezTo>
                      <a:pt x="60772" y="132088"/>
                      <a:pt x="73816" y="177702"/>
                      <a:pt x="82660" y="224990"/>
                    </a:cubicBezTo>
                    <a:lnTo>
                      <a:pt x="88122" y="264148"/>
                    </a:lnTo>
                    <a:lnTo>
                      <a:pt x="122225" y="264148"/>
                    </a:lnTo>
                    <a:lnTo>
                      <a:pt x="112547" y="202958"/>
                    </a:lnTo>
                    <a:cubicBezTo>
                      <a:pt x="103703" y="161254"/>
                      <a:pt x="90658" y="121026"/>
                      <a:pt x="73859" y="82703"/>
                    </a:cubicBezTo>
                    <a:lnTo>
                      <a:pt x="27335" y="0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E9AADA88-0EB4-4380-BA65-79DEBAC5F703}"/>
                  </a:ext>
                </a:extLst>
              </p:cNvPr>
              <p:cNvSpPr/>
              <p:nvPr/>
            </p:nvSpPr>
            <p:spPr>
              <a:xfrm>
                <a:off x="8635605" y="151226"/>
                <a:ext cx="1228582" cy="315649"/>
              </a:xfrm>
              <a:custGeom>
                <a:avLst/>
                <a:gdLst>
                  <a:gd name="connsiteX0" fmla="*/ 647190 w 1294381"/>
                  <a:gd name="connsiteY0" fmla="*/ 0 h 358077"/>
                  <a:gd name="connsiteX1" fmla="*/ 1273778 w 1294381"/>
                  <a:gd name="connsiteY1" fmla="*/ 321453 h 358077"/>
                  <a:gd name="connsiteX2" fmla="*/ 1294381 w 1294381"/>
                  <a:gd name="connsiteY2" fmla="*/ 358077 h 358077"/>
                  <a:gd name="connsiteX3" fmla="*/ 0 w 1294381"/>
                  <a:gd name="connsiteY3" fmla="*/ 358077 h 358077"/>
                  <a:gd name="connsiteX4" fmla="*/ 20602 w 1294381"/>
                  <a:gd name="connsiteY4" fmla="*/ 321453 h 358077"/>
                  <a:gd name="connsiteX5" fmla="*/ 647190 w 1294381"/>
                  <a:gd name="connsiteY5" fmla="*/ 0 h 3580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94381" h="358077">
                    <a:moveTo>
                      <a:pt x="647190" y="0"/>
                    </a:moveTo>
                    <a:cubicBezTo>
                      <a:pt x="908020" y="0"/>
                      <a:pt x="1137984" y="127511"/>
                      <a:pt x="1273778" y="321453"/>
                    </a:cubicBezTo>
                    <a:lnTo>
                      <a:pt x="1294381" y="358077"/>
                    </a:lnTo>
                    <a:lnTo>
                      <a:pt x="0" y="358077"/>
                    </a:lnTo>
                    <a:lnTo>
                      <a:pt x="20602" y="321453"/>
                    </a:lnTo>
                    <a:cubicBezTo>
                      <a:pt x="156396" y="127511"/>
                      <a:pt x="386360" y="0"/>
                      <a:pt x="647190" y="0"/>
                    </a:cubicBezTo>
                    <a:close/>
                  </a:path>
                </a:pathLst>
              </a:custGeom>
              <a:solidFill>
                <a:sysClr val="windowText" lastClr="000000"/>
              </a:solid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58F79EF4-55CB-4B3E-95A1-21EE345E9A44}"/>
                </a:ext>
              </a:extLst>
            </p:cNvPr>
            <p:cNvGrpSpPr/>
            <p:nvPr/>
          </p:nvGrpSpPr>
          <p:grpSpPr>
            <a:xfrm rot="20818981">
              <a:off x="1712288" y="4808886"/>
              <a:ext cx="861309" cy="297028"/>
              <a:chOff x="8388298" y="4772409"/>
              <a:chExt cx="1026185" cy="353889"/>
            </a:xfrm>
          </p:grpSpPr>
          <p:sp>
            <p:nvSpPr>
              <p:cNvPr id="65" name="Rectangle: Rounded Corners 64">
                <a:extLst>
                  <a:ext uri="{FF2B5EF4-FFF2-40B4-BE49-F238E27FC236}">
                    <a16:creationId xmlns:a16="http://schemas.microsoft.com/office/drawing/2014/main" id="{18254866-0800-42A8-A1C3-07774C45BB0A}"/>
                  </a:ext>
                </a:extLst>
              </p:cNvPr>
              <p:cNvSpPr/>
              <p:nvPr/>
            </p:nvSpPr>
            <p:spPr>
              <a:xfrm rot="18695477">
                <a:off x="8993454" y="4574895"/>
                <a:ext cx="223515" cy="618543"/>
              </a:xfrm>
              <a:prstGeom prst="roundRect">
                <a:avLst/>
              </a:prstGeom>
              <a:solidFill>
                <a:srgbClr val="4472C4">
                  <a:lumMod val="20000"/>
                  <a:lumOff val="80000"/>
                </a:srgb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89F5E92-3911-4002-B64A-C08D62C1B461}"/>
                  </a:ext>
                </a:extLst>
              </p:cNvPr>
              <p:cNvSpPr/>
              <p:nvPr/>
            </p:nvSpPr>
            <p:spPr>
              <a:xfrm>
                <a:off x="8388298" y="4984028"/>
                <a:ext cx="223514" cy="142270"/>
              </a:xfrm>
              <a:custGeom>
                <a:avLst/>
                <a:gdLst>
                  <a:gd name="connsiteX0" fmla="*/ 68968 w 413798"/>
                  <a:gd name="connsiteY0" fmla="*/ 0 h 263389"/>
                  <a:gd name="connsiteX1" fmla="*/ 344830 w 413798"/>
                  <a:gd name="connsiteY1" fmla="*/ 0 h 263389"/>
                  <a:gd name="connsiteX2" fmla="*/ 413798 w 413798"/>
                  <a:gd name="connsiteY2" fmla="*/ 68968 h 263389"/>
                  <a:gd name="connsiteX3" fmla="*/ 413798 w 413798"/>
                  <a:gd name="connsiteY3" fmla="*/ 260427 h 263389"/>
                  <a:gd name="connsiteX4" fmla="*/ 14671 w 413798"/>
                  <a:gd name="connsiteY4" fmla="*/ 260427 h 263389"/>
                  <a:gd name="connsiteX5" fmla="*/ 0 w 413798"/>
                  <a:gd name="connsiteY5" fmla="*/ 263389 h 263389"/>
                  <a:gd name="connsiteX6" fmla="*/ 0 w 413798"/>
                  <a:gd name="connsiteY6" fmla="*/ 68968 h 263389"/>
                  <a:gd name="connsiteX7" fmla="*/ 68968 w 413798"/>
                  <a:gd name="connsiteY7" fmla="*/ 0 h 263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3798" h="263389">
                    <a:moveTo>
                      <a:pt x="68968" y="0"/>
                    </a:moveTo>
                    <a:lnTo>
                      <a:pt x="344830" y="0"/>
                    </a:lnTo>
                    <a:cubicBezTo>
                      <a:pt x="382920" y="0"/>
                      <a:pt x="413798" y="30878"/>
                      <a:pt x="413798" y="68968"/>
                    </a:cubicBezTo>
                    <a:lnTo>
                      <a:pt x="413798" y="260427"/>
                    </a:lnTo>
                    <a:lnTo>
                      <a:pt x="14671" y="260427"/>
                    </a:lnTo>
                    <a:lnTo>
                      <a:pt x="0" y="263389"/>
                    </a:lnTo>
                    <a:lnTo>
                      <a:pt x="0" y="68968"/>
                    </a:lnTo>
                    <a:cubicBezTo>
                      <a:pt x="0" y="30878"/>
                      <a:pt x="30878" y="0"/>
                      <a:pt x="68968" y="0"/>
                    </a:cubicBezTo>
                    <a:close/>
                  </a:path>
                </a:pathLst>
              </a:cu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916DA56D-C10F-4F09-83E4-272C0D040F3A}"/>
                </a:ext>
              </a:extLst>
            </p:cNvPr>
            <p:cNvSpPr/>
            <p:nvPr/>
          </p:nvSpPr>
          <p:spPr>
            <a:xfrm rot="2903226" flipH="1">
              <a:off x="2472375" y="4697683"/>
              <a:ext cx="148970" cy="424011"/>
            </a:xfrm>
            <a:custGeom>
              <a:avLst/>
              <a:gdLst>
                <a:gd name="connsiteX0" fmla="*/ 115393 w 649909"/>
                <a:gd name="connsiteY0" fmla="*/ 0 h 923977"/>
                <a:gd name="connsiteX1" fmla="*/ 29668 w 649909"/>
                <a:gd name="connsiteY1" fmla="*/ 438150 h 923977"/>
                <a:gd name="connsiteX2" fmla="*/ 563068 w 649909"/>
                <a:gd name="connsiteY2" fmla="*/ 847725 h 923977"/>
                <a:gd name="connsiteX3" fmla="*/ 648793 w 649909"/>
                <a:gd name="connsiteY3" fmla="*/ 923925 h 923977"/>
                <a:gd name="connsiteX4" fmla="*/ 648793 w 649909"/>
                <a:gd name="connsiteY4" fmla="*/ 923925 h 923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9909" h="923977">
                  <a:moveTo>
                    <a:pt x="115393" y="0"/>
                  </a:moveTo>
                  <a:cubicBezTo>
                    <a:pt x="35224" y="148431"/>
                    <a:pt x="-44945" y="296863"/>
                    <a:pt x="29668" y="438150"/>
                  </a:cubicBezTo>
                  <a:cubicBezTo>
                    <a:pt x="104280" y="579438"/>
                    <a:pt x="459881" y="766763"/>
                    <a:pt x="563068" y="847725"/>
                  </a:cubicBezTo>
                  <a:cubicBezTo>
                    <a:pt x="666255" y="928687"/>
                    <a:pt x="648793" y="923925"/>
                    <a:pt x="648793" y="923925"/>
                  </a:cubicBezTo>
                  <a:lnTo>
                    <a:pt x="648793" y="923925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70" name="mouthwhite">
            <a:hlinkClick r:id="" action="ppaction://media"/>
            <a:extLst>
              <a:ext uri="{FF2B5EF4-FFF2-40B4-BE49-F238E27FC236}">
                <a16:creationId xmlns:a16="http://schemas.microsoft.com/office/drawing/2014/main" id="{CDB885AE-9947-4D0B-9F44-EBA8DD682C98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96" end="2805.3"/>
                </p14:media>
              </p:ext>
            </p:extLst>
          </p:nvPr>
        </p:nvPicPr>
        <p:blipFill rotWithShape="1">
          <a:blip r:embed="rId6"/>
          <a:srcRect l="50000" t="21029" r="43704" b="69424"/>
          <a:stretch>
            <a:fillRect/>
          </a:stretch>
        </p:blipFill>
        <p:spPr>
          <a:xfrm flipH="1">
            <a:off x="2244141" y="4955191"/>
            <a:ext cx="211528" cy="180421"/>
          </a:xfrm>
          <a:prstGeom prst="rect">
            <a:avLst/>
          </a:prstGeom>
        </p:spPr>
      </p:pic>
      <p:sp>
        <p:nvSpPr>
          <p:cNvPr id="77" name="Arc 76">
            <a:extLst>
              <a:ext uri="{FF2B5EF4-FFF2-40B4-BE49-F238E27FC236}">
                <a16:creationId xmlns:a16="http://schemas.microsoft.com/office/drawing/2014/main" id="{C631B1AC-724F-4B1D-ACD8-F20505B02E60}"/>
              </a:ext>
            </a:extLst>
          </p:cNvPr>
          <p:cNvSpPr/>
          <p:nvPr/>
        </p:nvSpPr>
        <p:spPr>
          <a:xfrm rot="19474136">
            <a:off x="2557953" y="3993406"/>
            <a:ext cx="618378" cy="618378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Arc 54">
            <a:extLst>
              <a:ext uri="{FF2B5EF4-FFF2-40B4-BE49-F238E27FC236}">
                <a16:creationId xmlns:a16="http://schemas.microsoft.com/office/drawing/2014/main" id="{2785D070-F21B-44F1-958C-8C92C6A4F0D6}"/>
              </a:ext>
            </a:extLst>
          </p:cNvPr>
          <p:cNvSpPr/>
          <p:nvPr/>
        </p:nvSpPr>
        <p:spPr>
          <a:xfrm rot="19474136">
            <a:off x="1600798" y="4111901"/>
            <a:ext cx="618378" cy="618378"/>
          </a:xfrm>
          <a:prstGeom prst="arc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ttsMP3.com_VoiceText_2025-1-8_23-8-36">
            <a:hlinkClick r:id="" action="ppaction://media"/>
            <a:extLst>
              <a:ext uri="{FF2B5EF4-FFF2-40B4-BE49-F238E27FC236}">
                <a16:creationId xmlns:a16="http://schemas.microsoft.com/office/drawing/2014/main" id="{9B7346D9-85C3-42A5-AB1E-6AFEA6374734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8638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15" fill="hold"/>
                                        <p:tgtEl>
                                          <p:spTgt spid="7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2232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3" dur="1" fill="hold"/>
                                        <p:tgtEl>
                                          <p:spTgt spid="7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video>
              <p:cMediaNode vol="80000" showWhenStopped="0">
                <p:cTn id="14" fill="hold" display="0">
                  <p:stCondLst>
                    <p:cond delay="indefinite"/>
                  </p:stCondLst>
                </p:cTn>
                <p:tgtEl>
                  <p:spTgt spid="70"/>
                </p:tgtEl>
              </p:cMediaNode>
            </p:video>
            <p:audio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9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FA5B3CC6-7E69-484D-8E85-E092DC82F3A0}"/>
              </a:ext>
            </a:extLst>
          </p:cNvPr>
          <p:cNvGrpSpPr/>
          <p:nvPr/>
        </p:nvGrpSpPr>
        <p:grpSpPr>
          <a:xfrm>
            <a:off x="299813" y="221062"/>
            <a:ext cx="6264991" cy="7041425"/>
            <a:chOff x="2615420" y="2522220"/>
            <a:chExt cx="2284240" cy="2567331"/>
          </a:xfrm>
        </p:grpSpPr>
        <p:sp>
          <p:nvSpPr>
            <p:cNvPr id="52" name="Flowchart: Alternate Process 51">
              <a:extLst>
                <a:ext uri="{FF2B5EF4-FFF2-40B4-BE49-F238E27FC236}">
                  <a16:creationId xmlns:a16="http://schemas.microsoft.com/office/drawing/2014/main" id="{BA0E27AE-0FDC-48F2-B8CC-14C517FBC7FC}"/>
                </a:ext>
              </a:extLst>
            </p:cNvPr>
            <p:cNvSpPr/>
            <p:nvPr/>
          </p:nvSpPr>
          <p:spPr>
            <a:xfrm>
              <a:off x="3550831" y="5024813"/>
              <a:ext cx="114444" cy="64738"/>
            </a:xfrm>
            <a:prstGeom prst="flowChartAlternateProcess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CE123E42-DCD6-460B-8B3E-684E1A4EB48F}"/>
                </a:ext>
              </a:extLst>
            </p:cNvPr>
            <p:cNvSpPr/>
            <p:nvPr/>
          </p:nvSpPr>
          <p:spPr>
            <a:xfrm>
              <a:off x="3705178" y="3881908"/>
              <a:ext cx="1060450" cy="1060450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Oval 12">
              <a:extLst>
                <a:ext uri="{FF2B5EF4-FFF2-40B4-BE49-F238E27FC236}">
                  <a16:creationId xmlns:a16="http://schemas.microsoft.com/office/drawing/2014/main" id="{109D854F-A7FB-4CFA-9B05-E2C98E5BB34D}"/>
                </a:ext>
              </a:extLst>
            </p:cNvPr>
            <p:cNvSpPr/>
            <p:nvPr/>
          </p:nvSpPr>
          <p:spPr>
            <a:xfrm>
              <a:off x="2615420" y="3931124"/>
              <a:ext cx="1759305" cy="1063146"/>
            </a:xfrm>
            <a:custGeom>
              <a:avLst/>
              <a:gdLst>
                <a:gd name="connsiteX0" fmla="*/ 0 w 1349729"/>
                <a:gd name="connsiteY0" fmla="*/ 530225 h 1060450"/>
                <a:gd name="connsiteX1" fmla="*/ 674865 w 1349729"/>
                <a:gd name="connsiteY1" fmla="*/ 0 h 1060450"/>
                <a:gd name="connsiteX2" fmla="*/ 1349730 w 1349729"/>
                <a:gd name="connsiteY2" fmla="*/ 530225 h 1060450"/>
                <a:gd name="connsiteX3" fmla="*/ 674865 w 1349729"/>
                <a:gd name="connsiteY3" fmla="*/ 1060450 h 1060450"/>
                <a:gd name="connsiteX4" fmla="*/ 0 w 1349729"/>
                <a:gd name="connsiteY4" fmla="*/ 530225 h 1060450"/>
                <a:gd name="connsiteX0" fmla="*/ 0 w 1759305"/>
                <a:gd name="connsiteY0" fmla="*/ 530309 h 1060631"/>
                <a:gd name="connsiteX1" fmla="*/ 674865 w 1759305"/>
                <a:gd name="connsiteY1" fmla="*/ 84 h 1060631"/>
                <a:gd name="connsiteX2" fmla="*/ 1759305 w 1759305"/>
                <a:gd name="connsiteY2" fmla="*/ 562059 h 1060631"/>
                <a:gd name="connsiteX3" fmla="*/ 674865 w 1759305"/>
                <a:gd name="connsiteY3" fmla="*/ 1060534 h 1060631"/>
                <a:gd name="connsiteX4" fmla="*/ 0 w 1759305"/>
                <a:gd name="connsiteY4" fmla="*/ 530309 h 1060631"/>
                <a:gd name="connsiteX0" fmla="*/ 0 w 1759305"/>
                <a:gd name="connsiteY0" fmla="*/ 532195 h 1062517"/>
                <a:gd name="connsiteX1" fmla="*/ 674865 w 1759305"/>
                <a:gd name="connsiteY1" fmla="*/ 1970 h 1062517"/>
                <a:gd name="connsiteX2" fmla="*/ 1759305 w 1759305"/>
                <a:gd name="connsiteY2" fmla="*/ 563945 h 1062517"/>
                <a:gd name="connsiteX3" fmla="*/ 674865 w 1759305"/>
                <a:gd name="connsiteY3" fmla="*/ 1062420 h 1062517"/>
                <a:gd name="connsiteX4" fmla="*/ 0 w 1759305"/>
                <a:gd name="connsiteY4" fmla="*/ 532195 h 1062517"/>
                <a:gd name="connsiteX0" fmla="*/ 0 w 1759305"/>
                <a:gd name="connsiteY0" fmla="*/ 532824 h 1063146"/>
                <a:gd name="connsiteX1" fmla="*/ 674865 w 1759305"/>
                <a:gd name="connsiteY1" fmla="*/ 2599 h 1063146"/>
                <a:gd name="connsiteX2" fmla="*/ 1759305 w 1759305"/>
                <a:gd name="connsiteY2" fmla="*/ 564574 h 1063146"/>
                <a:gd name="connsiteX3" fmla="*/ 674865 w 1759305"/>
                <a:gd name="connsiteY3" fmla="*/ 1063049 h 1063146"/>
                <a:gd name="connsiteX4" fmla="*/ 0 w 1759305"/>
                <a:gd name="connsiteY4" fmla="*/ 532824 h 10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59305" h="1063146">
                  <a:moveTo>
                    <a:pt x="0" y="532824"/>
                  </a:moveTo>
                  <a:cubicBezTo>
                    <a:pt x="0" y="166964"/>
                    <a:pt x="232423" y="-24918"/>
                    <a:pt x="674865" y="2599"/>
                  </a:cubicBezTo>
                  <a:cubicBezTo>
                    <a:pt x="1117307" y="30116"/>
                    <a:pt x="1759305" y="271739"/>
                    <a:pt x="1759305" y="564574"/>
                  </a:cubicBezTo>
                  <a:cubicBezTo>
                    <a:pt x="1759305" y="857409"/>
                    <a:pt x="968082" y="1068341"/>
                    <a:pt x="674865" y="1063049"/>
                  </a:cubicBezTo>
                  <a:cubicBezTo>
                    <a:pt x="381648" y="1057757"/>
                    <a:pt x="0" y="898684"/>
                    <a:pt x="0" y="532824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7E2C64B-A423-4B0E-B1A5-B2D9D8F703D6}"/>
                </a:ext>
              </a:extLst>
            </p:cNvPr>
            <p:cNvSpPr/>
            <p:nvPr/>
          </p:nvSpPr>
          <p:spPr>
            <a:xfrm rot="20652017">
              <a:off x="3253025" y="3665338"/>
              <a:ext cx="117475" cy="341975"/>
            </a:xfrm>
            <a:prstGeom prst="rect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Oval 12">
              <a:extLst>
                <a:ext uri="{FF2B5EF4-FFF2-40B4-BE49-F238E27FC236}">
                  <a16:creationId xmlns:a16="http://schemas.microsoft.com/office/drawing/2014/main" id="{A873CA4A-759E-4E53-917F-2C46D8BFE974}"/>
                </a:ext>
              </a:extLst>
            </p:cNvPr>
            <p:cNvSpPr/>
            <p:nvPr/>
          </p:nvSpPr>
          <p:spPr>
            <a:xfrm>
              <a:off x="2782202" y="3978576"/>
              <a:ext cx="1759305" cy="1063146"/>
            </a:xfrm>
            <a:custGeom>
              <a:avLst/>
              <a:gdLst>
                <a:gd name="connsiteX0" fmla="*/ 0 w 1349729"/>
                <a:gd name="connsiteY0" fmla="*/ 530225 h 1060450"/>
                <a:gd name="connsiteX1" fmla="*/ 674865 w 1349729"/>
                <a:gd name="connsiteY1" fmla="*/ 0 h 1060450"/>
                <a:gd name="connsiteX2" fmla="*/ 1349730 w 1349729"/>
                <a:gd name="connsiteY2" fmla="*/ 530225 h 1060450"/>
                <a:gd name="connsiteX3" fmla="*/ 674865 w 1349729"/>
                <a:gd name="connsiteY3" fmla="*/ 1060450 h 1060450"/>
                <a:gd name="connsiteX4" fmla="*/ 0 w 1349729"/>
                <a:gd name="connsiteY4" fmla="*/ 530225 h 1060450"/>
                <a:gd name="connsiteX0" fmla="*/ 0 w 1759305"/>
                <a:gd name="connsiteY0" fmla="*/ 530309 h 1060631"/>
                <a:gd name="connsiteX1" fmla="*/ 674865 w 1759305"/>
                <a:gd name="connsiteY1" fmla="*/ 84 h 1060631"/>
                <a:gd name="connsiteX2" fmla="*/ 1759305 w 1759305"/>
                <a:gd name="connsiteY2" fmla="*/ 562059 h 1060631"/>
                <a:gd name="connsiteX3" fmla="*/ 674865 w 1759305"/>
                <a:gd name="connsiteY3" fmla="*/ 1060534 h 1060631"/>
                <a:gd name="connsiteX4" fmla="*/ 0 w 1759305"/>
                <a:gd name="connsiteY4" fmla="*/ 530309 h 1060631"/>
                <a:gd name="connsiteX0" fmla="*/ 0 w 1759305"/>
                <a:gd name="connsiteY0" fmla="*/ 532195 h 1062517"/>
                <a:gd name="connsiteX1" fmla="*/ 674865 w 1759305"/>
                <a:gd name="connsiteY1" fmla="*/ 1970 h 1062517"/>
                <a:gd name="connsiteX2" fmla="*/ 1759305 w 1759305"/>
                <a:gd name="connsiteY2" fmla="*/ 563945 h 1062517"/>
                <a:gd name="connsiteX3" fmla="*/ 674865 w 1759305"/>
                <a:gd name="connsiteY3" fmla="*/ 1062420 h 1062517"/>
                <a:gd name="connsiteX4" fmla="*/ 0 w 1759305"/>
                <a:gd name="connsiteY4" fmla="*/ 532195 h 1062517"/>
                <a:gd name="connsiteX0" fmla="*/ 0 w 1759305"/>
                <a:gd name="connsiteY0" fmla="*/ 532824 h 1063146"/>
                <a:gd name="connsiteX1" fmla="*/ 674865 w 1759305"/>
                <a:gd name="connsiteY1" fmla="*/ 2599 h 1063146"/>
                <a:gd name="connsiteX2" fmla="*/ 1759305 w 1759305"/>
                <a:gd name="connsiteY2" fmla="*/ 564574 h 1063146"/>
                <a:gd name="connsiteX3" fmla="*/ 674865 w 1759305"/>
                <a:gd name="connsiteY3" fmla="*/ 1063049 h 1063146"/>
                <a:gd name="connsiteX4" fmla="*/ 0 w 1759305"/>
                <a:gd name="connsiteY4" fmla="*/ 532824 h 10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59305" h="1063146">
                  <a:moveTo>
                    <a:pt x="0" y="532824"/>
                  </a:moveTo>
                  <a:cubicBezTo>
                    <a:pt x="0" y="166964"/>
                    <a:pt x="232423" y="-24918"/>
                    <a:pt x="674865" y="2599"/>
                  </a:cubicBezTo>
                  <a:cubicBezTo>
                    <a:pt x="1117307" y="30116"/>
                    <a:pt x="1759305" y="271739"/>
                    <a:pt x="1759305" y="564574"/>
                  </a:cubicBezTo>
                  <a:cubicBezTo>
                    <a:pt x="1759305" y="857409"/>
                    <a:pt x="968082" y="1068341"/>
                    <a:pt x="674865" y="1063049"/>
                  </a:cubicBezTo>
                  <a:cubicBezTo>
                    <a:pt x="381648" y="1057757"/>
                    <a:pt x="0" y="898684"/>
                    <a:pt x="0" y="532824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Rectangle 9">
              <a:extLst>
                <a:ext uri="{FF2B5EF4-FFF2-40B4-BE49-F238E27FC236}">
                  <a16:creationId xmlns:a16="http://schemas.microsoft.com/office/drawing/2014/main" id="{0A03157D-9A67-4D90-863B-978D037DB93F}"/>
                </a:ext>
              </a:extLst>
            </p:cNvPr>
            <p:cNvSpPr/>
            <p:nvPr/>
          </p:nvSpPr>
          <p:spPr>
            <a:xfrm>
              <a:off x="3027024" y="3477801"/>
              <a:ext cx="569476" cy="241360"/>
            </a:xfrm>
            <a:custGeom>
              <a:avLst/>
              <a:gdLst>
                <a:gd name="connsiteX0" fmla="*/ 0 w 565150"/>
                <a:gd name="connsiteY0" fmla="*/ 0 h 177800"/>
                <a:gd name="connsiteX1" fmla="*/ 565150 w 565150"/>
                <a:gd name="connsiteY1" fmla="*/ 0 h 177800"/>
                <a:gd name="connsiteX2" fmla="*/ 565150 w 565150"/>
                <a:gd name="connsiteY2" fmla="*/ 177800 h 177800"/>
                <a:gd name="connsiteX3" fmla="*/ 0 w 565150"/>
                <a:gd name="connsiteY3" fmla="*/ 177800 h 177800"/>
                <a:gd name="connsiteX4" fmla="*/ 0 w 565150"/>
                <a:gd name="connsiteY4" fmla="*/ 0 h 177800"/>
                <a:gd name="connsiteX0" fmla="*/ 49388 w 614538"/>
                <a:gd name="connsiteY0" fmla="*/ 0 h 177800"/>
                <a:gd name="connsiteX1" fmla="*/ 614538 w 614538"/>
                <a:gd name="connsiteY1" fmla="*/ 0 h 177800"/>
                <a:gd name="connsiteX2" fmla="*/ 614538 w 614538"/>
                <a:gd name="connsiteY2" fmla="*/ 177800 h 177800"/>
                <a:gd name="connsiteX3" fmla="*/ 49388 w 614538"/>
                <a:gd name="connsiteY3" fmla="*/ 177800 h 177800"/>
                <a:gd name="connsiteX4" fmla="*/ 49388 w 614538"/>
                <a:gd name="connsiteY4" fmla="*/ 0 h 177800"/>
                <a:gd name="connsiteX0" fmla="*/ 64651 w 629801"/>
                <a:gd name="connsiteY0" fmla="*/ 0 h 177904"/>
                <a:gd name="connsiteX1" fmla="*/ 629801 w 629801"/>
                <a:gd name="connsiteY1" fmla="*/ 0 h 177904"/>
                <a:gd name="connsiteX2" fmla="*/ 629801 w 629801"/>
                <a:gd name="connsiteY2" fmla="*/ 177800 h 177904"/>
                <a:gd name="connsiteX3" fmla="*/ 64651 w 629801"/>
                <a:gd name="connsiteY3" fmla="*/ 177800 h 177904"/>
                <a:gd name="connsiteX4" fmla="*/ 64651 w 629801"/>
                <a:gd name="connsiteY4" fmla="*/ 0 h 177904"/>
                <a:gd name="connsiteX0" fmla="*/ 64651 w 629801"/>
                <a:gd name="connsiteY0" fmla="*/ 0 h 177904"/>
                <a:gd name="connsiteX1" fmla="*/ 629801 w 629801"/>
                <a:gd name="connsiteY1" fmla="*/ 177800 h 177904"/>
                <a:gd name="connsiteX2" fmla="*/ 64651 w 629801"/>
                <a:gd name="connsiteY2" fmla="*/ 177800 h 177904"/>
                <a:gd name="connsiteX3" fmla="*/ 64651 w 629801"/>
                <a:gd name="connsiteY3" fmla="*/ 0 h 177904"/>
                <a:gd name="connsiteX0" fmla="*/ 64651 w 572651"/>
                <a:gd name="connsiteY0" fmla="*/ 0 h 177904"/>
                <a:gd name="connsiteX1" fmla="*/ 572651 w 572651"/>
                <a:gd name="connsiteY1" fmla="*/ 88900 h 177904"/>
                <a:gd name="connsiteX2" fmla="*/ 64651 w 572651"/>
                <a:gd name="connsiteY2" fmla="*/ 177800 h 177904"/>
                <a:gd name="connsiteX3" fmla="*/ 64651 w 572651"/>
                <a:gd name="connsiteY3" fmla="*/ 0 h 177904"/>
                <a:gd name="connsiteX0" fmla="*/ 64651 w 572651"/>
                <a:gd name="connsiteY0" fmla="*/ 0 h 187288"/>
                <a:gd name="connsiteX1" fmla="*/ 572651 w 572651"/>
                <a:gd name="connsiteY1" fmla="*/ 88900 h 187288"/>
                <a:gd name="connsiteX2" fmla="*/ 64651 w 572651"/>
                <a:gd name="connsiteY2" fmla="*/ 177800 h 187288"/>
                <a:gd name="connsiteX3" fmla="*/ 64651 w 572651"/>
                <a:gd name="connsiteY3" fmla="*/ 0 h 187288"/>
                <a:gd name="connsiteX0" fmla="*/ 64651 w 572651"/>
                <a:gd name="connsiteY0" fmla="*/ 22519 h 209807"/>
                <a:gd name="connsiteX1" fmla="*/ 572651 w 572651"/>
                <a:gd name="connsiteY1" fmla="*/ 111419 h 209807"/>
                <a:gd name="connsiteX2" fmla="*/ 64651 w 572651"/>
                <a:gd name="connsiteY2" fmla="*/ 200319 h 209807"/>
                <a:gd name="connsiteX3" fmla="*/ 64651 w 572651"/>
                <a:gd name="connsiteY3" fmla="*/ 22519 h 209807"/>
                <a:gd name="connsiteX0" fmla="*/ 64651 w 572651"/>
                <a:gd name="connsiteY0" fmla="*/ 38923 h 226211"/>
                <a:gd name="connsiteX1" fmla="*/ 572651 w 572651"/>
                <a:gd name="connsiteY1" fmla="*/ 127823 h 226211"/>
                <a:gd name="connsiteX2" fmla="*/ 64651 w 572651"/>
                <a:gd name="connsiteY2" fmla="*/ 216723 h 226211"/>
                <a:gd name="connsiteX3" fmla="*/ 64651 w 572651"/>
                <a:gd name="connsiteY3" fmla="*/ 38923 h 226211"/>
                <a:gd name="connsiteX0" fmla="*/ 64651 w 572651"/>
                <a:gd name="connsiteY0" fmla="*/ 38923 h 274447"/>
                <a:gd name="connsiteX1" fmla="*/ 572651 w 572651"/>
                <a:gd name="connsiteY1" fmla="*/ 127823 h 274447"/>
                <a:gd name="connsiteX2" fmla="*/ 64651 w 572651"/>
                <a:gd name="connsiteY2" fmla="*/ 216723 h 274447"/>
                <a:gd name="connsiteX3" fmla="*/ 64651 w 572651"/>
                <a:gd name="connsiteY3" fmla="*/ 38923 h 274447"/>
                <a:gd name="connsiteX0" fmla="*/ 64651 w 572651"/>
                <a:gd name="connsiteY0" fmla="*/ 38923 h 239008"/>
                <a:gd name="connsiteX1" fmla="*/ 572651 w 572651"/>
                <a:gd name="connsiteY1" fmla="*/ 127823 h 239008"/>
                <a:gd name="connsiteX2" fmla="*/ 64651 w 572651"/>
                <a:gd name="connsiteY2" fmla="*/ 216723 h 239008"/>
                <a:gd name="connsiteX3" fmla="*/ 64651 w 572651"/>
                <a:gd name="connsiteY3" fmla="*/ 38923 h 239008"/>
                <a:gd name="connsiteX0" fmla="*/ 64651 w 572651"/>
                <a:gd name="connsiteY0" fmla="*/ 38923 h 241479"/>
                <a:gd name="connsiteX1" fmla="*/ 572651 w 572651"/>
                <a:gd name="connsiteY1" fmla="*/ 127823 h 241479"/>
                <a:gd name="connsiteX2" fmla="*/ 64651 w 572651"/>
                <a:gd name="connsiteY2" fmla="*/ 216723 h 241479"/>
                <a:gd name="connsiteX3" fmla="*/ 64651 w 572651"/>
                <a:gd name="connsiteY3" fmla="*/ 38923 h 241479"/>
                <a:gd name="connsiteX0" fmla="*/ 64651 w 572651"/>
                <a:gd name="connsiteY0" fmla="*/ 38923 h 241479"/>
                <a:gd name="connsiteX1" fmla="*/ 572651 w 572651"/>
                <a:gd name="connsiteY1" fmla="*/ 127823 h 241479"/>
                <a:gd name="connsiteX2" fmla="*/ 64651 w 572651"/>
                <a:gd name="connsiteY2" fmla="*/ 216723 h 241479"/>
                <a:gd name="connsiteX3" fmla="*/ 64651 w 572651"/>
                <a:gd name="connsiteY3" fmla="*/ 38923 h 241479"/>
                <a:gd name="connsiteX0" fmla="*/ 64651 w 572651"/>
                <a:gd name="connsiteY0" fmla="*/ 38923 h 241479"/>
                <a:gd name="connsiteX1" fmla="*/ 572651 w 572651"/>
                <a:gd name="connsiteY1" fmla="*/ 127823 h 241479"/>
                <a:gd name="connsiteX2" fmla="*/ 64651 w 572651"/>
                <a:gd name="connsiteY2" fmla="*/ 216723 h 241479"/>
                <a:gd name="connsiteX3" fmla="*/ 64651 w 572651"/>
                <a:gd name="connsiteY3" fmla="*/ 38923 h 241479"/>
                <a:gd name="connsiteX0" fmla="*/ 64651 w 572651"/>
                <a:gd name="connsiteY0" fmla="*/ 68733 h 254108"/>
                <a:gd name="connsiteX1" fmla="*/ 572651 w 572651"/>
                <a:gd name="connsiteY1" fmla="*/ 106833 h 254108"/>
                <a:gd name="connsiteX2" fmla="*/ 64651 w 572651"/>
                <a:gd name="connsiteY2" fmla="*/ 246533 h 254108"/>
                <a:gd name="connsiteX3" fmla="*/ 64651 w 572651"/>
                <a:gd name="connsiteY3" fmla="*/ 68733 h 254108"/>
                <a:gd name="connsiteX0" fmla="*/ 64651 w 569476"/>
                <a:gd name="connsiteY0" fmla="*/ 37309 h 241360"/>
                <a:gd name="connsiteX1" fmla="*/ 569476 w 569476"/>
                <a:gd name="connsiteY1" fmla="*/ 129384 h 241360"/>
                <a:gd name="connsiteX2" fmla="*/ 64651 w 569476"/>
                <a:gd name="connsiteY2" fmla="*/ 215109 h 241360"/>
                <a:gd name="connsiteX3" fmla="*/ 64651 w 569476"/>
                <a:gd name="connsiteY3" fmla="*/ 37309 h 241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9476" h="241360">
                  <a:moveTo>
                    <a:pt x="64651" y="37309"/>
                  </a:moveTo>
                  <a:cubicBezTo>
                    <a:pt x="141909" y="19317"/>
                    <a:pt x="209643" y="-74874"/>
                    <a:pt x="569476" y="129384"/>
                  </a:cubicBezTo>
                  <a:cubicBezTo>
                    <a:pt x="330293" y="301892"/>
                    <a:pt x="75234" y="226751"/>
                    <a:pt x="64651" y="215109"/>
                  </a:cubicBezTo>
                  <a:cubicBezTo>
                    <a:pt x="7501" y="219342"/>
                    <a:pt x="-46474" y="93401"/>
                    <a:pt x="64651" y="37309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943A76E5-E7CC-4A5D-A98C-4CEC8B066C81}"/>
                </a:ext>
              </a:extLst>
            </p:cNvPr>
            <p:cNvSpPr/>
            <p:nvPr/>
          </p:nvSpPr>
          <p:spPr>
            <a:xfrm rot="21361923">
              <a:off x="4215406" y="3039260"/>
              <a:ext cx="171048" cy="1220508"/>
            </a:xfrm>
            <a:custGeom>
              <a:avLst/>
              <a:gdLst>
                <a:gd name="connsiteX0" fmla="*/ 104775 w 209584"/>
                <a:gd name="connsiteY0" fmla="*/ 0 h 1076325"/>
                <a:gd name="connsiteX1" fmla="*/ 209550 w 209584"/>
                <a:gd name="connsiteY1" fmla="*/ 381000 h 1076325"/>
                <a:gd name="connsiteX2" fmla="*/ 95250 w 209584"/>
                <a:gd name="connsiteY2" fmla="*/ 857250 h 1076325"/>
                <a:gd name="connsiteX3" fmla="*/ 0 w 209584"/>
                <a:gd name="connsiteY3" fmla="*/ 1076325 h 1076325"/>
                <a:gd name="connsiteX4" fmla="*/ 0 w 209584"/>
                <a:gd name="connsiteY4" fmla="*/ 1076325 h 1076325"/>
                <a:gd name="connsiteX0" fmla="*/ 104775 w 209584"/>
                <a:gd name="connsiteY0" fmla="*/ 0 h 1120568"/>
                <a:gd name="connsiteX1" fmla="*/ 209550 w 209584"/>
                <a:gd name="connsiteY1" fmla="*/ 381000 h 1120568"/>
                <a:gd name="connsiteX2" fmla="*/ 95250 w 209584"/>
                <a:gd name="connsiteY2" fmla="*/ 857250 h 1120568"/>
                <a:gd name="connsiteX3" fmla="*/ 0 w 209584"/>
                <a:gd name="connsiteY3" fmla="*/ 1076325 h 1120568"/>
                <a:gd name="connsiteX4" fmla="*/ 19050 w 209584"/>
                <a:gd name="connsiteY4" fmla="*/ 1120568 h 1120568"/>
                <a:gd name="connsiteX0" fmla="*/ 85725 w 190534"/>
                <a:gd name="connsiteY0" fmla="*/ 0 h 1120568"/>
                <a:gd name="connsiteX1" fmla="*/ 190500 w 190534"/>
                <a:gd name="connsiteY1" fmla="*/ 381000 h 1120568"/>
                <a:gd name="connsiteX2" fmla="*/ 76200 w 190534"/>
                <a:gd name="connsiteY2" fmla="*/ 857250 h 1120568"/>
                <a:gd name="connsiteX3" fmla="*/ 9525 w 190534"/>
                <a:gd name="connsiteY3" fmla="*/ 1120568 h 1120568"/>
                <a:gd name="connsiteX4" fmla="*/ 0 w 190534"/>
                <a:gd name="connsiteY4" fmla="*/ 1120568 h 1120568"/>
                <a:gd name="connsiteX0" fmla="*/ 109538 w 214347"/>
                <a:gd name="connsiteY0" fmla="*/ 0 h 1133840"/>
                <a:gd name="connsiteX1" fmla="*/ 214313 w 214347"/>
                <a:gd name="connsiteY1" fmla="*/ 381000 h 1133840"/>
                <a:gd name="connsiteX2" fmla="*/ 100013 w 214347"/>
                <a:gd name="connsiteY2" fmla="*/ 857250 h 1133840"/>
                <a:gd name="connsiteX3" fmla="*/ 33338 w 214347"/>
                <a:gd name="connsiteY3" fmla="*/ 1120568 h 1133840"/>
                <a:gd name="connsiteX4" fmla="*/ 0 w 214347"/>
                <a:gd name="connsiteY4" fmla="*/ 1133840 h 1133840"/>
                <a:gd name="connsiteX0" fmla="*/ 109538 w 215937"/>
                <a:gd name="connsiteY0" fmla="*/ 0 h 1133840"/>
                <a:gd name="connsiteX1" fmla="*/ 214313 w 215937"/>
                <a:gd name="connsiteY1" fmla="*/ 381000 h 1133840"/>
                <a:gd name="connsiteX2" fmla="*/ 33338 w 215937"/>
                <a:gd name="connsiteY2" fmla="*/ 1120568 h 1133840"/>
                <a:gd name="connsiteX3" fmla="*/ 0 w 215937"/>
                <a:gd name="connsiteY3" fmla="*/ 1133840 h 1133840"/>
                <a:gd name="connsiteX0" fmla="*/ 109538 w 217278"/>
                <a:gd name="connsiteY0" fmla="*/ 0 h 1133840"/>
                <a:gd name="connsiteX1" fmla="*/ 214313 w 217278"/>
                <a:gd name="connsiteY1" fmla="*/ 381000 h 1133840"/>
                <a:gd name="connsiteX2" fmla="*/ 0 w 217278"/>
                <a:gd name="connsiteY2" fmla="*/ 1133840 h 1133840"/>
                <a:gd name="connsiteX0" fmla="*/ 109538 w 109538"/>
                <a:gd name="connsiteY0" fmla="*/ 0 h 1133840"/>
                <a:gd name="connsiteX1" fmla="*/ 0 w 109538"/>
                <a:gd name="connsiteY1" fmla="*/ 1133840 h 1133840"/>
                <a:gd name="connsiteX0" fmla="*/ 109538 w 173432"/>
                <a:gd name="connsiteY0" fmla="*/ 0 h 1133840"/>
                <a:gd name="connsiteX1" fmla="*/ 0 w 173432"/>
                <a:gd name="connsiteY1" fmla="*/ 1133840 h 1133840"/>
                <a:gd name="connsiteX0" fmla="*/ 109538 w 195689"/>
                <a:gd name="connsiteY0" fmla="*/ 0 h 1133840"/>
                <a:gd name="connsiteX1" fmla="*/ 0 w 195689"/>
                <a:gd name="connsiteY1" fmla="*/ 1133840 h 1133840"/>
                <a:gd name="connsiteX0" fmla="*/ 95251 w 189797"/>
                <a:gd name="connsiteY0" fmla="*/ 0 h 1138264"/>
                <a:gd name="connsiteX1" fmla="*/ 0 w 189797"/>
                <a:gd name="connsiteY1" fmla="*/ 1138264 h 1138264"/>
                <a:gd name="connsiteX0" fmla="*/ 95251 w 164414"/>
                <a:gd name="connsiteY0" fmla="*/ 0 h 1138264"/>
                <a:gd name="connsiteX1" fmla="*/ 0 w 164414"/>
                <a:gd name="connsiteY1" fmla="*/ 1138264 h 1138264"/>
                <a:gd name="connsiteX0" fmla="*/ 76201 w 156327"/>
                <a:gd name="connsiteY0" fmla="*/ 0 h 1138264"/>
                <a:gd name="connsiteX1" fmla="*/ 0 w 156327"/>
                <a:gd name="connsiteY1" fmla="*/ 1138264 h 1138264"/>
                <a:gd name="connsiteX0" fmla="*/ 104776 w 168742"/>
                <a:gd name="connsiteY0" fmla="*/ 0 h 1133839"/>
                <a:gd name="connsiteX1" fmla="*/ 0 w 168742"/>
                <a:gd name="connsiteY1" fmla="*/ 1133839 h 1133839"/>
                <a:gd name="connsiteX0" fmla="*/ 104776 w 154208"/>
                <a:gd name="connsiteY0" fmla="*/ 0 h 1133839"/>
                <a:gd name="connsiteX1" fmla="*/ 0 w 154208"/>
                <a:gd name="connsiteY1" fmla="*/ 1133839 h 1133839"/>
                <a:gd name="connsiteX0" fmla="*/ 104776 w 171048"/>
                <a:gd name="connsiteY0" fmla="*/ 0 h 1133839"/>
                <a:gd name="connsiteX1" fmla="*/ 0 w 171048"/>
                <a:gd name="connsiteY1" fmla="*/ 1133839 h 1133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1048" h="1133839">
                  <a:moveTo>
                    <a:pt x="104776" y="0"/>
                  </a:moveTo>
                  <a:cubicBezTo>
                    <a:pt x="182563" y="245219"/>
                    <a:pt x="236538" y="866500"/>
                    <a:pt x="0" y="1133839"/>
                  </a:cubicBezTo>
                </a:path>
              </a:pathLst>
            </a:cu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Flowchart: Alternate Process 58">
              <a:extLst>
                <a:ext uri="{FF2B5EF4-FFF2-40B4-BE49-F238E27FC236}">
                  <a16:creationId xmlns:a16="http://schemas.microsoft.com/office/drawing/2014/main" id="{5EF9A338-EB57-462A-99CD-72C4F32DF6F7}"/>
                </a:ext>
              </a:extLst>
            </p:cNvPr>
            <p:cNvSpPr/>
            <p:nvPr/>
          </p:nvSpPr>
          <p:spPr>
            <a:xfrm>
              <a:off x="4396680" y="4853688"/>
              <a:ext cx="279400" cy="70201"/>
            </a:xfrm>
            <a:prstGeom prst="flowChartAlternateProcess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473878A9-0F67-4A11-A1FF-040A106A0B4E}"/>
                </a:ext>
              </a:extLst>
            </p:cNvPr>
            <p:cNvSpPr/>
            <p:nvPr/>
          </p:nvSpPr>
          <p:spPr>
            <a:xfrm>
              <a:off x="3780404" y="3911421"/>
              <a:ext cx="1060450" cy="1060450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5AA16681-1729-4D6C-A586-0D6E8ECEA743}"/>
                </a:ext>
              </a:extLst>
            </p:cNvPr>
            <p:cNvSpPr/>
            <p:nvPr/>
          </p:nvSpPr>
          <p:spPr>
            <a:xfrm>
              <a:off x="3883033" y="4033773"/>
              <a:ext cx="855191" cy="855191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50D442E-594B-4F8F-99B1-125D22953BB5}"/>
                </a:ext>
              </a:extLst>
            </p:cNvPr>
            <p:cNvSpPr/>
            <p:nvPr/>
          </p:nvSpPr>
          <p:spPr>
            <a:xfrm>
              <a:off x="4362450" y="3137178"/>
              <a:ext cx="171048" cy="1220508"/>
            </a:xfrm>
            <a:custGeom>
              <a:avLst/>
              <a:gdLst>
                <a:gd name="connsiteX0" fmla="*/ 104775 w 209584"/>
                <a:gd name="connsiteY0" fmla="*/ 0 h 1076325"/>
                <a:gd name="connsiteX1" fmla="*/ 209550 w 209584"/>
                <a:gd name="connsiteY1" fmla="*/ 381000 h 1076325"/>
                <a:gd name="connsiteX2" fmla="*/ 95250 w 209584"/>
                <a:gd name="connsiteY2" fmla="*/ 857250 h 1076325"/>
                <a:gd name="connsiteX3" fmla="*/ 0 w 209584"/>
                <a:gd name="connsiteY3" fmla="*/ 1076325 h 1076325"/>
                <a:gd name="connsiteX4" fmla="*/ 0 w 209584"/>
                <a:gd name="connsiteY4" fmla="*/ 1076325 h 1076325"/>
                <a:gd name="connsiteX0" fmla="*/ 104775 w 209584"/>
                <a:gd name="connsiteY0" fmla="*/ 0 h 1120568"/>
                <a:gd name="connsiteX1" fmla="*/ 209550 w 209584"/>
                <a:gd name="connsiteY1" fmla="*/ 381000 h 1120568"/>
                <a:gd name="connsiteX2" fmla="*/ 95250 w 209584"/>
                <a:gd name="connsiteY2" fmla="*/ 857250 h 1120568"/>
                <a:gd name="connsiteX3" fmla="*/ 0 w 209584"/>
                <a:gd name="connsiteY3" fmla="*/ 1076325 h 1120568"/>
                <a:gd name="connsiteX4" fmla="*/ 19050 w 209584"/>
                <a:gd name="connsiteY4" fmla="*/ 1120568 h 1120568"/>
                <a:gd name="connsiteX0" fmla="*/ 85725 w 190534"/>
                <a:gd name="connsiteY0" fmla="*/ 0 h 1120568"/>
                <a:gd name="connsiteX1" fmla="*/ 190500 w 190534"/>
                <a:gd name="connsiteY1" fmla="*/ 381000 h 1120568"/>
                <a:gd name="connsiteX2" fmla="*/ 76200 w 190534"/>
                <a:gd name="connsiteY2" fmla="*/ 857250 h 1120568"/>
                <a:gd name="connsiteX3" fmla="*/ 9525 w 190534"/>
                <a:gd name="connsiteY3" fmla="*/ 1120568 h 1120568"/>
                <a:gd name="connsiteX4" fmla="*/ 0 w 190534"/>
                <a:gd name="connsiteY4" fmla="*/ 1120568 h 1120568"/>
                <a:gd name="connsiteX0" fmla="*/ 109538 w 214347"/>
                <a:gd name="connsiteY0" fmla="*/ 0 h 1133840"/>
                <a:gd name="connsiteX1" fmla="*/ 214313 w 214347"/>
                <a:gd name="connsiteY1" fmla="*/ 381000 h 1133840"/>
                <a:gd name="connsiteX2" fmla="*/ 100013 w 214347"/>
                <a:gd name="connsiteY2" fmla="*/ 857250 h 1133840"/>
                <a:gd name="connsiteX3" fmla="*/ 33338 w 214347"/>
                <a:gd name="connsiteY3" fmla="*/ 1120568 h 1133840"/>
                <a:gd name="connsiteX4" fmla="*/ 0 w 214347"/>
                <a:gd name="connsiteY4" fmla="*/ 1133840 h 1133840"/>
                <a:gd name="connsiteX0" fmla="*/ 109538 w 215937"/>
                <a:gd name="connsiteY0" fmla="*/ 0 h 1133840"/>
                <a:gd name="connsiteX1" fmla="*/ 214313 w 215937"/>
                <a:gd name="connsiteY1" fmla="*/ 381000 h 1133840"/>
                <a:gd name="connsiteX2" fmla="*/ 33338 w 215937"/>
                <a:gd name="connsiteY2" fmla="*/ 1120568 h 1133840"/>
                <a:gd name="connsiteX3" fmla="*/ 0 w 215937"/>
                <a:gd name="connsiteY3" fmla="*/ 1133840 h 1133840"/>
                <a:gd name="connsiteX0" fmla="*/ 109538 w 217278"/>
                <a:gd name="connsiteY0" fmla="*/ 0 h 1133840"/>
                <a:gd name="connsiteX1" fmla="*/ 214313 w 217278"/>
                <a:gd name="connsiteY1" fmla="*/ 381000 h 1133840"/>
                <a:gd name="connsiteX2" fmla="*/ 0 w 217278"/>
                <a:gd name="connsiteY2" fmla="*/ 1133840 h 1133840"/>
                <a:gd name="connsiteX0" fmla="*/ 109538 w 109538"/>
                <a:gd name="connsiteY0" fmla="*/ 0 h 1133840"/>
                <a:gd name="connsiteX1" fmla="*/ 0 w 109538"/>
                <a:gd name="connsiteY1" fmla="*/ 1133840 h 1133840"/>
                <a:gd name="connsiteX0" fmla="*/ 109538 w 173432"/>
                <a:gd name="connsiteY0" fmla="*/ 0 h 1133840"/>
                <a:gd name="connsiteX1" fmla="*/ 0 w 173432"/>
                <a:gd name="connsiteY1" fmla="*/ 1133840 h 1133840"/>
                <a:gd name="connsiteX0" fmla="*/ 109538 w 195689"/>
                <a:gd name="connsiteY0" fmla="*/ 0 h 1133840"/>
                <a:gd name="connsiteX1" fmla="*/ 0 w 195689"/>
                <a:gd name="connsiteY1" fmla="*/ 1133840 h 1133840"/>
                <a:gd name="connsiteX0" fmla="*/ 95251 w 189797"/>
                <a:gd name="connsiteY0" fmla="*/ 0 h 1138264"/>
                <a:gd name="connsiteX1" fmla="*/ 0 w 189797"/>
                <a:gd name="connsiteY1" fmla="*/ 1138264 h 1138264"/>
                <a:gd name="connsiteX0" fmla="*/ 95251 w 164414"/>
                <a:gd name="connsiteY0" fmla="*/ 0 h 1138264"/>
                <a:gd name="connsiteX1" fmla="*/ 0 w 164414"/>
                <a:gd name="connsiteY1" fmla="*/ 1138264 h 1138264"/>
                <a:gd name="connsiteX0" fmla="*/ 76201 w 156327"/>
                <a:gd name="connsiteY0" fmla="*/ 0 h 1138264"/>
                <a:gd name="connsiteX1" fmla="*/ 0 w 156327"/>
                <a:gd name="connsiteY1" fmla="*/ 1138264 h 1138264"/>
                <a:gd name="connsiteX0" fmla="*/ 104776 w 168742"/>
                <a:gd name="connsiteY0" fmla="*/ 0 h 1133839"/>
                <a:gd name="connsiteX1" fmla="*/ 0 w 168742"/>
                <a:gd name="connsiteY1" fmla="*/ 1133839 h 1133839"/>
                <a:gd name="connsiteX0" fmla="*/ 104776 w 154208"/>
                <a:gd name="connsiteY0" fmla="*/ 0 h 1133839"/>
                <a:gd name="connsiteX1" fmla="*/ 0 w 154208"/>
                <a:gd name="connsiteY1" fmla="*/ 1133839 h 1133839"/>
                <a:gd name="connsiteX0" fmla="*/ 104776 w 171048"/>
                <a:gd name="connsiteY0" fmla="*/ 0 h 1133839"/>
                <a:gd name="connsiteX1" fmla="*/ 0 w 171048"/>
                <a:gd name="connsiteY1" fmla="*/ 1133839 h 1133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1048" h="1133839">
                  <a:moveTo>
                    <a:pt x="104776" y="0"/>
                  </a:moveTo>
                  <a:cubicBezTo>
                    <a:pt x="182563" y="245219"/>
                    <a:pt x="236538" y="866500"/>
                    <a:pt x="0" y="1133839"/>
                  </a:cubicBezTo>
                </a:path>
              </a:pathLst>
            </a:cu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Flowchart: Alternate Process 4">
              <a:extLst>
                <a:ext uri="{FF2B5EF4-FFF2-40B4-BE49-F238E27FC236}">
                  <a16:creationId xmlns:a16="http://schemas.microsoft.com/office/drawing/2014/main" id="{4170C0B1-8076-4CF3-9907-2964FA0A6951}"/>
                </a:ext>
              </a:extLst>
            </p:cNvPr>
            <p:cNvSpPr/>
            <p:nvPr/>
          </p:nvSpPr>
          <p:spPr>
            <a:xfrm>
              <a:off x="3994599" y="2522220"/>
              <a:ext cx="905061" cy="701040"/>
            </a:xfrm>
            <a:custGeom>
              <a:avLst/>
              <a:gdLst>
                <a:gd name="connsiteX0" fmla="*/ 0 w 624840"/>
                <a:gd name="connsiteY0" fmla="*/ 104140 h 640080"/>
                <a:gd name="connsiteX1" fmla="*/ 104140 w 624840"/>
                <a:gd name="connsiteY1" fmla="*/ 0 h 640080"/>
                <a:gd name="connsiteX2" fmla="*/ 520700 w 624840"/>
                <a:gd name="connsiteY2" fmla="*/ 0 h 640080"/>
                <a:gd name="connsiteX3" fmla="*/ 624840 w 624840"/>
                <a:gd name="connsiteY3" fmla="*/ 104140 h 640080"/>
                <a:gd name="connsiteX4" fmla="*/ 624840 w 624840"/>
                <a:gd name="connsiteY4" fmla="*/ 535940 h 640080"/>
                <a:gd name="connsiteX5" fmla="*/ 520700 w 624840"/>
                <a:gd name="connsiteY5" fmla="*/ 640080 h 640080"/>
                <a:gd name="connsiteX6" fmla="*/ 104140 w 624840"/>
                <a:gd name="connsiteY6" fmla="*/ 640080 h 640080"/>
                <a:gd name="connsiteX7" fmla="*/ 0 w 624840"/>
                <a:gd name="connsiteY7" fmla="*/ 535940 h 640080"/>
                <a:gd name="connsiteX8" fmla="*/ 0 w 624840"/>
                <a:gd name="connsiteY8" fmla="*/ 104140 h 640080"/>
                <a:gd name="connsiteX0" fmla="*/ 80 w 624920"/>
                <a:gd name="connsiteY0" fmla="*/ 104140 h 640080"/>
                <a:gd name="connsiteX1" fmla="*/ 104220 w 624920"/>
                <a:gd name="connsiteY1" fmla="*/ 0 h 640080"/>
                <a:gd name="connsiteX2" fmla="*/ 520780 w 624920"/>
                <a:gd name="connsiteY2" fmla="*/ 0 h 640080"/>
                <a:gd name="connsiteX3" fmla="*/ 624920 w 624920"/>
                <a:gd name="connsiteY3" fmla="*/ 104140 h 640080"/>
                <a:gd name="connsiteX4" fmla="*/ 624920 w 624920"/>
                <a:gd name="connsiteY4" fmla="*/ 535940 h 640080"/>
                <a:gd name="connsiteX5" fmla="*/ 520780 w 624920"/>
                <a:gd name="connsiteY5" fmla="*/ 640080 h 640080"/>
                <a:gd name="connsiteX6" fmla="*/ 104220 w 624920"/>
                <a:gd name="connsiteY6" fmla="*/ 640080 h 640080"/>
                <a:gd name="connsiteX7" fmla="*/ 80 w 624920"/>
                <a:gd name="connsiteY7" fmla="*/ 535940 h 640080"/>
                <a:gd name="connsiteX8" fmla="*/ 53420 w 624920"/>
                <a:gd name="connsiteY8" fmla="*/ 220980 h 640080"/>
                <a:gd name="connsiteX9" fmla="*/ 80 w 624920"/>
                <a:gd name="connsiteY9" fmla="*/ 104140 h 640080"/>
                <a:gd name="connsiteX0" fmla="*/ 236236 w 861076"/>
                <a:gd name="connsiteY0" fmla="*/ 104140 h 640080"/>
                <a:gd name="connsiteX1" fmla="*/ 340376 w 861076"/>
                <a:gd name="connsiteY1" fmla="*/ 0 h 640080"/>
                <a:gd name="connsiteX2" fmla="*/ 756936 w 861076"/>
                <a:gd name="connsiteY2" fmla="*/ 0 h 640080"/>
                <a:gd name="connsiteX3" fmla="*/ 861076 w 861076"/>
                <a:gd name="connsiteY3" fmla="*/ 104140 h 640080"/>
                <a:gd name="connsiteX4" fmla="*/ 861076 w 861076"/>
                <a:gd name="connsiteY4" fmla="*/ 535940 h 640080"/>
                <a:gd name="connsiteX5" fmla="*/ 756936 w 861076"/>
                <a:gd name="connsiteY5" fmla="*/ 640080 h 640080"/>
                <a:gd name="connsiteX6" fmla="*/ 340376 w 861076"/>
                <a:gd name="connsiteY6" fmla="*/ 640080 h 640080"/>
                <a:gd name="connsiteX7" fmla="*/ 16 w 861076"/>
                <a:gd name="connsiteY7" fmla="*/ 452120 h 640080"/>
                <a:gd name="connsiteX8" fmla="*/ 289576 w 861076"/>
                <a:gd name="connsiteY8" fmla="*/ 220980 h 640080"/>
                <a:gd name="connsiteX9" fmla="*/ 236236 w 861076"/>
                <a:gd name="connsiteY9" fmla="*/ 104140 h 640080"/>
                <a:gd name="connsiteX0" fmla="*/ 294932 w 919772"/>
                <a:gd name="connsiteY0" fmla="*/ 104140 h 640080"/>
                <a:gd name="connsiteX1" fmla="*/ 399072 w 919772"/>
                <a:gd name="connsiteY1" fmla="*/ 0 h 640080"/>
                <a:gd name="connsiteX2" fmla="*/ 815632 w 919772"/>
                <a:gd name="connsiteY2" fmla="*/ 0 h 640080"/>
                <a:gd name="connsiteX3" fmla="*/ 919772 w 919772"/>
                <a:gd name="connsiteY3" fmla="*/ 104140 h 640080"/>
                <a:gd name="connsiteX4" fmla="*/ 919772 w 919772"/>
                <a:gd name="connsiteY4" fmla="*/ 535940 h 640080"/>
                <a:gd name="connsiteX5" fmla="*/ 815632 w 919772"/>
                <a:gd name="connsiteY5" fmla="*/ 640080 h 640080"/>
                <a:gd name="connsiteX6" fmla="*/ 18072 w 919772"/>
                <a:gd name="connsiteY6" fmla="*/ 525780 h 640080"/>
                <a:gd name="connsiteX7" fmla="*/ 58712 w 919772"/>
                <a:gd name="connsiteY7" fmla="*/ 452120 h 640080"/>
                <a:gd name="connsiteX8" fmla="*/ 348272 w 919772"/>
                <a:gd name="connsiteY8" fmla="*/ 220980 h 640080"/>
                <a:gd name="connsiteX9" fmla="*/ 294932 w 919772"/>
                <a:gd name="connsiteY9" fmla="*/ 104140 h 640080"/>
                <a:gd name="connsiteX0" fmla="*/ 294932 w 919772"/>
                <a:gd name="connsiteY0" fmla="*/ 104140 h 701040"/>
                <a:gd name="connsiteX1" fmla="*/ 399072 w 919772"/>
                <a:gd name="connsiteY1" fmla="*/ 0 h 701040"/>
                <a:gd name="connsiteX2" fmla="*/ 815632 w 919772"/>
                <a:gd name="connsiteY2" fmla="*/ 0 h 701040"/>
                <a:gd name="connsiteX3" fmla="*/ 919772 w 919772"/>
                <a:gd name="connsiteY3" fmla="*/ 104140 h 701040"/>
                <a:gd name="connsiteX4" fmla="*/ 919772 w 919772"/>
                <a:gd name="connsiteY4" fmla="*/ 535940 h 701040"/>
                <a:gd name="connsiteX5" fmla="*/ 457492 w 919772"/>
                <a:gd name="connsiteY5" fmla="*/ 701040 h 701040"/>
                <a:gd name="connsiteX6" fmla="*/ 18072 w 919772"/>
                <a:gd name="connsiteY6" fmla="*/ 525780 h 701040"/>
                <a:gd name="connsiteX7" fmla="*/ 58712 w 919772"/>
                <a:gd name="connsiteY7" fmla="*/ 452120 h 701040"/>
                <a:gd name="connsiteX8" fmla="*/ 348272 w 919772"/>
                <a:gd name="connsiteY8" fmla="*/ 220980 h 701040"/>
                <a:gd name="connsiteX9" fmla="*/ 294932 w 919772"/>
                <a:gd name="connsiteY9" fmla="*/ 104140 h 701040"/>
                <a:gd name="connsiteX0" fmla="*/ 294932 w 919772"/>
                <a:gd name="connsiteY0" fmla="*/ 104140 h 701040"/>
                <a:gd name="connsiteX1" fmla="*/ 399072 w 919772"/>
                <a:gd name="connsiteY1" fmla="*/ 0 h 701040"/>
                <a:gd name="connsiteX2" fmla="*/ 815632 w 919772"/>
                <a:gd name="connsiteY2" fmla="*/ 0 h 701040"/>
                <a:gd name="connsiteX3" fmla="*/ 919772 w 919772"/>
                <a:gd name="connsiteY3" fmla="*/ 104140 h 701040"/>
                <a:gd name="connsiteX4" fmla="*/ 919772 w 919772"/>
                <a:gd name="connsiteY4" fmla="*/ 406400 h 701040"/>
                <a:gd name="connsiteX5" fmla="*/ 457492 w 919772"/>
                <a:gd name="connsiteY5" fmla="*/ 701040 h 701040"/>
                <a:gd name="connsiteX6" fmla="*/ 18072 w 919772"/>
                <a:gd name="connsiteY6" fmla="*/ 525780 h 701040"/>
                <a:gd name="connsiteX7" fmla="*/ 58712 w 919772"/>
                <a:gd name="connsiteY7" fmla="*/ 452120 h 701040"/>
                <a:gd name="connsiteX8" fmla="*/ 348272 w 919772"/>
                <a:gd name="connsiteY8" fmla="*/ 220980 h 701040"/>
                <a:gd name="connsiteX9" fmla="*/ 294932 w 919772"/>
                <a:gd name="connsiteY9" fmla="*/ 104140 h 701040"/>
                <a:gd name="connsiteX0" fmla="*/ 294932 w 919772"/>
                <a:gd name="connsiteY0" fmla="*/ 104140 h 701040"/>
                <a:gd name="connsiteX1" fmla="*/ 399072 w 919772"/>
                <a:gd name="connsiteY1" fmla="*/ 0 h 701040"/>
                <a:gd name="connsiteX2" fmla="*/ 815632 w 919772"/>
                <a:gd name="connsiteY2" fmla="*/ 0 h 701040"/>
                <a:gd name="connsiteX3" fmla="*/ 919772 w 919772"/>
                <a:gd name="connsiteY3" fmla="*/ 104140 h 701040"/>
                <a:gd name="connsiteX4" fmla="*/ 904532 w 919772"/>
                <a:gd name="connsiteY4" fmla="*/ 375920 h 701040"/>
                <a:gd name="connsiteX5" fmla="*/ 457492 w 919772"/>
                <a:gd name="connsiteY5" fmla="*/ 701040 h 701040"/>
                <a:gd name="connsiteX6" fmla="*/ 18072 w 919772"/>
                <a:gd name="connsiteY6" fmla="*/ 525780 h 701040"/>
                <a:gd name="connsiteX7" fmla="*/ 58712 w 919772"/>
                <a:gd name="connsiteY7" fmla="*/ 452120 h 701040"/>
                <a:gd name="connsiteX8" fmla="*/ 348272 w 919772"/>
                <a:gd name="connsiteY8" fmla="*/ 220980 h 701040"/>
                <a:gd name="connsiteX9" fmla="*/ 294932 w 919772"/>
                <a:gd name="connsiteY9" fmla="*/ 104140 h 701040"/>
                <a:gd name="connsiteX0" fmla="*/ 294932 w 919772"/>
                <a:gd name="connsiteY0" fmla="*/ 104140 h 701040"/>
                <a:gd name="connsiteX1" fmla="*/ 399072 w 919772"/>
                <a:gd name="connsiteY1" fmla="*/ 0 h 701040"/>
                <a:gd name="connsiteX2" fmla="*/ 815632 w 919772"/>
                <a:gd name="connsiteY2" fmla="*/ 0 h 701040"/>
                <a:gd name="connsiteX3" fmla="*/ 919772 w 919772"/>
                <a:gd name="connsiteY3" fmla="*/ 218440 h 701040"/>
                <a:gd name="connsiteX4" fmla="*/ 904532 w 919772"/>
                <a:gd name="connsiteY4" fmla="*/ 375920 h 701040"/>
                <a:gd name="connsiteX5" fmla="*/ 457492 w 919772"/>
                <a:gd name="connsiteY5" fmla="*/ 701040 h 701040"/>
                <a:gd name="connsiteX6" fmla="*/ 18072 w 919772"/>
                <a:gd name="connsiteY6" fmla="*/ 525780 h 701040"/>
                <a:gd name="connsiteX7" fmla="*/ 58712 w 919772"/>
                <a:gd name="connsiteY7" fmla="*/ 452120 h 701040"/>
                <a:gd name="connsiteX8" fmla="*/ 348272 w 919772"/>
                <a:gd name="connsiteY8" fmla="*/ 220980 h 701040"/>
                <a:gd name="connsiteX9" fmla="*/ 294932 w 919772"/>
                <a:gd name="connsiteY9" fmla="*/ 104140 h 701040"/>
                <a:gd name="connsiteX0" fmla="*/ 294932 w 919772"/>
                <a:gd name="connsiteY0" fmla="*/ 104140 h 701040"/>
                <a:gd name="connsiteX1" fmla="*/ 399072 w 919772"/>
                <a:gd name="connsiteY1" fmla="*/ 0 h 701040"/>
                <a:gd name="connsiteX2" fmla="*/ 838492 w 919772"/>
                <a:gd name="connsiteY2" fmla="*/ 76200 h 701040"/>
                <a:gd name="connsiteX3" fmla="*/ 919772 w 919772"/>
                <a:gd name="connsiteY3" fmla="*/ 218440 h 701040"/>
                <a:gd name="connsiteX4" fmla="*/ 904532 w 919772"/>
                <a:gd name="connsiteY4" fmla="*/ 375920 h 701040"/>
                <a:gd name="connsiteX5" fmla="*/ 457492 w 919772"/>
                <a:gd name="connsiteY5" fmla="*/ 701040 h 701040"/>
                <a:gd name="connsiteX6" fmla="*/ 18072 w 919772"/>
                <a:gd name="connsiteY6" fmla="*/ 525780 h 701040"/>
                <a:gd name="connsiteX7" fmla="*/ 58712 w 919772"/>
                <a:gd name="connsiteY7" fmla="*/ 452120 h 701040"/>
                <a:gd name="connsiteX8" fmla="*/ 348272 w 919772"/>
                <a:gd name="connsiteY8" fmla="*/ 220980 h 701040"/>
                <a:gd name="connsiteX9" fmla="*/ 294932 w 919772"/>
                <a:gd name="connsiteY9" fmla="*/ 104140 h 701040"/>
                <a:gd name="connsiteX0" fmla="*/ 294932 w 919772"/>
                <a:gd name="connsiteY0" fmla="*/ 104140 h 701040"/>
                <a:gd name="connsiteX1" fmla="*/ 399072 w 919772"/>
                <a:gd name="connsiteY1" fmla="*/ 0 h 701040"/>
                <a:gd name="connsiteX2" fmla="*/ 838492 w 919772"/>
                <a:gd name="connsiteY2" fmla="*/ 76200 h 701040"/>
                <a:gd name="connsiteX3" fmla="*/ 919772 w 919772"/>
                <a:gd name="connsiteY3" fmla="*/ 218440 h 701040"/>
                <a:gd name="connsiteX4" fmla="*/ 904532 w 919772"/>
                <a:gd name="connsiteY4" fmla="*/ 375920 h 701040"/>
                <a:gd name="connsiteX5" fmla="*/ 457492 w 919772"/>
                <a:gd name="connsiteY5" fmla="*/ 701040 h 701040"/>
                <a:gd name="connsiteX6" fmla="*/ 18072 w 919772"/>
                <a:gd name="connsiteY6" fmla="*/ 525780 h 701040"/>
                <a:gd name="connsiteX7" fmla="*/ 58712 w 919772"/>
                <a:gd name="connsiteY7" fmla="*/ 452120 h 701040"/>
                <a:gd name="connsiteX8" fmla="*/ 256832 w 919772"/>
                <a:gd name="connsiteY8" fmla="*/ 236220 h 701040"/>
                <a:gd name="connsiteX9" fmla="*/ 294932 w 919772"/>
                <a:gd name="connsiteY9" fmla="*/ 104140 h 701040"/>
                <a:gd name="connsiteX0" fmla="*/ 280221 w 905061"/>
                <a:gd name="connsiteY0" fmla="*/ 104140 h 701040"/>
                <a:gd name="connsiteX1" fmla="*/ 384361 w 905061"/>
                <a:gd name="connsiteY1" fmla="*/ 0 h 701040"/>
                <a:gd name="connsiteX2" fmla="*/ 823781 w 905061"/>
                <a:gd name="connsiteY2" fmla="*/ 76200 h 701040"/>
                <a:gd name="connsiteX3" fmla="*/ 905061 w 905061"/>
                <a:gd name="connsiteY3" fmla="*/ 218440 h 701040"/>
                <a:gd name="connsiteX4" fmla="*/ 889821 w 905061"/>
                <a:gd name="connsiteY4" fmla="*/ 375920 h 701040"/>
                <a:gd name="connsiteX5" fmla="*/ 442781 w 905061"/>
                <a:gd name="connsiteY5" fmla="*/ 701040 h 701040"/>
                <a:gd name="connsiteX6" fmla="*/ 3361 w 905061"/>
                <a:gd name="connsiteY6" fmla="*/ 525780 h 701040"/>
                <a:gd name="connsiteX7" fmla="*/ 242121 w 905061"/>
                <a:gd name="connsiteY7" fmla="*/ 236220 h 701040"/>
                <a:gd name="connsiteX8" fmla="*/ 280221 w 905061"/>
                <a:gd name="connsiteY8" fmla="*/ 104140 h 701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5061" h="701040">
                  <a:moveTo>
                    <a:pt x="280221" y="104140"/>
                  </a:moveTo>
                  <a:cubicBezTo>
                    <a:pt x="280221" y="46625"/>
                    <a:pt x="326846" y="0"/>
                    <a:pt x="384361" y="0"/>
                  </a:cubicBezTo>
                  <a:lnTo>
                    <a:pt x="823781" y="76200"/>
                  </a:lnTo>
                  <a:cubicBezTo>
                    <a:pt x="881296" y="76200"/>
                    <a:pt x="905061" y="160925"/>
                    <a:pt x="905061" y="218440"/>
                  </a:cubicBezTo>
                  <a:lnTo>
                    <a:pt x="889821" y="375920"/>
                  </a:lnTo>
                  <a:cubicBezTo>
                    <a:pt x="889821" y="433435"/>
                    <a:pt x="500296" y="701040"/>
                    <a:pt x="442781" y="701040"/>
                  </a:cubicBezTo>
                  <a:lnTo>
                    <a:pt x="3361" y="525780"/>
                  </a:lnTo>
                  <a:cubicBezTo>
                    <a:pt x="-30082" y="448310"/>
                    <a:pt x="195978" y="306493"/>
                    <a:pt x="242121" y="236220"/>
                  </a:cubicBezTo>
                  <a:cubicBezTo>
                    <a:pt x="244661" y="187113"/>
                    <a:pt x="277681" y="153247"/>
                    <a:pt x="280221" y="104140"/>
                  </a:cubicBezTo>
                  <a:close/>
                </a:path>
              </a:pathLst>
            </a:custGeom>
            <a:solidFill>
              <a:sysClr val="window" lastClr="FFFFFF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Flowchart: Alternate Process 5">
              <a:extLst>
                <a:ext uri="{FF2B5EF4-FFF2-40B4-BE49-F238E27FC236}">
                  <a16:creationId xmlns:a16="http://schemas.microsoft.com/office/drawing/2014/main" id="{67C16C79-6ED1-4875-BD80-48AA6D3F1BDF}"/>
                </a:ext>
              </a:extLst>
            </p:cNvPr>
            <p:cNvSpPr/>
            <p:nvPr/>
          </p:nvSpPr>
          <p:spPr>
            <a:xfrm rot="2222119">
              <a:off x="4226838" y="2797477"/>
              <a:ext cx="269185" cy="405301"/>
            </a:xfrm>
            <a:custGeom>
              <a:avLst/>
              <a:gdLst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59080 w 259080"/>
                <a:gd name="connsiteY4" fmla="*/ 301554 h 344734"/>
                <a:gd name="connsiteX5" fmla="*/ 215900 w 259080"/>
                <a:gd name="connsiteY5" fmla="*/ 344734 h 344734"/>
                <a:gd name="connsiteX6" fmla="*/ 43180 w 259080"/>
                <a:gd name="connsiteY6" fmla="*/ 344734 h 344734"/>
                <a:gd name="connsiteX7" fmla="*/ 0 w 259080"/>
                <a:gd name="connsiteY7" fmla="*/ 301554 h 344734"/>
                <a:gd name="connsiteX8" fmla="*/ 0 w 259080"/>
                <a:gd name="connsiteY8" fmla="*/ 43180 h 344734"/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59080 w 259080"/>
                <a:gd name="connsiteY4" fmla="*/ 301554 h 344734"/>
                <a:gd name="connsiteX5" fmla="*/ 217283 w 259080"/>
                <a:gd name="connsiteY5" fmla="*/ 295962 h 344734"/>
                <a:gd name="connsiteX6" fmla="*/ 43180 w 259080"/>
                <a:gd name="connsiteY6" fmla="*/ 344734 h 344734"/>
                <a:gd name="connsiteX7" fmla="*/ 0 w 259080"/>
                <a:gd name="connsiteY7" fmla="*/ 301554 h 344734"/>
                <a:gd name="connsiteX8" fmla="*/ 0 w 259080"/>
                <a:gd name="connsiteY8" fmla="*/ 43180 h 344734"/>
                <a:gd name="connsiteX0" fmla="*/ 0 w 259080"/>
                <a:gd name="connsiteY0" fmla="*/ 43180 h 345075"/>
                <a:gd name="connsiteX1" fmla="*/ 43180 w 259080"/>
                <a:gd name="connsiteY1" fmla="*/ 0 h 345075"/>
                <a:gd name="connsiteX2" fmla="*/ 215900 w 259080"/>
                <a:gd name="connsiteY2" fmla="*/ 0 h 345075"/>
                <a:gd name="connsiteX3" fmla="*/ 259080 w 259080"/>
                <a:gd name="connsiteY3" fmla="*/ 43180 h 345075"/>
                <a:gd name="connsiteX4" fmla="*/ 259080 w 259080"/>
                <a:gd name="connsiteY4" fmla="*/ 301554 h 345075"/>
                <a:gd name="connsiteX5" fmla="*/ 43180 w 259080"/>
                <a:gd name="connsiteY5" fmla="*/ 344734 h 345075"/>
                <a:gd name="connsiteX6" fmla="*/ 0 w 259080"/>
                <a:gd name="connsiteY6" fmla="*/ 301554 h 345075"/>
                <a:gd name="connsiteX7" fmla="*/ 0 w 259080"/>
                <a:gd name="connsiteY7" fmla="*/ 43180 h 345075"/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42215 w 259080"/>
                <a:gd name="connsiteY4" fmla="*/ 266550 h 344734"/>
                <a:gd name="connsiteX5" fmla="*/ 43180 w 259080"/>
                <a:gd name="connsiteY5" fmla="*/ 344734 h 344734"/>
                <a:gd name="connsiteX6" fmla="*/ 0 w 259080"/>
                <a:gd name="connsiteY6" fmla="*/ 301554 h 344734"/>
                <a:gd name="connsiteX7" fmla="*/ 0 w 259080"/>
                <a:gd name="connsiteY7" fmla="*/ 43180 h 344734"/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41817 w 259080"/>
                <a:gd name="connsiteY4" fmla="*/ 293696 h 344734"/>
                <a:gd name="connsiteX5" fmla="*/ 43180 w 259080"/>
                <a:gd name="connsiteY5" fmla="*/ 344734 h 344734"/>
                <a:gd name="connsiteX6" fmla="*/ 0 w 259080"/>
                <a:gd name="connsiteY6" fmla="*/ 301554 h 344734"/>
                <a:gd name="connsiteX7" fmla="*/ 0 w 259080"/>
                <a:gd name="connsiteY7" fmla="*/ 43180 h 344734"/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41817 w 259080"/>
                <a:gd name="connsiteY4" fmla="*/ 293696 h 344734"/>
                <a:gd name="connsiteX5" fmla="*/ 43180 w 259080"/>
                <a:gd name="connsiteY5" fmla="*/ 344734 h 344734"/>
                <a:gd name="connsiteX6" fmla="*/ 0 w 259080"/>
                <a:gd name="connsiteY6" fmla="*/ 43180 h 344734"/>
                <a:gd name="connsiteX0" fmla="*/ 11608 w 270688"/>
                <a:gd name="connsiteY0" fmla="*/ 43180 h 370550"/>
                <a:gd name="connsiteX1" fmla="*/ 54788 w 270688"/>
                <a:gd name="connsiteY1" fmla="*/ 0 h 370550"/>
                <a:gd name="connsiteX2" fmla="*/ 227508 w 270688"/>
                <a:gd name="connsiteY2" fmla="*/ 0 h 370550"/>
                <a:gd name="connsiteX3" fmla="*/ 270688 w 270688"/>
                <a:gd name="connsiteY3" fmla="*/ 43180 h 370550"/>
                <a:gd name="connsiteX4" fmla="*/ 253425 w 270688"/>
                <a:gd name="connsiteY4" fmla="*/ 293696 h 370550"/>
                <a:gd name="connsiteX5" fmla="*/ 20573 w 270688"/>
                <a:gd name="connsiteY5" fmla="*/ 370550 h 370550"/>
                <a:gd name="connsiteX6" fmla="*/ 11608 w 270688"/>
                <a:gd name="connsiteY6" fmla="*/ 43180 h 370550"/>
                <a:gd name="connsiteX0" fmla="*/ 11608 w 270688"/>
                <a:gd name="connsiteY0" fmla="*/ 43180 h 370550"/>
                <a:gd name="connsiteX1" fmla="*/ 54788 w 270688"/>
                <a:gd name="connsiteY1" fmla="*/ 0 h 370550"/>
                <a:gd name="connsiteX2" fmla="*/ 227508 w 270688"/>
                <a:gd name="connsiteY2" fmla="*/ 0 h 370550"/>
                <a:gd name="connsiteX3" fmla="*/ 270688 w 270688"/>
                <a:gd name="connsiteY3" fmla="*/ 43180 h 370550"/>
                <a:gd name="connsiteX4" fmla="*/ 255828 w 270688"/>
                <a:gd name="connsiteY4" fmla="*/ 300833 h 370550"/>
                <a:gd name="connsiteX5" fmla="*/ 20573 w 270688"/>
                <a:gd name="connsiteY5" fmla="*/ 370550 h 370550"/>
                <a:gd name="connsiteX6" fmla="*/ 11608 w 270688"/>
                <a:gd name="connsiteY6" fmla="*/ 43180 h 370550"/>
                <a:gd name="connsiteX0" fmla="*/ 11608 w 270688"/>
                <a:gd name="connsiteY0" fmla="*/ 58888 h 386258"/>
                <a:gd name="connsiteX1" fmla="*/ 54788 w 270688"/>
                <a:gd name="connsiteY1" fmla="*/ 15708 h 386258"/>
                <a:gd name="connsiteX2" fmla="*/ 224605 w 270688"/>
                <a:gd name="connsiteY2" fmla="*/ 0 h 386258"/>
                <a:gd name="connsiteX3" fmla="*/ 270688 w 270688"/>
                <a:gd name="connsiteY3" fmla="*/ 58888 h 386258"/>
                <a:gd name="connsiteX4" fmla="*/ 255828 w 270688"/>
                <a:gd name="connsiteY4" fmla="*/ 316541 h 386258"/>
                <a:gd name="connsiteX5" fmla="*/ 20573 w 270688"/>
                <a:gd name="connsiteY5" fmla="*/ 386258 h 386258"/>
                <a:gd name="connsiteX6" fmla="*/ 11608 w 270688"/>
                <a:gd name="connsiteY6" fmla="*/ 58888 h 386258"/>
                <a:gd name="connsiteX0" fmla="*/ 11608 w 269220"/>
                <a:gd name="connsiteY0" fmla="*/ 58888 h 386258"/>
                <a:gd name="connsiteX1" fmla="*/ 54788 w 269220"/>
                <a:gd name="connsiteY1" fmla="*/ 15708 h 386258"/>
                <a:gd name="connsiteX2" fmla="*/ 224605 w 269220"/>
                <a:gd name="connsiteY2" fmla="*/ 0 h 386258"/>
                <a:gd name="connsiteX3" fmla="*/ 269220 w 269220"/>
                <a:gd name="connsiteY3" fmla="*/ 45081 h 386258"/>
                <a:gd name="connsiteX4" fmla="*/ 255828 w 269220"/>
                <a:gd name="connsiteY4" fmla="*/ 316541 h 386258"/>
                <a:gd name="connsiteX5" fmla="*/ 20573 w 269220"/>
                <a:gd name="connsiteY5" fmla="*/ 386258 h 386258"/>
                <a:gd name="connsiteX6" fmla="*/ 11608 w 269220"/>
                <a:gd name="connsiteY6" fmla="*/ 58888 h 386258"/>
                <a:gd name="connsiteX0" fmla="*/ 11608 w 269220"/>
                <a:gd name="connsiteY0" fmla="*/ 70794 h 398164"/>
                <a:gd name="connsiteX1" fmla="*/ 54788 w 269220"/>
                <a:gd name="connsiteY1" fmla="*/ 27614 h 398164"/>
                <a:gd name="connsiteX2" fmla="*/ 224570 w 269220"/>
                <a:gd name="connsiteY2" fmla="*/ 0 h 398164"/>
                <a:gd name="connsiteX3" fmla="*/ 269220 w 269220"/>
                <a:gd name="connsiteY3" fmla="*/ 56987 h 398164"/>
                <a:gd name="connsiteX4" fmla="*/ 255828 w 269220"/>
                <a:gd name="connsiteY4" fmla="*/ 328447 h 398164"/>
                <a:gd name="connsiteX5" fmla="*/ 20573 w 269220"/>
                <a:gd name="connsiteY5" fmla="*/ 398164 h 398164"/>
                <a:gd name="connsiteX6" fmla="*/ 11608 w 269220"/>
                <a:gd name="connsiteY6" fmla="*/ 70794 h 398164"/>
                <a:gd name="connsiteX0" fmla="*/ 11608 w 269220"/>
                <a:gd name="connsiteY0" fmla="*/ 77931 h 405301"/>
                <a:gd name="connsiteX1" fmla="*/ 54788 w 269220"/>
                <a:gd name="connsiteY1" fmla="*/ 34751 h 405301"/>
                <a:gd name="connsiteX2" fmla="*/ 222169 w 269220"/>
                <a:gd name="connsiteY2" fmla="*/ 0 h 405301"/>
                <a:gd name="connsiteX3" fmla="*/ 269220 w 269220"/>
                <a:gd name="connsiteY3" fmla="*/ 64124 h 405301"/>
                <a:gd name="connsiteX4" fmla="*/ 255828 w 269220"/>
                <a:gd name="connsiteY4" fmla="*/ 335584 h 405301"/>
                <a:gd name="connsiteX5" fmla="*/ 20573 w 269220"/>
                <a:gd name="connsiteY5" fmla="*/ 405301 h 405301"/>
                <a:gd name="connsiteX6" fmla="*/ 11608 w 269220"/>
                <a:gd name="connsiteY6" fmla="*/ 77931 h 405301"/>
                <a:gd name="connsiteX0" fmla="*/ 11608 w 269185"/>
                <a:gd name="connsiteY0" fmla="*/ 77931 h 405301"/>
                <a:gd name="connsiteX1" fmla="*/ 54788 w 269185"/>
                <a:gd name="connsiteY1" fmla="*/ 34751 h 405301"/>
                <a:gd name="connsiteX2" fmla="*/ 222169 w 269185"/>
                <a:gd name="connsiteY2" fmla="*/ 0 h 405301"/>
                <a:gd name="connsiteX3" fmla="*/ 269185 w 269185"/>
                <a:gd name="connsiteY3" fmla="*/ 52219 h 405301"/>
                <a:gd name="connsiteX4" fmla="*/ 255828 w 269185"/>
                <a:gd name="connsiteY4" fmla="*/ 335584 h 405301"/>
                <a:gd name="connsiteX5" fmla="*/ 20573 w 269185"/>
                <a:gd name="connsiteY5" fmla="*/ 405301 h 405301"/>
                <a:gd name="connsiteX6" fmla="*/ 11608 w 269185"/>
                <a:gd name="connsiteY6" fmla="*/ 77931 h 405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9185" h="405301">
                  <a:moveTo>
                    <a:pt x="11608" y="77931"/>
                  </a:moveTo>
                  <a:cubicBezTo>
                    <a:pt x="11608" y="54083"/>
                    <a:pt x="30940" y="34751"/>
                    <a:pt x="54788" y="34751"/>
                  </a:cubicBezTo>
                  <a:lnTo>
                    <a:pt x="222169" y="0"/>
                  </a:lnTo>
                  <a:cubicBezTo>
                    <a:pt x="246017" y="0"/>
                    <a:pt x="269185" y="28371"/>
                    <a:pt x="269185" y="52219"/>
                  </a:cubicBezTo>
                  <a:lnTo>
                    <a:pt x="255828" y="335584"/>
                  </a:lnTo>
                  <a:cubicBezTo>
                    <a:pt x="219845" y="385843"/>
                    <a:pt x="63753" y="405301"/>
                    <a:pt x="20573" y="405301"/>
                  </a:cubicBezTo>
                  <a:cubicBezTo>
                    <a:pt x="-19730" y="363548"/>
                    <a:pt x="11608" y="135387"/>
                    <a:pt x="11608" y="77931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Oval 11">
              <a:extLst>
                <a:ext uri="{FF2B5EF4-FFF2-40B4-BE49-F238E27FC236}">
                  <a16:creationId xmlns:a16="http://schemas.microsoft.com/office/drawing/2014/main" id="{BCE94059-0EE8-4886-8116-9017C06E98F2}"/>
                </a:ext>
              </a:extLst>
            </p:cNvPr>
            <p:cNvSpPr/>
            <p:nvPr/>
          </p:nvSpPr>
          <p:spPr>
            <a:xfrm rot="21054010">
              <a:off x="3030137" y="4088828"/>
              <a:ext cx="1439428" cy="609716"/>
            </a:xfrm>
            <a:custGeom>
              <a:avLst/>
              <a:gdLst>
                <a:gd name="connsiteX0" fmla="*/ 0 w 1186429"/>
                <a:gd name="connsiteY0" fmla="*/ 350520 h 701040"/>
                <a:gd name="connsiteX1" fmla="*/ 593215 w 1186429"/>
                <a:gd name="connsiteY1" fmla="*/ 0 h 701040"/>
                <a:gd name="connsiteX2" fmla="*/ 1186430 w 1186429"/>
                <a:gd name="connsiteY2" fmla="*/ 350520 h 701040"/>
                <a:gd name="connsiteX3" fmla="*/ 593215 w 1186429"/>
                <a:gd name="connsiteY3" fmla="*/ 701040 h 701040"/>
                <a:gd name="connsiteX4" fmla="*/ 0 w 1186429"/>
                <a:gd name="connsiteY4" fmla="*/ 350520 h 701040"/>
                <a:gd name="connsiteX0" fmla="*/ 0 w 1186430"/>
                <a:gd name="connsiteY0" fmla="*/ 350520 h 701040"/>
                <a:gd name="connsiteX1" fmla="*/ 593215 w 1186430"/>
                <a:gd name="connsiteY1" fmla="*/ 0 h 701040"/>
                <a:gd name="connsiteX2" fmla="*/ 1186430 w 1186430"/>
                <a:gd name="connsiteY2" fmla="*/ 350520 h 701040"/>
                <a:gd name="connsiteX3" fmla="*/ 593215 w 1186430"/>
                <a:gd name="connsiteY3" fmla="*/ 701040 h 701040"/>
                <a:gd name="connsiteX4" fmla="*/ 0 w 1186430"/>
                <a:gd name="connsiteY4" fmla="*/ 350520 h 701040"/>
                <a:gd name="connsiteX0" fmla="*/ 0 w 667366"/>
                <a:gd name="connsiteY0" fmla="*/ 360263 h 720526"/>
                <a:gd name="connsiteX1" fmla="*/ 593215 w 667366"/>
                <a:gd name="connsiteY1" fmla="*/ 9743 h 720526"/>
                <a:gd name="connsiteX2" fmla="*/ 593215 w 667366"/>
                <a:gd name="connsiteY2" fmla="*/ 710783 h 720526"/>
                <a:gd name="connsiteX3" fmla="*/ 0 w 667366"/>
                <a:gd name="connsiteY3" fmla="*/ 360263 h 720526"/>
                <a:gd name="connsiteX0" fmla="*/ 0 w 593215"/>
                <a:gd name="connsiteY0" fmla="*/ 0 h 360263"/>
                <a:gd name="connsiteX1" fmla="*/ 593215 w 593215"/>
                <a:gd name="connsiteY1" fmla="*/ 350520 h 360263"/>
                <a:gd name="connsiteX2" fmla="*/ 0 w 593215"/>
                <a:gd name="connsiteY2" fmla="*/ 0 h 360263"/>
                <a:gd name="connsiteX0" fmla="*/ 0 w 1392093"/>
                <a:gd name="connsiteY0" fmla="*/ 0 h 76613"/>
                <a:gd name="connsiteX1" fmla="*/ 1392093 w 1392093"/>
                <a:gd name="connsiteY1" fmla="*/ 60466 h 76613"/>
                <a:gd name="connsiteX2" fmla="*/ 0 w 1392093"/>
                <a:gd name="connsiteY2" fmla="*/ 0 h 76613"/>
                <a:gd name="connsiteX0" fmla="*/ 0 w 1393438"/>
                <a:gd name="connsiteY0" fmla="*/ 99000 h 292529"/>
                <a:gd name="connsiteX1" fmla="*/ 1392093 w 1393438"/>
                <a:gd name="connsiteY1" fmla="*/ 159466 h 292529"/>
                <a:gd name="connsiteX2" fmla="*/ 0 w 1393438"/>
                <a:gd name="connsiteY2" fmla="*/ 99000 h 292529"/>
                <a:gd name="connsiteX0" fmla="*/ 2492 w 1395464"/>
                <a:gd name="connsiteY0" fmla="*/ 302815 h 656192"/>
                <a:gd name="connsiteX1" fmla="*/ 1394585 w 1395464"/>
                <a:gd name="connsiteY1" fmla="*/ 363281 h 656192"/>
                <a:gd name="connsiteX2" fmla="*/ 2492 w 1395464"/>
                <a:gd name="connsiteY2" fmla="*/ 302815 h 656192"/>
                <a:gd name="connsiteX0" fmla="*/ 2495 w 1434462"/>
                <a:gd name="connsiteY0" fmla="*/ 213168 h 474809"/>
                <a:gd name="connsiteX1" fmla="*/ 1434462 w 1434462"/>
                <a:gd name="connsiteY1" fmla="*/ 305744 h 474809"/>
                <a:gd name="connsiteX2" fmla="*/ 2495 w 1434462"/>
                <a:gd name="connsiteY2" fmla="*/ 213168 h 474809"/>
                <a:gd name="connsiteX0" fmla="*/ 7889 w 1439856"/>
                <a:gd name="connsiteY0" fmla="*/ 278254 h 604798"/>
                <a:gd name="connsiteX1" fmla="*/ 1439856 w 1439856"/>
                <a:gd name="connsiteY1" fmla="*/ 370830 h 604798"/>
                <a:gd name="connsiteX2" fmla="*/ 7889 w 1439856"/>
                <a:gd name="connsiteY2" fmla="*/ 278254 h 604798"/>
                <a:gd name="connsiteX0" fmla="*/ 7849 w 1439852"/>
                <a:gd name="connsiteY0" fmla="*/ 307941 h 673409"/>
                <a:gd name="connsiteX1" fmla="*/ 1439816 w 1439852"/>
                <a:gd name="connsiteY1" fmla="*/ 400517 h 673409"/>
                <a:gd name="connsiteX2" fmla="*/ 7849 w 1439852"/>
                <a:gd name="connsiteY2" fmla="*/ 307941 h 673409"/>
                <a:gd name="connsiteX0" fmla="*/ 7893 w 1439860"/>
                <a:gd name="connsiteY0" fmla="*/ 301151 h 657745"/>
                <a:gd name="connsiteX1" fmla="*/ 1439860 w 1439860"/>
                <a:gd name="connsiteY1" fmla="*/ 393727 h 657745"/>
                <a:gd name="connsiteX2" fmla="*/ 7893 w 1439860"/>
                <a:gd name="connsiteY2" fmla="*/ 301151 h 657745"/>
                <a:gd name="connsiteX0" fmla="*/ 7937 w 1439961"/>
                <a:gd name="connsiteY0" fmla="*/ 294078 h 641407"/>
                <a:gd name="connsiteX1" fmla="*/ 1439904 w 1439961"/>
                <a:gd name="connsiteY1" fmla="*/ 386654 h 641407"/>
                <a:gd name="connsiteX2" fmla="*/ 7937 w 1439961"/>
                <a:gd name="connsiteY2" fmla="*/ 294078 h 641407"/>
                <a:gd name="connsiteX0" fmla="*/ 7927 w 1439928"/>
                <a:gd name="connsiteY0" fmla="*/ 291115 h 634555"/>
                <a:gd name="connsiteX1" fmla="*/ 1439894 w 1439928"/>
                <a:gd name="connsiteY1" fmla="*/ 383691 h 634555"/>
                <a:gd name="connsiteX2" fmla="*/ 7927 w 1439928"/>
                <a:gd name="connsiteY2" fmla="*/ 291115 h 634555"/>
                <a:gd name="connsiteX0" fmla="*/ 7427 w 1439428"/>
                <a:gd name="connsiteY0" fmla="*/ 278591 h 609716"/>
                <a:gd name="connsiteX1" fmla="*/ 1439394 w 1439428"/>
                <a:gd name="connsiteY1" fmla="*/ 371167 h 609716"/>
                <a:gd name="connsiteX2" fmla="*/ 7427 w 1439428"/>
                <a:gd name="connsiteY2" fmla="*/ 278591 h 609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39428" h="609716">
                  <a:moveTo>
                    <a:pt x="7427" y="278591"/>
                  </a:moveTo>
                  <a:cubicBezTo>
                    <a:pt x="134732" y="-369343"/>
                    <a:pt x="1447211" y="307306"/>
                    <a:pt x="1439394" y="371167"/>
                  </a:cubicBezTo>
                  <a:cubicBezTo>
                    <a:pt x="1431577" y="435028"/>
                    <a:pt x="-119878" y="926525"/>
                    <a:pt x="7427" y="278591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59B8ECD3-75C5-4337-8A1F-BF891EA4551D}"/>
                </a:ext>
              </a:extLst>
            </p:cNvPr>
            <p:cNvSpPr/>
            <p:nvPr/>
          </p:nvSpPr>
          <p:spPr>
            <a:xfrm>
              <a:off x="3371787" y="4365108"/>
              <a:ext cx="192519" cy="192519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5C81A2D9-0AA0-4402-95B8-5A5AB28C43DE}"/>
                </a:ext>
              </a:extLst>
            </p:cNvPr>
            <p:cNvCxnSpPr>
              <a:stCxn id="66" idx="5"/>
            </p:cNvCxnSpPr>
            <p:nvPr/>
          </p:nvCxnSpPr>
          <p:spPr>
            <a:xfrm>
              <a:off x="3536112" y="4529433"/>
              <a:ext cx="167271" cy="110806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68" name="Flowchart: Alternate Process 67">
              <a:extLst>
                <a:ext uri="{FF2B5EF4-FFF2-40B4-BE49-F238E27FC236}">
                  <a16:creationId xmlns:a16="http://schemas.microsoft.com/office/drawing/2014/main" id="{369DA86A-9F5F-4AD7-B7E7-4B78A3C96131}"/>
                </a:ext>
              </a:extLst>
            </p:cNvPr>
            <p:cNvSpPr/>
            <p:nvPr/>
          </p:nvSpPr>
          <p:spPr>
            <a:xfrm>
              <a:off x="3650556" y="4588440"/>
              <a:ext cx="217152" cy="110806"/>
            </a:xfrm>
            <a:prstGeom prst="flowChartAlternateProcess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Flowchart: Alternate Process 5">
              <a:extLst>
                <a:ext uri="{FF2B5EF4-FFF2-40B4-BE49-F238E27FC236}">
                  <a16:creationId xmlns:a16="http://schemas.microsoft.com/office/drawing/2014/main" id="{D6A67F37-8A51-41D6-AA4A-8873BA9781C1}"/>
                </a:ext>
              </a:extLst>
            </p:cNvPr>
            <p:cNvSpPr/>
            <p:nvPr/>
          </p:nvSpPr>
          <p:spPr>
            <a:xfrm rot="2222119">
              <a:off x="4302244" y="2829603"/>
              <a:ext cx="205982" cy="205051"/>
            </a:xfrm>
            <a:custGeom>
              <a:avLst/>
              <a:gdLst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59080 w 259080"/>
                <a:gd name="connsiteY4" fmla="*/ 301554 h 344734"/>
                <a:gd name="connsiteX5" fmla="*/ 215900 w 259080"/>
                <a:gd name="connsiteY5" fmla="*/ 344734 h 344734"/>
                <a:gd name="connsiteX6" fmla="*/ 43180 w 259080"/>
                <a:gd name="connsiteY6" fmla="*/ 344734 h 344734"/>
                <a:gd name="connsiteX7" fmla="*/ 0 w 259080"/>
                <a:gd name="connsiteY7" fmla="*/ 301554 h 344734"/>
                <a:gd name="connsiteX8" fmla="*/ 0 w 259080"/>
                <a:gd name="connsiteY8" fmla="*/ 43180 h 344734"/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59080 w 259080"/>
                <a:gd name="connsiteY4" fmla="*/ 301554 h 344734"/>
                <a:gd name="connsiteX5" fmla="*/ 217283 w 259080"/>
                <a:gd name="connsiteY5" fmla="*/ 295962 h 344734"/>
                <a:gd name="connsiteX6" fmla="*/ 43180 w 259080"/>
                <a:gd name="connsiteY6" fmla="*/ 344734 h 344734"/>
                <a:gd name="connsiteX7" fmla="*/ 0 w 259080"/>
                <a:gd name="connsiteY7" fmla="*/ 301554 h 344734"/>
                <a:gd name="connsiteX8" fmla="*/ 0 w 259080"/>
                <a:gd name="connsiteY8" fmla="*/ 43180 h 344734"/>
                <a:gd name="connsiteX0" fmla="*/ 0 w 259080"/>
                <a:gd name="connsiteY0" fmla="*/ 43180 h 345075"/>
                <a:gd name="connsiteX1" fmla="*/ 43180 w 259080"/>
                <a:gd name="connsiteY1" fmla="*/ 0 h 345075"/>
                <a:gd name="connsiteX2" fmla="*/ 215900 w 259080"/>
                <a:gd name="connsiteY2" fmla="*/ 0 h 345075"/>
                <a:gd name="connsiteX3" fmla="*/ 259080 w 259080"/>
                <a:gd name="connsiteY3" fmla="*/ 43180 h 345075"/>
                <a:gd name="connsiteX4" fmla="*/ 259080 w 259080"/>
                <a:gd name="connsiteY4" fmla="*/ 301554 h 345075"/>
                <a:gd name="connsiteX5" fmla="*/ 43180 w 259080"/>
                <a:gd name="connsiteY5" fmla="*/ 344734 h 345075"/>
                <a:gd name="connsiteX6" fmla="*/ 0 w 259080"/>
                <a:gd name="connsiteY6" fmla="*/ 301554 h 345075"/>
                <a:gd name="connsiteX7" fmla="*/ 0 w 259080"/>
                <a:gd name="connsiteY7" fmla="*/ 43180 h 345075"/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42215 w 259080"/>
                <a:gd name="connsiteY4" fmla="*/ 266550 h 344734"/>
                <a:gd name="connsiteX5" fmla="*/ 43180 w 259080"/>
                <a:gd name="connsiteY5" fmla="*/ 344734 h 344734"/>
                <a:gd name="connsiteX6" fmla="*/ 0 w 259080"/>
                <a:gd name="connsiteY6" fmla="*/ 301554 h 344734"/>
                <a:gd name="connsiteX7" fmla="*/ 0 w 259080"/>
                <a:gd name="connsiteY7" fmla="*/ 43180 h 344734"/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41817 w 259080"/>
                <a:gd name="connsiteY4" fmla="*/ 293696 h 344734"/>
                <a:gd name="connsiteX5" fmla="*/ 43180 w 259080"/>
                <a:gd name="connsiteY5" fmla="*/ 344734 h 344734"/>
                <a:gd name="connsiteX6" fmla="*/ 0 w 259080"/>
                <a:gd name="connsiteY6" fmla="*/ 301554 h 344734"/>
                <a:gd name="connsiteX7" fmla="*/ 0 w 259080"/>
                <a:gd name="connsiteY7" fmla="*/ 43180 h 344734"/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41817 w 259080"/>
                <a:gd name="connsiteY4" fmla="*/ 293696 h 344734"/>
                <a:gd name="connsiteX5" fmla="*/ 43180 w 259080"/>
                <a:gd name="connsiteY5" fmla="*/ 344734 h 344734"/>
                <a:gd name="connsiteX6" fmla="*/ 0 w 259080"/>
                <a:gd name="connsiteY6" fmla="*/ 43180 h 344734"/>
                <a:gd name="connsiteX0" fmla="*/ 11608 w 270688"/>
                <a:gd name="connsiteY0" fmla="*/ 43180 h 370550"/>
                <a:gd name="connsiteX1" fmla="*/ 54788 w 270688"/>
                <a:gd name="connsiteY1" fmla="*/ 0 h 370550"/>
                <a:gd name="connsiteX2" fmla="*/ 227508 w 270688"/>
                <a:gd name="connsiteY2" fmla="*/ 0 h 370550"/>
                <a:gd name="connsiteX3" fmla="*/ 270688 w 270688"/>
                <a:gd name="connsiteY3" fmla="*/ 43180 h 370550"/>
                <a:gd name="connsiteX4" fmla="*/ 253425 w 270688"/>
                <a:gd name="connsiteY4" fmla="*/ 293696 h 370550"/>
                <a:gd name="connsiteX5" fmla="*/ 20573 w 270688"/>
                <a:gd name="connsiteY5" fmla="*/ 370550 h 370550"/>
                <a:gd name="connsiteX6" fmla="*/ 11608 w 270688"/>
                <a:gd name="connsiteY6" fmla="*/ 43180 h 370550"/>
                <a:gd name="connsiteX0" fmla="*/ 11608 w 270688"/>
                <a:gd name="connsiteY0" fmla="*/ 43180 h 370550"/>
                <a:gd name="connsiteX1" fmla="*/ 54788 w 270688"/>
                <a:gd name="connsiteY1" fmla="*/ 0 h 370550"/>
                <a:gd name="connsiteX2" fmla="*/ 227508 w 270688"/>
                <a:gd name="connsiteY2" fmla="*/ 0 h 370550"/>
                <a:gd name="connsiteX3" fmla="*/ 270688 w 270688"/>
                <a:gd name="connsiteY3" fmla="*/ 43180 h 370550"/>
                <a:gd name="connsiteX4" fmla="*/ 255828 w 270688"/>
                <a:gd name="connsiteY4" fmla="*/ 300833 h 370550"/>
                <a:gd name="connsiteX5" fmla="*/ 20573 w 270688"/>
                <a:gd name="connsiteY5" fmla="*/ 370550 h 370550"/>
                <a:gd name="connsiteX6" fmla="*/ 11608 w 270688"/>
                <a:gd name="connsiteY6" fmla="*/ 43180 h 370550"/>
                <a:gd name="connsiteX0" fmla="*/ 11608 w 270688"/>
                <a:gd name="connsiteY0" fmla="*/ 58888 h 386258"/>
                <a:gd name="connsiteX1" fmla="*/ 54788 w 270688"/>
                <a:gd name="connsiteY1" fmla="*/ 15708 h 386258"/>
                <a:gd name="connsiteX2" fmla="*/ 224605 w 270688"/>
                <a:gd name="connsiteY2" fmla="*/ 0 h 386258"/>
                <a:gd name="connsiteX3" fmla="*/ 270688 w 270688"/>
                <a:gd name="connsiteY3" fmla="*/ 58888 h 386258"/>
                <a:gd name="connsiteX4" fmla="*/ 255828 w 270688"/>
                <a:gd name="connsiteY4" fmla="*/ 316541 h 386258"/>
                <a:gd name="connsiteX5" fmla="*/ 20573 w 270688"/>
                <a:gd name="connsiteY5" fmla="*/ 386258 h 386258"/>
                <a:gd name="connsiteX6" fmla="*/ 11608 w 270688"/>
                <a:gd name="connsiteY6" fmla="*/ 58888 h 386258"/>
                <a:gd name="connsiteX0" fmla="*/ 11608 w 269220"/>
                <a:gd name="connsiteY0" fmla="*/ 58888 h 386258"/>
                <a:gd name="connsiteX1" fmla="*/ 54788 w 269220"/>
                <a:gd name="connsiteY1" fmla="*/ 15708 h 386258"/>
                <a:gd name="connsiteX2" fmla="*/ 224605 w 269220"/>
                <a:gd name="connsiteY2" fmla="*/ 0 h 386258"/>
                <a:gd name="connsiteX3" fmla="*/ 269220 w 269220"/>
                <a:gd name="connsiteY3" fmla="*/ 45081 h 386258"/>
                <a:gd name="connsiteX4" fmla="*/ 255828 w 269220"/>
                <a:gd name="connsiteY4" fmla="*/ 316541 h 386258"/>
                <a:gd name="connsiteX5" fmla="*/ 20573 w 269220"/>
                <a:gd name="connsiteY5" fmla="*/ 386258 h 386258"/>
                <a:gd name="connsiteX6" fmla="*/ 11608 w 269220"/>
                <a:gd name="connsiteY6" fmla="*/ 58888 h 386258"/>
                <a:gd name="connsiteX0" fmla="*/ 11608 w 269220"/>
                <a:gd name="connsiteY0" fmla="*/ 70794 h 398164"/>
                <a:gd name="connsiteX1" fmla="*/ 54788 w 269220"/>
                <a:gd name="connsiteY1" fmla="*/ 27614 h 398164"/>
                <a:gd name="connsiteX2" fmla="*/ 224570 w 269220"/>
                <a:gd name="connsiteY2" fmla="*/ 0 h 398164"/>
                <a:gd name="connsiteX3" fmla="*/ 269220 w 269220"/>
                <a:gd name="connsiteY3" fmla="*/ 56987 h 398164"/>
                <a:gd name="connsiteX4" fmla="*/ 255828 w 269220"/>
                <a:gd name="connsiteY4" fmla="*/ 328447 h 398164"/>
                <a:gd name="connsiteX5" fmla="*/ 20573 w 269220"/>
                <a:gd name="connsiteY5" fmla="*/ 398164 h 398164"/>
                <a:gd name="connsiteX6" fmla="*/ 11608 w 269220"/>
                <a:gd name="connsiteY6" fmla="*/ 70794 h 398164"/>
                <a:gd name="connsiteX0" fmla="*/ 11608 w 269220"/>
                <a:gd name="connsiteY0" fmla="*/ 77931 h 405301"/>
                <a:gd name="connsiteX1" fmla="*/ 54788 w 269220"/>
                <a:gd name="connsiteY1" fmla="*/ 34751 h 405301"/>
                <a:gd name="connsiteX2" fmla="*/ 222169 w 269220"/>
                <a:gd name="connsiteY2" fmla="*/ 0 h 405301"/>
                <a:gd name="connsiteX3" fmla="*/ 269220 w 269220"/>
                <a:gd name="connsiteY3" fmla="*/ 64124 h 405301"/>
                <a:gd name="connsiteX4" fmla="*/ 255828 w 269220"/>
                <a:gd name="connsiteY4" fmla="*/ 335584 h 405301"/>
                <a:gd name="connsiteX5" fmla="*/ 20573 w 269220"/>
                <a:gd name="connsiteY5" fmla="*/ 405301 h 405301"/>
                <a:gd name="connsiteX6" fmla="*/ 11608 w 269220"/>
                <a:gd name="connsiteY6" fmla="*/ 77931 h 405301"/>
                <a:gd name="connsiteX0" fmla="*/ 11608 w 269185"/>
                <a:gd name="connsiteY0" fmla="*/ 77931 h 405301"/>
                <a:gd name="connsiteX1" fmla="*/ 54788 w 269185"/>
                <a:gd name="connsiteY1" fmla="*/ 34751 h 405301"/>
                <a:gd name="connsiteX2" fmla="*/ 222169 w 269185"/>
                <a:gd name="connsiteY2" fmla="*/ 0 h 405301"/>
                <a:gd name="connsiteX3" fmla="*/ 269185 w 269185"/>
                <a:gd name="connsiteY3" fmla="*/ 52219 h 405301"/>
                <a:gd name="connsiteX4" fmla="*/ 255828 w 269185"/>
                <a:gd name="connsiteY4" fmla="*/ 335584 h 405301"/>
                <a:gd name="connsiteX5" fmla="*/ 20573 w 269185"/>
                <a:gd name="connsiteY5" fmla="*/ 405301 h 405301"/>
                <a:gd name="connsiteX6" fmla="*/ 11608 w 269185"/>
                <a:gd name="connsiteY6" fmla="*/ 77931 h 405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9185" h="405301">
                  <a:moveTo>
                    <a:pt x="11608" y="77931"/>
                  </a:moveTo>
                  <a:cubicBezTo>
                    <a:pt x="11608" y="54083"/>
                    <a:pt x="30940" y="34751"/>
                    <a:pt x="54788" y="34751"/>
                  </a:cubicBezTo>
                  <a:lnTo>
                    <a:pt x="222169" y="0"/>
                  </a:lnTo>
                  <a:cubicBezTo>
                    <a:pt x="246017" y="0"/>
                    <a:pt x="269185" y="28371"/>
                    <a:pt x="269185" y="52219"/>
                  </a:cubicBezTo>
                  <a:lnTo>
                    <a:pt x="255828" y="335584"/>
                  </a:lnTo>
                  <a:cubicBezTo>
                    <a:pt x="219845" y="385843"/>
                    <a:pt x="63753" y="405301"/>
                    <a:pt x="20573" y="405301"/>
                  </a:cubicBezTo>
                  <a:cubicBezTo>
                    <a:pt x="-19730" y="363548"/>
                    <a:pt x="11608" y="135387"/>
                    <a:pt x="11608" y="77931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Flowchart: Alternate Process 5">
              <a:extLst>
                <a:ext uri="{FF2B5EF4-FFF2-40B4-BE49-F238E27FC236}">
                  <a16:creationId xmlns:a16="http://schemas.microsoft.com/office/drawing/2014/main" id="{5FFE17EE-8837-4003-B92E-18F44B0B0C9E}"/>
                </a:ext>
              </a:extLst>
            </p:cNvPr>
            <p:cNvSpPr/>
            <p:nvPr/>
          </p:nvSpPr>
          <p:spPr>
            <a:xfrm rot="2222119">
              <a:off x="4183733" y="3007321"/>
              <a:ext cx="103340" cy="102873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" name="Flowchart: Alternate Process 5">
              <a:extLst>
                <a:ext uri="{FF2B5EF4-FFF2-40B4-BE49-F238E27FC236}">
                  <a16:creationId xmlns:a16="http://schemas.microsoft.com/office/drawing/2014/main" id="{DD068FB6-7052-43F5-BD3A-BE4472991ECC}"/>
                </a:ext>
              </a:extLst>
            </p:cNvPr>
            <p:cNvSpPr/>
            <p:nvPr/>
          </p:nvSpPr>
          <p:spPr>
            <a:xfrm rot="2222119">
              <a:off x="4298462" y="3051376"/>
              <a:ext cx="103340" cy="102873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09641E4-2922-4AC6-9523-A163CDCCFB7D}"/>
              </a:ext>
            </a:extLst>
          </p:cNvPr>
          <p:cNvGrpSpPr/>
          <p:nvPr/>
        </p:nvGrpSpPr>
        <p:grpSpPr>
          <a:xfrm>
            <a:off x="3302575" y="7131306"/>
            <a:ext cx="2649010" cy="4207004"/>
            <a:chOff x="3461211" y="2982186"/>
            <a:chExt cx="1063493" cy="1688976"/>
          </a:xfrm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E65CBDB-B34A-44BB-932B-D4035451E132}"/>
                </a:ext>
              </a:extLst>
            </p:cNvPr>
            <p:cNvSpPr/>
            <p:nvPr/>
          </p:nvSpPr>
          <p:spPr>
            <a:xfrm flipH="1">
              <a:off x="3505353" y="3757685"/>
              <a:ext cx="98219" cy="172952"/>
            </a:xfrm>
            <a:custGeom>
              <a:avLst/>
              <a:gdLst>
                <a:gd name="connsiteX0" fmla="*/ 115393 w 649909"/>
                <a:gd name="connsiteY0" fmla="*/ 0 h 923977"/>
                <a:gd name="connsiteX1" fmla="*/ 29668 w 649909"/>
                <a:gd name="connsiteY1" fmla="*/ 438150 h 923977"/>
                <a:gd name="connsiteX2" fmla="*/ 563068 w 649909"/>
                <a:gd name="connsiteY2" fmla="*/ 847725 h 923977"/>
                <a:gd name="connsiteX3" fmla="*/ 648793 w 649909"/>
                <a:gd name="connsiteY3" fmla="*/ 923925 h 923977"/>
                <a:gd name="connsiteX4" fmla="*/ 648793 w 649909"/>
                <a:gd name="connsiteY4" fmla="*/ 923925 h 923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9909" h="923977">
                  <a:moveTo>
                    <a:pt x="115393" y="0"/>
                  </a:moveTo>
                  <a:cubicBezTo>
                    <a:pt x="35224" y="148431"/>
                    <a:pt x="-44945" y="296863"/>
                    <a:pt x="29668" y="438150"/>
                  </a:cubicBezTo>
                  <a:cubicBezTo>
                    <a:pt x="104280" y="579438"/>
                    <a:pt x="459881" y="766763"/>
                    <a:pt x="563068" y="847725"/>
                  </a:cubicBezTo>
                  <a:cubicBezTo>
                    <a:pt x="666255" y="928687"/>
                    <a:pt x="648793" y="923925"/>
                    <a:pt x="648793" y="923925"/>
                  </a:cubicBezTo>
                  <a:lnTo>
                    <a:pt x="648793" y="923925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7F6D1FA1-3B40-4665-AF09-CD6BA0774D2A}"/>
                </a:ext>
              </a:extLst>
            </p:cNvPr>
            <p:cNvGrpSpPr/>
            <p:nvPr/>
          </p:nvGrpSpPr>
          <p:grpSpPr>
            <a:xfrm>
              <a:off x="3461211" y="2982186"/>
              <a:ext cx="1063493" cy="1688976"/>
              <a:chOff x="1037066" y="3573579"/>
              <a:chExt cx="1418628" cy="2252981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519B6808-CE9D-4712-9CEB-6DE76D45BFCA}"/>
                  </a:ext>
                </a:extLst>
              </p:cNvPr>
              <p:cNvGrpSpPr/>
              <p:nvPr/>
            </p:nvGrpSpPr>
            <p:grpSpPr>
              <a:xfrm>
                <a:off x="1037066" y="3573579"/>
                <a:ext cx="1418628" cy="2252981"/>
                <a:chOff x="1035566" y="2654170"/>
                <a:chExt cx="2211508" cy="3512187"/>
              </a:xfrm>
            </p:grpSpPr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790F98C0-5AE6-49F9-B7C0-A6C426AB019F}"/>
                    </a:ext>
                  </a:extLst>
                </p:cNvPr>
                <p:cNvGrpSpPr/>
                <p:nvPr/>
              </p:nvGrpSpPr>
              <p:grpSpPr>
                <a:xfrm>
                  <a:off x="1035566" y="2772022"/>
                  <a:ext cx="2211508" cy="3394335"/>
                  <a:chOff x="3631165" y="4906673"/>
                  <a:chExt cx="2536874" cy="3893727"/>
                </a:xfrm>
              </p:grpSpPr>
              <p:cxnSp>
                <p:nvCxnSpPr>
                  <p:cNvPr id="35" name="Straight Connector 34">
                    <a:extLst>
                      <a:ext uri="{FF2B5EF4-FFF2-40B4-BE49-F238E27FC236}">
                        <a16:creationId xmlns:a16="http://schemas.microsoft.com/office/drawing/2014/main" id="{1ED6456B-1783-437D-A6E2-E092CB56D1F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599238" y="7188137"/>
                    <a:ext cx="0" cy="1601342"/>
                  </a:xfrm>
                  <a:prstGeom prst="line">
                    <a:avLst/>
                  </a:prstGeom>
                  <a:noFill/>
                  <a:ln w="5715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36" name="Straight Connector 35">
                    <a:extLst>
                      <a:ext uri="{FF2B5EF4-FFF2-40B4-BE49-F238E27FC236}">
                        <a16:creationId xmlns:a16="http://schemas.microsoft.com/office/drawing/2014/main" id="{67F077CB-E525-4239-A05E-FE419247787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213125" y="7156133"/>
                    <a:ext cx="1" cy="1503219"/>
                  </a:xfrm>
                  <a:prstGeom prst="line">
                    <a:avLst/>
                  </a:prstGeom>
                  <a:noFill/>
                  <a:ln w="5715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</p:cxnSp>
              <p:sp>
                <p:nvSpPr>
                  <p:cNvPr id="37" name="Oval 36">
                    <a:extLst>
                      <a:ext uri="{FF2B5EF4-FFF2-40B4-BE49-F238E27FC236}">
                        <a16:creationId xmlns:a16="http://schemas.microsoft.com/office/drawing/2014/main" id="{F02A329C-1F18-42DA-937A-316ECF40B118}"/>
                      </a:ext>
                    </a:extLst>
                  </p:cNvPr>
                  <p:cNvSpPr/>
                  <p:nvPr/>
                </p:nvSpPr>
                <p:spPr>
                  <a:xfrm>
                    <a:off x="3631165" y="4906673"/>
                    <a:ext cx="2536874" cy="2447778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miter lim="800000"/>
                  </a:ln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8" name="Oval 37">
                    <a:extLst>
                      <a:ext uri="{FF2B5EF4-FFF2-40B4-BE49-F238E27FC236}">
                        <a16:creationId xmlns:a16="http://schemas.microsoft.com/office/drawing/2014/main" id="{1556CE36-5BD6-49CF-8735-07D45FE95ED8}"/>
                      </a:ext>
                    </a:extLst>
                  </p:cNvPr>
                  <p:cNvSpPr/>
                  <p:nvPr/>
                </p:nvSpPr>
                <p:spPr>
                  <a:xfrm>
                    <a:off x="4197054" y="5794132"/>
                    <a:ext cx="261279" cy="259520"/>
                  </a:xfrm>
                  <a:prstGeom prst="ellipse">
                    <a:avLst/>
                  </a:prstGeom>
                  <a:solidFill>
                    <a:sysClr val="windowText" lastClr="000000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9" name="Rectangle: Top Corners Rounded 38">
                    <a:extLst>
                      <a:ext uri="{FF2B5EF4-FFF2-40B4-BE49-F238E27FC236}">
                        <a16:creationId xmlns:a16="http://schemas.microsoft.com/office/drawing/2014/main" id="{AD503C9A-4039-4241-A837-88F112EE0EDE}"/>
                      </a:ext>
                    </a:extLst>
                  </p:cNvPr>
                  <p:cNvSpPr/>
                  <p:nvPr/>
                </p:nvSpPr>
                <p:spPr>
                  <a:xfrm>
                    <a:off x="4858191" y="8525892"/>
                    <a:ext cx="669495" cy="200310"/>
                  </a:xfrm>
                  <a:prstGeom prst="round2SameRect">
                    <a:avLst>
                      <a:gd name="adj1" fmla="val 50000"/>
                      <a:gd name="adj2" fmla="val 0"/>
                    </a:avLst>
                  </a:prstGeom>
                  <a:solidFill>
                    <a:sysClr val="windowText" lastClr="000000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>
                    <a:innerShdw blurRad="114300">
                      <a:prstClr val="black"/>
                    </a:inn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40" name="Rectangle: Top Corners Rounded 39">
                    <a:extLst>
                      <a:ext uri="{FF2B5EF4-FFF2-40B4-BE49-F238E27FC236}">
                        <a16:creationId xmlns:a16="http://schemas.microsoft.com/office/drawing/2014/main" id="{919831D2-EEDB-401E-AA08-7E8D08AB36F9}"/>
                      </a:ext>
                    </a:extLst>
                  </p:cNvPr>
                  <p:cNvSpPr/>
                  <p:nvPr/>
                </p:nvSpPr>
                <p:spPr>
                  <a:xfrm>
                    <a:off x="4252505" y="8600090"/>
                    <a:ext cx="669495" cy="200310"/>
                  </a:xfrm>
                  <a:prstGeom prst="round2SameRect">
                    <a:avLst>
                      <a:gd name="adj1" fmla="val 50000"/>
                      <a:gd name="adj2" fmla="val 0"/>
                    </a:avLst>
                  </a:prstGeom>
                  <a:solidFill>
                    <a:sysClr val="windowText" lastClr="000000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>
                    <a:innerShdw blurRad="114300">
                      <a:prstClr val="black"/>
                    </a:inn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41" name="Freeform: Shape 40">
                    <a:extLst>
                      <a:ext uri="{FF2B5EF4-FFF2-40B4-BE49-F238E27FC236}">
                        <a16:creationId xmlns:a16="http://schemas.microsoft.com/office/drawing/2014/main" id="{702E9F48-760B-43B0-AA14-3F682501E7A1}"/>
                      </a:ext>
                    </a:extLst>
                  </p:cNvPr>
                  <p:cNvSpPr/>
                  <p:nvPr/>
                </p:nvSpPr>
                <p:spPr>
                  <a:xfrm flipH="1">
                    <a:off x="5410637" y="6731313"/>
                    <a:ext cx="620241" cy="485827"/>
                  </a:xfrm>
                  <a:custGeom>
                    <a:avLst/>
                    <a:gdLst>
                      <a:gd name="connsiteX0" fmla="*/ 115393 w 649909"/>
                      <a:gd name="connsiteY0" fmla="*/ 0 h 923977"/>
                      <a:gd name="connsiteX1" fmla="*/ 29668 w 649909"/>
                      <a:gd name="connsiteY1" fmla="*/ 438150 h 923977"/>
                      <a:gd name="connsiteX2" fmla="*/ 563068 w 649909"/>
                      <a:gd name="connsiteY2" fmla="*/ 847725 h 923977"/>
                      <a:gd name="connsiteX3" fmla="*/ 648793 w 649909"/>
                      <a:gd name="connsiteY3" fmla="*/ 923925 h 923977"/>
                      <a:gd name="connsiteX4" fmla="*/ 648793 w 649909"/>
                      <a:gd name="connsiteY4" fmla="*/ 923925 h 923977"/>
                      <a:gd name="connsiteX0" fmla="*/ 0 w 620241"/>
                      <a:gd name="connsiteY0" fmla="*/ 0 h 485827"/>
                      <a:gd name="connsiteX1" fmla="*/ 533400 w 620241"/>
                      <a:gd name="connsiteY1" fmla="*/ 409575 h 485827"/>
                      <a:gd name="connsiteX2" fmla="*/ 619125 w 620241"/>
                      <a:gd name="connsiteY2" fmla="*/ 485775 h 485827"/>
                      <a:gd name="connsiteX3" fmla="*/ 619125 w 620241"/>
                      <a:gd name="connsiteY3" fmla="*/ 485775 h 4858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20241" h="485827">
                        <a:moveTo>
                          <a:pt x="0" y="0"/>
                        </a:moveTo>
                        <a:cubicBezTo>
                          <a:pt x="74612" y="141288"/>
                          <a:pt x="430213" y="328613"/>
                          <a:pt x="533400" y="409575"/>
                        </a:cubicBezTo>
                        <a:cubicBezTo>
                          <a:pt x="636587" y="490537"/>
                          <a:pt x="619125" y="485775"/>
                          <a:pt x="619125" y="485775"/>
                        </a:cubicBezTo>
                        <a:lnTo>
                          <a:pt x="619125" y="485775"/>
                        </a:ln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42" name="Freeform: Shape 41">
                    <a:extLst>
                      <a:ext uri="{FF2B5EF4-FFF2-40B4-BE49-F238E27FC236}">
                        <a16:creationId xmlns:a16="http://schemas.microsoft.com/office/drawing/2014/main" id="{D31E9B6A-D1BE-4121-A9F2-4B3E54CAD140}"/>
                      </a:ext>
                    </a:extLst>
                  </p:cNvPr>
                  <p:cNvSpPr/>
                  <p:nvPr/>
                </p:nvSpPr>
                <p:spPr>
                  <a:xfrm flipH="1">
                    <a:off x="4744678" y="6111253"/>
                    <a:ext cx="92468" cy="235601"/>
                  </a:xfrm>
                  <a:custGeom>
                    <a:avLst/>
                    <a:gdLst>
                      <a:gd name="connsiteX0" fmla="*/ 33338 w 209668"/>
                      <a:gd name="connsiteY0" fmla="*/ 0 h 195262"/>
                      <a:gd name="connsiteX1" fmla="*/ 57150 w 209668"/>
                      <a:gd name="connsiteY1" fmla="*/ 14287 h 195262"/>
                      <a:gd name="connsiteX2" fmla="*/ 71438 w 209668"/>
                      <a:gd name="connsiteY2" fmla="*/ 23812 h 195262"/>
                      <a:gd name="connsiteX3" fmla="*/ 114300 w 209668"/>
                      <a:gd name="connsiteY3" fmla="*/ 33337 h 195262"/>
                      <a:gd name="connsiteX4" fmla="*/ 128588 w 209668"/>
                      <a:gd name="connsiteY4" fmla="*/ 42862 h 195262"/>
                      <a:gd name="connsiteX5" fmla="*/ 166688 w 209668"/>
                      <a:gd name="connsiteY5" fmla="*/ 52387 h 195262"/>
                      <a:gd name="connsiteX6" fmla="*/ 200025 w 209668"/>
                      <a:gd name="connsiteY6" fmla="*/ 61912 h 195262"/>
                      <a:gd name="connsiteX7" fmla="*/ 209550 w 209668"/>
                      <a:gd name="connsiteY7" fmla="*/ 76200 h 195262"/>
                      <a:gd name="connsiteX8" fmla="*/ 185738 w 209668"/>
                      <a:gd name="connsiteY8" fmla="*/ 157162 h 195262"/>
                      <a:gd name="connsiteX9" fmla="*/ 166688 w 209668"/>
                      <a:gd name="connsiteY9" fmla="*/ 166687 h 195262"/>
                      <a:gd name="connsiteX10" fmla="*/ 123825 w 209668"/>
                      <a:gd name="connsiteY10" fmla="*/ 185737 h 195262"/>
                      <a:gd name="connsiteX11" fmla="*/ 109538 w 209668"/>
                      <a:gd name="connsiteY11" fmla="*/ 190500 h 195262"/>
                      <a:gd name="connsiteX12" fmla="*/ 95250 w 209668"/>
                      <a:gd name="connsiteY12" fmla="*/ 195262 h 195262"/>
                      <a:gd name="connsiteX13" fmla="*/ 23813 w 209668"/>
                      <a:gd name="connsiteY13" fmla="*/ 190500 h 195262"/>
                      <a:gd name="connsiteX14" fmla="*/ 9525 w 209668"/>
                      <a:gd name="connsiteY14" fmla="*/ 185737 h 195262"/>
                      <a:gd name="connsiteX15" fmla="*/ 0 w 209668"/>
                      <a:gd name="connsiteY15" fmla="*/ 176212 h 195262"/>
                      <a:gd name="connsiteX0" fmla="*/ 33338 w 209668"/>
                      <a:gd name="connsiteY0" fmla="*/ 0 h 195262"/>
                      <a:gd name="connsiteX1" fmla="*/ 57150 w 209668"/>
                      <a:gd name="connsiteY1" fmla="*/ 14287 h 195262"/>
                      <a:gd name="connsiteX2" fmla="*/ 71438 w 209668"/>
                      <a:gd name="connsiteY2" fmla="*/ 23812 h 195262"/>
                      <a:gd name="connsiteX3" fmla="*/ 114300 w 209668"/>
                      <a:gd name="connsiteY3" fmla="*/ 33337 h 195262"/>
                      <a:gd name="connsiteX4" fmla="*/ 128588 w 209668"/>
                      <a:gd name="connsiteY4" fmla="*/ 42862 h 195262"/>
                      <a:gd name="connsiteX5" fmla="*/ 200025 w 209668"/>
                      <a:gd name="connsiteY5" fmla="*/ 61912 h 195262"/>
                      <a:gd name="connsiteX6" fmla="*/ 209550 w 209668"/>
                      <a:gd name="connsiteY6" fmla="*/ 76200 h 195262"/>
                      <a:gd name="connsiteX7" fmla="*/ 185738 w 209668"/>
                      <a:gd name="connsiteY7" fmla="*/ 157162 h 195262"/>
                      <a:gd name="connsiteX8" fmla="*/ 166688 w 209668"/>
                      <a:gd name="connsiteY8" fmla="*/ 166687 h 195262"/>
                      <a:gd name="connsiteX9" fmla="*/ 123825 w 209668"/>
                      <a:gd name="connsiteY9" fmla="*/ 185737 h 195262"/>
                      <a:gd name="connsiteX10" fmla="*/ 109538 w 209668"/>
                      <a:gd name="connsiteY10" fmla="*/ 190500 h 195262"/>
                      <a:gd name="connsiteX11" fmla="*/ 95250 w 209668"/>
                      <a:gd name="connsiteY11" fmla="*/ 195262 h 195262"/>
                      <a:gd name="connsiteX12" fmla="*/ 23813 w 209668"/>
                      <a:gd name="connsiteY12" fmla="*/ 190500 h 195262"/>
                      <a:gd name="connsiteX13" fmla="*/ 9525 w 209668"/>
                      <a:gd name="connsiteY13" fmla="*/ 185737 h 195262"/>
                      <a:gd name="connsiteX14" fmla="*/ 0 w 209668"/>
                      <a:gd name="connsiteY14" fmla="*/ 176212 h 195262"/>
                      <a:gd name="connsiteX0" fmla="*/ 33338 w 202730"/>
                      <a:gd name="connsiteY0" fmla="*/ 0 h 195262"/>
                      <a:gd name="connsiteX1" fmla="*/ 57150 w 202730"/>
                      <a:gd name="connsiteY1" fmla="*/ 14287 h 195262"/>
                      <a:gd name="connsiteX2" fmla="*/ 71438 w 202730"/>
                      <a:gd name="connsiteY2" fmla="*/ 23812 h 195262"/>
                      <a:gd name="connsiteX3" fmla="*/ 114300 w 202730"/>
                      <a:gd name="connsiteY3" fmla="*/ 33337 h 195262"/>
                      <a:gd name="connsiteX4" fmla="*/ 128588 w 202730"/>
                      <a:gd name="connsiteY4" fmla="*/ 42862 h 195262"/>
                      <a:gd name="connsiteX5" fmla="*/ 200025 w 202730"/>
                      <a:gd name="connsiteY5" fmla="*/ 61912 h 195262"/>
                      <a:gd name="connsiteX6" fmla="*/ 185738 w 202730"/>
                      <a:gd name="connsiteY6" fmla="*/ 157162 h 195262"/>
                      <a:gd name="connsiteX7" fmla="*/ 166688 w 202730"/>
                      <a:gd name="connsiteY7" fmla="*/ 166687 h 195262"/>
                      <a:gd name="connsiteX8" fmla="*/ 123825 w 202730"/>
                      <a:gd name="connsiteY8" fmla="*/ 185737 h 195262"/>
                      <a:gd name="connsiteX9" fmla="*/ 109538 w 202730"/>
                      <a:gd name="connsiteY9" fmla="*/ 190500 h 195262"/>
                      <a:gd name="connsiteX10" fmla="*/ 95250 w 202730"/>
                      <a:gd name="connsiteY10" fmla="*/ 195262 h 195262"/>
                      <a:gd name="connsiteX11" fmla="*/ 23813 w 202730"/>
                      <a:gd name="connsiteY11" fmla="*/ 190500 h 195262"/>
                      <a:gd name="connsiteX12" fmla="*/ 9525 w 202730"/>
                      <a:gd name="connsiteY12" fmla="*/ 185737 h 195262"/>
                      <a:gd name="connsiteX13" fmla="*/ 0 w 202730"/>
                      <a:gd name="connsiteY13" fmla="*/ 176212 h 195262"/>
                      <a:gd name="connsiteX0" fmla="*/ 33338 w 207126"/>
                      <a:gd name="connsiteY0" fmla="*/ 0 h 195262"/>
                      <a:gd name="connsiteX1" fmla="*/ 57150 w 207126"/>
                      <a:gd name="connsiteY1" fmla="*/ 14287 h 195262"/>
                      <a:gd name="connsiteX2" fmla="*/ 71438 w 207126"/>
                      <a:gd name="connsiteY2" fmla="*/ 23812 h 195262"/>
                      <a:gd name="connsiteX3" fmla="*/ 114300 w 207126"/>
                      <a:gd name="connsiteY3" fmla="*/ 33337 h 195262"/>
                      <a:gd name="connsiteX4" fmla="*/ 128588 w 207126"/>
                      <a:gd name="connsiteY4" fmla="*/ 42862 h 195262"/>
                      <a:gd name="connsiteX5" fmla="*/ 204787 w 207126"/>
                      <a:gd name="connsiteY5" fmla="*/ 76199 h 195262"/>
                      <a:gd name="connsiteX6" fmla="*/ 185738 w 207126"/>
                      <a:gd name="connsiteY6" fmla="*/ 157162 h 195262"/>
                      <a:gd name="connsiteX7" fmla="*/ 166688 w 207126"/>
                      <a:gd name="connsiteY7" fmla="*/ 166687 h 195262"/>
                      <a:gd name="connsiteX8" fmla="*/ 123825 w 207126"/>
                      <a:gd name="connsiteY8" fmla="*/ 185737 h 195262"/>
                      <a:gd name="connsiteX9" fmla="*/ 109538 w 207126"/>
                      <a:gd name="connsiteY9" fmla="*/ 190500 h 195262"/>
                      <a:gd name="connsiteX10" fmla="*/ 95250 w 207126"/>
                      <a:gd name="connsiteY10" fmla="*/ 195262 h 195262"/>
                      <a:gd name="connsiteX11" fmla="*/ 23813 w 207126"/>
                      <a:gd name="connsiteY11" fmla="*/ 190500 h 195262"/>
                      <a:gd name="connsiteX12" fmla="*/ 9525 w 207126"/>
                      <a:gd name="connsiteY12" fmla="*/ 185737 h 195262"/>
                      <a:gd name="connsiteX13" fmla="*/ 0 w 207126"/>
                      <a:gd name="connsiteY13" fmla="*/ 176212 h 195262"/>
                      <a:gd name="connsiteX0" fmla="*/ 33338 w 207126"/>
                      <a:gd name="connsiteY0" fmla="*/ 0 h 190500"/>
                      <a:gd name="connsiteX1" fmla="*/ 57150 w 207126"/>
                      <a:gd name="connsiteY1" fmla="*/ 14287 h 190500"/>
                      <a:gd name="connsiteX2" fmla="*/ 71438 w 207126"/>
                      <a:gd name="connsiteY2" fmla="*/ 23812 h 190500"/>
                      <a:gd name="connsiteX3" fmla="*/ 114300 w 207126"/>
                      <a:gd name="connsiteY3" fmla="*/ 33337 h 190500"/>
                      <a:gd name="connsiteX4" fmla="*/ 128588 w 207126"/>
                      <a:gd name="connsiteY4" fmla="*/ 42862 h 190500"/>
                      <a:gd name="connsiteX5" fmla="*/ 204787 w 207126"/>
                      <a:gd name="connsiteY5" fmla="*/ 76199 h 190500"/>
                      <a:gd name="connsiteX6" fmla="*/ 185738 w 207126"/>
                      <a:gd name="connsiteY6" fmla="*/ 157162 h 190500"/>
                      <a:gd name="connsiteX7" fmla="*/ 166688 w 207126"/>
                      <a:gd name="connsiteY7" fmla="*/ 166687 h 190500"/>
                      <a:gd name="connsiteX8" fmla="*/ 123825 w 207126"/>
                      <a:gd name="connsiteY8" fmla="*/ 185737 h 190500"/>
                      <a:gd name="connsiteX9" fmla="*/ 109538 w 207126"/>
                      <a:gd name="connsiteY9" fmla="*/ 190500 h 190500"/>
                      <a:gd name="connsiteX10" fmla="*/ 23813 w 207126"/>
                      <a:gd name="connsiteY10" fmla="*/ 190500 h 190500"/>
                      <a:gd name="connsiteX11" fmla="*/ 9525 w 207126"/>
                      <a:gd name="connsiteY11" fmla="*/ 185737 h 190500"/>
                      <a:gd name="connsiteX12" fmla="*/ 0 w 207126"/>
                      <a:gd name="connsiteY12" fmla="*/ 176212 h 190500"/>
                      <a:gd name="connsiteX0" fmla="*/ 33338 w 207126"/>
                      <a:gd name="connsiteY0" fmla="*/ 0 h 190500"/>
                      <a:gd name="connsiteX1" fmla="*/ 57150 w 207126"/>
                      <a:gd name="connsiteY1" fmla="*/ 14287 h 190500"/>
                      <a:gd name="connsiteX2" fmla="*/ 71438 w 207126"/>
                      <a:gd name="connsiteY2" fmla="*/ 23812 h 190500"/>
                      <a:gd name="connsiteX3" fmla="*/ 114300 w 207126"/>
                      <a:gd name="connsiteY3" fmla="*/ 33337 h 190500"/>
                      <a:gd name="connsiteX4" fmla="*/ 128588 w 207126"/>
                      <a:gd name="connsiteY4" fmla="*/ 42862 h 190500"/>
                      <a:gd name="connsiteX5" fmla="*/ 204787 w 207126"/>
                      <a:gd name="connsiteY5" fmla="*/ 76199 h 190500"/>
                      <a:gd name="connsiteX6" fmla="*/ 185738 w 207126"/>
                      <a:gd name="connsiteY6" fmla="*/ 157162 h 190500"/>
                      <a:gd name="connsiteX7" fmla="*/ 166688 w 207126"/>
                      <a:gd name="connsiteY7" fmla="*/ 166687 h 190500"/>
                      <a:gd name="connsiteX8" fmla="*/ 123825 w 207126"/>
                      <a:gd name="connsiteY8" fmla="*/ 185737 h 190500"/>
                      <a:gd name="connsiteX9" fmla="*/ 23813 w 207126"/>
                      <a:gd name="connsiteY9" fmla="*/ 190500 h 190500"/>
                      <a:gd name="connsiteX10" fmla="*/ 9525 w 207126"/>
                      <a:gd name="connsiteY10" fmla="*/ 185737 h 190500"/>
                      <a:gd name="connsiteX11" fmla="*/ 0 w 207126"/>
                      <a:gd name="connsiteY11" fmla="*/ 176212 h 190500"/>
                      <a:gd name="connsiteX0" fmla="*/ 33338 w 207779"/>
                      <a:gd name="connsiteY0" fmla="*/ 0 h 190500"/>
                      <a:gd name="connsiteX1" fmla="*/ 57150 w 207779"/>
                      <a:gd name="connsiteY1" fmla="*/ 14287 h 190500"/>
                      <a:gd name="connsiteX2" fmla="*/ 71438 w 207779"/>
                      <a:gd name="connsiteY2" fmla="*/ 23812 h 190500"/>
                      <a:gd name="connsiteX3" fmla="*/ 114300 w 207779"/>
                      <a:gd name="connsiteY3" fmla="*/ 33337 h 190500"/>
                      <a:gd name="connsiteX4" fmla="*/ 128588 w 207779"/>
                      <a:gd name="connsiteY4" fmla="*/ 42862 h 190500"/>
                      <a:gd name="connsiteX5" fmla="*/ 204787 w 207779"/>
                      <a:gd name="connsiteY5" fmla="*/ 76199 h 190500"/>
                      <a:gd name="connsiteX6" fmla="*/ 185738 w 207779"/>
                      <a:gd name="connsiteY6" fmla="*/ 157162 h 190500"/>
                      <a:gd name="connsiteX7" fmla="*/ 123825 w 207779"/>
                      <a:gd name="connsiteY7" fmla="*/ 185737 h 190500"/>
                      <a:gd name="connsiteX8" fmla="*/ 23813 w 207779"/>
                      <a:gd name="connsiteY8" fmla="*/ 190500 h 190500"/>
                      <a:gd name="connsiteX9" fmla="*/ 9525 w 207779"/>
                      <a:gd name="connsiteY9" fmla="*/ 185737 h 190500"/>
                      <a:gd name="connsiteX10" fmla="*/ 0 w 207779"/>
                      <a:gd name="connsiteY10" fmla="*/ 176212 h 190500"/>
                      <a:gd name="connsiteX0" fmla="*/ 33338 w 207779"/>
                      <a:gd name="connsiteY0" fmla="*/ 0 h 190500"/>
                      <a:gd name="connsiteX1" fmla="*/ 57150 w 207779"/>
                      <a:gd name="connsiteY1" fmla="*/ 14287 h 190500"/>
                      <a:gd name="connsiteX2" fmla="*/ 114300 w 207779"/>
                      <a:gd name="connsiteY2" fmla="*/ 33337 h 190500"/>
                      <a:gd name="connsiteX3" fmla="*/ 128588 w 207779"/>
                      <a:gd name="connsiteY3" fmla="*/ 42862 h 190500"/>
                      <a:gd name="connsiteX4" fmla="*/ 204787 w 207779"/>
                      <a:gd name="connsiteY4" fmla="*/ 76199 h 190500"/>
                      <a:gd name="connsiteX5" fmla="*/ 185738 w 207779"/>
                      <a:gd name="connsiteY5" fmla="*/ 157162 h 190500"/>
                      <a:gd name="connsiteX6" fmla="*/ 123825 w 207779"/>
                      <a:gd name="connsiteY6" fmla="*/ 185737 h 190500"/>
                      <a:gd name="connsiteX7" fmla="*/ 23813 w 207779"/>
                      <a:gd name="connsiteY7" fmla="*/ 190500 h 190500"/>
                      <a:gd name="connsiteX8" fmla="*/ 9525 w 207779"/>
                      <a:gd name="connsiteY8" fmla="*/ 185737 h 190500"/>
                      <a:gd name="connsiteX9" fmla="*/ 0 w 207779"/>
                      <a:gd name="connsiteY9" fmla="*/ 176212 h 190500"/>
                      <a:gd name="connsiteX0" fmla="*/ 33338 w 208748"/>
                      <a:gd name="connsiteY0" fmla="*/ 0 h 190500"/>
                      <a:gd name="connsiteX1" fmla="*/ 57150 w 208748"/>
                      <a:gd name="connsiteY1" fmla="*/ 14287 h 190500"/>
                      <a:gd name="connsiteX2" fmla="*/ 114300 w 208748"/>
                      <a:gd name="connsiteY2" fmla="*/ 33337 h 190500"/>
                      <a:gd name="connsiteX3" fmla="*/ 204787 w 208748"/>
                      <a:gd name="connsiteY3" fmla="*/ 76199 h 190500"/>
                      <a:gd name="connsiteX4" fmla="*/ 185738 w 208748"/>
                      <a:gd name="connsiteY4" fmla="*/ 157162 h 190500"/>
                      <a:gd name="connsiteX5" fmla="*/ 123825 w 208748"/>
                      <a:gd name="connsiteY5" fmla="*/ 185737 h 190500"/>
                      <a:gd name="connsiteX6" fmla="*/ 23813 w 208748"/>
                      <a:gd name="connsiteY6" fmla="*/ 190500 h 190500"/>
                      <a:gd name="connsiteX7" fmla="*/ 9525 w 208748"/>
                      <a:gd name="connsiteY7" fmla="*/ 185737 h 190500"/>
                      <a:gd name="connsiteX8" fmla="*/ 0 w 208748"/>
                      <a:gd name="connsiteY8" fmla="*/ 176212 h 190500"/>
                      <a:gd name="connsiteX0" fmla="*/ 23813 w 199223"/>
                      <a:gd name="connsiteY0" fmla="*/ 0 h 190500"/>
                      <a:gd name="connsiteX1" fmla="*/ 47625 w 199223"/>
                      <a:gd name="connsiteY1" fmla="*/ 14287 h 190500"/>
                      <a:gd name="connsiteX2" fmla="*/ 104775 w 199223"/>
                      <a:gd name="connsiteY2" fmla="*/ 33337 h 190500"/>
                      <a:gd name="connsiteX3" fmla="*/ 195262 w 199223"/>
                      <a:gd name="connsiteY3" fmla="*/ 76199 h 190500"/>
                      <a:gd name="connsiteX4" fmla="*/ 176213 w 199223"/>
                      <a:gd name="connsiteY4" fmla="*/ 157162 h 190500"/>
                      <a:gd name="connsiteX5" fmla="*/ 114300 w 199223"/>
                      <a:gd name="connsiteY5" fmla="*/ 185737 h 190500"/>
                      <a:gd name="connsiteX6" fmla="*/ 14288 w 199223"/>
                      <a:gd name="connsiteY6" fmla="*/ 190500 h 190500"/>
                      <a:gd name="connsiteX7" fmla="*/ 0 w 199223"/>
                      <a:gd name="connsiteY7" fmla="*/ 185737 h 190500"/>
                      <a:gd name="connsiteX0" fmla="*/ 9525 w 184935"/>
                      <a:gd name="connsiteY0" fmla="*/ 0 h 190500"/>
                      <a:gd name="connsiteX1" fmla="*/ 33337 w 184935"/>
                      <a:gd name="connsiteY1" fmla="*/ 14287 h 190500"/>
                      <a:gd name="connsiteX2" fmla="*/ 90487 w 184935"/>
                      <a:gd name="connsiteY2" fmla="*/ 33337 h 190500"/>
                      <a:gd name="connsiteX3" fmla="*/ 180974 w 184935"/>
                      <a:gd name="connsiteY3" fmla="*/ 76199 h 190500"/>
                      <a:gd name="connsiteX4" fmla="*/ 161925 w 184935"/>
                      <a:gd name="connsiteY4" fmla="*/ 157162 h 190500"/>
                      <a:gd name="connsiteX5" fmla="*/ 100012 w 184935"/>
                      <a:gd name="connsiteY5" fmla="*/ 185737 h 190500"/>
                      <a:gd name="connsiteX6" fmla="*/ 0 w 184935"/>
                      <a:gd name="connsiteY6" fmla="*/ 190500 h 1905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84935" h="190500">
                        <a:moveTo>
                          <a:pt x="9525" y="0"/>
                        </a:moveTo>
                        <a:cubicBezTo>
                          <a:pt x="17462" y="4762"/>
                          <a:pt x="19843" y="8731"/>
                          <a:pt x="33337" y="14287"/>
                        </a:cubicBezTo>
                        <a:cubicBezTo>
                          <a:pt x="46831" y="19843"/>
                          <a:pt x="65881" y="23018"/>
                          <a:pt x="90487" y="33337"/>
                        </a:cubicBezTo>
                        <a:cubicBezTo>
                          <a:pt x="115093" y="43656"/>
                          <a:pt x="169068" y="55562"/>
                          <a:pt x="180974" y="76199"/>
                        </a:cubicBezTo>
                        <a:cubicBezTo>
                          <a:pt x="192880" y="96836"/>
                          <a:pt x="175419" y="138906"/>
                          <a:pt x="161925" y="157162"/>
                        </a:cubicBezTo>
                        <a:cubicBezTo>
                          <a:pt x="148431" y="175418"/>
                          <a:pt x="126999" y="180181"/>
                          <a:pt x="100012" y="185737"/>
                        </a:cubicBezTo>
                        <a:cubicBezTo>
                          <a:pt x="73025" y="191293"/>
                          <a:pt x="33337" y="188912"/>
                          <a:pt x="0" y="19050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B537C080-8B79-456A-980D-475C677C14BC}"/>
                      </a:ext>
                    </a:extLst>
                  </p:cNvPr>
                  <p:cNvSpPr/>
                  <p:nvPr/>
                </p:nvSpPr>
                <p:spPr>
                  <a:xfrm>
                    <a:off x="5079646" y="5794130"/>
                    <a:ext cx="261279" cy="259520"/>
                  </a:xfrm>
                  <a:prstGeom prst="ellipse">
                    <a:avLst/>
                  </a:prstGeom>
                  <a:solidFill>
                    <a:sysClr val="windowText" lastClr="000000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44" name="Oval 43">
                    <a:extLst>
                      <a:ext uri="{FF2B5EF4-FFF2-40B4-BE49-F238E27FC236}">
                        <a16:creationId xmlns:a16="http://schemas.microsoft.com/office/drawing/2014/main" id="{65B4702A-C0EA-4162-A22C-B8EE51B0C21F}"/>
                      </a:ext>
                    </a:extLst>
                  </p:cNvPr>
                  <p:cNvSpPr/>
                  <p:nvPr/>
                </p:nvSpPr>
                <p:spPr>
                  <a:xfrm>
                    <a:off x="4235153" y="5923185"/>
                    <a:ext cx="100007" cy="130464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45" name="Oval 44">
                    <a:extLst>
                      <a:ext uri="{FF2B5EF4-FFF2-40B4-BE49-F238E27FC236}">
                        <a16:creationId xmlns:a16="http://schemas.microsoft.com/office/drawing/2014/main" id="{501186DF-FD8E-4EA7-AC10-64757AF741F2}"/>
                      </a:ext>
                    </a:extLst>
                  </p:cNvPr>
                  <p:cNvSpPr/>
                  <p:nvPr/>
                </p:nvSpPr>
                <p:spPr>
                  <a:xfrm>
                    <a:off x="5092931" y="5894611"/>
                    <a:ext cx="100007" cy="130464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008B3181-BE16-4317-82F4-797A8742C847}"/>
                    </a:ext>
                  </a:extLst>
                </p:cNvPr>
                <p:cNvGrpSpPr/>
                <p:nvPr/>
              </p:nvGrpSpPr>
              <p:grpSpPr>
                <a:xfrm flipH="1">
                  <a:off x="1155137" y="2654170"/>
                  <a:ext cx="1972366" cy="622591"/>
                  <a:chOff x="914841" y="1896669"/>
                  <a:chExt cx="1972366" cy="622591"/>
                </a:xfrm>
              </p:grpSpPr>
              <p:sp>
                <p:nvSpPr>
                  <p:cNvPr id="32" name="Freeform: Shape 31">
                    <a:extLst>
                      <a:ext uri="{FF2B5EF4-FFF2-40B4-BE49-F238E27FC236}">
                        <a16:creationId xmlns:a16="http://schemas.microsoft.com/office/drawing/2014/main" id="{E9259D98-295F-4FDF-A2FF-9E1262454A4B}"/>
                      </a:ext>
                    </a:extLst>
                  </p:cNvPr>
                  <p:cNvSpPr/>
                  <p:nvPr/>
                </p:nvSpPr>
                <p:spPr>
                  <a:xfrm flipH="1">
                    <a:off x="914841" y="2386704"/>
                    <a:ext cx="1972366" cy="132556"/>
                  </a:xfrm>
                  <a:custGeom>
                    <a:avLst/>
                    <a:gdLst>
                      <a:gd name="connsiteX0" fmla="*/ 986183 w 1972366"/>
                      <a:gd name="connsiteY0" fmla="*/ 0 h 132556"/>
                      <a:gd name="connsiteX1" fmla="*/ 69274 w 1972366"/>
                      <a:gd name="connsiteY1" fmla="*/ 29221 h 132556"/>
                      <a:gd name="connsiteX2" fmla="*/ 36471 w 1972366"/>
                      <a:gd name="connsiteY2" fmla="*/ 32458 h 132556"/>
                      <a:gd name="connsiteX3" fmla="*/ 13888 w 1972366"/>
                      <a:gd name="connsiteY3" fmla="*/ 68325 h 132556"/>
                      <a:gd name="connsiteX4" fmla="*/ 0 w 1972366"/>
                      <a:gd name="connsiteY4" fmla="*/ 96142 h 132556"/>
                      <a:gd name="connsiteX5" fmla="*/ 13888 w 1972366"/>
                      <a:gd name="connsiteY5" fmla="*/ 97870 h 132556"/>
                      <a:gd name="connsiteX6" fmla="*/ 986183 w 1972366"/>
                      <a:gd name="connsiteY6" fmla="*/ 132556 h 132556"/>
                      <a:gd name="connsiteX7" fmla="*/ 1958478 w 1972366"/>
                      <a:gd name="connsiteY7" fmla="*/ 97870 h 132556"/>
                      <a:gd name="connsiteX8" fmla="*/ 1972366 w 1972366"/>
                      <a:gd name="connsiteY8" fmla="*/ 96142 h 132556"/>
                      <a:gd name="connsiteX9" fmla="*/ 1958478 w 1972366"/>
                      <a:gd name="connsiteY9" fmla="*/ 68325 h 132556"/>
                      <a:gd name="connsiteX10" fmla="*/ 1935895 w 1972366"/>
                      <a:gd name="connsiteY10" fmla="*/ 32458 h 132556"/>
                      <a:gd name="connsiteX11" fmla="*/ 1903092 w 1972366"/>
                      <a:gd name="connsiteY11" fmla="*/ 29221 h 132556"/>
                      <a:gd name="connsiteX12" fmla="*/ 986183 w 1972366"/>
                      <a:gd name="connsiteY12" fmla="*/ 0 h 1325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972366" h="132556">
                        <a:moveTo>
                          <a:pt x="986183" y="0"/>
                        </a:moveTo>
                        <a:cubicBezTo>
                          <a:pt x="604501" y="0"/>
                          <a:pt x="267987" y="11592"/>
                          <a:pt x="69274" y="29221"/>
                        </a:cubicBezTo>
                        <a:lnTo>
                          <a:pt x="36471" y="32458"/>
                        </a:lnTo>
                        <a:lnTo>
                          <a:pt x="13888" y="68325"/>
                        </a:lnTo>
                        <a:lnTo>
                          <a:pt x="0" y="96142"/>
                        </a:lnTo>
                        <a:lnTo>
                          <a:pt x="13888" y="97870"/>
                        </a:lnTo>
                        <a:cubicBezTo>
                          <a:pt x="201135" y="118531"/>
                          <a:pt x="566333" y="132556"/>
                          <a:pt x="986183" y="132556"/>
                        </a:cubicBezTo>
                        <a:cubicBezTo>
                          <a:pt x="1406033" y="132556"/>
                          <a:pt x="1771231" y="118531"/>
                          <a:pt x="1958478" y="97870"/>
                        </a:cubicBezTo>
                        <a:lnTo>
                          <a:pt x="1972366" y="96142"/>
                        </a:lnTo>
                        <a:lnTo>
                          <a:pt x="1958478" y="68325"/>
                        </a:lnTo>
                        <a:lnTo>
                          <a:pt x="1935895" y="32458"/>
                        </a:lnTo>
                        <a:lnTo>
                          <a:pt x="1903092" y="29221"/>
                        </a:lnTo>
                        <a:cubicBezTo>
                          <a:pt x="1704380" y="11592"/>
                          <a:pt x="1367865" y="0"/>
                          <a:pt x="986183" y="0"/>
                        </a:cubicBez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5715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3" name="Freeform: Shape 32">
                    <a:extLst>
                      <a:ext uri="{FF2B5EF4-FFF2-40B4-BE49-F238E27FC236}">
                        <a16:creationId xmlns:a16="http://schemas.microsoft.com/office/drawing/2014/main" id="{1634CA82-F452-4B26-8806-05E02B24ECD0}"/>
                      </a:ext>
                    </a:extLst>
                  </p:cNvPr>
                  <p:cNvSpPr/>
                  <p:nvPr/>
                </p:nvSpPr>
                <p:spPr>
                  <a:xfrm flipH="1">
                    <a:off x="951310" y="1896669"/>
                    <a:ext cx="1899425" cy="522495"/>
                  </a:xfrm>
                  <a:custGeom>
                    <a:avLst/>
                    <a:gdLst>
                      <a:gd name="connsiteX0" fmla="*/ 949712 w 1899424"/>
                      <a:gd name="connsiteY0" fmla="*/ 0 h 522495"/>
                      <a:gd name="connsiteX1" fmla="*/ 32803 w 1899424"/>
                      <a:gd name="connsiteY1" fmla="*/ 470394 h 522495"/>
                      <a:gd name="connsiteX2" fmla="*/ 0 w 1899424"/>
                      <a:gd name="connsiteY2" fmla="*/ 522495 h 522495"/>
                      <a:gd name="connsiteX3" fmla="*/ 32803 w 1899424"/>
                      <a:gd name="connsiteY3" fmla="*/ 519258 h 522495"/>
                      <a:gd name="connsiteX4" fmla="*/ 949712 w 1899424"/>
                      <a:gd name="connsiteY4" fmla="*/ 490037 h 522495"/>
                      <a:gd name="connsiteX5" fmla="*/ 1866621 w 1899424"/>
                      <a:gd name="connsiteY5" fmla="*/ 519258 h 522495"/>
                      <a:gd name="connsiteX6" fmla="*/ 1899424 w 1899424"/>
                      <a:gd name="connsiteY6" fmla="*/ 522495 h 522495"/>
                      <a:gd name="connsiteX7" fmla="*/ 1866621 w 1899424"/>
                      <a:gd name="connsiteY7" fmla="*/ 470394 h 522495"/>
                      <a:gd name="connsiteX8" fmla="*/ 949712 w 1899424"/>
                      <a:gd name="connsiteY8" fmla="*/ 0 h 5224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899424" h="522495">
                        <a:moveTo>
                          <a:pt x="949712" y="0"/>
                        </a:moveTo>
                        <a:cubicBezTo>
                          <a:pt x="568030" y="0"/>
                          <a:pt x="231516" y="186592"/>
                          <a:pt x="32803" y="470394"/>
                        </a:cubicBezTo>
                        <a:lnTo>
                          <a:pt x="0" y="522495"/>
                        </a:lnTo>
                        <a:lnTo>
                          <a:pt x="32803" y="519258"/>
                        </a:lnTo>
                        <a:cubicBezTo>
                          <a:pt x="231516" y="501629"/>
                          <a:pt x="568030" y="490037"/>
                          <a:pt x="949712" y="490037"/>
                        </a:cubicBezTo>
                        <a:cubicBezTo>
                          <a:pt x="1331394" y="490037"/>
                          <a:pt x="1667909" y="501629"/>
                          <a:pt x="1866621" y="519258"/>
                        </a:cubicBezTo>
                        <a:lnTo>
                          <a:pt x="1899424" y="522495"/>
                        </a:lnTo>
                        <a:lnTo>
                          <a:pt x="1866621" y="470394"/>
                        </a:lnTo>
                        <a:cubicBezTo>
                          <a:pt x="1667909" y="186592"/>
                          <a:pt x="1331394" y="0"/>
                          <a:pt x="949712" y="0"/>
                        </a:cubicBez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5715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4" name="Freeform: Shape 33">
                    <a:extLst>
                      <a:ext uri="{FF2B5EF4-FFF2-40B4-BE49-F238E27FC236}">
                        <a16:creationId xmlns:a16="http://schemas.microsoft.com/office/drawing/2014/main" id="{037EE1D5-9A68-49AC-B802-16888DB09D32}"/>
                      </a:ext>
                    </a:extLst>
                  </p:cNvPr>
                  <p:cNvSpPr/>
                  <p:nvPr/>
                </p:nvSpPr>
                <p:spPr>
                  <a:xfrm flipH="1">
                    <a:off x="1432708" y="2347203"/>
                    <a:ext cx="156043" cy="63684"/>
                  </a:xfrm>
                  <a:custGeom>
                    <a:avLst/>
                    <a:gdLst>
                      <a:gd name="connsiteX0" fmla="*/ 156042 w 156042"/>
                      <a:gd name="connsiteY0" fmla="*/ 0 h 63684"/>
                      <a:gd name="connsiteX1" fmla="*/ 133459 w 156042"/>
                      <a:gd name="connsiteY1" fmla="*/ 2228 h 63684"/>
                      <a:gd name="connsiteX2" fmla="*/ 0 w 156042"/>
                      <a:gd name="connsiteY2" fmla="*/ 33820 h 63684"/>
                      <a:gd name="connsiteX3" fmla="*/ 86896 w 156042"/>
                      <a:gd name="connsiteY3" fmla="*/ 59618 h 63684"/>
                      <a:gd name="connsiteX4" fmla="*/ 119571 w 156042"/>
                      <a:gd name="connsiteY4" fmla="*/ 63684 h 63684"/>
                      <a:gd name="connsiteX5" fmla="*/ 133459 w 156042"/>
                      <a:gd name="connsiteY5" fmla="*/ 35867 h 63684"/>
                      <a:gd name="connsiteX6" fmla="*/ 156042 w 156042"/>
                      <a:gd name="connsiteY6" fmla="*/ 0 h 636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56042" h="63684">
                        <a:moveTo>
                          <a:pt x="156042" y="0"/>
                        </a:moveTo>
                        <a:lnTo>
                          <a:pt x="133459" y="2228"/>
                        </a:lnTo>
                        <a:cubicBezTo>
                          <a:pt x="48346" y="11619"/>
                          <a:pt x="0" y="22381"/>
                          <a:pt x="0" y="33820"/>
                        </a:cubicBezTo>
                        <a:cubicBezTo>
                          <a:pt x="0" y="42971"/>
                          <a:pt x="30942" y="51689"/>
                          <a:pt x="86896" y="59618"/>
                        </a:cubicBezTo>
                        <a:lnTo>
                          <a:pt x="119571" y="63684"/>
                        </a:lnTo>
                        <a:lnTo>
                          <a:pt x="133459" y="35867"/>
                        </a:lnTo>
                        <a:lnTo>
                          <a:pt x="156042" y="0"/>
                        </a:ln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</p:grpSp>
          <p:sp>
            <p:nvSpPr>
              <p:cNvPr id="27" name="Arc 26">
                <a:extLst>
                  <a:ext uri="{FF2B5EF4-FFF2-40B4-BE49-F238E27FC236}">
                    <a16:creationId xmlns:a16="http://schemas.microsoft.com/office/drawing/2014/main" id="{17EA8E72-FBB5-4C5C-901B-17C057D062EC}"/>
                  </a:ext>
                </a:extLst>
              </p:cNvPr>
              <p:cNvSpPr/>
              <p:nvPr/>
            </p:nvSpPr>
            <p:spPr>
              <a:xfrm rot="20364936">
                <a:off x="1252458" y="4304223"/>
                <a:ext cx="283451" cy="67487"/>
              </a:xfrm>
              <a:prstGeom prst="arc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508AB33E-E988-4241-9B0F-2BADA0F30662}"/>
                  </a:ext>
                </a:extLst>
              </p:cNvPr>
              <p:cNvSpPr/>
              <p:nvPr/>
            </p:nvSpPr>
            <p:spPr>
              <a:xfrm rot="20364936">
                <a:off x="1746381" y="4301913"/>
                <a:ext cx="283451" cy="67487"/>
              </a:xfrm>
              <a:prstGeom prst="arc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EAB18014-53A6-4AC6-9D6F-CEC3F070DC91}"/>
                  </a:ext>
                </a:extLst>
              </p:cNvPr>
              <p:cNvSpPr/>
              <p:nvPr/>
            </p:nvSpPr>
            <p:spPr>
              <a:xfrm rot="9088293">
                <a:off x="1695664" y="4472461"/>
                <a:ext cx="143119" cy="60986"/>
              </a:xfrm>
              <a:prstGeom prst="arc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72" name="mouthwhite">
            <a:hlinkClick r:id="" action="ppaction://media"/>
            <a:extLst>
              <a:ext uri="{FF2B5EF4-FFF2-40B4-BE49-F238E27FC236}">
                <a16:creationId xmlns:a16="http://schemas.microsoft.com/office/drawing/2014/main" id="{5624E02F-A504-4214-BE26-212BA829FBD6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96" end="2805.3"/>
                </p14:media>
              </p:ext>
            </p:extLst>
          </p:nvPr>
        </p:nvPicPr>
        <p:blipFill rotWithShape="1">
          <a:blip r:embed="rId6"/>
          <a:srcRect l="50000" t="21029" r="43704" b="69424"/>
          <a:stretch>
            <a:fillRect/>
          </a:stretch>
        </p:blipFill>
        <p:spPr>
          <a:xfrm flipH="1">
            <a:off x="4531416" y="8882545"/>
            <a:ext cx="211528" cy="180421"/>
          </a:xfrm>
          <a:prstGeom prst="rect">
            <a:avLst/>
          </a:prstGeom>
        </p:spPr>
      </p:pic>
      <p:grpSp>
        <p:nvGrpSpPr>
          <p:cNvPr id="74" name="Group 73">
            <a:extLst>
              <a:ext uri="{FF2B5EF4-FFF2-40B4-BE49-F238E27FC236}">
                <a16:creationId xmlns:a16="http://schemas.microsoft.com/office/drawing/2014/main" id="{CC5964AE-BE66-4AFB-B9C5-3D56F700F481}"/>
              </a:ext>
            </a:extLst>
          </p:cNvPr>
          <p:cNvGrpSpPr/>
          <p:nvPr/>
        </p:nvGrpSpPr>
        <p:grpSpPr>
          <a:xfrm rot="20902572">
            <a:off x="627082" y="10133780"/>
            <a:ext cx="1535886" cy="2254103"/>
            <a:chOff x="5141476" y="4583939"/>
            <a:chExt cx="783786" cy="1150303"/>
          </a:xfrm>
          <a:solidFill>
            <a:schemeClr val="bg1"/>
          </a:solidFill>
        </p:grpSpPr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541D59DF-47B7-46D0-B84D-B4AAECC8F7C6}"/>
                </a:ext>
              </a:extLst>
            </p:cNvPr>
            <p:cNvSpPr/>
            <p:nvPr/>
          </p:nvSpPr>
          <p:spPr>
            <a:xfrm>
              <a:off x="5141476" y="4583939"/>
              <a:ext cx="783786" cy="811856"/>
            </a:xfrm>
            <a:prstGeom prst="roundRect">
              <a:avLst/>
            </a:prstGeom>
            <a:grp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" name="Arc 75">
              <a:extLst>
                <a:ext uri="{FF2B5EF4-FFF2-40B4-BE49-F238E27FC236}">
                  <a16:creationId xmlns:a16="http://schemas.microsoft.com/office/drawing/2014/main" id="{110986C6-37AE-44B5-BAA9-584116D62C73}"/>
                </a:ext>
              </a:extLst>
            </p:cNvPr>
            <p:cNvSpPr/>
            <p:nvPr/>
          </p:nvSpPr>
          <p:spPr>
            <a:xfrm>
              <a:off x="5711040" y="4781508"/>
              <a:ext cx="75749" cy="952734"/>
            </a:xfrm>
            <a:prstGeom prst="arc">
              <a:avLst/>
            </a:prstGeom>
            <a:grp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7" name="Arc 76">
              <a:extLst>
                <a:ext uri="{FF2B5EF4-FFF2-40B4-BE49-F238E27FC236}">
                  <a16:creationId xmlns:a16="http://schemas.microsoft.com/office/drawing/2014/main" id="{3C664C75-83EA-42EC-9E31-F95E1264A0EA}"/>
                </a:ext>
              </a:extLst>
            </p:cNvPr>
            <p:cNvSpPr/>
            <p:nvPr/>
          </p:nvSpPr>
          <p:spPr>
            <a:xfrm flipH="1">
              <a:off x="5281383" y="4781508"/>
              <a:ext cx="75749" cy="952734"/>
            </a:xfrm>
            <a:prstGeom prst="arc">
              <a:avLst/>
            </a:prstGeom>
            <a:grp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2" name="ttsMP3.com_VoiceText_2025-1-8_23-10-54">
            <a:hlinkClick r:id="" action="ppaction://media"/>
            <a:extLst>
              <a:ext uri="{FF2B5EF4-FFF2-40B4-BE49-F238E27FC236}">
                <a16:creationId xmlns:a16="http://schemas.microsoft.com/office/drawing/2014/main" id="{3688A7B3-D237-42C9-8B67-1CC31230AC4E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9161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15" fill="hold"/>
                                        <p:tgtEl>
                                          <p:spTgt spid="7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528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3" dur="1" fill="hold"/>
                                        <p:tgtEl>
                                          <p:spTgt spid="7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video>
              <p:cMediaNode vol="80000" showWhenStopped="0">
                <p:cTn id="14" fill="hold" display="0">
                  <p:stCondLst>
                    <p:cond delay="indefinite"/>
                  </p:stCondLst>
                </p:cTn>
                <p:tgtEl>
                  <p:spTgt spid="72"/>
                </p:tgtEl>
              </p:cMediaNode>
            </p:video>
            <p:audio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>
            <a:extLst>
              <a:ext uri="{FF2B5EF4-FFF2-40B4-BE49-F238E27FC236}">
                <a16:creationId xmlns:a16="http://schemas.microsoft.com/office/drawing/2014/main" id="{CC5964AE-BE66-4AFB-B9C5-3D56F700F481}"/>
              </a:ext>
            </a:extLst>
          </p:cNvPr>
          <p:cNvGrpSpPr/>
          <p:nvPr/>
        </p:nvGrpSpPr>
        <p:grpSpPr>
          <a:xfrm rot="20902572">
            <a:off x="576434" y="9636191"/>
            <a:ext cx="1856226" cy="2724242"/>
            <a:chOff x="5141476" y="4583939"/>
            <a:chExt cx="783786" cy="1150303"/>
          </a:xfrm>
          <a:solidFill>
            <a:schemeClr val="bg1"/>
          </a:solidFill>
        </p:grpSpPr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541D59DF-47B7-46D0-B84D-B4AAECC8F7C6}"/>
                </a:ext>
              </a:extLst>
            </p:cNvPr>
            <p:cNvSpPr/>
            <p:nvPr/>
          </p:nvSpPr>
          <p:spPr>
            <a:xfrm>
              <a:off x="5141476" y="4583939"/>
              <a:ext cx="783786" cy="811856"/>
            </a:xfrm>
            <a:prstGeom prst="roundRect">
              <a:avLst/>
            </a:prstGeom>
            <a:grp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" name="Arc 75">
              <a:extLst>
                <a:ext uri="{FF2B5EF4-FFF2-40B4-BE49-F238E27FC236}">
                  <a16:creationId xmlns:a16="http://schemas.microsoft.com/office/drawing/2014/main" id="{110986C6-37AE-44B5-BAA9-584116D62C73}"/>
                </a:ext>
              </a:extLst>
            </p:cNvPr>
            <p:cNvSpPr/>
            <p:nvPr/>
          </p:nvSpPr>
          <p:spPr>
            <a:xfrm>
              <a:off x="5711040" y="4781508"/>
              <a:ext cx="75749" cy="952734"/>
            </a:xfrm>
            <a:prstGeom prst="arc">
              <a:avLst/>
            </a:prstGeom>
            <a:grp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7" name="Arc 76">
              <a:extLst>
                <a:ext uri="{FF2B5EF4-FFF2-40B4-BE49-F238E27FC236}">
                  <a16:creationId xmlns:a16="http://schemas.microsoft.com/office/drawing/2014/main" id="{3C664C75-83EA-42EC-9E31-F95E1264A0EA}"/>
                </a:ext>
              </a:extLst>
            </p:cNvPr>
            <p:cNvSpPr/>
            <p:nvPr/>
          </p:nvSpPr>
          <p:spPr>
            <a:xfrm flipH="1">
              <a:off x="5281383" y="4781508"/>
              <a:ext cx="75749" cy="952734"/>
            </a:xfrm>
            <a:prstGeom prst="arc">
              <a:avLst/>
            </a:prstGeom>
            <a:grp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A5B3CC6-7E69-484D-8E85-E092DC82F3A0}"/>
              </a:ext>
            </a:extLst>
          </p:cNvPr>
          <p:cNvGrpSpPr/>
          <p:nvPr/>
        </p:nvGrpSpPr>
        <p:grpSpPr>
          <a:xfrm>
            <a:off x="1044654" y="302073"/>
            <a:ext cx="4043334" cy="4544433"/>
            <a:chOff x="2615420" y="2522220"/>
            <a:chExt cx="2284240" cy="2567331"/>
          </a:xfrm>
        </p:grpSpPr>
        <p:sp>
          <p:nvSpPr>
            <p:cNvPr id="52" name="Flowchart: Alternate Process 51">
              <a:extLst>
                <a:ext uri="{FF2B5EF4-FFF2-40B4-BE49-F238E27FC236}">
                  <a16:creationId xmlns:a16="http://schemas.microsoft.com/office/drawing/2014/main" id="{BA0E27AE-0FDC-48F2-B8CC-14C517FBC7FC}"/>
                </a:ext>
              </a:extLst>
            </p:cNvPr>
            <p:cNvSpPr/>
            <p:nvPr/>
          </p:nvSpPr>
          <p:spPr>
            <a:xfrm>
              <a:off x="3550831" y="5024813"/>
              <a:ext cx="114444" cy="64738"/>
            </a:xfrm>
            <a:prstGeom prst="flowChartAlternateProcess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CE123E42-DCD6-460B-8B3E-684E1A4EB48F}"/>
                </a:ext>
              </a:extLst>
            </p:cNvPr>
            <p:cNvSpPr/>
            <p:nvPr/>
          </p:nvSpPr>
          <p:spPr>
            <a:xfrm>
              <a:off x="3705178" y="3881908"/>
              <a:ext cx="1060450" cy="1060450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Oval 12">
              <a:extLst>
                <a:ext uri="{FF2B5EF4-FFF2-40B4-BE49-F238E27FC236}">
                  <a16:creationId xmlns:a16="http://schemas.microsoft.com/office/drawing/2014/main" id="{109D854F-A7FB-4CFA-9B05-E2C98E5BB34D}"/>
                </a:ext>
              </a:extLst>
            </p:cNvPr>
            <p:cNvSpPr/>
            <p:nvPr/>
          </p:nvSpPr>
          <p:spPr>
            <a:xfrm>
              <a:off x="2615420" y="3931124"/>
              <a:ext cx="1759305" cy="1063146"/>
            </a:xfrm>
            <a:custGeom>
              <a:avLst/>
              <a:gdLst>
                <a:gd name="connsiteX0" fmla="*/ 0 w 1349729"/>
                <a:gd name="connsiteY0" fmla="*/ 530225 h 1060450"/>
                <a:gd name="connsiteX1" fmla="*/ 674865 w 1349729"/>
                <a:gd name="connsiteY1" fmla="*/ 0 h 1060450"/>
                <a:gd name="connsiteX2" fmla="*/ 1349730 w 1349729"/>
                <a:gd name="connsiteY2" fmla="*/ 530225 h 1060450"/>
                <a:gd name="connsiteX3" fmla="*/ 674865 w 1349729"/>
                <a:gd name="connsiteY3" fmla="*/ 1060450 h 1060450"/>
                <a:gd name="connsiteX4" fmla="*/ 0 w 1349729"/>
                <a:gd name="connsiteY4" fmla="*/ 530225 h 1060450"/>
                <a:gd name="connsiteX0" fmla="*/ 0 w 1759305"/>
                <a:gd name="connsiteY0" fmla="*/ 530309 h 1060631"/>
                <a:gd name="connsiteX1" fmla="*/ 674865 w 1759305"/>
                <a:gd name="connsiteY1" fmla="*/ 84 h 1060631"/>
                <a:gd name="connsiteX2" fmla="*/ 1759305 w 1759305"/>
                <a:gd name="connsiteY2" fmla="*/ 562059 h 1060631"/>
                <a:gd name="connsiteX3" fmla="*/ 674865 w 1759305"/>
                <a:gd name="connsiteY3" fmla="*/ 1060534 h 1060631"/>
                <a:gd name="connsiteX4" fmla="*/ 0 w 1759305"/>
                <a:gd name="connsiteY4" fmla="*/ 530309 h 1060631"/>
                <a:gd name="connsiteX0" fmla="*/ 0 w 1759305"/>
                <a:gd name="connsiteY0" fmla="*/ 532195 h 1062517"/>
                <a:gd name="connsiteX1" fmla="*/ 674865 w 1759305"/>
                <a:gd name="connsiteY1" fmla="*/ 1970 h 1062517"/>
                <a:gd name="connsiteX2" fmla="*/ 1759305 w 1759305"/>
                <a:gd name="connsiteY2" fmla="*/ 563945 h 1062517"/>
                <a:gd name="connsiteX3" fmla="*/ 674865 w 1759305"/>
                <a:gd name="connsiteY3" fmla="*/ 1062420 h 1062517"/>
                <a:gd name="connsiteX4" fmla="*/ 0 w 1759305"/>
                <a:gd name="connsiteY4" fmla="*/ 532195 h 1062517"/>
                <a:gd name="connsiteX0" fmla="*/ 0 w 1759305"/>
                <a:gd name="connsiteY0" fmla="*/ 532824 h 1063146"/>
                <a:gd name="connsiteX1" fmla="*/ 674865 w 1759305"/>
                <a:gd name="connsiteY1" fmla="*/ 2599 h 1063146"/>
                <a:gd name="connsiteX2" fmla="*/ 1759305 w 1759305"/>
                <a:gd name="connsiteY2" fmla="*/ 564574 h 1063146"/>
                <a:gd name="connsiteX3" fmla="*/ 674865 w 1759305"/>
                <a:gd name="connsiteY3" fmla="*/ 1063049 h 1063146"/>
                <a:gd name="connsiteX4" fmla="*/ 0 w 1759305"/>
                <a:gd name="connsiteY4" fmla="*/ 532824 h 10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59305" h="1063146">
                  <a:moveTo>
                    <a:pt x="0" y="532824"/>
                  </a:moveTo>
                  <a:cubicBezTo>
                    <a:pt x="0" y="166964"/>
                    <a:pt x="232423" y="-24918"/>
                    <a:pt x="674865" y="2599"/>
                  </a:cubicBezTo>
                  <a:cubicBezTo>
                    <a:pt x="1117307" y="30116"/>
                    <a:pt x="1759305" y="271739"/>
                    <a:pt x="1759305" y="564574"/>
                  </a:cubicBezTo>
                  <a:cubicBezTo>
                    <a:pt x="1759305" y="857409"/>
                    <a:pt x="968082" y="1068341"/>
                    <a:pt x="674865" y="1063049"/>
                  </a:cubicBezTo>
                  <a:cubicBezTo>
                    <a:pt x="381648" y="1057757"/>
                    <a:pt x="0" y="898684"/>
                    <a:pt x="0" y="532824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7E2C64B-A423-4B0E-B1A5-B2D9D8F703D6}"/>
                </a:ext>
              </a:extLst>
            </p:cNvPr>
            <p:cNvSpPr/>
            <p:nvPr/>
          </p:nvSpPr>
          <p:spPr>
            <a:xfrm rot="20652017">
              <a:off x="3253025" y="3665338"/>
              <a:ext cx="117475" cy="341975"/>
            </a:xfrm>
            <a:prstGeom prst="rect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Oval 12">
              <a:extLst>
                <a:ext uri="{FF2B5EF4-FFF2-40B4-BE49-F238E27FC236}">
                  <a16:creationId xmlns:a16="http://schemas.microsoft.com/office/drawing/2014/main" id="{A873CA4A-759E-4E53-917F-2C46D8BFE974}"/>
                </a:ext>
              </a:extLst>
            </p:cNvPr>
            <p:cNvSpPr/>
            <p:nvPr/>
          </p:nvSpPr>
          <p:spPr>
            <a:xfrm>
              <a:off x="2782202" y="3978576"/>
              <a:ext cx="1759305" cy="1063146"/>
            </a:xfrm>
            <a:custGeom>
              <a:avLst/>
              <a:gdLst>
                <a:gd name="connsiteX0" fmla="*/ 0 w 1349729"/>
                <a:gd name="connsiteY0" fmla="*/ 530225 h 1060450"/>
                <a:gd name="connsiteX1" fmla="*/ 674865 w 1349729"/>
                <a:gd name="connsiteY1" fmla="*/ 0 h 1060450"/>
                <a:gd name="connsiteX2" fmla="*/ 1349730 w 1349729"/>
                <a:gd name="connsiteY2" fmla="*/ 530225 h 1060450"/>
                <a:gd name="connsiteX3" fmla="*/ 674865 w 1349729"/>
                <a:gd name="connsiteY3" fmla="*/ 1060450 h 1060450"/>
                <a:gd name="connsiteX4" fmla="*/ 0 w 1349729"/>
                <a:gd name="connsiteY4" fmla="*/ 530225 h 1060450"/>
                <a:gd name="connsiteX0" fmla="*/ 0 w 1759305"/>
                <a:gd name="connsiteY0" fmla="*/ 530309 h 1060631"/>
                <a:gd name="connsiteX1" fmla="*/ 674865 w 1759305"/>
                <a:gd name="connsiteY1" fmla="*/ 84 h 1060631"/>
                <a:gd name="connsiteX2" fmla="*/ 1759305 w 1759305"/>
                <a:gd name="connsiteY2" fmla="*/ 562059 h 1060631"/>
                <a:gd name="connsiteX3" fmla="*/ 674865 w 1759305"/>
                <a:gd name="connsiteY3" fmla="*/ 1060534 h 1060631"/>
                <a:gd name="connsiteX4" fmla="*/ 0 w 1759305"/>
                <a:gd name="connsiteY4" fmla="*/ 530309 h 1060631"/>
                <a:gd name="connsiteX0" fmla="*/ 0 w 1759305"/>
                <a:gd name="connsiteY0" fmla="*/ 532195 h 1062517"/>
                <a:gd name="connsiteX1" fmla="*/ 674865 w 1759305"/>
                <a:gd name="connsiteY1" fmla="*/ 1970 h 1062517"/>
                <a:gd name="connsiteX2" fmla="*/ 1759305 w 1759305"/>
                <a:gd name="connsiteY2" fmla="*/ 563945 h 1062517"/>
                <a:gd name="connsiteX3" fmla="*/ 674865 w 1759305"/>
                <a:gd name="connsiteY3" fmla="*/ 1062420 h 1062517"/>
                <a:gd name="connsiteX4" fmla="*/ 0 w 1759305"/>
                <a:gd name="connsiteY4" fmla="*/ 532195 h 1062517"/>
                <a:gd name="connsiteX0" fmla="*/ 0 w 1759305"/>
                <a:gd name="connsiteY0" fmla="*/ 532824 h 1063146"/>
                <a:gd name="connsiteX1" fmla="*/ 674865 w 1759305"/>
                <a:gd name="connsiteY1" fmla="*/ 2599 h 1063146"/>
                <a:gd name="connsiteX2" fmla="*/ 1759305 w 1759305"/>
                <a:gd name="connsiteY2" fmla="*/ 564574 h 1063146"/>
                <a:gd name="connsiteX3" fmla="*/ 674865 w 1759305"/>
                <a:gd name="connsiteY3" fmla="*/ 1063049 h 1063146"/>
                <a:gd name="connsiteX4" fmla="*/ 0 w 1759305"/>
                <a:gd name="connsiteY4" fmla="*/ 532824 h 10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59305" h="1063146">
                  <a:moveTo>
                    <a:pt x="0" y="532824"/>
                  </a:moveTo>
                  <a:cubicBezTo>
                    <a:pt x="0" y="166964"/>
                    <a:pt x="232423" y="-24918"/>
                    <a:pt x="674865" y="2599"/>
                  </a:cubicBezTo>
                  <a:cubicBezTo>
                    <a:pt x="1117307" y="30116"/>
                    <a:pt x="1759305" y="271739"/>
                    <a:pt x="1759305" y="564574"/>
                  </a:cubicBezTo>
                  <a:cubicBezTo>
                    <a:pt x="1759305" y="857409"/>
                    <a:pt x="968082" y="1068341"/>
                    <a:pt x="674865" y="1063049"/>
                  </a:cubicBezTo>
                  <a:cubicBezTo>
                    <a:pt x="381648" y="1057757"/>
                    <a:pt x="0" y="898684"/>
                    <a:pt x="0" y="532824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Rectangle 9">
              <a:extLst>
                <a:ext uri="{FF2B5EF4-FFF2-40B4-BE49-F238E27FC236}">
                  <a16:creationId xmlns:a16="http://schemas.microsoft.com/office/drawing/2014/main" id="{0A03157D-9A67-4D90-863B-978D037DB93F}"/>
                </a:ext>
              </a:extLst>
            </p:cNvPr>
            <p:cNvSpPr/>
            <p:nvPr/>
          </p:nvSpPr>
          <p:spPr>
            <a:xfrm>
              <a:off x="3027024" y="3477801"/>
              <a:ext cx="569476" cy="241360"/>
            </a:xfrm>
            <a:custGeom>
              <a:avLst/>
              <a:gdLst>
                <a:gd name="connsiteX0" fmla="*/ 0 w 565150"/>
                <a:gd name="connsiteY0" fmla="*/ 0 h 177800"/>
                <a:gd name="connsiteX1" fmla="*/ 565150 w 565150"/>
                <a:gd name="connsiteY1" fmla="*/ 0 h 177800"/>
                <a:gd name="connsiteX2" fmla="*/ 565150 w 565150"/>
                <a:gd name="connsiteY2" fmla="*/ 177800 h 177800"/>
                <a:gd name="connsiteX3" fmla="*/ 0 w 565150"/>
                <a:gd name="connsiteY3" fmla="*/ 177800 h 177800"/>
                <a:gd name="connsiteX4" fmla="*/ 0 w 565150"/>
                <a:gd name="connsiteY4" fmla="*/ 0 h 177800"/>
                <a:gd name="connsiteX0" fmla="*/ 49388 w 614538"/>
                <a:gd name="connsiteY0" fmla="*/ 0 h 177800"/>
                <a:gd name="connsiteX1" fmla="*/ 614538 w 614538"/>
                <a:gd name="connsiteY1" fmla="*/ 0 h 177800"/>
                <a:gd name="connsiteX2" fmla="*/ 614538 w 614538"/>
                <a:gd name="connsiteY2" fmla="*/ 177800 h 177800"/>
                <a:gd name="connsiteX3" fmla="*/ 49388 w 614538"/>
                <a:gd name="connsiteY3" fmla="*/ 177800 h 177800"/>
                <a:gd name="connsiteX4" fmla="*/ 49388 w 614538"/>
                <a:gd name="connsiteY4" fmla="*/ 0 h 177800"/>
                <a:gd name="connsiteX0" fmla="*/ 64651 w 629801"/>
                <a:gd name="connsiteY0" fmla="*/ 0 h 177904"/>
                <a:gd name="connsiteX1" fmla="*/ 629801 w 629801"/>
                <a:gd name="connsiteY1" fmla="*/ 0 h 177904"/>
                <a:gd name="connsiteX2" fmla="*/ 629801 w 629801"/>
                <a:gd name="connsiteY2" fmla="*/ 177800 h 177904"/>
                <a:gd name="connsiteX3" fmla="*/ 64651 w 629801"/>
                <a:gd name="connsiteY3" fmla="*/ 177800 h 177904"/>
                <a:gd name="connsiteX4" fmla="*/ 64651 w 629801"/>
                <a:gd name="connsiteY4" fmla="*/ 0 h 177904"/>
                <a:gd name="connsiteX0" fmla="*/ 64651 w 629801"/>
                <a:gd name="connsiteY0" fmla="*/ 0 h 177904"/>
                <a:gd name="connsiteX1" fmla="*/ 629801 w 629801"/>
                <a:gd name="connsiteY1" fmla="*/ 177800 h 177904"/>
                <a:gd name="connsiteX2" fmla="*/ 64651 w 629801"/>
                <a:gd name="connsiteY2" fmla="*/ 177800 h 177904"/>
                <a:gd name="connsiteX3" fmla="*/ 64651 w 629801"/>
                <a:gd name="connsiteY3" fmla="*/ 0 h 177904"/>
                <a:gd name="connsiteX0" fmla="*/ 64651 w 572651"/>
                <a:gd name="connsiteY0" fmla="*/ 0 h 177904"/>
                <a:gd name="connsiteX1" fmla="*/ 572651 w 572651"/>
                <a:gd name="connsiteY1" fmla="*/ 88900 h 177904"/>
                <a:gd name="connsiteX2" fmla="*/ 64651 w 572651"/>
                <a:gd name="connsiteY2" fmla="*/ 177800 h 177904"/>
                <a:gd name="connsiteX3" fmla="*/ 64651 w 572651"/>
                <a:gd name="connsiteY3" fmla="*/ 0 h 177904"/>
                <a:gd name="connsiteX0" fmla="*/ 64651 w 572651"/>
                <a:gd name="connsiteY0" fmla="*/ 0 h 187288"/>
                <a:gd name="connsiteX1" fmla="*/ 572651 w 572651"/>
                <a:gd name="connsiteY1" fmla="*/ 88900 h 187288"/>
                <a:gd name="connsiteX2" fmla="*/ 64651 w 572651"/>
                <a:gd name="connsiteY2" fmla="*/ 177800 h 187288"/>
                <a:gd name="connsiteX3" fmla="*/ 64651 w 572651"/>
                <a:gd name="connsiteY3" fmla="*/ 0 h 187288"/>
                <a:gd name="connsiteX0" fmla="*/ 64651 w 572651"/>
                <a:gd name="connsiteY0" fmla="*/ 22519 h 209807"/>
                <a:gd name="connsiteX1" fmla="*/ 572651 w 572651"/>
                <a:gd name="connsiteY1" fmla="*/ 111419 h 209807"/>
                <a:gd name="connsiteX2" fmla="*/ 64651 w 572651"/>
                <a:gd name="connsiteY2" fmla="*/ 200319 h 209807"/>
                <a:gd name="connsiteX3" fmla="*/ 64651 w 572651"/>
                <a:gd name="connsiteY3" fmla="*/ 22519 h 209807"/>
                <a:gd name="connsiteX0" fmla="*/ 64651 w 572651"/>
                <a:gd name="connsiteY0" fmla="*/ 38923 h 226211"/>
                <a:gd name="connsiteX1" fmla="*/ 572651 w 572651"/>
                <a:gd name="connsiteY1" fmla="*/ 127823 h 226211"/>
                <a:gd name="connsiteX2" fmla="*/ 64651 w 572651"/>
                <a:gd name="connsiteY2" fmla="*/ 216723 h 226211"/>
                <a:gd name="connsiteX3" fmla="*/ 64651 w 572651"/>
                <a:gd name="connsiteY3" fmla="*/ 38923 h 226211"/>
                <a:gd name="connsiteX0" fmla="*/ 64651 w 572651"/>
                <a:gd name="connsiteY0" fmla="*/ 38923 h 274447"/>
                <a:gd name="connsiteX1" fmla="*/ 572651 w 572651"/>
                <a:gd name="connsiteY1" fmla="*/ 127823 h 274447"/>
                <a:gd name="connsiteX2" fmla="*/ 64651 w 572651"/>
                <a:gd name="connsiteY2" fmla="*/ 216723 h 274447"/>
                <a:gd name="connsiteX3" fmla="*/ 64651 w 572651"/>
                <a:gd name="connsiteY3" fmla="*/ 38923 h 274447"/>
                <a:gd name="connsiteX0" fmla="*/ 64651 w 572651"/>
                <a:gd name="connsiteY0" fmla="*/ 38923 h 239008"/>
                <a:gd name="connsiteX1" fmla="*/ 572651 w 572651"/>
                <a:gd name="connsiteY1" fmla="*/ 127823 h 239008"/>
                <a:gd name="connsiteX2" fmla="*/ 64651 w 572651"/>
                <a:gd name="connsiteY2" fmla="*/ 216723 h 239008"/>
                <a:gd name="connsiteX3" fmla="*/ 64651 w 572651"/>
                <a:gd name="connsiteY3" fmla="*/ 38923 h 239008"/>
                <a:gd name="connsiteX0" fmla="*/ 64651 w 572651"/>
                <a:gd name="connsiteY0" fmla="*/ 38923 h 241479"/>
                <a:gd name="connsiteX1" fmla="*/ 572651 w 572651"/>
                <a:gd name="connsiteY1" fmla="*/ 127823 h 241479"/>
                <a:gd name="connsiteX2" fmla="*/ 64651 w 572651"/>
                <a:gd name="connsiteY2" fmla="*/ 216723 h 241479"/>
                <a:gd name="connsiteX3" fmla="*/ 64651 w 572651"/>
                <a:gd name="connsiteY3" fmla="*/ 38923 h 241479"/>
                <a:gd name="connsiteX0" fmla="*/ 64651 w 572651"/>
                <a:gd name="connsiteY0" fmla="*/ 38923 h 241479"/>
                <a:gd name="connsiteX1" fmla="*/ 572651 w 572651"/>
                <a:gd name="connsiteY1" fmla="*/ 127823 h 241479"/>
                <a:gd name="connsiteX2" fmla="*/ 64651 w 572651"/>
                <a:gd name="connsiteY2" fmla="*/ 216723 h 241479"/>
                <a:gd name="connsiteX3" fmla="*/ 64651 w 572651"/>
                <a:gd name="connsiteY3" fmla="*/ 38923 h 241479"/>
                <a:gd name="connsiteX0" fmla="*/ 64651 w 572651"/>
                <a:gd name="connsiteY0" fmla="*/ 38923 h 241479"/>
                <a:gd name="connsiteX1" fmla="*/ 572651 w 572651"/>
                <a:gd name="connsiteY1" fmla="*/ 127823 h 241479"/>
                <a:gd name="connsiteX2" fmla="*/ 64651 w 572651"/>
                <a:gd name="connsiteY2" fmla="*/ 216723 h 241479"/>
                <a:gd name="connsiteX3" fmla="*/ 64651 w 572651"/>
                <a:gd name="connsiteY3" fmla="*/ 38923 h 241479"/>
                <a:gd name="connsiteX0" fmla="*/ 64651 w 572651"/>
                <a:gd name="connsiteY0" fmla="*/ 68733 h 254108"/>
                <a:gd name="connsiteX1" fmla="*/ 572651 w 572651"/>
                <a:gd name="connsiteY1" fmla="*/ 106833 h 254108"/>
                <a:gd name="connsiteX2" fmla="*/ 64651 w 572651"/>
                <a:gd name="connsiteY2" fmla="*/ 246533 h 254108"/>
                <a:gd name="connsiteX3" fmla="*/ 64651 w 572651"/>
                <a:gd name="connsiteY3" fmla="*/ 68733 h 254108"/>
                <a:gd name="connsiteX0" fmla="*/ 64651 w 569476"/>
                <a:gd name="connsiteY0" fmla="*/ 37309 h 241360"/>
                <a:gd name="connsiteX1" fmla="*/ 569476 w 569476"/>
                <a:gd name="connsiteY1" fmla="*/ 129384 h 241360"/>
                <a:gd name="connsiteX2" fmla="*/ 64651 w 569476"/>
                <a:gd name="connsiteY2" fmla="*/ 215109 h 241360"/>
                <a:gd name="connsiteX3" fmla="*/ 64651 w 569476"/>
                <a:gd name="connsiteY3" fmla="*/ 37309 h 241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9476" h="241360">
                  <a:moveTo>
                    <a:pt x="64651" y="37309"/>
                  </a:moveTo>
                  <a:cubicBezTo>
                    <a:pt x="141909" y="19317"/>
                    <a:pt x="209643" y="-74874"/>
                    <a:pt x="569476" y="129384"/>
                  </a:cubicBezTo>
                  <a:cubicBezTo>
                    <a:pt x="330293" y="301892"/>
                    <a:pt x="75234" y="226751"/>
                    <a:pt x="64651" y="215109"/>
                  </a:cubicBezTo>
                  <a:cubicBezTo>
                    <a:pt x="7501" y="219342"/>
                    <a:pt x="-46474" y="93401"/>
                    <a:pt x="64651" y="37309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943A76E5-E7CC-4A5D-A98C-4CEC8B066C81}"/>
                </a:ext>
              </a:extLst>
            </p:cNvPr>
            <p:cNvSpPr/>
            <p:nvPr/>
          </p:nvSpPr>
          <p:spPr>
            <a:xfrm rot="21361923">
              <a:off x="4215406" y="3039260"/>
              <a:ext cx="171048" cy="1220508"/>
            </a:xfrm>
            <a:custGeom>
              <a:avLst/>
              <a:gdLst>
                <a:gd name="connsiteX0" fmla="*/ 104775 w 209584"/>
                <a:gd name="connsiteY0" fmla="*/ 0 h 1076325"/>
                <a:gd name="connsiteX1" fmla="*/ 209550 w 209584"/>
                <a:gd name="connsiteY1" fmla="*/ 381000 h 1076325"/>
                <a:gd name="connsiteX2" fmla="*/ 95250 w 209584"/>
                <a:gd name="connsiteY2" fmla="*/ 857250 h 1076325"/>
                <a:gd name="connsiteX3" fmla="*/ 0 w 209584"/>
                <a:gd name="connsiteY3" fmla="*/ 1076325 h 1076325"/>
                <a:gd name="connsiteX4" fmla="*/ 0 w 209584"/>
                <a:gd name="connsiteY4" fmla="*/ 1076325 h 1076325"/>
                <a:gd name="connsiteX0" fmla="*/ 104775 w 209584"/>
                <a:gd name="connsiteY0" fmla="*/ 0 h 1120568"/>
                <a:gd name="connsiteX1" fmla="*/ 209550 w 209584"/>
                <a:gd name="connsiteY1" fmla="*/ 381000 h 1120568"/>
                <a:gd name="connsiteX2" fmla="*/ 95250 w 209584"/>
                <a:gd name="connsiteY2" fmla="*/ 857250 h 1120568"/>
                <a:gd name="connsiteX3" fmla="*/ 0 w 209584"/>
                <a:gd name="connsiteY3" fmla="*/ 1076325 h 1120568"/>
                <a:gd name="connsiteX4" fmla="*/ 19050 w 209584"/>
                <a:gd name="connsiteY4" fmla="*/ 1120568 h 1120568"/>
                <a:gd name="connsiteX0" fmla="*/ 85725 w 190534"/>
                <a:gd name="connsiteY0" fmla="*/ 0 h 1120568"/>
                <a:gd name="connsiteX1" fmla="*/ 190500 w 190534"/>
                <a:gd name="connsiteY1" fmla="*/ 381000 h 1120568"/>
                <a:gd name="connsiteX2" fmla="*/ 76200 w 190534"/>
                <a:gd name="connsiteY2" fmla="*/ 857250 h 1120568"/>
                <a:gd name="connsiteX3" fmla="*/ 9525 w 190534"/>
                <a:gd name="connsiteY3" fmla="*/ 1120568 h 1120568"/>
                <a:gd name="connsiteX4" fmla="*/ 0 w 190534"/>
                <a:gd name="connsiteY4" fmla="*/ 1120568 h 1120568"/>
                <a:gd name="connsiteX0" fmla="*/ 109538 w 214347"/>
                <a:gd name="connsiteY0" fmla="*/ 0 h 1133840"/>
                <a:gd name="connsiteX1" fmla="*/ 214313 w 214347"/>
                <a:gd name="connsiteY1" fmla="*/ 381000 h 1133840"/>
                <a:gd name="connsiteX2" fmla="*/ 100013 w 214347"/>
                <a:gd name="connsiteY2" fmla="*/ 857250 h 1133840"/>
                <a:gd name="connsiteX3" fmla="*/ 33338 w 214347"/>
                <a:gd name="connsiteY3" fmla="*/ 1120568 h 1133840"/>
                <a:gd name="connsiteX4" fmla="*/ 0 w 214347"/>
                <a:gd name="connsiteY4" fmla="*/ 1133840 h 1133840"/>
                <a:gd name="connsiteX0" fmla="*/ 109538 w 215937"/>
                <a:gd name="connsiteY0" fmla="*/ 0 h 1133840"/>
                <a:gd name="connsiteX1" fmla="*/ 214313 w 215937"/>
                <a:gd name="connsiteY1" fmla="*/ 381000 h 1133840"/>
                <a:gd name="connsiteX2" fmla="*/ 33338 w 215937"/>
                <a:gd name="connsiteY2" fmla="*/ 1120568 h 1133840"/>
                <a:gd name="connsiteX3" fmla="*/ 0 w 215937"/>
                <a:gd name="connsiteY3" fmla="*/ 1133840 h 1133840"/>
                <a:gd name="connsiteX0" fmla="*/ 109538 w 217278"/>
                <a:gd name="connsiteY0" fmla="*/ 0 h 1133840"/>
                <a:gd name="connsiteX1" fmla="*/ 214313 w 217278"/>
                <a:gd name="connsiteY1" fmla="*/ 381000 h 1133840"/>
                <a:gd name="connsiteX2" fmla="*/ 0 w 217278"/>
                <a:gd name="connsiteY2" fmla="*/ 1133840 h 1133840"/>
                <a:gd name="connsiteX0" fmla="*/ 109538 w 109538"/>
                <a:gd name="connsiteY0" fmla="*/ 0 h 1133840"/>
                <a:gd name="connsiteX1" fmla="*/ 0 w 109538"/>
                <a:gd name="connsiteY1" fmla="*/ 1133840 h 1133840"/>
                <a:gd name="connsiteX0" fmla="*/ 109538 w 173432"/>
                <a:gd name="connsiteY0" fmla="*/ 0 h 1133840"/>
                <a:gd name="connsiteX1" fmla="*/ 0 w 173432"/>
                <a:gd name="connsiteY1" fmla="*/ 1133840 h 1133840"/>
                <a:gd name="connsiteX0" fmla="*/ 109538 w 195689"/>
                <a:gd name="connsiteY0" fmla="*/ 0 h 1133840"/>
                <a:gd name="connsiteX1" fmla="*/ 0 w 195689"/>
                <a:gd name="connsiteY1" fmla="*/ 1133840 h 1133840"/>
                <a:gd name="connsiteX0" fmla="*/ 95251 w 189797"/>
                <a:gd name="connsiteY0" fmla="*/ 0 h 1138264"/>
                <a:gd name="connsiteX1" fmla="*/ 0 w 189797"/>
                <a:gd name="connsiteY1" fmla="*/ 1138264 h 1138264"/>
                <a:gd name="connsiteX0" fmla="*/ 95251 w 164414"/>
                <a:gd name="connsiteY0" fmla="*/ 0 h 1138264"/>
                <a:gd name="connsiteX1" fmla="*/ 0 w 164414"/>
                <a:gd name="connsiteY1" fmla="*/ 1138264 h 1138264"/>
                <a:gd name="connsiteX0" fmla="*/ 76201 w 156327"/>
                <a:gd name="connsiteY0" fmla="*/ 0 h 1138264"/>
                <a:gd name="connsiteX1" fmla="*/ 0 w 156327"/>
                <a:gd name="connsiteY1" fmla="*/ 1138264 h 1138264"/>
                <a:gd name="connsiteX0" fmla="*/ 104776 w 168742"/>
                <a:gd name="connsiteY0" fmla="*/ 0 h 1133839"/>
                <a:gd name="connsiteX1" fmla="*/ 0 w 168742"/>
                <a:gd name="connsiteY1" fmla="*/ 1133839 h 1133839"/>
                <a:gd name="connsiteX0" fmla="*/ 104776 w 154208"/>
                <a:gd name="connsiteY0" fmla="*/ 0 h 1133839"/>
                <a:gd name="connsiteX1" fmla="*/ 0 w 154208"/>
                <a:gd name="connsiteY1" fmla="*/ 1133839 h 1133839"/>
                <a:gd name="connsiteX0" fmla="*/ 104776 w 171048"/>
                <a:gd name="connsiteY0" fmla="*/ 0 h 1133839"/>
                <a:gd name="connsiteX1" fmla="*/ 0 w 171048"/>
                <a:gd name="connsiteY1" fmla="*/ 1133839 h 1133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1048" h="1133839">
                  <a:moveTo>
                    <a:pt x="104776" y="0"/>
                  </a:moveTo>
                  <a:cubicBezTo>
                    <a:pt x="182563" y="245219"/>
                    <a:pt x="236538" y="866500"/>
                    <a:pt x="0" y="1133839"/>
                  </a:cubicBezTo>
                </a:path>
              </a:pathLst>
            </a:cu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Flowchart: Alternate Process 58">
              <a:extLst>
                <a:ext uri="{FF2B5EF4-FFF2-40B4-BE49-F238E27FC236}">
                  <a16:creationId xmlns:a16="http://schemas.microsoft.com/office/drawing/2014/main" id="{5EF9A338-EB57-462A-99CD-72C4F32DF6F7}"/>
                </a:ext>
              </a:extLst>
            </p:cNvPr>
            <p:cNvSpPr/>
            <p:nvPr/>
          </p:nvSpPr>
          <p:spPr>
            <a:xfrm>
              <a:off x="4396680" y="4853688"/>
              <a:ext cx="279400" cy="70201"/>
            </a:xfrm>
            <a:prstGeom prst="flowChartAlternateProcess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473878A9-0F67-4A11-A1FF-040A106A0B4E}"/>
                </a:ext>
              </a:extLst>
            </p:cNvPr>
            <p:cNvSpPr/>
            <p:nvPr/>
          </p:nvSpPr>
          <p:spPr>
            <a:xfrm>
              <a:off x="3780404" y="3911421"/>
              <a:ext cx="1060450" cy="1060450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5AA16681-1729-4D6C-A586-0D6E8ECEA743}"/>
                </a:ext>
              </a:extLst>
            </p:cNvPr>
            <p:cNvSpPr/>
            <p:nvPr/>
          </p:nvSpPr>
          <p:spPr>
            <a:xfrm>
              <a:off x="3883033" y="4033773"/>
              <a:ext cx="855191" cy="855191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50D442E-594B-4F8F-99B1-125D22953BB5}"/>
                </a:ext>
              </a:extLst>
            </p:cNvPr>
            <p:cNvSpPr/>
            <p:nvPr/>
          </p:nvSpPr>
          <p:spPr>
            <a:xfrm>
              <a:off x="4362450" y="3137178"/>
              <a:ext cx="171048" cy="1220508"/>
            </a:xfrm>
            <a:custGeom>
              <a:avLst/>
              <a:gdLst>
                <a:gd name="connsiteX0" fmla="*/ 104775 w 209584"/>
                <a:gd name="connsiteY0" fmla="*/ 0 h 1076325"/>
                <a:gd name="connsiteX1" fmla="*/ 209550 w 209584"/>
                <a:gd name="connsiteY1" fmla="*/ 381000 h 1076325"/>
                <a:gd name="connsiteX2" fmla="*/ 95250 w 209584"/>
                <a:gd name="connsiteY2" fmla="*/ 857250 h 1076325"/>
                <a:gd name="connsiteX3" fmla="*/ 0 w 209584"/>
                <a:gd name="connsiteY3" fmla="*/ 1076325 h 1076325"/>
                <a:gd name="connsiteX4" fmla="*/ 0 w 209584"/>
                <a:gd name="connsiteY4" fmla="*/ 1076325 h 1076325"/>
                <a:gd name="connsiteX0" fmla="*/ 104775 w 209584"/>
                <a:gd name="connsiteY0" fmla="*/ 0 h 1120568"/>
                <a:gd name="connsiteX1" fmla="*/ 209550 w 209584"/>
                <a:gd name="connsiteY1" fmla="*/ 381000 h 1120568"/>
                <a:gd name="connsiteX2" fmla="*/ 95250 w 209584"/>
                <a:gd name="connsiteY2" fmla="*/ 857250 h 1120568"/>
                <a:gd name="connsiteX3" fmla="*/ 0 w 209584"/>
                <a:gd name="connsiteY3" fmla="*/ 1076325 h 1120568"/>
                <a:gd name="connsiteX4" fmla="*/ 19050 w 209584"/>
                <a:gd name="connsiteY4" fmla="*/ 1120568 h 1120568"/>
                <a:gd name="connsiteX0" fmla="*/ 85725 w 190534"/>
                <a:gd name="connsiteY0" fmla="*/ 0 h 1120568"/>
                <a:gd name="connsiteX1" fmla="*/ 190500 w 190534"/>
                <a:gd name="connsiteY1" fmla="*/ 381000 h 1120568"/>
                <a:gd name="connsiteX2" fmla="*/ 76200 w 190534"/>
                <a:gd name="connsiteY2" fmla="*/ 857250 h 1120568"/>
                <a:gd name="connsiteX3" fmla="*/ 9525 w 190534"/>
                <a:gd name="connsiteY3" fmla="*/ 1120568 h 1120568"/>
                <a:gd name="connsiteX4" fmla="*/ 0 w 190534"/>
                <a:gd name="connsiteY4" fmla="*/ 1120568 h 1120568"/>
                <a:gd name="connsiteX0" fmla="*/ 109538 w 214347"/>
                <a:gd name="connsiteY0" fmla="*/ 0 h 1133840"/>
                <a:gd name="connsiteX1" fmla="*/ 214313 w 214347"/>
                <a:gd name="connsiteY1" fmla="*/ 381000 h 1133840"/>
                <a:gd name="connsiteX2" fmla="*/ 100013 w 214347"/>
                <a:gd name="connsiteY2" fmla="*/ 857250 h 1133840"/>
                <a:gd name="connsiteX3" fmla="*/ 33338 w 214347"/>
                <a:gd name="connsiteY3" fmla="*/ 1120568 h 1133840"/>
                <a:gd name="connsiteX4" fmla="*/ 0 w 214347"/>
                <a:gd name="connsiteY4" fmla="*/ 1133840 h 1133840"/>
                <a:gd name="connsiteX0" fmla="*/ 109538 w 215937"/>
                <a:gd name="connsiteY0" fmla="*/ 0 h 1133840"/>
                <a:gd name="connsiteX1" fmla="*/ 214313 w 215937"/>
                <a:gd name="connsiteY1" fmla="*/ 381000 h 1133840"/>
                <a:gd name="connsiteX2" fmla="*/ 33338 w 215937"/>
                <a:gd name="connsiteY2" fmla="*/ 1120568 h 1133840"/>
                <a:gd name="connsiteX3" fmla="*/ 0 w 215937"/>
                <a:gd name="connsiteY3" fmla="*/ 1133840 h 1133840"/>
                <a:gd name="connsiteX0" fmla="*/ 109538 w 217278"/>
                <a:gd name="connsiteY0" fmla="*/ 0 h 1133840"/>
                <a:gd name="connsiteX1" fmla="*/ 214313 w 217278"/>
                <a:gd name="connsiteY1" fmla="*/ 381000 h 1133840"/>
                <a:gd name="connsiteX2" fmla="*/ 0 w 217278"/>
                <a:gd name="connsiteY2" fmla="*/ 1133840 h 1133840"/>
                <a:gd name="connsiteX0" fmla="*/ 109538 w 109538"/>
                <a:gd name="connsiteY0" fmla="*/ 0 h 1133840"/>
                <a:gd name="connsiteX1" fmla="*/ 0 w 109538"/>
                <a:gd name="connsiteY1" fmla="*/ 1133840 h 1133840"/>
                <a:gd name="connsiteX0" fmla="*/ 109538 w 173432"/>
                <a:gd name="connsiteY0" fmla="*/ 0 h 1133840"/>
                <a:gd name="connsiteX1" fmla="*/ 0 w 173432"/>
                <a:gd name="connsiteY1" fmla="*/ 1133840 h 1133840"/>
                <a:gd name="connsiteX0" fmla="*/ 109538 w 195689"/>
                <a:gd name="connsiteY0" fmla="*/ 0 h 1133840"/>
                <a:gd name="connsiteX1" fmla="*/ 0 w 195689"/>
                <a:gd name="connsiteY1" fmla="*/ 1133840 h 1133840"/>
                <a:gd name="connsiteX0" fmla="*/ 95251 w 189797"/>
                <a:gd name="connsiteY0" fmla="*/ 0 h 1138264"/>
                <a:gd name="connsiteX1" fmla="*/ 0 w 189797"/>
                <a:gd name="connsiteY1" fmla="*/ 1138264 h 1138264"/>
                <a:gd name="connsiteX0" fmla="*/ 95251 w 164414"/>
                <a:gd name="connsiteY0" fmla="*/ 0 h 1138264"/>
                <a:gd name="connsiteX1" fmla="*/ 0 w 164414"/>
                <a:gd name="connsiteY1" fmla="*/ 1138264 h 1138264"/>
                <a:gd name="connsiteX0" fmla="*/ 76201 w 156327"/>
                <a:gd name="connsiteY0" fmla="*/ 0 h 1138264"/>
                <a:gd name="connsiteX1" fmla="*/ 0 w 156327"/>
                <a:gd name="connsiteY1" fmla="*/ 1138264 h 1138264"/>
                <a:gd name="connsiteX0" fmla="*/ 104776 w 168742"/>
                <a:gd name="connsiteY0" fmla="*/ 0 h 1133839"/>
                <a:gd name="connsiteX1" fmla="*/ 0 w 168742"/>
                <a:gd name="connsiteY1" fmla="*/ 1133839 h 1133839"/>
                <a:gd name="connsiteX0" fmla="*/ 104776 w 154208"/>
                <a:gd name="connsiteY0" fmla="*/ 0 h 1133839"/>
                <a:gd name="connsiteX1" fmla="*/ 0 w 154208"/>
                <a:gd name="connsiteY1" fmla="*/ 1133839 h 1133839"/>
                <a:gd name="connsiteX0" fmla="*/ 104776 w 171048"/>
                <a:gd name="connsiteY0" fmla="*/ 0 h 1133839"/>
                <a:gd name="connsiteX1" fmla="*/ 0 w 171048"/>
                <a:gd name="connsiteY1" fmla="*/ 1133839 h 1133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1048" h="1133839">
                  <a:moveTo>
                    <a:pt x="104776" y="0"/>
                  </a:moveTo>
                  <a:cubicBezTo>
                    <a:pt x="182563" y="245219"/>
                    <a:pt x="236538" y="866500"/>
                    <a:pt x="0" y="1133839"/>
                  </a:cubicBezTo>
                </a:path>
              </a:pathLst>
            </a:cu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Flowchart: Alternate Process 4">
              <a:extLst>
                <a:ext uri="{FF2B5EF4-FFF2-40B4-BE49-F238E27FC236}">
                  <a16:creationId xmlns:a16="http://schemas.microsoft.com/office/drawing/2014/main" id="{4170C0B1-8076-4CF3-9907-2964FA0A6951}"/>
                </a:ext>
              </a:extLst>
            </p:cNvPr>
            <p:cNvSpPr/>
            <p:nvPr/>
          </p:nvSpPr>
          <p:spPr>
            <a:xfrm>
              <a:off x="3994599" y="2522220"/>
              <a:ext cx="905061" cy="701040"/>
            </a:xfrm>
            <a:custGeom>
              <a:avLst/>
              <a:gdLst>
                <a:gd name="connsiteX0" fmla="*/ 0 w 624840"/>
                <a:gd name="connsiteY0" fmla="*/ 104140 h 640080"/>
                <a:gd name="connsiteX1" fmla="*/ 104140 w 624840"/>
                <a:gd name="connsiteY1" fmla="*/ 0 h 640080"/>
                <a:gd name="connsiteX2" fmla="*/ 520700 w 624840"/>
                <a:gd name="connsiteY2" fmla="*/ 0 h 640080"/>
                <a:gd name="connsiteX3" fmla="*/ 624840 w 624840"/>
                <a:gd name="connsiteY3" fmla="*/ 104140 h 640080"/>
                <a:gd name="connsiteX4" fmla="*/ 624840 w 624840"/>
                <a:gd name="connsiteY4" fmla="*/ 535940 h 640080"/>
                <a:gd name="connsiteX5" fmla="*/ 520700 w 624840"/>
                <a:gd name="connsiteY5" fmla="*/ 640080 h 640080"/>
                <a:gd name="connsiteX6" fmla="*/ 104140 w 624840"/>
                <a:gd name="connsiteY6" fmla="*/ 640080 h 640080"/>
                <a:gd name="connsiteX7" fmla="*/ 0 w 624840"/>
                <a:gd name="connsiteY7" fmla="*/ 535940 h 640080"/>
                <a:gd name="connsiteX8" fmla="*/ 0 w 624840"/>
                <a:gd name="connsiteY8" fmla="*/ 104140 h 640080"/>
                <a:gd name="connsiteX0" fmla="*/ 80 w 624920"/>
                <a:gd name="connsiteY0" fmla="*/ 104140 h 640080"/>
                <a:gd name="connsiteX1" fmla="*/ 104220 w 624920"/>
                <a:gd name="connsiteY1" fmla="*/ 0 h 640080"/>
                <a:gd name="connsiteX2" fmla="*/ 520780 w 624920"/>
                <a:gd name="connsiteY2" fmla="*/ 0 h 640080"/>
                <a:gd name="connsiteX3" fmla="*/ 624920 w 624920"/>
                <a:gd name="connsiteY3" fmla="*/ 104140 h 640080"/>
                <a:gd name="connsiteX4" fmla="*/ 624920 w 624920"/>
                <a:gd name="connsiteY4" fmla="*/ 535940 h 640080"/>
                <a:gd name="connsiteX5" fmla="*/ 520780 w 624920"/>
                <a:gd name="connsiteY5" fmla="*/ 640080 h 640080"/>
                <a:gd name="connsiteX6" fmla="*/ 104220 w 624920"/>
                <a:gd name="connsiteY6" fmla="*/ 640080 h 640080"/>
                <a:gd name="connsiteX7" fmla="*/ 80 w 624920"/>
                <a:gd name="connsiteY7" fmla="*/ 535940 h 640080"/>
                <a:gd name="connsiteX8" fmla="*/ 53420 w 624920"/>
                <a:gd name="connsiteY8" fmla="*/ 220980 h 640080"/>
                <a:gd name="connsiteX9" fmla="*/ 80 w 624920"/>
                <a:gd name="connsiteY9" fmla="*/ 104140 h 640080"/>
                <a:gd name="connsiteX0" fmla="*/ 236236 w 861076"/>
                <a:gd name="connsiteY0" fmla="*/ 104140 h 640080"/>
                <a:gd name="connsiteX1" fmla="*/ 340376 w 861076"/>
                <a:gd name="connsiteY1" fmla="*/ 0 h 640080"/>
                <a:gd name="connsiteX2" fmla="*/ 756936 w 861076"/>
                <a:gd name="connsiteY2" fmla="*/ 0 h 640080"/>
                <a:gd name="connsiteX3" fmla="*/ 861076 w 861076"/>
                <a:gd name="connsiteY3" fmla="*/ 104140 h 640080"/>
                <a:gd name="connsiteX4" fmla="*/ 861076 w 861076"/>
                <a:gd name="connsiteY4" fmla="*/ 535940 h 640080"/>
                <a:gd name="connsiteX5" fmla="*/ 756936 w 861076"/>
                <a:gd name="connsiteY5" fmla="*/ 640080 h 640080"/>
                <a:gd name="connsiteX6" fmla="*/ 340376 w 861076"/>
                <a:gd name="connsiteY6" fmla="*/ 640080 h 640080"/>
                <a:gd name="connsiteX7" fmla="*/ 16 w 861076"/>
                <a:gd name="connsiteY7" fmla="*/ 452120 h 640080"/>
                <a:gd name="connsiteX8" fmla="*/ 289576 w 861076"/>
                <a:gd name="connsiteY8" fmla="*/ 220980 h 640080"/>
                <a:gd name="connsiteX9" fmla="*/ 236236 w 861076"/>
                <a:gd name="connsiteY9" fmla="*/ 104140 h 640080"/>
                <a:gd name="connsiteX0" fmla="*/ 294932 w 919772"/>
                <a:gd name="connsiteY0" fmla="*/ 104140 h 640080"/>
                <a:gd name="connsiteX1" fmla="*/ 399072 w 919772"/>
                <a:gd name="connsiteY1" fmla="*/ 0 h 640080"/>
                <a:gd name="connsiteX2" fmla="*/ 815632 w 919772"/>
                <a:gd name="connsiteY2" fmla="*/ 0 h 640080"/>
                <a:gd name="connsiteX3" fmla="*/ 919772 w 919772"/>
                <a:gd name="connsiteY3" fmla="*/ 104140 h 640080"/>
                <a:gd name="connsiteX4" fmla="*/ 919772 w 919772"/>
                <a:gd name="connsiteY4" fmla="*/ 535940 h 640080"/>
                <a:gd name="connsiteX5" fmla="*/ 815632 w 919772"/>
                <a:gd name="connsiteY5" fmla="*/ 640080 h 640080"/>
                <a:gd name="connsiteX6" fmla="*/ 18072 w 919772"/>
                <a:gd name="connsiteY6" fmla="*/ 525780 h 640080"/>
                <a:gd name="connsiteX7" fmla="*/ 58712 w 919772"/>
                <a:gd name="connsiteY7" fmla="*/ 452120 h 640080"/>
                <a:gd name="connsiteX8" fmla="*/ 348272 w 919772"/>
                <a:gd name="connsiteY8" fmla="*/ 220980 h 640080"/>
                <a:gd name="connsiteX9" fmla="*/ 294932 w 919772"/>
                <a:gd name="connsiteY9" fmla="*/ 104140 h 640080"/>
                <a:gd name="connsiteX0" fmla="*/ 294932 w 919772"/>
                <a:gd name="connsiteY0" fmla="*/ 104140 h 701040"/>
                <a:gd name="connsiteX1" fmla="*/ 399072 w 919772"/>
                <a:gd name="connsiteY1" fmla="*/ 0 h 701040"/>
                <a:gd name="connsiteX2" fmla="*/ 815632 w 919772"/>
                <a:gd name="connsiteY2" fmla="*/ 0 h 701040"/>
                <a:gd name="connsiteX3" fmla="*/ 919772 w 919772"/>
                <a:gd name="connsiteY3" fmla="*/ 104140 h 701040"/>
                <a:gd name="connsiteX4" fmla="*/ 919772 w 919772"/>
                <a:gd name="connsiteY4" fmla="*/ 535940 h 701040"/>
                <a:gd name="connsiteX5" fmla="*/ 457492 w 919772"/>
                <a:gd name="connsiteY5" fmla="*/ 701040 h 701040"/>
                <a:gd name="connsiteX6" fmla="*/ 18072 w 919772"/>
                <a:gd name="connsiteY6" fmla="*/ 525780 h 701040"/>
                <a:gd name="connsiteX7" fmla="*/ 58712 w 919772"/>
                <a:gd name="connsiteY7" fmla="*/ 452120 h 701040"/>
                <a:gd name="connsiteX8" fmla="*/ 348272 w 919772"/>
                <a:gd name="connsiteY8" fmla="*/ 220980 h 701040"/>
                <a:gd name="connsiteX9" fmla="*/ 294932 w 919772"/>
                <a:gd name="connsiteY9" fmla="*/ 104140 h 701040"/>
                <a:gd name="connsiteX0" fmla="*/ 294932 w 919772"/>
                <a:gd name="connsiteY0" fmla="*/ 104140 h 701040"/>
                <a:gd name="connsiteX1" fmla="*/ 399072 w 919772"/>
                <a:gd name="connsiteY1" fmla="*/ 0 h 701040"/>
                <a:gd name="connsiteX2" fmla="*/ 815632 w 919772"/>
                <a:gd name="connsiteY2" fmla="*/ 0 h 701040"/>
                <a:gd name="connsiteX3" fmla="*/ 919772 w 919772"/>
                <a:gd name="connsiteY3" fmla="*/ 104140 h 701040"/>
                <a:gd name="connsiteX4" fmla="*/ 919772 w 919772"/>
                <a:gd name="connsiteY4" fmla="*/ 406400 h 701040"/>
                <a:gd name="connsiteX5" fmla="*/ 457492 w 919772"/>
                <a:gd name="connsiteY5" fmla="*/ 701040 h 701040"/>
                <a:gd name="connsiteX6" fmla="*/ 18072 w 919772"/>
                <a:gd name="connsiteY6" fmla="*/ 525780 h 701040"/>
                <a:gd name="connsiteX7" fmla="*/ 58712 w 919772"/>
                <a:gd name="connsiteY7" fmla="*/ 452120 h 701040"/>
                <a:gd name="connsiteX8" fmla="*/ 348272 w 919772"/>
                <a:gd name="connsiteY8" fmla="*/ 220980 h 701040"/>
                <a:gd name="connsiteX9" fmla="*/ 294932 w 919772"/>
                <a:gd name="connsiteY9" fmla="*/ 104140 h 701040"/>
                <a:gd name="connsiteX0" fmla="*/ 294932 w 919772"/>
                <a:gd name="connsiteY0" fmla="*/ 104140 h 701040"/>
                <a:gd name="connsiteX1" fmla="*/ 399072 w 919772"/>
                <a:gd name="connsiteY1" fmla="*/ 0 h 701040"/>
                <a:gd name="connsiteX2" fmla="*/ 815632 w 919772"/>
                <a:gd name="connsiteY2" fmla="*/ 0 h 701040"/>
                <a:gd name="connsiteX3" fmla="*/ 919772 w 919772"/>
                <a:gd name="connsiteY3" fmla="*/ 104140 h 701040"/>
                <a:gd name="connsiteX4" fmla="*/ 904532 w 919772"/>
                <a:gd name="connsiteY4" fmla="*/ 375920 h 701040"/>
                <a:gd name="connsiteX5" fmla="*/ 457492 w 919772"/>
                <a:gd name="connsiteY5" fmla="*/ 701040 h 701040"/>
                <a:gd name="connsiteX6" fmla="*/ 18072 w 919772"/>
                <a:gd name="connsiteY6" fmla="*/ 525780 h 701040"/>
                <a:gd name="connsiteX7" fmla="*/ 58712 w 919772"/>
                <a:gd name="connsiteY7" fmla="*/ 452120 h 701040"/>
                <a:gd name="connsiteX8" fmla="*/ 348272 w 919772"/>
                <a:gd name="connsiteY8" fmla="*/ 220980 h 701040"/>
                <a:gd name="connsiteX9" fmla="*/ 294932 w 919772"/>
                <a:gd name="connsiteY9" fmla="*/ 104140 h 701040"/>
                <a:gd name="connsiteX0" fmla="*/ 294932 w 919772"/>
                <a:gd name="connsiteY0" fmla="*/ 104140 h 701040"/>
                <a:gd name="connsiteX1" fmla="*/ 399072 w 919772"/>
                <a:gd name="connsiteY1" fmla="*/ 0 h 701040"/>
                <a:gd name="connsiteX2" fmla="*/ 815632 w 919772"/>
                <a:gd name="connsiteY2" fmla="*/ 0 h 701040"/>
                <a:gd name="connsiteX3" fmla="*/ 919772 w 919772"/>
                <a:gd name="connsiteY3" fmla="*/ 218440 h 701040"/>
                <a:gd name="connsiteX4" fmla="*/ 904532 w 919772"/>
                <a:gd name="connsiteY4" fmla="*/ 375920 h 701040"/>
                <a:gd name="connsiteX5" fmla="*/ 457492 w 919772"/>
                <a:gd name="connsiteY5" fmla="*/ 701040 h 701040"/>
                <a:gd name="connsiteX6" fmla="*/ 18072 w 919772"/>
                <a:gd name="connsiteY6" fmla="*/ 525780 h 701040"/>
                <a:gd name="connsiteX7" fmla="*/ 58712 w 919772"/>
                <a:gd name="connsiteY7" fmla="*/ 452120 h 701040"/>
                <a:gd name="connsiteX8" fmla="*/ 348272 w 919772"/>
                <a:gd name="connsiteY8" fmla="*/ 220980 h 701040"/>
                <a:gd name="connsiteX9" fmla="*/ 294932 w 919772"/>
                <a:gd name="connsiteY9" fmla="*/ 104140 h 701040"/>
                <a:gd name="connsiteX0" fmla="*/ 294932 w 919772"/>
                <a:gd name="connsiteY0" fmla="*/ 104140 h 701040"/>
                <a:gd name="connsiteX1" fmla="*/ 399072 w 919772"/>
                <a:gd name="connsiteY1" fmla="*/ 0 h 701040"/>
                <a:gd name="connsiteX2" fmla="*/ 838492 w 919772"/>
                <a:gd name="connsiteY2" fmla="*/ 76200 h 701040"/>
                <a:gd name="connsiteX3" fmla="*/ 919772 w 919772"/>
                <a:gd name="connsiteY3" fmla="*/ 218440 h 701040"/>
                <a:gd name="connsiteX4" fmla="*/ 904532 w 919772"/>
                <a:gd name="connsiteY4" fmla="*/ 375920 h 701040"/>
                <a:gd name="connsiteX5" fmla="*/ 457492 w 919772"/>
                <a:gd name="connsiteY5" fmla="*/ 701040 h 701040"/>
                <a:gd name="connsiteX6" fmla="*/ 18072 w 919772"/>
                <a:gd name="connsiteY6" fmla="*/ 525780 h 701040"/>
                <a:gd name="connsiteX7" fmla="*/ 58712 w 919772"/>
                <a:gd name="connsiteY7" fmla="*/ 452120 h 701040"/>
                <a:gd name="connsiteX8" fmla="*/ 348272 w 919772"/>
                <a:gd name="connsiteY8" fmla="*/ 220980 h 701040"/>
                <a:gd name="connsiteX9" fmla="*/ 294932 w 919772"/>
                <a:gd name="connsiteY9" fmla="*/ 104140 h 701040"/>
                <a:gd name="connsiteX0" fmla="*/ 294932 w 919772"/>
                <a:gd name="connsiteY0" fmla="*/ 104140 h 701040"/>
                <a:gd name="connsiteX1" fmla="*/ 399072 w 919772"/>
                <a:gd name="connsiteY1" fmla="*/ 0 h 701040"/>
                <a:gd name="connsiteX2" fmla="*/ 838492 w 919772"/>
                <a:gd name="connsiteY2" fmla="*/ 76200 h 701040"/>
                <a:gd name="connsiteX3" fmla="*/ 919772 w 919772"/>
                <a:gd name="connsiteY3" fmla="*/ 218440 h 701040"/>
                <a:gd name="connsiteX4" fmla="*/ 904532 w 919772"/>
                <a:gd name="connsiteY4" fmla="*/ 375920 h 701040"/>
                <a:gd name="connsiteX5" fmla="*/ 457492 w 919772"/>
                <a:gd name="connsiteY5" fmla="*/ 701040 h 701040"/>
                <a:gd name="connsiteX6" fmla="*/ 18072 w 919772"/>
                <a:gd name="connsiteY6" fmla="*/ 525780 h 701040"/>
                <a:gd name="connsiteX7" fmla="*/ 58712 w 919772"/>
                <a:gd name="connsiteY7" fmla="*/ 452120 h 701040"/>
                <a:gd name="connsiteX8" fmla="*/ 256832 w 919772"/>
                <a:gd name="connsiteY8" fmla="*/ 236220 h 701040"/>
                <a:gd name="connsiteX9" fmla="*/ 294932 w 919772"/>
                <a:gd name="connsiteY9" fmla="*/ 104140 h 701040"/>
                <a:gd name="connsiteX0" fmla="*/ 280221 w 905061"/>
                <a:gd name="connsiteY0" fmla="*/ 104140 h 701040"/>
                <a:gd name="connsiteX1" fmla="*/ 384361 w 905061"/>
                <a:gd name="connsiteY1" fmla="*/ 0 h 701040"/>
                <a:gd name="connsiteX2" fmla="*/ 823781 w 905061"/>
                <a:gd name="connsiteY2" fmla="*/ 76200 h 701040"/>
                <a:gd name="connsiteX3" fmla="*/ 905061 w 905061"/>
                <a:gd name="connsiteY3" fmla="*/ 218440 h 701040"/>
                <a:gd name="connsiteX4" fmla="*/ 889821 w 905061"/>
                <a:gd name="connsiteY4" fmla="*/ 375920 h 701040"/>
                <a:gd name="connsiteX5" fmla="*/ 442781 w 905061"/>
                <a:gd name="connsiteY5" fmla="*/ 701040 h 701040"/>
                <a:gd name="connsiteX6" fmla="*/ 3361 w 905061"/>
                <a:gd name="connsiteY6" fmla="*/ 525780 h 701040"/>
                <a:gd name="connsiteX7" fmla="*/ 242121 w 905061"/>
                <a:gd name="connsiteY7" fmla="*/ 236220 h 701040"/>
                <a:gd name="connsiteX8" fmla="*/ 280221 w 905061"/>
                <a:gd name="connsiteY8" fmla="*/ 104140 h 701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5061" h="701040">
                  <a:moveTo>
                    <a:pt x="280221" y="104140"/>
                  </a:moveTo>
                  <a:cubicBezTo>
                    <a:pt x="280221" y="46625"/>
                    <a:pt x="326846" y="0"/>
                    <a:pt x="384361" y="0"/>
                  </a:cubicBezTo>
                  <a:lnTo>
                    <a:pt x="823781" y="76200"/>
                  </a:lnTo>
                  <a:cubicBezTo>
                    <a:pt x="881296" y="76200"/>
                    <a:pt x="905061" y="160925"/>
                    <a:pt x="905061" y="218440"/>
                  </a:cubicBezTo>
                  <a:lnTo>
                    <a:pt x="889821" y="375920"/>
                  </a:lnTo>
                  <a:cubicBezTo>
                    <a:pt x="889821" y="433435"/>
                    <a:pt x="500296" y="701040"/>
                    <a:pt x="442781" y="701040"/>
                  </a:cubicBezTo>
                  <a:lnTo>
                    <a:pt x="3361" y="525780"/>
                  </a:lnTo>
                  <a:cubicBezTo>
                    <a:pt x="-30082" y="448310"/>
                    <a:pt x="195978" y="306493"/>
                    <a:pt x="242121" y="236220"/>
                  </a:cubicBezTo>
                  <a:cubicBezTo>
                    <a:pt x="244661" y="187113"/>
                    <a:pt x="277681" y="153247"/>
                    <a:pt x="280221" y="104140"/>
                  </a:cubicBezTo>
                  <a:close/>
                </a:path>
              </a:pathLst>
            </a:custGeom>
            <a:solidFill>
              <a:sysClr val="window" lastClr="FFFFFF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Flowchart: Alternate Process 5">
              <a:extLst>
                <a:ext uri="{FF2B5EF4-FFF2-40B4-BE49-F238E27FC236}">
                  <a16:creationId xmlns:a16="http://schemas.microsoft.com/office/drawing/2014/main" id="{67C16C79-6ED1-4875-BD80-48AA6D3F1BDF}"/>
                </a:ext>
              </a:extLst>
            </p:cNvPr>
            <p:cNvSpPr/>
            <p:nvPr/>
          </p:nvSpPr>
          <p:spPr>
            <a:xfrm rot="2222119">
              <a:off x="4226838" y="2797477"/>
              <a:ext cx="269185" cy="405301"/>
            </a:xfrm>
            <a:custGeom>
              <a:avLst/>
              <a:gdLst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59080 w 259080"/>
                <a:gd name="connsiteY4" fmla="*/ 301554 h 344734"/>
                <a:gd name="connsiteX5" fmla="*/ 215900 w 259080"/>
                <a:gd name="connsiteY5" fmla="*/ 344734 h 344734"/>
                <a:gd name="connsiteX6" fmla="*/ 43180 w 259080"/>
                <a:gd name="connsiteY6" fmla="*/ 344734 h 344734"/>
                <a:gd name="connsiteX7" fmla="*/ 0 w 259080"/>
                <a:gd name="connsiteY7" fmla="*/ 301554 h 344734"/>
                <a:gd name="connsiteX8" fmla="*/ 0 w 259080"/>
                <a:gd name="connsiteY8" fmla="*/ 43180 h 344734"/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59080 w 259080"/>
                <a:gd name="connsiteY4" fmla="*/ 301554 h 344734"/>
                <a:gd name="connsiteX5" fmla="*/ 217283 w 259080"/>
                <a:gd name="connsiteY5" fmla="*/ 295962 h 344734"/>
                <a:gd name="connsiteX6" fmla="*/ 43180 w 259080"/>
                <a:gd name="connsiteY6" fmla="*/ 344734 h 344734"/>
                <a:gd name="connsiteX7" fmla="*/ 0 w 259080"/>
                <a:gd name="connsiteY7" fmla="*/ 301554 h 344734"/>
                <a:gd name="connsiteX8" fmla="*/ 0 w 259080"/>
                <a:gd name="connsiteY8" fmla="*/ 43180 h 344734"/>
                <a:gd name="connsiteX0" fmla="*/ 0 w 259080"/>
                <a:gd name="connsiteY0" fmla="*/ 43180 h 345075"/>
                <a:gd name="connsiteX1" fmla="*/ 43180 w 259080"/>
                <a:gd name="connsiteY1" fmla="*/ 0 h 345075"/>
                <a:gd name="connsiteX2" fmla="*/ 215900 w 259080"/>
                <a:gd name="connsiteY2" fmla="*/ 0 h 345075"/>
                <a:gd name="connsiteX3" fmla="*/ 259080 w 259080"/>
                <a:gd name="connsiteY3" fmla="*/ 43180 h 345075"/>
                <a:gd name="connsiteX4" fmla="*/ 259080 w 259080"/>
                <a:gd name="connsiteY4" fmla="*/ 301554 h 345075"/>
                <a:gd name="connsiteX5" fmla="*/ 43180 w 259080"/>
                <a:gd name="connsiteY5" fmla="*/ 344734 h 345075"/>
                <a:gd name="connsiteX6" fmla="*/ 0 w 259080"/>
                <a:gd name="connsiteY6" fmla="*/ 301554 h 345075"/>
                <a:gd name="connsiteX7" fmla="*/ 0 w 259080"/>
                <a:gd name="connsiteY7" fmla="*/ 43180 h 345075"/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42215 w 259080"/>
                <a:gd name="connsiteY4" fmla="*/ 266550 h 344734"/>
                <a:gd name="connsiteX5" fmla="*/ 43180 w 259080"/>
                <a:gd name="connsiteY5" fmla="*/ 344734 h 344734"/>
                <a:gd name="connsiteX6" fmla="*/ 0 w 259080"/>
                <a:gd name="connsiteY6" fmla="*/ 301554 h 344734"/>
                <a:gd name="connsiteX7" fmla="*/ 0 w 259080"/>
                <a:gd name="connsiteY7" fmla="*/ 43180 h 344734"/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41817 w 259080"/>
                <a:gd name="connsiteY4" fmla="*/ 293696 h 344734"/>
                <a:gd name="connsiteX5" fmla="*/ 43180 w 259080"/>
                <a:gd name="connsiteY5" fmla="*/ 344734 h 344734"/>
                <a:gd name="connsiteX6" fmla="*/ 0 w 259080"/>
                <a:gd name="connsiteY6" fmla="*/ 301554 h 344734"/>
                <a:gd name="connsiteX7" fmla="*/ 0 w 259080"/>
                <a:gd name="connsiteY7" fmla="*/ 43180 h 344734"/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41817 w 259080"/>
                <a:gd name="connsiteY4" fmla="*/ 293696 h 344734"/>
                <a:gd name="connsiteX5" fmla="*/ 43180 w 259080"/>
                <a:gd name="connsiteY5" fmla="*/ 344734 h 344734"/>
                <a:gd name="connsiteX6" fmla="*/ 0 w 259080"/>
                <a:gd name="connsiteY6" fmla="*/ 43180 h 344734"/>
                <a:gd name="connsiteX0" fmla="*/ 11608 w 270688"/>
                <a:gd name="connsiteY0" fmla="*/ 43180 h 370550"/>
                <a:gd name="connsiteX1" fmla="*/ 54788 w 270688"/>
                <a:gd name="connsiteY1" fmla="*/ 0 h 370550"/>
                <a:gd name="connsiteX2" fmla="*/ 227508 w 270688"/>
                <a:gd name="connsiteY2" fmla="*/ 0 h 370550"/>
                <a:gd name="connsiteX3" fmla="*/ 270688 w 270688"/>
                <a:gd name="connsiteY3" fmla="*/ 43180 h 370550"/>
                <a:gd name="connsiteX4" fmla="*/ 253425 w 270688"/>
                <a:gd name="connsiteY4" fmla="*/ 293696 h 370550"/>
                <a:gd name="connsiteX5" fmla="*/ 20573 w 270688"/>
                <a:gd name="connsiteY5" fmla="*/ 370550 h 370550"/>
                <a:gd name="connsiteX6" fmla="*/ 11608 w 270688"/>
                <a:gd name="connsiteY6" fmla="*/ 43180 h 370550"/>
                <a:gd name="connsiteX0" fmla="*/ 11608 w 270688"/>
                <a:gd name="connsiteY0" fmla="*/ 43180 h 370550"/>
                <a:gd name="connsiteX1" fmla="*/ 54788 w 270688"/>
                <a:gd name="connsiteY1" fmla="*/ 0 h 370550"/>
                <a:gd name="connsiteX2" fmla="*/ 227508 w 270688"/>
                <a:gd name="connsiteY2" fmla="*/ 0 h 370550"/>
                <a:gd name="connsiteX3" fmla="*/ 270688 w 270688"/>
                <a:gd name="connsiteY3" fmla="*/ 43180 h 370550"/>
                <a:gd name="connsiteX4" fmla="*/ 255828 w 270688"/>
                <a:gd name="connsiteY4" fmla="*/ 300833 h 370550"/>
                <a:gd name="connsiteX5" fmla="*/ 20573 w 270688"/>
                <a:gd name="connsiteY5" fmla="*/ 370550 h 370550"/>
                <a:gd name="connsiteX6" fmla="*/ 11608 w 270688"/>
                <a:gd name="connsiteY6" fmla="*/ 43180 h 370550"/>
                <a:gd name="connsiteX0" fmla="*/ 11608 w 270688"/>
                <a:gd name="connsiteY0" fmla="*/ 58888 h 386258"/>
                <a:gd name="connsiteX1" fmla="*/ 54788 w 270688"/>
                <a:gd name="connsiteY1" fmla="*/ 15708 h 386258"/>
                <a:gd name="connsiteX2" fmla="*/ 224605 w 270688"/>
                <a:gd name="connsiteY2" fmla="*/ 0 h 386258"/>
                <a:gd name="connsiteX3" fmla="*/ 270688 w 270688"/>
                <a:gd name="connsiteY3" fmla="*/ 58888 h 386258"/>
                <a:gd name="connsiteX4" fmla="*/ 255828 w 270688"/>
                <a:gd name="connsiteY4" fmla="*/ 316541 h 386258"/>
                <a:gd name="connsiteX5" fmla="*/ 20573 w 270688"/>
                <a:gd name="connsiteY5" fmla="*/ 386258 h 386258"/>
                <a:gd name="connsiteX6" fmla="*/ 11608 w 270688"/>
                <a:gd name="connsiteY6" fmla="*/ 58888 h 386258"/>
                <a:gd name="connsiteX0" fmla="*/ 11608 w 269220"/>
                <a:gd name="connsiteY0" fmla="*/ 58888 h 386258"/>
                <a:gd name="connsiteX1" fmla="*/ 54788 w 269220"/>
                <a:gd name="connsiteY1" fmla="*/ 15708 h 386258"/>
                <a:gd name="connsiteX2" fmla="*/ 224605 w 269220"/>
                <a:gd name="connsiteY2" fmla="*/ 0 h 386258"/>
                <a:gd name="connsiteX3" fmla="*/ 269220 w 269220"/>
                <a:gd name="connsiteY3" fmla="*/ 45081 h 386258"/>
                <a:gd name="connsiteX4" fmla="*/ 255828 w 269220"/>
                <a:gd name="connsiteY4" fmla="*/ 316541 h 386258"/>
                <a:gd name="connsiteX5" fmla="*/ 20573 w 269220"/>
                <a:gd name="connsiteY5" fmla="*/ 386258 h 386258"/>
                <a:gd name="connsiteX6" fmla="*/ 11608 w 269220"/>
                <a:gd name="connsiteY6" fmla="*/ 58888 h 386258"/>
                <a:gd name="connsiteX0" fmla="*/ 11608 w 269220"/>
                <a:gd name="connsiteY0" fmla="*/ 70794 h 398164"/>
                <a:gd name="connsiteX1" fmla="*/ 54788 w 269220"/>
                <a:gd name="connsiteY1" fmla="*/ 27614 h 398164"/>
                <a:gd name="connsiteX2" fmla="*/ 224570 w 269220"/>
                <a:gd name="connsiteY2" fmla="*/ 0 h 398164"/>
                <a:gd name="connsiteX3" fmla="*/ 269220 w 269220"/>
                <a:gd name="connsiteY3" fmla="*/ 56987 h 398164"/>
                <a:gd name="connsiteX4" fmla="*/ 255828 w 269220"/>
                <a:gd name="connsiteY4" fmla="*/ 328447 h 398164"/>
                <a:gd name="connsiteX5" fmla="*/ 20573 w 269220"/>
                <a:gd name="connsiteY5" fmla="*/ 398164 h 398164"/>
                <a:gd name="connsiteX6" fmla="*/ 11608 w 269220"/>
                <a:gd name="connsiteY6" fmla="*/ 70794 h 398164"/>
                <a:gd name="connsiteX0" fmla="*/ 11608 w 269220"/>
                <a:gd name="connsiteY0" fmla="*/ 77931 h 405301"/>
                <a:gd name="connsiteX1" fmla="*/ 54788 w 269220"/>
                <a:gd name="connsiteY1" fmla="*/ 34751 h 405301"/>
                <a:gd name="connsiteX2" fmla="*/ 222169 w 269220"/>
                <a:gd name="connsiteY2" fmla="*/ 0 h 405301"/>
                <a:gd name="connsiteX3" fmla="*/ 269220 w 269220"/>
                <a:gd name="connsiteY3" fmla="*/ 64124 h 405301"/>
                <a:gd name="connsiteX4" fmla="*/ 255828 w 269220"/>
                <a:gd name="connsiteY4" fmla="*/ 335584 h 405301"/>
                <a:gd name="connsiteX5" fmla="*/ 20573 w 269220"/>
                <a:gd name="connsiteY5" fmla="*/ 405301 h 405301"/>
                <a:gd name="connsiteX6" fmla="*/ 11608 w 269220"/>
                <a:gd name="connsiteY6" fmla="*/ 77931 h 405301"/>
                <a:gd name="connsiteX0" fmla="*/ 11608 w 269185"/>
                <a:gd name="connsiteY0" fmla="*/ 77931 h 405301"/>
                <a:gd name="connsiteX1" fmla="*/ 54788 w 269185"/>
                <a:gd name="connsiteY1" fmla="*/ 34751 h 405301"/>
                <a:gd name="connsiteX2" fmla="*/ 222169 w 269185"/>
                <a:gd name="connsiteY2" fmla="*/ 0 h 405301"/>
                <a:gd name="connsiteX3" fmla="*/ 269185 w 269185"/>
                <a:gd name="connsiteY3" fmla="*/ 52219 h 405301"/>
                <a:gd name="connsiteX4" fmla="*/ 255828 w 269185"/>
                <a:gd name="connsiteY4" fmla="*/ 335584 h 405301"/>
                <a:gd name="connsiteX5" fmla="*/ 20573 w 269185"/>
                <a:gd name="connsiteY5" fmla="*/ 405301 h 405301"/>
                <a:gd name="connsiteX6" fmla="*/ 11608 w 269185"/>
                <a:gd name="connsiteY6" fmla="*/ 77931 h 405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9185" h="405301">
                  <a:moveTo>
                    <a:pt x="11608" y="77931"/>
                  </a:moveTo>
                  <a:cubicBezTo>
                    <a:pt x="11608" y="54083"/>
                    <a:pt x="30940" y="34751"/>
                    <a:pt x="54788" y="34751"/>
                  </a:cubicBezTo>
                  <a:lnTo>
                    <a:pt x="222169" y="0"/>
                  </a:lnTo>
                  <a:cubicBezTo>
                    <a:pt x="246017" y="0"/>
                    <a:pt x="269185" y="28371"/>
                    <a:pt x="269185" y="52219"/>
                  </a:cubicBezTo>
                  <a:lnTo>
                    <a:pt x="255828" y="335584"/>
                  </a:lnTo>
                  <a:cubicBezTo>
                    <a:pt x="219845" y="385843"/>
                    <a:pt x="63753" y="405301"/>
                    <a:pt x="20573" y="405301"/>
                  </a:cubicBezTo>
                  <a:cubicBezTo>
                    <a:pt x="-19730" y="363548"/>
                    <a:pt x="11608" y="135387"/>
                    <a:pt x="11608" y="77931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Oval 11">
              <a:extLst>
                <a:ext uri="{FF2B5EF4-FFF2-40B4-BE49-F238E27FC236}">
                  <a16:creationId xmlns:a16="http://schemas.microsoft.com/office/drawing/2014/main" id="{BCE94059-0EE8-4886-8116-9017C06E98F2}"/>
                </a:ext>
              </a:extLst>
            </p:cNvPr>
            <p:cNvSpPr/>
            <p:nvPr/>
          </p:nvSpPr>
          <p:spPr>
            <a:xfrm rot="21054010">
              <a:off x="3030137" y="4088828"/>
              <a:ext cx="1439428" cy="609716"/>
            </a:xfrm>
            <a:custGeom>
              <a:avLst/>
              <a:gdLst>
                <a:gd name="connsiteX0" fmla="*/ 0 w 1186429"/>
                <a:gd name="connsiteY0" fmla="*/ 350520 h 701040"/>
                <a:gd name="connsiteX1" fmla="*/ 593215 w 1186429"/>
                <a:gd name="connsiteY1" fmla="*/ 0 h 701040"/>
                <a:gd name="connsiteX2" fmla="*/ 1186430 w 1186429"/>
                <a:gd name="connsiteY2" fmla="*/ 350520 h 701040"/>
                <a:gd name="connsiteX3" fmla="*/ 593215 w 1186429"/>
                <a:gd name="connsiteY3" fmla="*/ 701040 h 701040"/>
                <a:gd name="connsiteX4" fmla="*/ 0 w 1186429"/>
                <a:gd name="connsiteY4" fmla="*/ 350520 h 701040"/>
                <a:gd name="connsiteX0" fmla="*/ 0 w 1186430"/>
                <a:gd name="connsiteY0" fmla="*/ 350520 h 701040"/>
                <a:gd name="connsiteX1" fmla="*/ 593215 w 1186430"/>
                <a:gd name="connsiteY1" fmla="*/ 0 h 701040"/>
                <a:gd name="connsiteX2" fmla="*/ 1186430 w 1186430"/>
                <a:gd name="connsiteY2" fmla="*/ 350520 h 701040"/>
                <a:gd name="connsiteX3" fmla="*/ 593215 w 1186430"/>
                <a:gd name="connsiteY3" fmla="*/ 701040 h 701040"/>
                <a:gd name="connsiteX4" fmla="*/ 0 w 1186430"/>
                <a:gd name="connsiteY4" fmla="*/ 350520 h 701040"/>
                <a:gd name="connsiteX0" fmla="*/ 0 w 667366"/>
                <a:gd name="connsiteY0" fmla="*/ 360263 h 720526"/>
                <a:gd name="connsiteX1" fmla="*/ 593215 w 667366"/>
                <a:gd name="connsiteY1" fmla="*/ 9743 h 720526"/>
                <a:gd name="connsiteX2" fmla="*/ 593215 w 667366"/>
                <a:gd name="connsiteY2" fmla="*/ 710783 h 720526"/>
                <a:gd name="connsiteX3" fmla="*/ 0 w 667366"/>
                <a:gd name="connsiteY3" fmla="*/ 360263 h 720526"/>
                <a:gd name="connsiteX0" fmla="*/ 0 w 593215"/>
                <a:gd name="connsiteY0" fmla="*/ 0 h 360263"/>
                <a:gd name="connsiteX1" fmla="*/ 593215 w 593215"/>
                <a:gd name="connsiteY1" fmla="*/ 350520 h 360263"/>
                <a:gd name="connsiteX2" fmla="*/ 0 w 593215"/>
                <a:gd name="connsiteY2" fmla="*/ 0 h 360263"/>
                <a:gd name="connsiteX0" fmla="*/ 0 w 1392093"/>
                <a:gd name="connsiteY0" fmla="*/ 0 h 76613"/>
                <a:gd name="connsiteX1" fmla="*/ 1392093 w 1392093"/>
                <a:gd name="connsiteY1" fmla="*/ 60466 h 76613"/>
                <a:gd name="connsiteX2" fmla="*/ 0 w 1392093"/>
                <a:gd name="connsiteY2" fmla="*/ 0 h 76613"/>
                <a:gd name="connsiteX0" fmla="*/ 0 w 1393438"/>
                <a:gd name="connsiteY0" fmla="*/ 99000 h 292529"/>
                <a:gd name="connsiteX1" fmla="*/ 1392093 w 1393438"/>
                <a:gd name="connsiteY1" fmla="*/ 159466 h 292529"/>
                <a:gd name="connsiteX2" fmla="*/ 0 w 1393438"/>
                <a:gd name="connsiteY2" fmla="*/ 99000 h 292529"/>
                <a:gd name="connsiteX0" fmla="*/ 2492 w 1395464"/>
                <a:gd name="connsiteY0" fmla="*/ 302815 h 656192"/>
                <a:gd name="connsiteX1" fmla="*/ 1394585 w 1395464"/>
                <a:gd name="connsiteY1" fmla="*/ 363281 h 656192"/>
                <a:gd name="connsiteX2" fmla="*/ 2492 w 1395464"/>
                <a:gd name="connsiteY2" fmla="*/ 302815 h 656192"/>
                <a:gd name="connsiteX0" fmla="*/ 2495 w 1434462"/>
                <a:gd name="connsiteY0" fmla="*/ 213168 h 474809"/>
                <a:gd name="connsiteX1" fmla="*/ 1434462 w 1434462"/>
                <a:gd name="connsiteY1" fmla="*/ 305744 h 474809"/>
                <a:gd name="connsiteX2" fmla="*/ 2495 w 1434462"/>
                <a:gd name="connsiteY2" fmla="*/ 213168 h 474809"/>
                <a:gd name="connsiteX0" fmla="*/ 7889 w 1439856"/>
                <a:gd name="connsiteY0" fmla="*/ 278254 h 604798"/>
                <a:gd name="connsiteX1" fmla="*/ 1439856 w 1439856"/>
                <a:gd name="connsiteY1" fmla="*/ 370830 h 604798"/>
                <a:gd name="connsiteX2" fmla="*/ 7889 w 1439856"/>
                <a:gd name="connsiteY2" fmla="*/ 278254 h 604798"/>
                <a:gd name="connsiteX0" fmla="*/ 7849 w 1439852"/>
                <a:gd name="connsiteY0" fmla="*/ 307941 h 673409"/>
                <a:gd name="connsiteX1" fmla="*/ 1439816 w 1439852"/>
                <a:gd name="connsiteY1" fmla="*/ 400517 h 673409"/>
                <a:gd name="connsiteX2" fmla="*/ 7849 w 1439852"/>
                <a:gd name="connsiteY2" fmla="*/ 307941 h 673409"/>
                <a:gd name="connsiteX0" fmla="*/ 7893 w 1439860"/>
                <a:gd name="connsiteY0" fmla="*/ 301151 h 657745"/>
                <a:gd name="connsiteX1" fmla="*/ 1439860 w 1439860"/>
                <a:gd name="connsiteY1" fmla="*/ 393727 h 657745"/>
                <a:gd name="connsiteX2" fmla="*/ 7893 w 1439860"/>
                <a:gd name="connsiteY2" fmla="*/ 301151 h 657745"/>
                <a:gd name="connsiteX0" fmla="*/ 7937 w 1439961"/>
                <a:gd name="connsiteY0" fmla="*/ 294078 h 641407"/>
                <a:gd name="connsiteX1" fmla="*/ 1439904 w 1439961"/>
                <a:gd name="connsiteY1" fmla="*/ 386654 h 641407"/>
                <a:gd name="connsiteX2" fmla="*/ 7937 w 1439961"/>
                <a:gd name="connsiteY2" fmla="*/ 294078 h 641407"/>
                <a:gd name="connsiteX0" fmla="*/ 7927 w 1439928"/>
                <a:gd name="connsiteY0" fmla="*/ 291115 h 634555"/>
                <a:gd name="connsiteX1" fmla="*/ 1439894 w 1439928"/>
                <a:gd name="connsiteY1" fmla="*/ 383691 h 634555"/>
                <a:gd name="connsiteX2" fmla="*/ 7927 w 1439928"/>
                <a:gd name="connsiteY2" fmla="*/ 291115 h 634555"/>
                <a:gd name="connsiteX0" fmla="*/ 7427 w 1439428"/>
                <a:gd name="connsiteY0" fmla="*/ 278591 h 609716"/>
                <a:gd name="connsiteX1" fmla="*/ 1439394 w 1439428"/>
                <a:gd name="connsiteY1" fmla="*/ 371167 h 609716"/>
                <a:gd name="connsiteX2" fmla="*/ 7427 w 1439428"/>
                <a:gd name="connsiteY2" fmla="*/ 278591 h 609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39428" h="609716">
                  <a:moveTo>
                    <a:pt x="7427" y="278591"/>
                  </a:moveTo>
                  <a:cubicBezTo>
                    <a:pt x="134732" y="-369343"/>
                    <a:pt x="1447211" y="307306"/>
                    <a:pt x="1439394" y="371167"/>
                  </a:cubicBezTo>
                  <a:cubicBezTo>
                    <a:pt x="1431577" y="435028"/>
                    <a:pt x="-119878" y="926525"/>
                    <a:pt x="7427" y="278591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59B8ECD3-75C5-4337-8A1F-BF891EA4551D}"/>
                </a:ext>
              </a:extLst>
            </p:cNvPr>
            <p:cNvSpPr/>
            <p:nvPr/>
          </p:nvSpPr>
          <p:spPr>
            <a:xfrm>
              <a:off x="3371787" y="4365108"/>
              <a:ext cx="192519" cy="192519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5C81A2D9-0AA0-4402-95B8-5A5AB28C43DE}"/>
                </a:ext>
              </a:extLst>
            </p:cNvPr>
            <p:cNvCxnSpPr>
              <a:stCxn id="66" idx="5"/>
            </p:cNvCxnSpPr>
            <p:nvPr/>
          </p:nvCxnSpPr>
          <p:spPr>
            <a:xfrm>
              <a:off x="3536112" y="4529433"/>
              <a:ext cx="167271" cy="110806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68" name="Flowchart: Alternate Process 67">
              <a:extLst>
                <a:ext uri="{FF2B5EF4-FFF2-40B4-BE49-F238E27FC236}">
                  <a16:creationId xmlns:a16="http://schemas.microsoft.com/office/drawing/2014/main" id="{369DA86A-9F5F-4AD7-B7E7-4B78A3C96131}"/>
                </a:ext>
              </a:extLst>
            </p:cNvPr>
            <p:cNvSpPr/>
            <p:nvPr/>
          </p:nvSpPr>
          <p:spPr>
            <a:xfrm>
              <a:off x="3650556" y="4588440"/>
              <a:ext cx="217152" cy="110806"/>
            </a:xfrm>
            <a:prstGeom prst="flowChartAlternateProcess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Flowchart: Alternate Process 5">
              <a:extLst>
                <a:ext uri="{FF2B5EF4-FFF2-40B4-BE49-F238E27FC236}">
                  <a16:creationId xmlns:a16="http://schemas.microsoft.com/office/drawing/2014/main" id="{D6A67F37-8A51-41D6-AA4A-8873BA9781C1}"/>
                </a:ext>
              </a:extLst>
            </p:cNvPr>
            <p:cNvSpPr/>
            <p:nvPr/>
          </p:nvSpPr>
          <p:spPr>
            <a:xfrm rot="2222119">
              <a:off x="4302244" y="2829603"/>
              <a:ext cx="205982" cy="205051"/>
            </a:xfrm>
            <a:custGeom>
              <a:avLst/>
              <a:gdLst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59080 w 259080"/>
                <a:gd name="connsiteY4" fmla="*/ 301554 h 344734"/>
                <a:gd name="connsiteX5" fmla="*/ 215900 w 259080"/>
                <a:gd name="connsiteY5" fmla="*/ 344734 h 344734"/>
                <a:gd name="connsiteX6" fmla="*/ 43180 w 259080"/>
                <a:gd name="connsiteY6" fmla="*/ 344734 h 344734"/>
                <a:gd name="connsiteX7" fmla="*/ 0 w 259080"/>
                <a:gd name="connsiteY7" fmla="*/ 301554 h 344734"/>
                <a:gd name="connsiteX8" fmla="*/ 0 w 259080"/>
                <a:gd name="connsiteY8" fmla="*/ 43180 h 344734"/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59080 w 259080"/>
                <a:gd name="connsiteY4" fmla="*/ 301554 h 344734"/>
                <a:gd name="connsiteX5" fmla="*/ 217283 w 259080"/>
                <a:gd name="connsiteY5" fmla="*/ 295962 h 344734"/>
                <a:gd name="connsiteX6" fmla="*/ 43180 w 259080"/>
                <a:gd name="connsiteY6" fmla="*/ 344734 h 344734"/>
                <a:gd name="connsiteX7" fmla="*/ 0 w 259080"/>
                <a:gd name="connsiteY7" fmla="*/ 301554 h 344734"/>
                <a:gd name="connsiteX8" fmla="*/ 0 w 259080"/>
                <a:gd name="connsiteY8" fmla="*/ 43180 h 344734"/>
                <a:gd name="connsiteX0" fmla="*/ 0 w 259080"/>
                <a:gd name="connsiteY0" fmla="*/ 43180 h 345075"/>
                <a:gd name="connsiteX1" fmla="*/ 43180 w 259080"/>
                <a:gd name="connsiteY1" fmla="*/ 0 h 345075"/>
                <a:gd name="connsiteX2" fmla="*/ 215900 w 259080"/>
                <a:gd name="connsiteY2" fmla="*/ 0 h 345075"/>
                <a:gd name="connsiteX3" fmla="*/ 259080 w 259080"/>
                <a:gd name="connsiteY3" fmla="*/ 43180 h 345075"/>
                <a:gd name="connsiteX4" fmla="*/ 259080 w 259080"/>
                <a:gd name="connsiteY4" fmla="*/ 301554 h 345075"/>
                <a:gd name="connsiteX5" fmla="*/ 43180 w 259080"/>
                <a:gd name="connsiteY5" fmla="*/ 344734 h 345075"/>
                <a:gd name="connsiteX6" fmla="*/ 0 w 259080"/>
                <a:gd name="connsiteY6" fmla="*/ 301554 h 345075"/>
                <a:gd name="connsiteX7" fmla="*/ 0 w 259080"/>
                <a:gd name="connsiteY7" fmla="*/ 43180 h 345075"/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42215 w 259080"/>
                <a:gd name="connsiteY4" fmla="*/ 266550 h 344734"/>
                <a:gd name="connsiteX5" fmla="*/ 43180 w 259080"/>
                <a:gd name="connsiteY5" fmla="*/ 344734 h 344734"/>
                <a:gd name="connsiteX6" fmla="*/ 0 w 259080"/>
                <a:gd name="connsiteY6" fmla="*/ 301554 h 344734"/>
                <a:gd name="connsiteX7" fmla="*/ 0 w 259080"/>
                <a:gd name="connsiteY7" fmla="*/ 43180 h 344734"/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41817 w 259080"/>
                <a:gd name="connsiteY4" fmla="*/ 293696 h 344734"/>
                <a:gd name="connsiteX5" fmla="*/ 43180 w 259080"/>
                <a:gd name="connsiteY5" fmla="*/ 344734 h 344734"/>
                <a:gd name="connsiteX6" fmla="*/ 0 w 259080"/>
                <a:gd name="connsiteY6" fmla="*/ 301554 h 344734"/>
                <a:gd name="connsiteX7" fmla="*/ 0 w 259080"/>
                <a:gd name="connsiteY7" fmla="*/ 43180 h 344734"/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41817 w 259080"/>
                <a:gd name="connsiteY4" fmla="*/ 293696 h 344734"/>
                <a:gd name="connsiteX5" fmla="*/ 43180 w 259080"/>
                <a:gd name="connsiteY5" fmla="*/ 344734 h 344734"/>
                <a:gd name="connsiteX6" fmla="*/ 0 w 259080"/>
                <a:gd name="connsiteY6" fmla="*/ 43180 h 344734"/>
                <a:gd name="connsiteX0" fmla="*/ 11608 w 270688"/>
                <a:gd name="connsiteY0" fmla="*/ 43180 h 370550"/>
                <a:gd name="connsiteX1" fmla="*/ 54788 w 270688"/>
                <a:gd name="connsiteY1" fmla="*/ 0 h 370550"/>
                <a:gd name="connsiteX2" fmla="*/ 227508 w 270688"/>
                <a:gd name="connsiteY2" fmla="*/ 0 h 370550"/>
                <a:gd name="connsiteX3" fmla="*/ 270688 w 270688"/>
                <a:gd name="connsiteY3" fmla="*/ 43180 h 370550"/>
                <a:gd name="connsiteX4" fmla="*/ 253425 w 270688"/>
                <a:gd name="connsiteY4" fmla="*/ 293696 h 370550"/>
                <a:gd name="connsiteX5" fmla="*/ 20573 w 270688"/>
                <a:gd name="connsiteY5" fmla="*/ 370550 h 370550"/>
                <a:gd name="connsiteX6" fmla="*/ 11608 w 270688"/>
                <a:gd name="connsiteY6" fmla="*/ 43180 h 370550"/>
                <a:gd name="connsiteX0" fmla="*/ 11608 w 270688"/>
                <a:gd name="connsiteY0" fmla="*/ 43180 h 370550"/>
                <a:gd name="connsiteX1" fmla="*/ 54788 w 270688"/>
                <a:gd name="connsiteY1" fmla="*/ 0 h 370550"/>
                <a:gd name="connsiteX2" fmla="*/ 227508 w 270688"/>
                <a:gd name="connsiteY2" fmla="*/ 0 h 370550"/>
                <a:gd name="connsiteX3" fmla="*/ 270688 w 270688"/>
                <a:gd name="connsiteY3" fmla="*/ 43180 h 370550"/>
                <a:gd name="connsiteX4" fmla="*/ 255828 w 270688"/>
                <a:gd name="connsiteY4" fmla="*/ 300833 h 370550"/>
                <a:gd name="connsiteX5" fmla="*/ 20573 w 270688"/>
                <a:gd name="connsiteY5" fmla="*/ 370550 h 370550"/>
                <a:gd name="connsiteX6" fmla="*/ 11608 w 270688"/>
                <a:gd name="connsiteY6" fmla="*/ 43180 h 370550"/>
                <a:gd name="connsiteX0" fmla="*/ 11608 w 270688"/>
                <a:gd name="connsiteY0" fmla="*/ 58888 h 386258"/>
                <a:gd name="connsiteX1" fmla="*/ 54788 w 270688"/>
                <a:gd name="connsiteY1" fmla="*/ 15708 h 386258"/>
                <a:gd name="connsiteX2" fmla="*/ 224605 w 270688"/>
                <a:gd name="connsiteY2" fmla="*/ 0 h 386258"/>
                <a:gd name="connsiteX3" fmla="*/ 270688 w 270688"/>
                <a:gd name="connsiteY3" fmla="*/ 58888 h 386258"/>
                <a:gd name="connsiteX4" fmla="*/ 255828 w 270688"/>
                <a:gd name="connsiteY4" fmla="*/ 316541 h 386258"/>
                <a:gd name="connsiteX5" fmla="*/ 20573 w 270688"/>
                <a:gd name="connsiteY5" fmla="*/ 386258 h 386258"/>
                <a:gd name="connsiteX6" fmla="*/ 11608 w 270688"/>
                <a:gd name="connsiteY6" fmla="*/ 58888 h 386258"/>
                <a:gd name="connsiteX0" fmla="*/ 11608 w 269220"/>
                <a:gd name="connsiteY0" fmla="*/ 58888 h 386258"/>
                <a:gd name="connsiteX1" fmla="*/ 54788 w 269220"/>
                <a:gd name="connsiteY1" fmla="*/ 15708 h 386258"/>
                <a:gd name="connsiteX2" fmla="*/ 224605 w 269220"/>
                <a:gd name="connsiteY2" fmla="*/ 0 h 386258"/>
                <a:gd name="connsiteX3" fmla="*/ 269220 w 269220"/>
                <a:gd name="connsiteY3" fmla="*/ 45081 h 386258"/>
                <a:gd name="connsiteX4" fmla="*/ 255828 w 269220"/>
                <a:gd name="connsiteY4" fmla="*/ 316541 h 386258"/>
                <a:gd name="connsiteX5" fmla="*/ 20573 w 269220"/>
                <a:gd name="connsiteY5" fmla="*/ 386258 h 386258"/>
                <a:gd name="connsiteX6" fmla="*/ 11608 w 269220"/>
                <a:gd name="connsiteY6" fmla="*/ 58888 h 386258"/>
                <a:gd name="connsiteX0" fmla="*/ 11608 w 269220"/>
                <a:gd name="connsiteY0" fmla="*/ 70794 h 398164"/>
                <a:gd name="connsiteX1" fmla="*/ 54788 w 269220"/>
                <a:gd name="connsiteY1" fmla="*/ 27614 h 398164"/>
                <a:gd name="connsiteX2" fmla="*/ 224570 w 269220"/>
                <a:gd name="connsiteY2" fmla="*/ 0 h 398164"/>
                <a:gd name="connsiteX3" fmla="*/ 269220 w 269220"/>
                <a:gd name="connsiteY3" fmla="*/ 56987 h 398164"/>
                <a:gd name="connsiteX4" fmla="*/ 255828 w 269220"/>
                <a:gd name="connsiteY4" fmla="*/ 328447 h 398164"/>
                <a:gd name="connsiteX5" fmla="*/ 20573 w 269220"/>
                <a:gd name="connsiteY5" fmla="*/ 398164 h 398164"/>
                <a:gd name="connsiteX6" fmla="*/ 11608 w 269220"/>
                <a:gd name="connsiteY6" fmla="*/ 70794 h 398164"/>
                <a:gd name="connsiteX0" fmla="*/ 11608 w 269220"/>
                <a:gd name="connsiteY0" fmla="*/ 77931 h 405301"/>
                <a:gd name="connsiteX1" fmla="*/ 54788 w 269220"/>
                <a:gd name="connsiteY1" fmla="*/ 34751 h 405301"/>
                <a:gd name="connsiteX2" fmla="*/ 222169 w 269220"/>
                <a:gd name="connsiteY2" fmla="*/ 0 h 405301"/>
                <a:gd name="connsiteX3" fmla="*/ 269220 w 269220"/>
                <a:gd name="connsiteY3" fmla="*/ 64124 h 405301"/>
                <a:gd name="connsiteX4" fmla="*/ 255828 w 269220"/>
                <a:gd name="connsiteY4" fmla="*/ 335584 h 405301"/>
                <a:gd name="connsiteX5" fmla="*/ 20573 w 269220"/>
                <a:gd name="connsiteY5" fmla="*/ 405301 h 405301"/>
                <a:gd name="connsiteX6" fmla="*/ 11608 w 269220"/>
                <a:gd name="connsiteY6" fmla="*/ 77931 h 405301"/>
                <a:gd name="connsiteX0" fmla="*/ 11608 w 269185"/>
                <a:gd name="connsiteY0" fmla="*/ 77931 h 405301"/>
                <a:gd name="connsiteX1" fmla="*/ 54788 w 269185"/>
                <a:gd name="connsiteY1" fmla="*/ 34751 h 405301"/>
                <a:gd name="connsiteX2" fmla="*/ 222169 w 269185"/>
                <a:gd name="connsiteY2" fmla="*/ 0 h 405301"/>
                <a:gd name="connsiteX3" fmla="*/ 269185 w 269185"/>
                <a:gd name="connsiteY3" fmla="*/ 52219 h 405301"/>
                <a:gd name="connsiteX4" fmla="*/ 255828 w 269185"/>
                <a:gd name="connsiteY4" fmla="*/ 335584 h 405301"/>
                <a:gd name="connsiteX5" fmla="*/ 20573 w 269185"/>
                <a:gd name="connsiteY5" fmla="*/ 405301 h 405301"/>
                <a:gd name="connsiteX6" fmla="*/ 11608 w 269185"/>
                <a:gd name="connsiteY6" fmla="*/ 77931 h 405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9185" h="405301">
                  <a:moveTo>
                    <a:pt x="11608" y="77931"/>
                  </a:moveTo>
                  <a:cubicBezTo>
                    <a:pt x="11608" y="54083"/>
                    <a:pt x="30940" y="34751"/>
                    <a:pt x="54788" y="34751"/>
                  </a:cubicBezTo>
                  <a:lnTo>
                    <a:pt x="222169" y="0"/>
                  </a:lnTo>
                  <a:cubicBezTo>
                    <a:pt x="246017" y="0"/>
                    <a:pt x="269185" y="28371"/>
                    <a:pt x="269185" y="52219"/>
                  </a:cubicBezTo>
                  <a:lnTo>
                    <a:pt x="255828" y="335584"/>
                  </a:lnTo>
                  <a:cubicBezTo>
                    <a:pt x="219845" y="385843"/>
                    <a:pt x="63753" y="405301"/>
                    <a:pt x="20573" y="405301"/>
                  </a:cubicBezTo>
                  <a:cubicBezTo>
                    <a:pt x="-19730" y="363548"/>
                    <a:pt x="11608" y="135387"/>
                    <a:pt x="11608" y="77931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Flowchart: Alternate Process 5">
              <a:extLst>
                <a:ext uri="{FF2B5EF4-FFF2-40B4-BE49-F238E27FC236}">
                  <a16:creationId xmlns:a16="http://schemas.microsoft.com/office/drawing/2014/main" id="{5FFE17EE-8837-4003-B92E-18F44B0B0C9E}"/>
                </a:ext>
              </a:extLst>
            </p:cNvPr>
            <p:cNvSpPr/>
            <p:nvPr/>
          </p:nvSpPr>
          <p:spPr>
            <a:xfrm rot="2222119">
              <a:off x="4183733" y="3007321"/>
              <a:ext cx="103340" cy="102873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" name="Flowchart: Alternate Process 5">
              <a:extLst>
                <a:ext uri="{FF2B5EF4-FFF2-40B4-BE49-F238E27FC236}">
                  <a16:creationId xmlns:a16="http://schemas.microsoft.com/office/drawing/2014/main" id="{DD068FB6-7052-43F5-BD3A-BE4472991ECC}"/>
                </a:ext>
              </a:extLst>
            </p:cNvPr>
            <p:cNvSpPr/>
            <p:nvPr/>
          </p:nvSpPr>
          <p:spPr>
            <a:xfrm rot="2222119">
              <a:off x="4298462" y="3051376"/>
              <a:ext cx="103340" cy="102873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09641E4-2922-4AC6-9523-A163CDCCFB7D}"/>
              </a:ext>
            </a:extLst>
          </p:cNvPr>
          <p:cNvGrpSpPr/>
          <p:nvPr/>
        </p:nvGrpSpPr>
        <p:grpSpPr>
          <a:xfrm>
            <a:off x="2059356" y="5904854"/>
            <a:ext cx="3892221" cy="5333391"/>
            <a:chOff x="3314815" y="2982186"/>
            <a:chExt cx="1209889" cy="1657871"/>
          </a:xfrm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E65CBDB-B34A-44BB-932B-D4035451E132}"/>
                </a:ext>
              </a:extLst>
            </p:cNvPr>
            <p:cNvSpPr/>
            <p:nvPr/>
          </p:nvSpPr>
          <p:spPr>
            <a:xfrm flipH="1">
              <a:off x="3314815" y="3757685"/>
              <a:ext cx="288756" cy="754240"/>
            </a:xfrm>
            <a:custGeom>
              <a:avLst/>
              <a:gdLst>
                <a:gd name="connsiteX0" fmla="*/ 115393 w 649909"/>
                <a:gd name="connsiteY0" fmla="*/ 0 h 923977"/>
                <a:gd name="connsiteX1" fmla="*/ 29668 w 649909"/>
                <a:gd name="connsiteY1" fmla="*/ 438150 h 923977"/>
                <a:gd name="connsiteX2" fmla="*/ 563068 w 649909"/>
                <a:gd name="connsiteY2" fmla="*/ 847725 h 923977"/>
                <a:gd name="connsiteX3" fmla="*/ 648793 w 649909"/>
                <a:gd name="connsiteY3" fmla="*/ 923925 h 923977"/>
                <a:gd name="connsiteX4" fmla="*/ 648793 w 649909"/>
                <a:gd name="connsiteY4" fmla="*/ 923925 h 923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9909" h="923977">
                  <a:moveTo>
                    <a:pt x="115393" y="0"/>
                  </a:moveTo>
                  <a:cubicBezTo>
                    <a:pt x="35224" y="148431"/>
                    <a:pt x="-44945" y="296863"/>
                    <a:pt x="29668" y="438150"/>
                  </a:cubicBezTo>
                  <a:cubicBezTo>
                    <a:pt x="104280" y="579438"/>
                    <a:pt x="459881" y="766763"/>
                    <a:pt x="563068" y="847725"/>
                  </a:cubicBezTo>
                  <a:cubicBezTo>
                    <a:pt x="666255" y="928687"/>
                    <a:pt x="648793" y="923925"/>
                    <a:pt x="648793" y="923925"/>
                  </a:cubicBezTo>
                  <a:lnTo>
                    <a:pt x="648793" y="923925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7F6D1FA1-3B40-4665-AF09-CD6BA0774D2A}"/>
                </a:ext>
              </a:extLst>
            </p:cNvPr>
            <p:cNvGrpSpPr/>
            <p:nvPr/>
          </p:nvGrpSpPr>
          <p:grpSpPr>
            <a:xfrm>
              <a:off x="3461211" y="2982186"/>
              <a:ext cx="1063493" cy="1657871"/>
              <a:chOff x="1037066" y="3573579"/>
              <a:chExt cx="1418628" cy="2211489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519B6808-CE9D-4712-9CEB-6DE76D45BFCA}"/>
                  </a:ext>
                </a:extLst>
              </p:cNvPr>
              <p:cNvGrpSpPr/>
              <p:nvPr/>
            </p:nvGrpSpPr>
            <p:grpSpPr>
              <a:xfrm>
                <a:off x="1037066" y="3573579"/>
                <a:ext cx="1418628" cy="2211489"/>
                <a:chOff x="1035566" y="2654170"/>
                <a:chExt cx="2211508" cy="3447505"/>
              </a:xfrm>
            </p:grpSpPr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790F98C0-5AE6-49F9-B7C0-A6C426AB019F}"/>
                    </a:ext>
                  </a:extLst>
                </p:cNvPr>
                <p:cNvGrpSpPr/>
                <p:nvPr/>
              </p:nvGrpSpPr>
              <p:grpSpPr>
                <a:xfrm>
                  <a:off x="1035566" y="2772022"/>
                  <a:ext cx="2211508" cy="3329653"/>
                  <a:chOff x="3631165" y="4906673"/>
                  <a:chExt cx="2536874" cy="3819529"/>
                </a:xfrm>
              </p:grpSpPr>
              <p:cxnSp>
                <p:nvCxnSpPr>
                  <p:cNvPr id="35" name="Straight Connector 34">
                    <a:extLst>
                      <a:ext uri="{FF2B5EF4-FFF2-40B4-BE49-F238E27FC236}">
                        <a16:creationId xmlns:a16="http://schemas.microsoft.com/office/drawing/2014/main" id="{1ED6456B-1783-437D-A6E2-E092CB56D1F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670019" y="6869072"/>
                    <a:ext cx="0" cy="1601342"/>
                  </a:xfrm>
                  <a:prstGeom prst="line">
                    <a:avLst/>
                  </a:prstGeom>
                  <a:noFill/>
                  <a:ln w="5715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36" name="Straight Connector 35">
                    <a:extLst>
                      <a:ext uri="{FF2B5EF4-FFF2-40B4-BE49-F238E27FC236}">
                        <a16:creationId xmlns:a16="http://schemas.microsoft.com/office/drawing/2014/main" id="{67F077CB-E525-4239-A05E-FE419247787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213125" y="7156133"/>
                    <a:ext cx="1" cy="1503219"/>
                  </a:xfrm>
                  <a:prstGeom prst="line">
                    <a:avLst/>
                  </a:prstGeom>
                  <a:noFill/>
                  <a:ln w="5715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</p:cxnSp>
              <p:sp>
                <p:nvSpPr>
                  <p:cNvPr id="37" name="Oval 36">
                    <a:extLst>
                      <a:ext uri="{FF2B5EF4-FFF2-40B4-BE49-F238E27FC236}">
                        <a16:creationId xmlns:a16="http://schemas.microsoft.com/office/drawing/2014/main" id="{F02A329C-1F18-42DA-937A-316ECF40B118}"/>
                      </a:ext>
                    </a:extLst>
                  </p:cNvPr>
                  <p:cNvSpPr/>
                  <p:nvPr/>
                </p:nvSpPr>
                <p:spPr>
                  <a:xfrm>
                    <a:off x="3631165" y="4906673"/>
                    <a:ext cx="2536874" cy="2447778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miter lim="800000"/>
                  </a:ln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8" name="Oval 37">
                    <a:extLst>
                      <a:ext uri="{FF2B5EF4-FFF2-40B4-BE49-F238E27FC236}">
                        <a16:creationId xmlns:a16="http://schemas.microsoft.com/office/drawing/2014/main" id="{1556CE36-5BD6-49CF-8735-07D45FE95ED8}"/>
                      </a:ext>
                    </a:extLst>
                  </p:cNvPr>
                  <p:cNvSpPr/>
                  <p:nvPr/>
                </p:nvSpPr>
                <p:spPr>
                  <a:xfrm>
                    <a:off x="4138760" y="6248051"/>
                    <a:ext cx="261279" cy="259520"/>
                  </a:xfrm>
                  <a:prstGeom prst="ellipse">
                    <a:avLst/>
                  </a:prstGeom>
                  <a:solidFill>
                    <a:sysClr val="windowText" lastClr="000000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9" name="Rectangle: Top Corners Rounded 38">
                    <a:extLst>
                      <a:ext uri="{FF2B5EF4-FFF2-40B4-BE49-F238E27FC236}">
                        <a16:creationId xmlns:a16="http://schemas.microsoft.com/office/drawing/2014/main" id="{AD503C9A-4039-4241-A837-88F112EE0EDE}"/>
                      </a:ext>
                    </a:extLst>
                  </p:cNvPr>
                  <p:cNvSpPr/>
                  <p:nvPr/>
                </p:nvSpPr>
                <p:spPr>
                  <a:xfrm>
                    <a:off x="4858191" y="8525892"/>
                    <a:ext cx="669495" cy="200310"/>
                  </a:xfrm>
                  <a:prstGeom prst="round2SameRect">
                    <a:avLst>
                      <a:gd name="adj1" fmla="val 50000"/>
                      <a:gd name="adj2" fmla="val 0"/>
                    </a:avLst>
                  </a:prstGeom>
                  <a:solidFill>
                    <a:sysClr val="windowText" lastClr="000000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>
                    <a:innerShdw blurRad="114300">
                      <a:prstClr val="black"/>
                    </a:inn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40" name="Rectangle: Top Corners Rounded 39">
                    <a:extLst>
                      <a:ext uri="{FF2B5EF4-FFF2-40B4-BE49-F238E27FC236}">
                        <a16:creationId xmlns:a16="http://schemas.microsoft.com/office/drawing/2014/main" id="{919831D2-EEDB-401E-AA08-7E8D08AB36F9}"/>
                      </a:ext>
                    </a:extLst>
                  </p:cNvPr>
                  <p:cNvSpPr/>
                  <p:nvPr/>
                </p:nvSpPr>
                <p:spPr>
                  <a:xfrm>
                    <a:off x="4283146" y="8447874"/>
                    <a:ext cx="669495" cy="200310"/>
                  </a:xfrm>
                  <a:prstGeom prst="round2SameRect">
                    <a:avLst>
                      <a:gd name="adj1" fmla="val 50000"/>
                      <a:gd name="adj2" fmla="val 0"/>
                    </a:avLst>
                  </a:prstGeom>
                  <a:solidFill>
                    <a:sysClr val="windowText" lastClr="000000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>
                    <a:innerShdw blurRad="114300">
                      <a:prstClr val="black"/>
                    </a:inn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41" name="Freeform: Shape 40">
                    <a:extLst>
                      <a:ext uri="{FF2B5EF4-FFF2-40B4-BE49-F238E27FC236}">
                        <a16:creationId xmlns:a16="http://schemas.microsoft.com/office/drawing/2014/main" id="{702E9F48-760B-43B0-AA14-3F682501E7A1}"/>
                      </a:ext>
                    </a:extLst>
                  </p:cNvPr>
                  <p:cNvSpPr/>
                  <p:nvPr/>
                </p:nvSpPr>
                <p:spPr>
                  <a:xfrm flipH="1">
                    <a:off x="5410637" y="6731313"/>
                    <a:ext cx="620241" cy="485827"/>
                  </a:xfrm>
                  <a:custGeom>
                    <a:avLst/>
                    <a:gdLst>
                      <a:gd name="connsiteX0" fmla="*/ 115393 w 649909"/>
                      <a:gd name="connsiteY0" fmla="*/ 0 h 923977"/>
                      <a:gd name="connsiteX1" fmla="*/ 29668 w 649909"/>
                      <a:gd name="connsiteY1" fmla="*/ 438150 h 923977"/>
                      <a:gd name="connsiteX2" fmla="*/ 563068 w 649909"/>
                      <a:gd name="connsiteY2" fmla="*/ 847725 h 923977"/>
                      <a:gd name="connsiteX3" fmla="*/ 648793 w 649909"/>
                      <a:gd name="connsiteY3" fmla="*/ 923925 h 923977"/>
                      <a:gd name="connsiteX4" fmla="*/ 648793 w 649909"/>
                      <a:gd name="connsiteY4" fmla="*/ 923925 h 923977"/>
                      <a:gd name="connsiteX0" fmla="*/ 0 w 620241"/>
                      <a:gd name="connsiteY0" fmla="*/ 0 h 485827"/>
                      <a:gd name="connsiteX1" fmla="*/ 533400 w 620241"/>
                      <a:gd name="connsiteY1" fmla="*/ 409575 h 485827"/>
                      <a:gd name="connsiteX2" fmla="*/ 619125 w 620241"/>
                      <a:gd name="connsiteY2" fmla="*/ 485775 h 485827"/>
                      <a:gd name="connsiteX3" fmla="*/ 619125 w 620241"/>
                      <a:gd name="connsiteY3" fmla="*/ 485775 h 48582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620241" h="485827">
                        <a:moveTo>
                          <a:pt x="0" y="0"/>
                        </a:moveTo>
                        <a:cubicBezTo>
                          <a:pt x="74612" y="141288"/>
                          <a:pt x="430213" y="328613"/>
                          <a:pt x="533400" y="409575"/>
                        </a:cubicBezTo>
                        <a:cubicBezTo>
                          <a:pt x="636587" y="490537"/>
                          <a:pt x="619125" y="485775"/>
                          <a:pt x="619125" y="485775"/>
                        </a:cubicBezTo>
                        <a:lnTo>
                          <a:pt x="619125" y="485775"/>
                        </a:lnTo>
                      </a:path>
                    </a:pathLst>
                  </a:custGeom>
                  <a:noFill/>
                  <a:ln w="381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42" name="Freeform: Shape 41">
                    <a:extLst>
                      <a:ext uri="{FF2B5EF4-FFF2-40B4-BE49-F238E27FC236}">
                        <a16:creationId xmlns:a16="http://schemas.microsoft.com/office/drawing/2014/main" id="{D31E9B6A-D1BE-4121-A9F2-4B3E54CAD140}"/>
                      </a:ext>
                    </a:extLst>
                  </p:cNvPr>
                  <p:cNvSpPr/>
                  <p:nvPr/>
                </p:nvSpPr>
                <p:spPr>
                  <a:xfrm flipH="1">
                    <a:off x="4686384" y="6565172"/>
                    <a:ext cx="92468" cy="235601"/>
                  </a:xfrm>
                  <a:custGeom>
                    <a:avLst/>
                    <a:gdLst>
                      <a:gd name="connsiteX0" fmla="*/ 33338 w 209668"/>
                      <a:gd name="connsiteY0" fmla="*/ 0 h 195262"/>
                      <a:gd name="connsiteX1" fmla="*/ 57150 w 209668"/>
                      <a:gd name="connsiteY1" fmla="*/ 14287 h 195262"/>
                      <a:gd name="connsiteX2" fmla="*/ 71438 w 209668"/>
                      <a:gd name="connsiteY2" fmla="*/ 23812 h 195262"/>
                      <a:gd name="connsiteX3" fmla="*/ 114300 w 209668"/>
                      <a:gd name="connsiteY3" fmla="*/ 33337 h 195262"/>
                      <a:gd name="connsiteX4" fmla="*/ 128588 w 209668"/>
                      <a:gd name="connsiteY4" fmla="*/ 42862 h 195262"/>
                      <a:gd name="connsiteX5" fmla="*/ 166688 w 209668"/>
                      <a:gd name="connsiteY5" fmla="*/ 52387 h 195262"/>
                      <a:gd name="connsiteX6" fmla="*/ 200025 w 209668"/>
                      <a:gd name="connsiteY6" fmla="*/ 61912 h 195262"/>
                      <a:gd name="connsiteX7" fmla="*/ 209550 w 209668"/>
                      <a:gd name="connsiteY7" fmla="*/ 76200 h 195262"/>
                      <a:gd name="connsiteX8" fmla="*/ 185738 w 209668"/>
                      <a:gd name="connsiteY8" fmla="*/ 157162 h 195262"/>
                      <a:gd name="connsiteX9" fmla="*/ 166688 w 209668"/>
                      <a:gd name="connsiteY9" fmla="*/ 166687 h 195262"/>
                      <a:gd name="connsiteX10" fmla="*/ 123825 w 209668"/>
                      <a:gd name="connsiteY10" fmla="*/ 185737 h 195262"/>
                      <a:gd name="connsiteX11" fmla="*/ 109538 w 209668"/>
                      <a:gd name="connsiteY11" fmla="*/ 190500 h 195262"/>
                      <a:gd name="connsiteX12" fmla="*/ 95250 w 209668"/>
                      <a:gd name="connsiteY12" fmla="*/ 195262 h 195262"/>
                      <a:gd name="connsiteX13" fmla="*/ 23813 w 209668"/>
                      <a:gd name="connsiteY13" fmla="*/ 190500 h 195262"/>
                      <a:gd name="connsiteX14" fmla="*/ 9525 w 209668"/>
                      <a:gd name="connsiteY14" fmla="*/ 185737 h 195262"/>
                      <a:gd name="connsiteX15" fmla="*/ 0 w 209668"/>
                      <a:gd name="connsiteY15" fmla="*/ 176212 h 195262"/>
                      <a:gd name="connsiteX0" fmla="*/ 33338 w 209668"/>
                      <a:gd name="connsiteY0" fmla="*/ 0 h 195262"/>
                      <a:gd name="connsiteX1" fmla="*/ 57150 w 209668"/>
                      <a:gd name="connsiteY1" fmla="*/ 14287 h 195262"/>
                      <a:gd name="connsiteX2" fmla="*/ 71438 w 209668"/>
                      <a:gd name="connsiteY2" fmla="*/ 23812 h 195262"/>
                      <a:gd name="connsiteX3" fmla="*/ 114300 w 209668"/>
                      <a:gd name="connsiteY3" fmla="*/ 33337 h 195262"/>
                      <a:gd name="connsiteX4" fmla="*/ 128588 w 209668"/>
                      <a:gd name="connsiteY4" fmla="*/ 42862 h 195262"/>
                      <a:gd name="connsiteX5" fmla="*/ 200025 w 209668"/>
                      <a:gd name="connsiteY5" fmla="*/ 61912 h 195262"/>
                      <a:gd name="connsiteX6" fmla="*/ 209550 w 209668"/>
                      <a:gd name="connsiteY6" fmla="*/ 76200 h 195262"/>
                      <a:gd name="connsiteX7" fmla="*/ 185738 w 209668"/>
                      <a:gd name="connsiteY7" fmla="*/ 157162 h 195262"/>
                      <a:gd name="connsiteX8" fmla="*/ 166688 w 209668"/>
                      <a:gd name="connsiteY8" fmla="*/ 166687 h 195262"/>
                      <a:gd name="connsiteX9" fmla="*/ 123825 w 209668"/>
                      <a:gd name="connsiteY9" fmla="*/ 185737 h 195262"/>
                      <a:gd name="connsiteX10" fmla="*/ 109538 w 209668"/>
                      <a:gd name="connsiteY10" fmla="*/ 190500 h 195262"/>
                      <a:gd name="connsiteX11" fmla="*/ 95250 w 209668"/>
                      <a:gd name="connsiteY11" fmla="*/ 195262 h 195262"/>
                      <a:gd name="connsiteX12" fmla="*/ 23813 w 209668"/>
                      <a:gd name="connsiteY12" fmla="*/ 190500 h 195262"/>
                      <a:gd name="connsiteX13" fmla="*/ 9525 w 209668"/>
                      <a:gd name="connsiteY13" fmla="*/ 185737 h 195262"/>
                      <a:gd name="connsiteX14" fmla="*/ 0 w 209668"/>
                      <a:gd name="connsiteY14" fmla="*/ 176212 h 195262"/>
                      <a:gd name="connsiteX0" fmla="*/ 33338 w 202730"/>
                      <a:gd name="connsiteY0" fmla="*/ 0 h 195262"/>
                      <a:gd name="connsiteX1" fmla="*/ 57150 w 202730"/>
                      <a:gd name="connsiteY1" fmla="*/ 14287 h 195262"/>
                      <a:gd name="connsiteX2" fmla="*/ 71438 w 202730"/>
                      <a:gd name="connsiteY2" fmla="*/ 23812 h 195262"/>
                      <a:gd name="connsiteX3" fmla="*/ 114300 w 202730"/>
                      <a:gd name="connsiteY3" fmla="*/ 33337 h 195262"/>
                      <a:gd name="connsiteX4" fmla="*/ 128588 w 202730"/>
                      <a:gd name="connsiteY4" fmla="*/ 42862 h 195262"/>
                      <a:gd name="connsiteX5" fmla="*/ 200025 w 202730"/>
                      <a:gd name="connsiteY5" fmla="*/ 61912 h 195262"/>
                      <a:gd name="connsiteX6" fmla="*/ 185738 w 202730"/>
                      <a:gd name="connsiteY6" fmla="*/ 157162 h 195262"/>
                      <a:gd name="connsiteX7" fmla="*/ 166688 w 202730"/>
                      <a:gd name="connsiteY7" fmla="*/ 166687 h 195262"/>
                      <a:gd name="connsiteX8" fmla="*/ 123825 w 202730"/>
                      <a:gd name="connsiteY8" fmla="*/ 185737 h 195262"/>
                      <a:gd name="connsiteX9" fmla="*/ 109538 w 202730"/>
                      <a:gd name="connsiteY9" fmla="*/ 190500 h 195262"/>
                      <a:gd name="connsiteX10" fmla="*/ 95250 w 202730"/>
                      <a:gd name="connsiteY10" fmla="*/ 195262 h 195262"/>
                      <a:gd name="connsiteX11" fmla="*/ 23813 w 202730"/>
                      <a:gd name="connsiteY11" fmla="*/ 190500 h 195262"/>
                      <a:gd name="connsiteX12" fmla="*/ 9525 w 202730"/>
                      <a:gd name="connsiteY12" fmla="*/ 185737 h 195262"/>
                      <a:gd name="connsiteX13" fmla="*/ 0 w 202730"/>
                      <a:gd name="connsiteY13" fmla="*/ 176212 h 195262"/>
                      <a:gd name="connsiteX0" fmla="*/ 33338 w 207126"/>
                      <a:gd name="connsiteY0" fmla="*/ 0 h 195262"/>
                      <a:gd name="connsiteX1" fmla="*/ 57150 w 207126"/>
                      <a:gd name="connsiteY1" fmla="*/ 14287 h 195262"/>
                      <a:gd name="connsiteX2" fmla="*/ 71438 w 207126"/>
                      <a:gd name="connsiteY2" fmla="*/ 23812 h 195262"/>
                      <a:gd name="connsiteX3" fmla="*/ 114300 w 207126"/>
                      <a:gd name="connsiteY3" fmla="*/ 33337 h 195262"/>
                      <a:gd name="connsiteX4" fmla="*/ 128588 w 207126"/>
                      <a:gd name="connsiteY4" fmla="*/ 42862 h 195262"/>
                      <a:gd name="connsiteX5" fmla="*/ 204787 w 207126"/>
                      <a:gd name="connsiteY5" fmla="*/ 76199 h 195262"/>
                      <a:gd name="connsiteX6" fmla="*/ 185738 w 207126"/>
                      <a:gd name="connsiteY6" fmla="*/ 157162 h 195262"/>
                      <a:gd name="connsiteX7" fmla="*/ 166688 w 207126"/>
                      <a:gd name="connsiteY7" fmla="*/ 166687 h 195262"/>
                      <a:gd name="connsiteX8" fmla="*/ 123825 w 207126"/>
                      <a:gd name="connsiteY8" fmla="*/ 185737 h 195262"/>
                      <a:gd name="connsiteX9" fmla="*/ 109538 w 207126"/>
                      <a:gd name="connsiteY9" fmla="*/ 190500 h 195262"/>
                      <a:gd name="connsiteX10" fmla="*/ 95250 w 207126"/>
                      <a:gd name="connsiteY10" fmla="*/ 195262 h 195262"/>
                      <a:gd name="connsiteX11" fmla="*/ 23813 w 207126"/>
                      <a:gd name="connsiteY11" fmla="*/ 190500 h 195262"/>
                      <a:gd name="connsiteX12" fmla="*/ 9525 w 207126"/>
                      <a:gd name="connsiteY12" fmla="*/ 185737 h 195262"/>
                      <a:gd name="connsiteX13" fmla="*/ 0 w 207126"/>
                      <a:gd name="connsiteY13" fmla="*/ 176212 h 195262"/>
                      <a:gd name="connsiteX0" fmla="*/ 33338 w 207126"/>
                      <a:gd name="connsiteY0" fmla="*/ 0 h 190500"/>
                      <a:gd name="connsiteX1" fmla="*/ 57150 w 207126"/>
                      <a:gd name="connsiteY1" fmla="*/ 14287 h 190500"/>
                      <a:gd name="connsiteX2" fmla="*/ 71438 w 207126"/>
                      <a:gd name="connsiteY2" fmla="*/ 23812 h 190500"/>
                      <a:gd name="connsiteX3" fmla="*/ 114300 w 207126"/>
                      <a:gd name="connsiteY3" fmla="*/ 33337 h 190500"/>
                      <a:gd name="connsiteX4" fmla="*/ 128588 w 207126"/>
                      <a:gd name="connsiteY4" fmla="*/ 42862 h 190500"/>
                      <a:gd name="connsiteX5" fmla="*/ 204787 w 207126"/>
                      <a:gd name="connsiteY5" fmla="*/ 76199 h 190500"/>
                      <a:gd name="connsiteX6" fmla="*/ 185738 w 207126"/>
                      <a:gd name="connsiteY6" fmla="*/ 157162 h 190500"/>
                      <a:gd name="connsiteX7" fmla="*/ 166688 w 207126"/>
                      <a:gd name="connsiteY7" fmla="*/ 166687 h 190500"/>
                      <a:gd name="connsiteX8" fmla="*/ 123825 w 207126"/>
                      <a:gd name="connsiteY8" fmla="*/ 185737 h 190500"/>
                      <a:gd name="connsiteX9" fmla="*/ 109538 w 207126"/>
                      <a:gd name="connsiteY9" fmla="*/ 190500 h 190500"/>
                      <a:gd name="connsiteX10" fmla="*/ 23813 w 207126"/>
                      <a:gd name="connsiteY10" fmla="*/ 190500 h 190500"/>
                      <a:gd name="connsiteX11" fmla="*/ 9525 w 207126"/>
                      <a:gd name="connsiteY11" fmla="*/ 185737 h 190500"/>
                      <a:gd name="connsiteX12" fmla="*/ 0 w 207126"/>
                      <a:gd name="connsiteY12" fmla="*/ 176212 h 190500"/>
                      <a:gd name="connsiteX0" fmla="*/ 33338 w 207126"/>
                      <a:gd name="connsiteY0" fmla="*/ 0 h 190500"/>
                      <a:gd name="connsiteX1" fmla="*/ 57150 w 207126"/>
                      <a:gd name="connsiteY1" fmla="*/ 14287 h 190500"/>
                      <a:gd name="connsiteX2" fmla="*/ 71438 w 207126"/>
                      <a:gd name="connsiteY2" fmla="*/ 23812 h 190500"/>
                      <a:gd name="connsiteX3" fmla="*/ 114300 w 207126"/>
                      <a:gd name="connsiteY3" fmla="*/ 33337 h 190500"/>
                      <a:gd name="connsiteX4" fmla="*/ 128588 w 207126"/>
                      <a:gd name="connsiteY4" fmla="*/ 42862 h 190500"/>
                      <a:gd name="connsiteX5" fmla="*/ 204787 w 207126"/>
                      <a:gd name="connsiteY5" fmla="*/ 76199 h 190500"/>
                      <a:gd name="connsiteX6" fmla="*/ 185738 w 207126"/>
                      <a:gd name="connsiteY6" fmla="*/ 157162 h 190500"/>
                      <a:gd name="connsiteX7" fmla="*/ 166688 w 207126"/>
                      <a:gd name="connsiteY7" fmla="*/ 166687 h 190500"/>
                      <a:gd name="connsiteX8" fmla="*/ 123825 w 207126"/>
                      <a:gd name="connsiteY8" fmla="*/ 185737 h 190500"/>
                      <a:gd name="connsiteX9" fmla="*/ 23813 w 207126"/>
                      <a:gd name="connsiteY9" fmla="*/ 190500 h 190500"/>
                      <a:gd name="connsiteX10" fmla="*/ 9525 w 207126"/>
                      <a:gd name="connsiteY10" fmla="*/ 185737 h 190500"/>
                      <a:gd name="connsiteX11" fmla="*/ 0 w 207126"/>
                      <a:gd name="connsiteY11" fmla="*/ 176212 h 190500"/>
                      <a:gd name="connsiteX0" fmla="*/ 33338 w 207779"/>
                      <a:gd name="connsiteY0" fmla="*/ 0 h 190500"/>
                      <a:gd name="connsiteX1" fmla="*/ 57150 w 207779"/>
                      <a:gd name="connsiteY1" fmla="*/ 14287 h 190500"/>
                      <a:gd name="connsiteX2" fmla="*/ 71438 w 207779"/>
                      <a:gd name="connsiteY2" fmla="*/ 23812 h 190500"/>
                      <a:gd name="connsiteX3" fmla="*/ 114300 w 207779"/>
                      <a:gd name="connsiteY3" fmla="*/ 33337 h 190500"/>
                      <a:gd name="connsiteX4" fmla="*/ 128588 w 207779"/>
                      <a:gd name="connsiteY4" fmla="*/ 42862 h 190500"/>
                      <a:gd name="connsiteX5" fmla="*/ 204787 w 207779"/>
                      <a:gd name="connsiteY5" fmla="*/ 76199 h 190500"/>
                      <a:gd name="connsiteX6" fmla="*/ 185738 w 207779"/>
                      <a:gd name="connsiteY6" fmla="*/ 157162 h 190500"/>
                      <a:gd name="connsiteX7" fmla="*/ 123825 w 207779"/>
                      <a:gd name="connsiteY7" fmla="*/ 185737 h 190500"/>
                      <a:gd name="connsiteX8" fmla="*/ 23813 w 207779"/>
                      <a:gd name="connsiteY8" fmla="*/ 190500 h 190500"/>
                      <a:gd name="connsiteX9" fmla="*/ 9525 w 207779"/>
                      <a:gd name="connsiteY9" fmla="*/ 185737 h 190500"/>
                      <a:gd name="connsiteX10" fmla="*/ 0 w 207779"/>
                      <a:gd name="connsiteY10" fmla="*/ 176212 h 190500"/>
                      <a:gd name="connsiteX0" fmla="*/ 33338 w 207779"/>
                      <a:gd name="connsiteY0" fmla="*/ 0 h 190500"/>
                      <a:gd name="connsiteX1" fmla="*/ 57150 w 207779"/>
                      <a:gd name="connsiteY1" fmla="*/ 14287 h 190500"/>
                      <a:gd name="connsiteX2" fmla="*/ 114300 w 207779"/>
                      <a:gd name="connsiteY2" fmla="*/ 33337 h 190500"/>
                      <a:gd name="connsiteX3" fmla="*/ 128588 w 207779"/>
                      <a:gd name="connsiteY3" fmla="*/ 42862 h 190500"/>
                      <a:gd name="connsiteX4" fmla="*/ 204787 w 207779"/>
                      <a:gd name="connsiteY4" fmla="*/ 76199 h 190500"/>
                      <a:gd name="connsiteX5" fmla="*/ 185738 w 207779"/>
                      <a:gd name="connsiteY5" fmla="*/ 157162 h 190500"/>
                      <a:gd name="connsiteX6" fmla="*/ 123825 w 207779"/>
                      <a:gd name="connsiteY6" fmla="*/ 185737 h 190500"/>
                      <a:gd name="connsiteX7" fmla="*/ 23813 w 207779"/>
                      <a:gd name="connsiteY7" fmla="*/ 190500 h 190500"/>
                      <a:gd name="connsiteX8" fmla="*/ 9525 w 207779"/>
                      <a:gd name="connsiteY8" fmla="*/ 185737 h 190500"/>
                      <a:gd name="connsiteX9" fmla="*/ 0 w 207779"/>
                      <a:gd name="connsiteY9" fmla="*/ 176212 h 190500"/>
                      <a:gd name="connsiteX0" fmla="*/ 33338 w 208748"/>
                      <a:gd name="connsiteY0" fmla="*/ 0 h 190500"/>
                      <a:gd name="connsiteX1" fmla="*/ 57150 w 208748"/>
                      <a:gd name="connsiteY1" fmla="*/ 14287 h 190500"/>
                      <a:gd name="connsiteX2" fmla="*/ 114300 w 208748"/>
                      <a:gd name="connsiteY2" fmla="*/ 33337 h 190500"/>
                      <a:gd name="connsiteX3" fmla="*/ 204787 w 208748"/>
                      <a:gd name="connsiteY3" fmla="*/ 76199 h 190500"/>
                      <a:gd name="connsiteX4" fmla="*/ 185738 w 208748"/>
                      <a:gd name="connsiteY4" fmla="*/ 157162 h 190500"/>
                      <a:gd name="connsiteX5" fmla="*/ 123825 w 208748"/>
                      <a:gd name="connsiteY5" fmla="*/ 185737 h 190500"/>
                      <a:gd name="connsiteX6" fmla="*/ 23813 w 208748"/>
                      <a:gd name="connsiteY6" fmla="*/ 190500 h 190500"/>
                      <a:gd name="connsiteX7" fmla="*/ 9525 w 208748"/>
                      <a:gd name="connsiteY7" fmla="*/ 185737 h 190500"/>
                      <a:gd name="connsiteX8" fmla="*/ 0 w 208748"/>
                      <a:gd name="connsiteY8" fmla="*/ 176212 h 190500"/>
                      <a:gd name="connsiteX0" fmla="*/ 23813 w 199223"/>
                      <a:gd name="connsiteY0" fmla="*/ 0 h 190500"/>
                      <a:gd name="connsiteX1" fmla="*/ 47625 w 199223"/>
                      <a:gd name="connsiteY1" fmla="*/ 14287 h 190500"/>
                      <a:gd name="connsiteX2" fmla="*/ 104775 w 199223"/>
                      <a:gd name="connsiteY2" fmla="*/ 33337 h 190500"/>
                      <a:gd name="connsiteX3" fmla="*/ 195262 w 199223"/>
                      <a:gd name="connsiteY3" fmla="*/ 76199 h 190500"/>
                      <a:gd name="connsiteX4" fmla="*/ 176213 w 199223"/>
                      <a:gd name="connsiteY4" fmla="*/ 157162 h 190500"/>
                      <a:gd name="connsiteX5" fmla="*/ 114300 w 199223"/>
                      <a:gd name="connsiteY5" fmla="*/ 185737 h 190500"/>
                      <a:gd name="connsiteX6" fmla="*/ 14288 w 199223"/>
                      <a:gd name="connsiteY6" fmla="*/ 190500 h 190500"/>
                      <a:gd name="connsiteX7" fmla="*/ 0 w 199223"/>
                      <a:gd name="connsiteY7" fmla="*/ 185737 h 190500"/>
                      <a:gd name="connsiteX0" fmla="*/ 9525 w 184935"/>
                      <a:gd name="connsiteY0" fmla="*/ 0 h 190500"/>
                      <a:gd name="connsiteX1" fmla="*/ 33337 w 184935"/>
                      <a:gd name="connsiteY1" fmla="*/ 14287 h 190500"/>
                      <a:gd name="connsiteX2" fmla="*/ 90487 w 184935"/>
                      <a:gd name="connsiteY2" fmla="*/ 33337 h 190500"/>
                      <a:gd name="connsiteX3" fmla="*/ 180974 w 184935"/>
                      <a:gd name="connsiteY3" fmla="*/ 76199 h 190500"/>
                      <a:gd name="connsiteX4" fmla="*/ 161925 w 184935"/>
                      <a:gd name="connsiteY4" fmla="*/ 157162 h 190500"/>
                      <a:gd name="connsiteX5" fmla="*/ 100012 w 184935"/>
                      <a:gd name="connsiteY5" fmla="*/ 185737 h 190500"/>
                      <a:gd name="connsiteX6" fmla="*/ 0 w 184935"/>
                      <a:gd name="connsiteY6" fmla="*/ 190500 h 1905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84935" h="190500">
                        <a:moveTo>
                          <a:pt x="9525" y="0"/>
                        </a:moveTo>
                        <a:cubicBezTo>
                          <a:pt x="17462" y="4762"/>
                          <a:pt x="19843" y="8731"/>
                          <a:pt x="33337" y="14287"/>
                        </a:cubicBezTo>
                        <a:cubicBezTo>
                          <a:pt x="46831" y="19843"/>
                          <a:pt x="65881" y="23018"/>
                          <a:pt x="90487" y="33337"/>
                        </a:cubicBezTo>
                        <a:cubicBezTo>
                          <a:pt x="115093" y="43656"/>
                          <a:pt x="169068" y="55562"/>
                          <a:pt x="180974" y="76199"/>
                        </a:cubicBezTo>
                        <a:cubicBezTo>
                          <a:pt x="192880" y="96836"/>
                          <a:pt x="175419" y="138906"/>
                          <a:pt x="161925" y="157162"/>
                        </a:cubicBezTo>
                        <a:cubicBezTo>
                          <a:pt x="148431" y="175418"/>
                          <a:pt x="126999" y="180181"/>
                          <a:pt x="100012" y="185737"/>
                        </a:cubicBezTo>
                        <a:cubicBezTo>
                          <a:pt x="73025" y="191293"/>
                          <a:pt x="33337" y="188912"/>
                          <a:pt x="0" y="19050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B537C080-8B79-456A-980D-475C677C14BC}"/>
                      </a:ext>
                    </a:extLst>
                  </p:cNvPr>
                  <p:cNvSpPr/>
                  <p:nvPr/>
                </p:nvSpPr>
                <p:spPr>
                  <a:xfrm>
                    <a:off x="5021352" y="6248049"/>
                    <a:ext cx="261279" cy="259520"/>
                  </a:xfrm>
                  <a:prstGeom prst="ellipse">
                    <a:avLst/>
                  </a:prstGeom>
                  <a:solidFill>
                    <a:sysClr val="windowText" lastClr="000000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44" name="Oval 43">
                    <a:extLst>
                      <a:ext uri="{FF2B5EF4-FFF2-40B4-BE49-F238E27FC236}">
                        <a16:creationId xmlns:a16="http://schemas.microsoft.com/office/drawing/2014/main" id="{65B4702A-C0EA-4162-A22C-B8EE51B0C21F}"/>
                      </a:ext>
                    </a:extLst>
                  </p:cNvPr>
                  <p:cNvSpPr/>
                  <p:nvPr/>
                </p:nvSpPr>
                <p:spPr>
                  <a:xfrm>
                    <a:off x="4176859" y="6377105"/>
                    <a:ext cx="100007" cy="130464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45" name="Oval 44">
                    <a:extLst>
                      <a:ext uri="{FF2B5EF4-FFF2-40B4-BE49-F238E27FC236}">
                        <a16:creationId xmlns:a16="http://schemas.microsoft.com/office/drawing/2014/main" id="{501186DF-FD8E-4EA7-AC10-64757AF741F2}"/>
                      </a:ext>
                    </a:extLst>
                  </p:cNvPr>
                  <p:cNvSpPr/>
                  <p:nvPr/>
                </p:nvSpPr>
                <p:spPr>
                  <a:xfrm>
                    <a:off x="5034637" y="6348530"/>
                    <a:ext cx="100007" cy="130464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008B3181-BE16-4317-82F4-797A8742C847}"/>
                    </a:ext>
                  </a:extLst>
                </p:cNvPr>
                <p:cNvGrpSpPr/>
                <p:nvPr/>
              </p:nvGrpSpPr>
              <p:grpSpPr>
                <a:xfrm flipH="1">
                  <a:off x="1155137" y="2654170"/>
                  <a:ext cx="1972366" cy="622591"/>
                  <a:chOff x="914841" y="1896669"/>
                  <a:chExt cx="1972366" cy="622591"/>
                </a:xfrm>
              </p:grpSpPr>
              <p:sp>
                <p:nvSpPr>
                  <p:cNvPr id="32" name="Freeform: Shape 31">
                    <a:extLst>
                      <a:ext uri="{FF2B5EF4-FFF2-40B4-BE49-F238E27FC236}">
                        <a16:creationId xmlns:a16="http://schemas.microsoft.com/office/drawing/2014/main" id="{E9259D98-295F-4FDF-A2FF-9E1262454A4B}"/>
                      </a:ext>
                    </a:extLst>
                  </p:cNvPr>
                  <p:cNvSpPr/>
                  <p:nvPr/>
                </p:nvSpPr>
                <p:spPr>
                  <a:xfrm flipH="1">
                    <a:off x="914841" y="2386704"/>
                    <a:ext cx="1972366" cy="132556"/>
                  </a:xfrm>
                  <a:custGeom>
                    <a:avLst/>
                    <a:gdLst>
                      <a:gd name="connsiteX0" fmla="*/ 986183 w 1972366"/>
                      <a:gd name="connsiteY0" fmla="*/ 0 h 132556"/>
                      <a:gd name="connsiteX1" fmla="*/ 69274 w 1972366"/>
                      <a:gd name="connsiteY1" fmla="*/ 29221 h 132556"/>
                      <a:gd name="connsiteX2" fmla="*/ 36471 w 1972366"/>
                      <a:gd name="connsiteY2" fmla="*/ 32458 h 132556"/>
                      <a:gd name="connsiteX3" fmla="*/ 13888 w 1972366"/>
                      <a:gd name="connsiteY3" fmla="*/ 68325 h 132556"/>
                      <a:gd name="connsiteX4" fmla="*/ 0 w 1972366"/>
                      <a:gd name="connsiteY4" fmla="*/ 96142 h 132556"/>
                      <a:gd name="connsiteX5" fmla="*/ 13888 w 1972366"/>
                      <a:gd name="connsiteY5" fmla="*/ 97870 h 132556"/>
                      <a:gd name="connsiteX6" fmla="*/ 986183 w 1972366"/>
                      <a:gd name="connsiteY6" fmla="*/ 132556 h 132556"/>
                      <a:gd name="connsiteX7" fmla="*/ 1958478 w 1972366"/>
                      <a:gd name="connsiteY7" fmla="*/ 97870 h 132556"/>
                      <a:gd name="connsiteX8" fmla="*/ 1972366 w 1972366"/>
                      <a:gd name="connsiteY8" fmla="*/ 96142 h 132556"/>
                      <a:gd name="connsiteX9" fmla="*/ 1958478 w 1972366"/>
                      <a:gd name="connsiteY9" fmla="*/ 68325 h 132556"/>
                      <a:gd name="connsiteX10" fmla="*/ 1935895 w 1972366"/>
                      <a:gd name="connsiteY10" fmla="*/ 32458 h 132556"/>
                      <a:gd name="connsiteX11" fmla="*/ 1903092 w 1972366"/>
                      <a:gd name="connsiteY11" fmla="*/ 29221 h 132556"/>
                      <a:gd name="connsiteX12" fmla="*/ 986183 w 1972366"/>
                      <a:gd name="connsiteY12" fmla="*/ 0 h 1325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972366" h="132556">
                        <a:moveTo>
                          <a:pt x="986183" y="0"/>
                        </a:moveTo>
                        <a:cubicBezTo>
                          <a:pt x="604501" y="0"/>
                          <a:pt x="267987" y="11592"/>
                          <a:pt x="69274" y="29221"/>
                        </a:cubicBezTo>
                        <a:lnTo>
                          <a:pt x="36471" y="32458"/>
                        </a:lnTo>
                        <a:lnTo>
                          <a:pt x="13888" y="68325"/>
                        </a:lnTo>
                        <a:lnTo>
                          <a:pt x="0" y="96142"/>
                        </a:lnTo>
                        <a:lnTo>
                          <a:pt x="13888" y="97870"/>
                        </a:lnTo>
                        <a:cubicBezTo>
                          <a:pt x="201135" y="118531"/>
                          <a:pt x="566333" y="132556"/>
                          <a:pt x="986183" y="132556"/>
                        </a:cubicBezTo>
                        <a:cubicBezTo>
                          <a:pt x="1406033" y="132556"/>
                          <a:pt x="1771231" y="118531"/>
                          <a:pt x="1958478" y="97870"/>
                        </a:cubicBezTo>
                        <a:lnTo>
                          <a:pt x="1972366" y="96142"/>
                        </a:lnTo>
                        <a:lnTo>
                          <a:pt x="1958478" y="68325"/>
                        </a:lnTo>
                        <a:lnTo>
                          <a:pt x="1935895" y="32458"/>
                        </a:lnTo>
                        <a:lnTo>
                          <a:pt x="1903092" y="29221"/>
                        </a:lnTo>
                        <a:cubicBezTo>
                          <a:pt x="1704380" y="11592"/>
                          <a:pt x="1367865" y="0"/>
                          <a:pt x="986183" y="0"/>
                        </a:cubicBez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5715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3" name="Freeform: Shape 32">
                    <a:extLst>
                      <a:ext uri="{FF2B5EF4-FFF2-40B4-BE49-F238E27FC236}">
                        <a16:creationId xmlns:a16="http://schemas.microsoft.com/office/drawing/2014/main" id="{1634CA82-F452-4B26-8806-05E02B24ECD0}"/>
                      </a:ext>
                    </a:extLst>
                  </p:cNvPr>
                  <p:cNvSpPr/>
                  <p:nvPr/>
                </p:nvSpPr>
                <p:spPr>
                  <a:xfrm flipH="1">
                    <a:off x="951310" y="1896669"/>
                    <a:ext cx="1899425" cy="522495"/>
                  </a:xfrm>
                  <a:custGeom>
                    <a:avLst/>
                    <a:gdLst>
                      <a:gd name="connsiteX0" fmla="*/ 949712 w 1899424"/>
                      <a:gd name="connsiteY0" fmla="*/ 0 h 522495"/>
                      <a:gd name="connsiteX1" fmla="*/ 32803 w 1899424"/>
                      <a:gd name="connsiteY1" fmla="*/ 470394 h 522495"/>
                      <a:gd name="connsiteX2" fmla="*/ 0 w 1899424"/>
                      <a:gd name="connsiteY2" fmla="*/ 522495 h 522495"/>
                      <a:gd name="connsiteX3" fmla="*/ 32803 w 1899424"/>
                      <a:gd name="connsiteY3" fmla="*/ 519258 h 522495"/>
                      <a:gd name="connsiteX4" fmla="*/ 949712 w 1899424"/>
                      <a:gd name="connsiteY4" fmla="*/ 490037 h 522495"/>
                      <a:gd name="connsiteX5" fmla="*/ 1866621 w 1899424"/>
                      <a:gd name="connsiteY5" fmla="*/ 519258 h 522495"/>
                      <a:gd name="connsiteX6" fmla="*/ 1899424 w 1899424"/>
                      <a:gd name="connsiteY6" fmla="*/ 522495 h 522495"/>
                      <a:gd name="connsiteX7" fmla="*/ 1866621 w 1899424"/>
                      <a:gd name="connsiteY7" fmla="*/ 470394 h 522495"/>
                      <a:gd name="connsiteX8" fmla="*/ 949712 w 1899424"/>
                      <a:gd name="connsiteY8" fmla="*/ 0 h 5224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899424" h="522495">
                        <a:moveTo>
                          <a:pt x="949712" y="0"/>
                        </a:moveTo>
                        <a:cubicBezTo>
                          <a:pt x="568030" y="0"/>
                          <a:pt x="231516" y="186592"/>
                          <a:pt x="32803" y="470394"/>
                        </a:cubicBezTo>
                        <a:lnTo>
                          <a:pt x="0" y="522495"/>
                        </a:lnTo>
                        <a:lnTo>
                          <a:pt x="32803" y="519258"/>
                        </a:lnTo>
                        <a:cubicBezTo>
                          <a:pt x="231516" y="501629"/>
                          <a:pt x="568030" y="490037"/>
                          <a:pt x="949712" y="490037"/>
                        </a:cubicBezTo>
                        <a:cubicBezTo>
                          <a:pt x="1331394" y="490037"/>
                          <a:pt x="1667909" y="501629"/>
                          <a:pt x="1866621" y="519258"/>
                        </a:cubicBezTo>
                        <a:lnTo>
                          <a:pt x="1899424" y="522495"/>
                        </a:lnTo>
                        <a:lnTo>
                          <a:pt x="1866621" y="470394"/>
                        </a:lnTo>
                        <a:cubicBezTo>
                          <a:pt x="1667909" y="186592"/>
                          <a:pt x="1331394" y="0"/>
                          <a:pt x="949712" y="0"/>
                        </a:cubicBez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5715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4" name="Freeform: Shape 33">
                    <a:extLst>
                      <a:ext uri="{FF2B5EF4-FFF2-40B4-BE49-F238E27FC236}">
                        <a16:creationId xmlns:a16="http://schemas.microsoft.com/office/drawing/2014/main" id="{037EE1D5-9A68-49AC-B802-16888DB09D32}"/>
                      </a:ext>
                    </a:extLst>
                  </p:cNvPr>
                  <p:cNvSpPr/>
                  <p:nvPr/>
                </p:nvSpPr>
                <p:spPr>
                  <a:xfrm flipH="1">
                    <a:off x="1432708" y="2347203"/>
                    <a:ext cx="156043" cy="63684"/>
                  </a:xfrm>
                  <a:custGeom>
                    <a:avLst/>
                    <a:gdLst>
                      <a:gd name="connsiteX0" fmla="*/ 156042 w 156042"/>
                      <a:gd name="connsiteY0" fmla="*/ 0 h 63684"/>
                      <a:gd name="connsiteX1" fmla="*/ 133459 w 156042"/>
                      <a:gd name="connsiteY1" fmla="*/ 2228 h 63684"/>
                      <a:gd name="connsiteX2" fmla="*/ 0 w 156042"/>
                      <a:gd name="connsiteY2" fmla="*/ 33820 h 63684"/>
                      <a:gd name="connsiteX3" fmla="*/ 86896 w 156042"/>
                      <a:gd name="connsiteY3" fmla="*/ 59618 h 63684"/>
                      <a:gd name="connsiteX4" fmla="*/ 119571 w 156042"/>
                      <a:gd name="connsiteY4" fmla="*/ 63684 h 63684"/>
                      <a:gd name="connsiteX5" fmla="*/ 133459 w 156042"/>
                      <a:gd name="connsiteY5" fmla="*/ 35867 h 63684"/>
                      <a:gd name="connsiteX6" fmla="*/ 156042 w 156042"/>
                      <a:gd name="connsiteY6" fmla="*/ 0 h 636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56042" h="63684">
                        <a:moveTo>
                          <a:pt x="156042" y="0"/>
                        </a:moveTo>
                        <a:lnTo>
                          <a:pt x="133459" y="2228"/>
                        </a:lnTo>
                        <a:cubicBezTo>
                          <a:pt x="48346" y="11619"/>
                          <a:pt x="0" y="22381"/>
                          <a:pt x="0" y="33820"/>
                        </a:cubicBezTo>
                        <a:cubicBezTo>
                          <a:pt x="0" y="42971"/>
                          <a:pt x="30942" y="51689"/>
                          <a:pt x="86896" y="59618"/>
                        </a:cubicBezTo>
                        <a:lnTo>
                          <a:pt x="119571" y="63684"/>
                        </a:lnTo>
                        <a:lnTo>
                          <a:pt x="133459" y="35867"/>
                        </a:lnTo>
                        <a:lnTo>
                          <a:pt x="156042" y="0"/>
                        </a:ln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</p:grpSp>
          <p:sp>
            <p:nvSpPr>
              <p:cNvPr id="27" name="Arc 26">
                <a:extLst>
                  <a:ext uri="{FF2B5EF4-FFF2-40B4-BE49-F238E27FC236}">
                    <a16:creationId xmlns:a16="http://schemas.microsoft.com/office/drawing/2014/main" id="{17EA8E72-FBB5-4C5C-901B-17C057D062EC}"/>
                  </a:ext>
                </a:extLst>
              </p:cNvPr>
              <p:cNvSpPr/>
              <p:nvPr/>
            </p:nvSpPr>
            <p:spPr>
              <a:xfrm rot="19379450">
                <a:off x="1153217" y="4415223"/>
                <a:ext cx="283451" cy="67487"/>
              </a:xfrm>
              <a:prstGeom prst="arc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508AB33E-E988-4241-9B0F-2BADA0F30662}"/>
                  </a:ext>
                </a:extLst>
              </p:cNvPr>
              <p:cNvSpPr/>
              <p:nvPr/>
            </p:nvSpPr>
            <p:spPr>
              <a:xfrm rot="764714">
                <a:off x="1693741" y="4359925"/>
                <a:ext cx="283451" cy="67487"/>
              </a:xfrm>
              <a:prstGeom prst="arc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72" name="mouthwhite">
            <a:hlinkClick r:id="" action="ppaction://media"/>
            <a:extLst>
              <a:ext uri="{FF2B5EF4-FFF2-40B4-BE49-F238E27FC236}">
                <a16:creationId xmlns:a16="http://schemas.microsoft.com/office/drawing/2014/main" id="{5624E02F-A504-4214-BE26-212BA829FBD6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96" end="2805.3"/>
                </p14:media>
              </p:ext>
            </p:extLst>
          </p:nvPr>
        </p:nvPicPr>
        <p:blipFill rotWithShape="1">
          <a:blip r:embed="rId6"/>
          <a:srcRect l="50000" t="21029" r="43704" b="69424"/>
          <a:stretch>
            <a:fillRect/>
          </a:stretch>
        </p:blipFill>
        <p:spPr>
          <a:xfrm flipH="1">
            <a:off x="4029424" y="8733694"/>
            <a:ext cx="211528" cy="180421"/>
          </a:xfrm>
          <a:prstGeom prst="rect">
            <a:avLst/>
          </a:prstGeom>
        </p:spPr>
      </p:pic>
      <p:pic>
        <p:nvPicPr>
          <p:cNvPr id="3" name="ttsMP3.com_VoiceText_2025-1-8_23-15-18">
            <a:hlinkClick r:id="" action="ppaction://media"/>
            <a:extLst>
              <a:ext uri="{FF2B5EF4-FFF2-40B4-BE49-F238E27FC236}">
                <a16:creationId xmlns:a16="http://schemas.microsoft.com/office/drawing/2014/main" id="{74FE6724-801B-4875-BD2D-56E70658F167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6021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15" fill="hold"/>
                                        <p:tgtEl>
                                          <p:spTgt spid="7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218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3" dur="1" fill="hold"/>
                                        <p:tgtEl>
                                          <p:spTgt spid="7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video>
              <p:cMediaNode vol="80000" showWhenStopped="0">
                <p:cTn id="14" fill="hold" display="0">
                  <p:stCondLst>
                    <p:cond delay="indefinite"/>
                  </p:stCondLst>
                </p:cTn>
                <p:tgtEl>
                  <p:spTgt spid="72"/>
                </p:tgtEl>
              </p:cMediaNode>
            </p:video>
            <p:audio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>
            <a:extLst>
              <a:ext uri="{FF2B5EF4-FFF2-40B4-BE49-F238E27FC236}">
                <a16:creationId xmlns:a16="http://schemas.microsoft.com/office/drawing/2014/main" id="{CC5964AE-BE66-4AFB-B9C5-3D56F700F481}"/>
              </a:ext>
            </a:extLst>
          </p:cNvPr>
          <p:cNvGrpSpPr/>
          <p:nvPr/>
        </p:nvGrpSpPr>
        <p:grpSpPr>
          <a:xfrm rot="20902572">
            <a:off x="2709142" y="8081087"/>
            <a:ext cx="1856226" cy="2724242"/>
            <a:chOff x="5141476" y="4583939"/>
            <a:chExt cx="783786" cy="1150303"/>
          </a:xfrm>
          <a:solidFill>
            <a:schemeClr val="bg1"/>
          </a:solidFill>
        </p:grpSpPr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541D59DF-47B7-46D0-B84D-B4AAECC8F7C6}"/>
                </a:ext>
              </a:extLst>
            </p:cNvPr>
            <p:cNvSpPr/>
            <p:nvPr/>
          </p:nvSpPr>
          <p:spPr>
            <a:xfrm>
              <a:off x="5141476" y="4583939"/>
              <a:ext cx="783786" cy="811856"/>
            </a:xfrm>
            <a:prstGeom prst="roundRect">
              <a:avLst/>
            </a:prstGeom>
            <a:grpFill/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6" name="Arc 75">
              <a:extLst>
                <a:ext uri="{FF2B5EF4-FFF2-40B4-BE49-F238E27FC236}">
                  <a16:creationId xmlns:a16="http://schemas.microsoft.com/office/drawing/2014/main" id="{110986C6-37AE-44B5-BAA9-584116D62C73}"/>
                </a:ext>
              </a:extLst>
            </p:cNvPr>
            <p:cNvSpPr/>
            <p:nvPr/>
          </p:nvSpPr>
          <p:spPr>
            <a:xfrm>
              <a:off x="5711040" y="4781508"/>
              <a:ext cx="75749" cy="952734"/>
            </a:xfrm>
            <a:prstGeom prst="arc">
              <a:avLst/>
            </a:prstGeom>
            <a:grp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7" name="Arc 76">
              <a:extLst>
                <a:ext uri="{FF2B5EF4-FFF2-40B4-BE49-F238E27FC236}">
                  <a16:creationId xmlns:a16="http://schemas.microsoft.com/office/drawing/2014/main" id="{3C664C75-83EA-42EC-9E31-F95E1264A0EA}"/>
                </a:ext>
              </a:extLst>
            </p:cNvPr>
            <p:cNvSpPr/>
            <p:nvPr/>
          </p:nvSpPr>
          <p:spPr>
            <a:xfrm flipH="1">
              <a:off x="5281383" y="4781508"/>
              <a:ext cx="75749" cy="952734"/>
            </a:xfrm>
            <a:prstGeom prst="arc">
              <a:avLst/>
            </a:prstGeom>
            <a:grpFill/>
            <a:ln w="571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CCA3ED0-3A4C-48E6-B63C-3C87F7FD6810}"/>
              </a:ext>
            </a:extLst>
          </p:cNvPr>
          <p:cNvGrpSpPr/>
          <p:nvPr/>
        </p:nvGrpSpPr>
        <p:grpSpPr>
          <a:xfrm>
            <a:off x="2945394" y="5502511"/>
            <a:ext cx="3455146" cy="5441558"/>
            <a:chOff x="1336803" y="3682307"/>
            <a:chExt cx="1511277" cy="2380132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7A46B9ED-9851-4CDD-950E-BC67D269820F}"/>
                </a:ext>
              </a:extLst>
            </p:cNvPr>
            <p:cNvGrpSpPr/>
            <p:nvPr/>
          </p:nvGrpSpPr>
          <p:grpSpPr>
            <a:xfrm>
              <a:off x="1637260" y="5013302"/>
              <a:ext cx="350446" cy="928188"/>
              <a:chOff x="10127150" y="4515597"/>
              <a:chExt cx="350446" cy="928188"/>
            </a:xfrm>
          </p:grpSpPr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D827F051-3118-4074-A836-F4B37BA8C3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57435" y="4515597"/>
                <a:ext cx="8844" cy="907759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sp>
            <p:nvSpPr>
              <p:cNvPr id="98" name="Rectangle: Top Corners Rounded 97">
                <a:extLst>
                  <a:ext uri="{FF2B5EF4-FFF2-40B4-BE49-F238E27FC236}">
                    <a16:creationId xmlns:a16="http://schemas.microsoft.com/office/drawing/2014/main" id="{52B6E780-57CE-40C9-AC62-8CD1908D6C20}"/>
                  </a:ext>
                </a:extLst>
              </p:cNvPr>
              <p:cNvSpPr/>
              <p:nvPr/>
            </p:nvSpPr>
            <p:spPr>
              <a:xfrm flipH="1">
                <a:off x="10127150" y="5338933"/>
                <a:ext cx="350446" cy="104852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prstClr val="black"/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0D20B26-2937-48C4-9201-6EC2758D5C92}"/>
                </a:ext>
              </a:extLst>
            </p:cNvPr>
            <p:cNvGrpSpPr/>
            <p:nvPr/>
          </p:nvGrpSpPr>
          <p:grpSpPr>
            <a:xfrm>
              <a:off x="1336803" y="3682307"/>
              <a:ext cx="1511277" cy="2380132"/>
              <a:chOff x="8494258" y="151226"/>
              <a:chExt cx="1511277" cy="2380132"/>
            </a:xfrm>
          </p:grpSpPr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5F72B8FB-3EF6-4099-8698-797321412791}"/>
                  </a:ext>
                </a:extLst>
              </p:cNvPr>
              <p:cNvSpPr/>
              <p:nvPr/>
            </p:nvSpPr>
            <p:spPr>
              <a:xfrm rot="6166799">
                <a:off x="8515437" y="1291279"/>
                <a:ext cx="369493" cy="289419"/>
              </a:xfrm>
              <a:custGeom>
                <a:avLst/>
                <a:gdLst>
                  <a:gd name="connsiteX0" fmla="*/ 115393 w 649909"/>
                  <a:gd name="connsiteY0" fmla="*/ 0 h 923977"/>
                  <a:gd name="connsiteX1" fmla="*/ 29668 w 649909"/>
                  <a:gd name="connsiteY1" fmla="*/ 438150 h 923977"/>
                  <a:gd name="connsiteX2" fmla="*/ 563068 w 649909"/>
                  <a:gd name="connsiteY2" fmla="*/ 847725 h 923977"/>
                  <a:gd name="connsiteX3" fmla="*/ 648793 w 649909"/>
                  <a:gd name="connsiteY3" fmla="*/ 923925 h 923977"/>
                  <a:gd name="connsiteX4" fmla="*/ 648793 w 649909"/>
                  <a:gd name="connsiteY4" fmla="*/ 923925 h 923977"/>
                  <a:gd name="connsiteX0" fmla="*/ 0 w 620241"/>
                  <a:gd name="connsiteY0" fmla="*/ 0 h 485827"/>
                  <a:gd name="connsiteX1" fmla="*/ 533400 w 620241"/>
                  <a:gd name="connsiteY1" fmla="*/ 409575 h 485827"/>
                  <a:gd name="connsiteX2" fmla="*/ 619125 w 620241"/>
                  <a:gd name="connsiteY2" fmla="*/ 485775 h 485827"/>
                  <a:gd name="connsiteX3" fmla="*/ 619125 w 620241"/>
                  <a:gd name="connsiteY3" fmla="*/ 485775 h 4858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0241" h="485827">
                    <a:moveTo>
                      <a:pt x="0" y="0"/>
                    </a:moveTo>
                    <a:cubicBezTo>
                      <a:pt x="74612" y="141288"/>
                      <a:pt x="430213" y="328613"/>
                      <a:pt x="533400" y="409575"/>
                    </a:cubicBezTo>
                    <a:cubicBezTo>
                      <a:pt x="636587" y="490537"/>
                      <a:pt x="619125" y="485775"/>
                      <a:pt x="619125" y="485775"/>
                    </a:cubicBezTo>
                    <a:lnTo>
                      <a:pt x="619125" y="485775"/>
                    </a:lnTo>
                  </a:path>
                </a:pathLst>
              </a:custGeom>
              <a:noFill/>
              <a:ln w="381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FDE9537F-8318-4C6C-9617-815A8EB728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28832" y="1541827"/>
                <a:ext cx="0" cy="939166"/>
              </a:xfrm>
              <a:prstGeom prst="line">
                <a:avLst/>
              </a:prstGeom>
              <a:noFill/>
              <a:ln w="571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0F1F3D95-9014-4310-9EC6-1AC8E460934B}"/>
                  </a:ext>
                </a:extLst>
              </p:cNvPr>
              <p:cNvSpPr/>
              <p:nvPr/>
            </p:nvSpPr>
            <p:spPr>
              <a:xfrm flipH="1">
                <a:off x="8494258" y="167914"/>
                <a:ext cx="1511277" cy="1458199"/>
              </a:xfrm>
              <a:prstGeom prst="ellipse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824C9118-749E-447E-9CA2-A75212DF9D03}"/>
                  </a:ext>
                </a:extLst>
              </p:cNvPr>
              <p:cNvSpPr/>
              <p:nvPr/>
            </p:nvSpPr>
            <p:spPr>
              <a:xfrm flipH="1">
                <a:off x="9351201" y="697001"/>
                <a:ext cx="155650" cy="154602"/>
              </a:xfrm>
              <a:prstGeom prst="ellipse">
                <a:avLst/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7" name="Rectangle: Top Corners Rounded 86">
                <a:extLst>
                  <a:ext uri="{FF2B5EF4-FFF2-40B4-BE49-F238E27FC236}">
                    <a16:creationId xmlns:a16="http://schemas.microsoft.com/office/drawing/2014/main" id="{188E9150-3E3E-405B-ACF9-60F7A2665596}"/>
                  </a:ext>
                </a:extLst>
              </p:cNvPr>
              <p:cNvSpPr/>
              <p:nvPr/>
            </p:nvSpPr>
            <p:spPr>
              <a:xfrm flipH="1">
                <a:off x="8790978" y="2307394"/>
                <a:ext cx="398834" cy="119329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prstClr val="black"/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88" name="Rectangle: Top Corners Rounded 87">
                <a:extLst>
                  <a:ext uri="{FF2B5EF4-FFF2-40B4-BE49-F238E27FC236}">
                    <a16:creationId xmlns:a16="http://schemas.microsoft.com/office/drawing/2014/main" id="{73BBB1B0-8EEA-4E78-8D55-05D40F24089F}"/>
                  </a:ext>
                </a:extLst>
              </p:cNvPr>
              <p:cNvSpPr/>
              <p:nvPr/>
            </p:nvSpPr>
            <p:spPr>
              <a:xfrm flipH="1">
                <a:off x="9144835" y="2412029"/>
                <a:ext cx="398834" cy="119329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>
                <a:innerShdw blurRad="114300">
                  <a:prstClr val="black"/>
                </a:innerShdw>
              </a:effectLst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7D77BF65-3AAD-458C-BC40-B9CADA8958BF}"/>
                  </a:ext>
                </a:extLst>
              </p:cNvPr>
              <p:cNvSpPr/>
              <p:nvPr/>
            </p:nvSpPr>
            <p:spPr>
              <a:xfrm flipH="1">
                <a:off x="9041139" y="961700"/>
                <a:ext cx="110170" cy="113485"/>
              </a:xfrm>
              <a:custGeom>
                <a:avLst/>
                <a:gdLst>
                  <a:gd name="connsiteX0" fmla="*/ 33338 w 209668"/>
                  <a:gd name="connsiteY0" fmla="*/ 0 h 195262"/>
                  <a:gd name="connsiteX1" fmla="*/ 57150 w 209668"/>
                  <a:gd name="connsiteY1" fmla="*/ 14287 h 195262"/>
                  <a:gd name="connsiteX2" fmla="*/ 71438 w 209668"/>
                  <a:gd name="connsiteY2" fmla="*/ 23812 h 195262"/>
                  <a:gd name="connsiteX3" fmla="*/ 114300 w 209668"/>
                  <a:gd name="connsiteY3" fmla="*/ 33337 h 195262"/>
                  <a:gd name="connsiteX4" fmla="*/ 128588 w 209668"/>
                  <a:gd name="connsiteY4" fmla="*/ 42862 h 195262"/>
                  <a:gd name="connsiteX5" fmla="*/ 166688 w 209668"/>
                  <a:gd name="connsiteY5" fmla="*/ 52387 h 195262"/>
                  <a:gd name="connsiteX6" fmla="*/ 200025 w 209668"/>
                  <a:gd name="connsiteY6" fmla="*/ 61912 h 195262"/>
                  <a:gd name="connsiteX7" fmla="*/ 209550 w 209668"/>
                  <a:gd name="connsiteY7" fmla="*/ 76200 h 195262"/>
                  <a:gd name="connsiteX8" fmla="*/ 185738 w 209668"/>
                  <a:gd name="connsiteY8" fmla="*/ 157162 h 195262"/>
                  <a:gd name="connsiteX9" fmla="*/ 166688 w 209668"/>
                  <a:gd name="connsiteY9" fmla="*/ 166687 h 195262"/>
                  <a:gd name="connsiteX10" fmla="*/ 123825 w 209668"/>
                  <a:gd name="connsiteY10" fmla="*/ 185737 h 195262"/>
                  <a:gd name="connsiteX11" fmla="*/ 109538 w 209668"/>
                  <a:gd name="connsiteY11" fmla="*/ 190500 h 195262"/>
                  <a:gd name="connsiteX12" fmla="*/ 95250 w 209668"/>
                  <a:gd name="connsiteY12" fmla="*/ 195262 h 195262"/>
                  <a:gd name="connsiteX13" fmla="*/ 23813 w 209668"/>
                  <a:gd name="connsiteY13" fmla="*/ 190500 h 195262"/>
                  <a:gd name="connsiteX14" fmla="*/ 9525 w 209668"/>
                  <a:gd name="connsiteY14" fmla="*/ 185737 h 195262"/>
                  <a:gd name="connsiteX15" fmla="*/ 0 w 209668"/>
                  <a:gd name="connsiteY15" fmla="*/ 176212 h 195262"/>
                  <a:gd name="connsiteX0" fmla="*/ 33338 w 209668"/>
                  <a:gd name="connsiteY0" fmla="*/ 0 h 195262"/>
                  <a:gd name="connsiteX1" fmla="*/ 57150 w 209668"/>
                  <a:gd name="connsiteY1" fmla="*/ 14287 h 195262"/>
                  <a:gd name="connsiteX2" fmla="*/ 71438 w 209668"/>
                  <a:gd name="connsiteY2" fmla="*/ 23812 h 195262"/>
                  <a:gd name="connsiteX3" fmla="*/ 114300 w 209668"/>
                  <a:gd name="connsiteY3" fmla="*/ 33337 h 195262"/>
                  <a:gd name="connsiteX4" fmla="*/ 128588 w 209668"/>
                  <a:gd name="connsiteY4" fmla="*/ 42862 h 195262"/>
                  <a:gd name="connsiteX5" fmla="*/ 200025 w 209668"/>
                  <a:gd name="connsiteY5" fmla="*/ 61912 h 195262"/>
                  <a:gd name="connsiteX6" fmla="*/ 209550 w 209668"/>
                  <a:gd name="connsiteY6" fmla="*/ 76200 h 195262"/>
                  <a:gd name="connsiteX7" fmla="*/ 185738 w 209668"/>
                  <a:gd name="connsiteY7" fmla="*/ 157162 h 195262"/>
                  <a:gd name="connsiteX8" fmla="*/ 166688 w 209668"/>
                  <a:gd name="connsiteY8" fmla="*/ 166687 h 195262"/>
                  <a:gd name="connsiteX9" fmla="*/ 123825 w 209668"/>
                  <a:gd name="connsiteY9" fmla="*/ 185737 h 195262"/>
                  <a:gd name="connsiteX10" fmla="*/ 109538 w 209668"/>
                  <a:gd name="connsiteY10" fmla="*/ 190500 h 195262"/>
                  <a:gd name="connsiteX11" fmla="*/ 95250 w 209668"/>
                  <a:gd name="connsiteY11" fmla="*/ 195262 h 195262"/>
                  <a:gd name="connsiteX12" fmla="*/ 23813 w 209668"/>
                  <a:gd name="connsiteY12" fmla="*/ 190500 h 195262"/>
                  <a:gd name="connsiteX13" fmla="*/ 9525 w 209668"/>
                  <a:gd name="connsiteY13" fmla="*/ 185737 h 195262"/>
                  <a:gd name="connsiteX14" fmla="*/ 0 w 209668"/>
                  <a:gd name="connsiteY14" fmla="*/ 176212 h 195262"/>
                  <a:gd name="connsiteX0" fmla="*/ 33338 w 202730"/>
                  <a:gd name="connsiteY0" fmla="*/ 0 h 195262"/>
                  <a:gd name="connsiteX1" fmla="*/ 57150 w 202730"/>
                  <a:gd name="connsiteY1" fmla="*/ 14287 h 195262"/>
                  <a:gd name="connsiteX2" fmla="*/ 71438 w 202730"/>
                  <a:gd name="connsiteY2" fmla="*/ 23812 h 195262"/>
                  <a:gd name="connsiteX3" fmla="*/ 114300 w 202730"/>
                  <a:gd name="connsiteY3" fmla="*/ 33337 h 195262"/>
                  <a:gd name="connsiteX4" fmla="*/ 128588 w 202730"/>
                  <a:gd name="connsiteY4" fmla="*/ 42862 h 195262"/>
                  <a:gd name="connsiteX5" fmla="*/ 200025 w 202730"/>
                  <a:gd name="connsiteY5" fmla="*/ 61912 h 195262"/>
                  <a:gd name="connsiteX6" fmla="*/ 185738 w 202730"/>
                  <a:gd name="connsiteY6" fmla="*/ 157162 h 195262"/>
                  <a:gd name="connsiteX7" fmla="*/ 166688 w 202730"/>
                  <a:gd name="connsiteY7" fmla="*/ 166687 h 195262"/>
                  <a:gd name="connsiteX8" fmla="*/ 123825 w 202730"/>
                  <a:gd name="connsiteY8" fmla="*/ 185737 h 195262"/>
                  <a:gd name="connsiteX9" fmla="*/ 109538 w 202730"/>
                  <a:gd name="connsiteY9" fmla="*/ 190500 h 195262"/>
                  <a:gd name="connsiteX10" fmla="*/ 95250 w 202730"/>
                  <a:gd name="connsiteY10" fmla="*/ 195262 h 195262"/>
                  <a:gd name="connsiteX11" fmla="*/ 23813 w 202730"/>
                  <a:gd name="connsiteY11" fmla="*/ 190500 h 195262"/>
                  <a:gd name="connsiteX12" fmla="*/ 9525 w 202730"/>
                  <a:gd name="connsiteY12" fmla="*/ 185737 h 195262"/>
                  <a:gd name="connsiteX13" fmla="*/ 0 w 202730"/>
                  <a:gd name="connsiteY13" fmla="*/ 176212 h 195262"/>
                  <a:gd name="connsiteX0" fmla="*/ 33338 w 207126"/>
                  <a:gd name="connsiteY0" fmla="*/ 0 h 195262"/>
                  <a:gd name="connsiteX1" fmla="*/ 57150 w 207126"/>
                  <a:gd name="connsiteY1" fmla="*/ 14287 h 195262"/>
                  <a:gd name="connsiteX2" fmla="*/ 71438 w 207126"/>
                  <a:gd name="connsiteY2" fmla="*/ 23812 h 195262"/>
                  <a:gd name="connsiteX3" fmla="*/ 114300 w 207126"/>
                  <a:gd name="connsiteY3" fmla="*/ 33337 h 195262"/>
                  <a:gd name="connsiteX4" fmla="*/ 128588 w 207126"/>
                  <a:gd name="connsiteY4" fmla="*/ 42862 h 195262"/>
                  <a:gd name="connsiteX5" fmla="*/ 204787 w 207126"/>
                  <a:gd name="connsiteY5" fmla="*/ 76199 h 195262"/>
                  <a:gd name="connsiteX6" fmla="*/ 185738 w 207126"/>
                  <a:gd name="connsiteY6" fmla="*/ 157162 h 195262"/>
                  <a:gd name="connsiteX7" fmla="*/ 166688 w 207126"/>
                  <a:gd name="connsiteY7" fmla="*/ 166687 h 195262"/>
                  <a:gd name="connsiteX8" fmla="*/ 123825 w 207126"/>
                  <a:gd name="connsiteY8" fmla="*/ 185737 h 195262"/>
                  <a:gd name="connsiteX9" fmla="*/ 109538 w 207126"/>
                  <a:gd name="connsiteY9" fmla="*/ 190500 h 195262"/>
                  <a:gd name="connsiteX10" fmla="*/ 95250 w 207126"/>
                  <a:gd name="connsiteY10" fmla="*/ 195262 h 195262"/>
                  <a:gd name="connsiteX11" fmla="*/ 23813 w 207126"/>
                  <a:gd name="connsiteY11" fmla="*/ 190500 h 195262"/>
                  <a:gd name="connsiteX12" fmla="*/ 9525 w 207126"/>
                  <a:gd name="connsiteY12" fmla="*/ 185737 h 195262"/>
                  <a:gd name="connsiteX13" fmla="*/ 0 w 207126"/>
                  <a:gd name="connsiteY13" fmla="*/ 176212 h 195262"/>
                  <a:gd name="connsiteX0" fmla="*/ 33338 w 207126"/>
                  <a:gd name="connsiteY0" fmla="*/ 0 h 190500"/>
                  <a:gd name="connsiteX1" fmla="*/ 57150 w 207126"/>
                  <a:gd name="connsiteY1" fmla="*/ 14287 h 190500"/>
                  <a:gd name="connsiteX2" fmla="*/ 71438 w 207126"/>
                  <a:gd name="connsiteY2" fmla="*/ 23812 h 190500"/>
                  <a:gd name="connsiteX3" fmla="*/ 114300 w 207126"/>
                  <a:gd name="connsiteY3" fmla="*/ 33337 h 190500"/>
                  <a:gd name="connsiteX4" fmla="*/ 128588 w 207126"/>
                  <a:gd name="connsiteY4" fmla="*/ 42862 h 190500"/>
                  <a:gd name="connsiteX5" fmla="*/ 204787 w 207126"/>
                  <a:gd name="connsiteY5" fmla="*/ 76199 h 190500"/>
                  <a:gd name="connsiteX6" fmla="*/ 185738 w 207126"/>
                  <a:gd name="connsiteY6" fmla="*/ 157162 h 190500"/>
                  <a:gd name="connsiteX7" fmla="*/ 166688 w 207126"/>
                  <a:gd name="connsiteY7" fmla="*/ 166687 h 190500"/>
                  <a:gd name="connsiteX8" fmla="*/ 123825 w 207126"/>
                  <a:gd name="connsiteY8" fmla="*/ 185737 h 190500"/>
                  <a:gd name="connsiteX9" fmla="*/ 109538 w 207126"/>
                  <a:gd name="connsiteY9" fmla="*/ 190500 h 190500"/>
                  <a:gd name="connsiteX10" fmla="*/ 23813 w 207126"/>
                  <a:gd name="connsiteY10" fmla="*/ 190500 h 190500"/>
                  <a:gd name="connsiteX11" fmla="*/ 9525 w 207126"/>
                  <a:gd name="connsiteY11" fmla="*/ 185737 h 190500"/>
                  <a:gd name="connsiteX12" fmla="*/ 0 w 207126"/>
                  <a:gd name="connsiteY12" fmla="*/ 176212 h 190500"/>
                  <a:gd name="connsiteX0" fmla="*/ 33338 w 207126"/>
                  <a:gd name="connsiteY0" fmla="*/ 0 h 190500"/>
                  <a:gd name="connsiteX1" fmla="*/ 57150 w 207126"/>
                  <a:gd name="connsiteY1" fmla="*/ 14287 h 190500"/>
                  <a:gd name="connsiteX2" fmla="*/ 71438 w 207126"/>
                  <a:gd name="connsiteY2" fmla="*/ 23812 h 190500"/>
                  <a:gd name="connsiteX3" fmla="*/ 114300 w 207126"/>
                  <a:gd name="connsiteY3" fmla="*/ 33337 h 190500"/>
                  <a:gd name="connsiteX4" fmla="*/ 128588 w 207126"/>
                  <a:gd name="connsiteY4" fmla="*/ 42862 h 190500"/>
                  <a:gd name="connsiteX5" fmla="*/ 204787 w 207126"/>
                  <a:gd name="connsiteY5" fmla="*/ 76199 h 190500"/>
                  <a:gd name="connsiteX6" fmla="*/ 185738 w 207126"/>
                  <a:gd name="connsiteY6" fmla="*/ 157162 h 190500"/>
                  <a:gd name="connsiteX7" fmla="*/ 166688 w 207126"/>
                  <a:gd name="connsiteY7" fmla="*/ 166687 h 190500"/>
                  <a:gd name="connsiteX8" fmla="*/ 123825 w 207126"/>
                  <a:gd name="connsiteY8" fmla="*/ 185737 h 190500"/>
                  <a:gd name="connsiteX9" fmla="*/ 23813 w 207126"/>
                  <a:gd name="connsiteY9" fmla="*/ 190500 h 190500"/>
                  <a:gd name="connsiteX10" fmla="*/ 9525 w 207126"/>
                  <a:gd name="connsiteY10" fmla="*/ 185737 h 190500"/>
                  <a:gd name="connsiteX11" fmla="*/ 0 w 207126"/>
                  <a:gd name="connsiteY11" fmla="*/ 176212 h 190500"/>
                  <a:gd name="connsiteX0" fmla="*/ 33338 w 207779"/>
                  <a:gd name="connsiteY0" fmla="*/ 0 h 190500"/>
                  <a:gd name="connsiteX1" fmla="*/ 57150 w 207779"/>
                  <a:gd name="connsiteY1" fmla="*/ 14287 h 190500"/>
                  <a:gd name="connsiteX2" fmla="*/ 71438 w 207779"/>
                  <a:gd name="connsiteY2" fmla="*/ 23812 h 190500"/>
                  <a:gd name="connsiteX3" fmla="*/ 114300 w 207779"/>
                  <a:gd name="connsiteY3" fmla="*/ 33337 h 190500"/>
                  <a:gd name="connsiteX4" fmla="*/ 128588 w 207779"/>
                  <a:gd name="connsiteY4" fmla="*/ 42862 h 190500"/>
                  <a:gd name="connsiteX5" fmla="*/ 204787 w 207779"/>
                  <a:gd name="connsiteY5" fmla="*/ 76199 h 190500"/>
                  <a:gd name="connsiteX6" fmla="*/ 185738 w 207779"/>
                  <a:gd name="connsiteY6" fmla="*/ 157162 h 190500"/>
                  <a:gd name="connsiteX7" fmla="*/ 123825 w 207779"/>
                  <a:gd name="connsiteY7" fmla="*/ 185737 h 190500"/>
                  <a:gd name="connsiteX8" fmla="*/ 23813 w 207779"/>
                  <a:gd name="connsiteY8" fmla="*/ 190500 h 190500"/>
                  <a:gd name="connsiteX9" fmla="*/ 9525 w 207779"/>
                  <a:gd name="connsiteY9" fmla="*/ 185737 h 190500"/>
                  <a:gd name="connsiteX10" fmla="*/ 0 w 207779"/>
                  <a:gd name="connsiteY10" fmla="*/ 176212 h 190500"/>
                  <a:gd name="connsiteX0" fmla="*/ 33338 w 207779"/>
                  <a:gd name="connsiteY0" fmla="*/ 0 h 190500"/>
                  <a:gd name="connsiteX1" fmla="*/ 57150 w 207779"/>
                  <a:gd name="connsiteY1" fmla="*/ 14287 h 190500"/>
                  <a:gd name="connsiteX2" fmla="*/ 114300 w 207779"/>
                  <a:gd name="connsiteY2" fmla="*/ 33337 h 190500"/>
                  <a:gd name="connsiteX3" fmla="*/ 128588 w 207779"/>
                  <a:gd name="connsiteY3" fmla="*/ 42862 h 190500"/>
                  <a:gd name="connsiteX4" fmla="*/ 204787 w 207779"/>
                  <a:gd name="connsiteY4" fmla="*/ 76199 h 190500"/>
                  <a:gd name="connsiteX5" fmla="*/ 185738 w 207779"/>
                  <a:gd name="connsiteY5" fmla="*/ 157162 h 190500"/>
                  <a:gd name="connsiteX6" fmla="*/ 123825 w 207779"/>
                  <a:gd name="connsiteY6" fmla="*/ 185737 h 190500"/>
                  <a:gd name="connsiteX7" fmla="*/ 23813 w 207779"/>
                  <a:gd name="connsiteY7" fmla="*/ 190500 h 190500"/>
                  <a:gd name="connsiteX8" fmla="*/ 9525 w 207779"/>
                  <a:gd name="connsiteY8" fmla="*/ 185737 h 190500"/>
                  <a:gd name="connsiteX9" fmla="*/ 0 w 207779"/>
                  <a:gd name="connsiteY9" fmla="*/ 176212 h 190500"/>
                  <a:gd name="connsiteX0" fmla="*/ 33338 w 208748"/>
                  <a:gd name="connsiteY0" fmla="*/ 0 h 190500"/>
                  <a:gd name="connsiteX1" fmla="*/ 57150 w 208748"/>
                  <a:gd name="connsiteY1" fmla="*/ 14287 h 190500"/>
                  <a:gd name="connsiteX2" fmla="*/ 114300 w 208748"/>
                  <a:gd name="connsiteY2" fmla="*/ 33337 h 190500"/>
                  <a:gd name="connsiteX3" fmla="*/ 204787 w 208748"/>
                  <a:gd name="connsiteY3" fmla="*/ 76199 h 190500"/>
                  <a:gd name="connsiteX4" fmla="*/ 185738 w 208748"/>
                  <a:gd name="connsiteY4" fmla="*/ 157162 h 190500"/>
                  <a:gd name="connsiteX5" fmla="*/ 123825 w 208748"/>
                  <a:gd name="connsiteY5" fmla="*/ 185737 h 190500"/>
                  <a:gd name="connsiteX6" fmla="*/ 23813 w 208748"/>
                  <a:gd name="connsiteY6" fmla="*/ 190500 h 190500"/>
                  <a:gd name="connsiteX7" fmla="*/ 9525 w 208748"/>
                  <a:gd name="connsiteY7" fmla="*/ 185737 h 190500"/>
                  <a:gd name="connsiteX8" fmla="*/ 0 w 208748"/>
                  <a:gd name="connsiteY8" fmla="*/ 176212 h 190500"/>
                  <a:gd name="connsiteX0" fmla="*/ 23813 w 199223"/>
                  <a:gd name="connsiteY0" fmla="*/ 0 h 190500"/>
                  <a:gd name="connsiteX1" fmla="*/ 47625 w 199223"/>
                  <a:gd name="connsiteY1" fmla="*/ 14287 h 190500"/>
                  <a:gd name="connsiteX2" fmla="*/ 104775 w 199223"/>
                  <a:gd name="connsiteY2" fmla="*/ 33337 h 190500"/>
                  <a:gd name="connsiteX3" fmla="*/ 195262 w 199223"/>
                  <a:gd name="connsiteY3" fmla="*/ 76199 h 190500"/>
                  <a:gd name="connsiteX4" fmla="*/ 176213 w 199223"/>
                  <a:gd name="connsiteY4" fmla="*/ 157162 h 190500"/>
                  <a:gd name="connsiteX5" fmla="*/ 114300 w 199223"/>
                  <a:gd name="connsiteY5" fmla="*/ 185737 h 190500"/>
                  <a:gd name="connsiteX6" fmla="*/ 14288 w 199223"/>
                  <a:gd name="connsiteY6" fmla="*/ 190500 h 190500"/>
                  <a:gd name="connsiteX7" fmla="*/ 0 w 199223"/>
                  <a:gd name="connsiteY7" fmla="*/ 185737 h 190500"/>
                  <a:gd name="connsiteX0" fmla="*/ 9525 w 184935"/>
                  <a:gd name="connsiteY0" fmla="*/ 0 h 190500"/>
                  <a:gd name="connsiteX1" fmla="*/ 33337 w 184935"/>
                  <a:gd name="connsiteY1" fmla="*/ 14287 h 190500"/>
                  <a:gd name="connsiteX2" fmla="*/ 90487 w 184935"/>
                  <a:gd name="connsiteY2" fmla="*/ 33337 h 190500"/>
                  <a:gd name="connsiteX3" fmla="*/ 180974 w 184935"/>
                  <a:gd name="connsiteY3" fmla="*/ 76199 h 190500"/>
                  <a:gd name="connsiteX4" fmla="*/ 161925 w 184935"/>
                  <a:gd name="connsiteY4" fmla="*/ 157162 h 190500"/>
                  <a:gd name="connsiteX5" fmla="*/ 100012 w 184935"/>
                  <a:gd name="connsiteY5" fmla="*/ 185737 h 190500"/>
                  <a:gd name="connsiteX6" fmla="*/ 0 w 184935"/>
                  <a:gd name="connsiteY6" fmla="*/ 190500 h 190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4935" h="190500">
                    <a:moveTo>
                      <a:pt x="9525" y="0"/>
                    </a:moveTo>
                    <a:cubicBezTo>
                      <a:pt x="17462" y="4762"/>
                      <a:pt x="19843" y="8731"/>
                      <a:pt x="33337" y="14287"/>
                    </a:cubicBezTo>
                    <a:cubicBezTo>
                      <a:pt x="46831" y="19843"/>
                      <a:pt x="65881" y="23018"/>
                      <a:pt x="90487" y="33337"/>
                    </a:cubicBezTo>
                    <a:cubicBezTo>
                      <a:pt x="115093" y="43656"/>
                      <a:pt x="169068" y="55562"/>
                      <a:pt x="180974" y="76199"/>
                    </a:cubicBezTo>
                    <a:cubicBezTo>
                      <a:pt x="192880" y="96836"/>
                      <a:pt x="175419" y="138906"/>
                      <a:pt x="161925" y="157162"/>
                    </a:cubicBezTo>
                    <a:cubicBezTo>
                      <a:pt x="148431" y="175418"/>
                      <a:pt x="126999" y="180181"/>
                      <a:pt x="100012" y="185737"/>
                    </a:cubicBezTo>
                    <a:cubicBezTo>
                      <a:pt x="73025" y="191293"/>
                      <a:pt x="33337" y="188912"/>
                      <a:pt x="0" y="190500"/>
                    </a:cubicBezTo>
                  </a:path>
                </a:pathLst>
              </a:cu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AA672F5A-FC45-4226-9D8B-0DBCA98E6EB2}"/>
                  </a:ext>
                </a:extLst>
              </p:cNvPr>
              <p:cNvSpPr/>
              <p:nvPr/>
            </p:nvSpPr>
            <p:spPr>
              <a:xfrm flipH="1">
                <a:off x="8825419" y="697001"/>
                <a:ext cx="155650" cy="154602"/>
              </a:xfrm>
              <a:prstGeom prst="ellipse">
                <a:avLst/>
              </a:prstGeom>
              <a:solidFill>
                <a:sysClr val="windowText" lastClr="000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8A4820FA-8ADB-44F0-98EA-CE505D5AFC36}"/>
                  </a:ext>
                </a:extLst>
              </p:cNvPr>
              <p:cNvSpPr/>
              <p:nvPr/>
            </p:nvSpPr>
            <p:spPr>
              <a:xfrm flipH="1">
                <a:off x="9363051" y="767719"/>
                <a:ext cx="59577" cy="77721"/>
              </a:xfrm>
              <a:prstGeom prst="ellipse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999F06FE-05AD-4AA6-AE54-A02DD36A00D6}"/>
                  </a:ext>
                </a:extLst>
              </p:cNvPr>
              <p:cNvSpPr/>
              <p:nvPr/>
            </p:nvSpPr>
            <p:spPr>
              <a:xfrm flipH="1">
                <a:off x="8843667" y="773273"/>
                <a:ext cx="59577" cy="77721"/>
              </a:xfrm>
              <a:prstGeom prst="ellipse">
                <a:avLst/>
              </a:prstGeom>
              <a:solidFill>
                <a:schemeClr val="bg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1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1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8F20AE0-5F15-4447-8BDA-2B5136A677C3}"/>
                  </a:ext>
                </a:extLst>
              </p:cNvPr>
              <p:cNvSpPr/>
              <p:nvPr/>
            </p:nvSpPr>
            <p:spPr>
              <a:xfrm rot="21354287">
                <a:off x="9770611" y="461319"/>
                <a:ext cx="202070" cy="256470"/>
              </a:xfrm>
              <a:custGeom>
                <a:avLst/>
                <a:gdLst>
                  <a:gd name="connsiteX0" fmla="*/ 0 w 205192"/>
                  <a:gd name="connsiteY0" fmla="*/ 0 h 305266"/>
                  <a:gd name="connsiteX1" fmla="*/ 95531 w 205192"/>
                  <a:gd name="connsiteY1" fmla="*/ 0 h 305266"/>
                  <a:gd name="connsiteX2" fmla="*/ 149297 w 205192"/>
                  <a:gd name="connsiteY2" fmla="*/ 95577 h 305266"/>
                  <a:gd name="connsiteX3" fmla="*/ 194007 w 205192"/>
                  <a:gd name="connsiteY3" fmla="*/ 234551 h 305266"/>
                  <a:gd name="connsiteX4" fmla="*/ 205192 w 205192"/>
                  <a:gd name="connsiteY4" fmla="*/ 305266 h 305266"/>
                  <a:gd name="connsiteX5" fmla="*/ 0 w 205192"/>
                  <a:gd name="connsiteY5" fmla="*/ 305266 h 305266"/>
                  <a:gd name="connsiteX6" fmla="*/ 0 w 205192"/>
                  <a:gd name="connsiteY6" fmla="*/ 0 h 3052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05192" h="305266">
                    <a:moveTo>
                      <a:pt x="0" y="0"/>
                    </a:moveTo>
                    <a:lnTo>
                      <a:pt x="95531" y="0"/>
                    </a:lnTo>
                    <a:lnTo>
                      <a:pt x="149297" y="95577"/>
                    </a:lnTo>
                    <a:cubicBezTo>
                      <a:pt x="168711" y="139865"/>
                      <a:pt x="183786" y="186355"/>
                      <a:pt x="194007" y="234551"/>
                    </a:cubicBezTo>
                    <a:lnTo>
                      <a:pt x="205192" y="305266"/>
                    </a:lnTo>
                    <a:lnTo>
                      <a:pt x="0" y="3052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57579A55-BAFF-4BB2-82FA-C22C127AB231}"/>
                  </a:ext>
                </a:extLst>
              </p:cNvPr>
              <p:cNvSpPr/>
              <p:nvPr/>
            </p:nvSpPr>
            <p:spPr>
              <a:xfrm rot="233026" flipH="1">
                <a:off x="8532084" y="457617"/>
                <a:ext cx="136316" cy="290086"/>
              </a:xfrm>
              <a:custGeom>
                <a:avLst/>
                <a:gdLst>
                  <a:gd name="connsiteX0" fmla="*/ 27335 w 122225"/>
                  <a:gd name="connsiteY0" fmla="*/ 0 h 264148"/>
                  <a:gd name="connsiteX1" fmla="*/ 0 w 122225"/>
                  <a:gd name="connsiteY1" fmla="*/ 0 h 264148"/>
                  <a:gd name="connsiteX2" fmla="*/ 43973 w 122225"/>
                  <a:gd name="connsiteY2" fmla="*/ 88634 h 264148"/>
                  <a:gd name="connsiteX3" fmla="*/ 82660 w 122225"/>
                  <a:gd name="connsiteY3" fmla="*/ 224990 h 264148"/>
                  <a:gd name="connsiteX4" fmla="*/ 88122 w 122225"/>
                  <a:gd name="connsiteY4" fmla="*/ 264148 h 264148"/>
                  <a:gd name="connsiteX5" fmla="*/ 122225 w 122225"/>
                  <a:gd name="connsiteY5" fmla="*/ 264148 h 264148"/>
                  <a:gd name="connsiteX6" fmla="*/ 112547 w 122225"/>
                  <a:gd name="connsiteY6" fmla="*/ 202958 h 264148"/>
                  <a:gd name="connsiteX7" fmla="*/ 73859 w 122225"/>
                  <a:gd name="connsiteY7" fmla="*/ 82703 h 264148"/>
                  <a:gd name="connsiteX8" fmla="*/ 27335 w 122225"/>
                  <a:gd name="connsiteY8" fmla="*/ 0 h 264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225" h="264148">
                    <a:moveTo>
                      <a:pt x="27335" y="0"/>
                    </a:moveTo>
                    <a:lnTo>
                      <a:pt x="0" y="0"/>
                    </a:lnTo>
                    <a:lnTo>
                      <a:pt x="43973" y="88634"/>
                    </a:lnTo>
                    <a:cubicBezTo>
                      <a:pt x="60772" y="132088"/>
                      <a:pt x="73816" y="177702"/>
                      <a:pt x="82660" y="224990"/>
                    </a:cubicBezTo>
                    <a:lnTo>
                      <a:pt x="88122" y="264148"/>
                    </a:lnTo>
                    <a:lnTo>
                      <a:pt x="122225" y="264148"/>
                    </a:lnTo>
                    <a:lnTo>
                      <a:pt x="112547" y="202958"/>
                    </a:lnTo>
                    <a:cubicBezTo>
                      <a:pt x="103703" y="161254"/>
                      <a:pt x="90658" y="121026"/>
                      <a:pt x="73859" y="82703"/>
                    </a:cubicBezTo>
                    <a:lnTo>
                      <a:pt x="27335" y="0"/>
                    </a:lnTo>
                    <a:close/>
                  </a:path>
                </a:pathLst>
              </a:custGeom>
              <a:solidFill>
                <a:sysClr val="windowText" lastClr="000000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162560" tIns="81280" rIns="162560" bIns="8128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3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92DCF207-01E7-4076-8423-2EB508CC5090}"/>
                  </a:ext>
                </a:extLst>
              </p:cNvPr>
              <p:cNvSpPr/>
              <p:nvPr/>
            </p:nvSpPr>
            <p:spPr>
              <a:xfrm>
                <a:off x="8635605" y="151226"/>
                <a:ext cx="1228582" cy="315649"/>
              </a:xfrm>
              <a:custGeom>
                <a:avLst/>
                <a:gdLst>
                  <a:gd name="connsiteX0" fmla="*/ 647190 w 1294381"/>
                  <a:gd name="connsiteY0" fmla="*/ 0 h 358077"/>
                  <a:gd name="connsiteX1" fmla="*/ 1273778 w 1294381"/>
                  <a:gd name="connsiteY1" fmla="*/ 321453 h 358077"/>
                  <a:gd name="connsiteX2" fmla="*/ 1294381 w 1294381"/>
                  <a:gd name="connsiteY2" fmla="*/ 358077 h 358077"/>
                  <a:gd name="connsiteX3" fmla="*/ 0 w 1294381"/>
                  <a:gd name="connsiteY3" fmla="*/ 358077 h 358077"/>
                  <a:gd name="connsiteX4" fmla="*/ 20602 w 1294381"/>
                  <a:gd name="connsiteY4" fmla="*/ 321453 h 358077"/>
                  <a:gd name="connsiteX5" fmla="*/ 647190 w 1294381"/>
                  <a:gd name="connsiteY5" fmla="*/ 0 h 3580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94381" h="358077">
                    <a:moveTo>
                      <a:pt x="647190" y="0"/>
                    </a:moveTo>
                    <a:cubicBezTo>
                      <a:pt x="908020" y="0"/>
                      <a:pt x="1137984" y="127511"/>
                      <a:pt x="1273778" y="321453"/>
                    </a:cubicBezTo>
                    <a:lnTo>
                      <a:pt x="1294381" y="358077"/>
                    </a:lnTo>
                    <a:lnTo>
                      <a:pt x="0" y="358077"/>
                    </a:lnTo>
                    <a:lnTo>
                      <a:pt x="20602" y="321453"/>
                    </a:lnTo>
                    <a:cubicBezTo>
                      <a:pt x="156396" y="127511"/>
                      <a:pt x="386360" y="0"/>
                      <a:pt x="647190" y="0"/>
                    </a:cubicBezTo>
                    <a:close/>
                  </a:path>
                </a:pathLst>
              </a:custGeom>
              <a:solidFill>
                <a:sysClr val="windowText" lastClr="000000"/>
              </a:solidFill>
              <a:ln w="5715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79E3F6BB-ABD1-4745-A235-7C97DD9B0D4F}"/>
                </a:ext>
              </a:extLst>
            </p:cNvPr>
            <p:cNvSpPr/>
            <p:nvPr/>
          </p:nvSpPr>
          <p:spPr>
            <a:xfrm rot="1877738" flipH="1">
              <a:off x="2529770" y="4700033"/>
              <a:ext cx="148970" cy="424011"/>
            </a:xfrm>
            <a:custGeom>
              <a:avLst/>
              <a:gdLst>
                <a:gd name="connsiteX0" fmla="*/ 115393 w 649909"/>
                <a:gd name="connsiteY0" fmla="*/ 0 h 923977"/>
                <a:gd name="connsiteX1" fmla="*/ 29668 w 649909"/>
                <a:gd name="connsiteY1" fmla="*/ 438150 h 923977"/>
                <a:gd name="connsiteX2" fmla="*/ 563068 w 649909"/>
                <a:gd name="connsiteY2" fmla="*/ 847725 h 923977"/>
                <a:gd name="connsiteX3" fmla="*/ 648793 w 649909"/>
                <a:gd name="connsiteY3" fmla="*/ 923925 h 923977"/>
                <a:gd name="connsiteX4" fmla="*/ 648793 w 649909"/>
                <a:gd name="connsiteY4" fmla="*/ 923925 h 923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9909" h="923977">
                  <a:moveTo>
                    <a:pt x="115393" y="0"/>
                  </a:moveTo>
                  <a:cubicBezTo>
                    <a:pt x="35224" y="148431"/>
                    <a:pt x="-44945" y="296863"/>
                    <a:pt x="29668" y="438150"/>
                  </a:cubicBezTo>
                  <a:cubicBezTo>
                    <a:pt x="104280" y="579438"/>
                    <a:pt x="459881" y="766763"/>
                    <a:pt x="563068" y="847725"/>
                  </a:cubicBezTo>
                  <a:cubicBezTo>
                    <a:pt x="666255" y="928687"/>
                    <a:pt x="648793" y="923925"/>
                    <a:pt x="648793" y="923925"/>
                  </a:cubicBezTo>
                  <a:lnTo>
                    <a:pt x="648793" y="923925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A5B3CC6-7E69-484D-8E85-E092DC82F3A0}"/>
              </a:ext>
            </a:extLst>
          </p:cNvPr>
          <p:cNvGrpSpPr/>
          <p:nvPr/>
        </p:nvGrpSpPr>
        <p:grpSpPr>
          <a:xfrm>
            <a:off x="1044654" y="302073"/>
            <a:ext cx="4043334" cy="4544433"/>
            <a:chOff x="2615420" y="2522220"/>
            <a:chExt cx="2284240" cy="2567331"/>
          </a:xfrm>
        </p:grpSpPr>
        <p:sp>
          <p:nvSpPr>
            <p:cNvPr id="52" name="Flowchart: Alternate Process 51">
              <a:extLst>
                <a:ext uri="{FF2B5EF4-FFF2-40B4-BE49-F238E27FC236}">
                  <a16:creationId xmlns:a16="http://schemas.microsoft.com/office/drawing/2014/main" id="{BA0E27AE-0FDC-48F2-B8CC-14C517FBC7FC}"/>
                </a:ext>
              </a:extLst>
            </p:cNvPr>
            <p:cNvSpPr/>
            <p:nvPr/>
          </p:nvSpPr>
          <p:spPr>
            <a:xfrm>
              <a:off x="3550831" y="5024813"/>
              <a:ext cx="114444" cy="64738"/>
            </a:xfrm>
            <a:prstGeom prst="flowChartAlternateProcess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CE123E42-DCD6-460B-8B3E-684E1A4EB48F}"/>
                </a:ext>
              </a:extLst>
            </p:cNvPr>
            <p:cNvSpPr/>
            <p:nvPr/>
          </p:nvSpPr>
          <p:spPr>
            <a:xfrm>
              <a:off x="3705178" y="3881908"/>
              <a:ext cx="1060450" cy="1060450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Oval 12">
              <a:extLst>
                <a:ext uri="{FF2B5EF4-FFF2-40B4-BE49-F238E27FC236}">
                  <a16:creationId xmlns:a16="http://schemas.microsoft.com/office/drawing/2014/main" id="{109D854F-A7FB-4CFA-9B05-E2C98E5BB34D}"/>
                </a:ext>
              </a:extLst>
            </p:cNvPr>
            <p:cNvSpPr/>
            <p:nvPr/>
          </p:nvSpPr>
          <p:spPr>
            <a:xfrm>
              <a:off x="2615420" y="3931124"/>
              <a:ext cx="1759305" cy="1063146"/>
            </a:xfrm>
            <a:custGeom>
              <a:avLst/>
              <a:gdLst>
                <a:gd name="connsiteX0" fmla="*/ 0 w 1349729"/>
                <a:gd name="connsiteY0" fmla="*/ 530225 h 1060450"/>
                <a:gd name="connsiteX1" fmla="*/ 674865 w 1349729"/>
                <a:gd name="connsiteY1" fmla="*/ 0 h 1060450"/>
                <a:gd name="connsiteX2" fmla="*/ 1349730 w 1349729"/>
                <a:gd name="connsiteY2" fmla="*/ 530225 h 1060450"/>
                <a:gd name="connsiteX3" fmla="*/ 674865 w 1349729"/>
                <a:gd name="connsiteY3" fmla="*/ 1060450 h 1060450"/>
                <a:gd name="connsiteX4" fmla="*/ 0 w 1349729"/>
                <a:gd name="connsiteY4" fmla="*/ 530225 h 1060450"/>
                <a:gd name="connsiteX0" fmla="*/ 0 w 1759305"/>
                <a:gd name="connsiteY0" fmla="*/ 530309 h 1060631"/>
                <a:gd name="connsiteX1" fmla="*/ 674865 w 1759305"/>
                <a:gd name="connsiteY1" fmla="*/ 84 h 1060631"/>
                <a:gd name="connsiteX2" fmla="*/ 1759305 w 1759305"/>
                <a:gd name="connsiteY2" fmla="*/ 562059 h 1060631"/>
                <a:gd name="connsiteX3" fmla="*/ 674865 w 1759305"/>
                <a:gd name="connsiteY3" fmla="*/ 1060534 h 1060631"/>
                <a:gd name="connsiteX4" fmla="*/ 0 w 1759305"/>
                <a:gd name="connsiteY4" fmla="*/ 530309 h 1060631"/>
                <a:gd name="connsiteX0" fmla="*/ 0 w 1759305"/>
                <a:gd name="connsiteY0" fmla="*/ 532195 h 1062517"/>
                <a:gd name="connsiteX1" fmla="*/ 674865 w 1759305"/>
                <a:gd name="connsiteY1" fmla="*/ 1970 h 1062517"/>
                <a:gd name="connsiteX2" fmla="*/ 1759305 w 1759305"/>
                <a:gd name="connsiteY2" fmla="*/ 563945 h 1062517"/>
                <a:gd name="connsiteX3" fmla="*/ 674865 w 1759305"/>
                <a:gd name="connsiteY3" fmla="*/ 1062420 h 1062517"/>
                <a:gd name="connsiteX4" fmla="*/ 0 w 1759305"/>
                <a:gd name="connsiteY4" fmla="*/ 532195 h 1062517"/>
                <a:gd name="connsiteX0" fmla="*/ 0 w 1759305"/>
                <a:gd name="connsiteY0" fmla="*/ 532824 h 1063146"/>
                <a:gd name="connsiteX1" fmla="*/ 674865 w 1759305"/>
                <a:gd name="connsiteY1" fmla="*/ 2599 h 1063146"/>
                <a:gd name="connsiteX2" fmla="*/ 1759305 w 1759305"/>
                <a:gd name="connsiteY2" fmla="*/ 564574 h 1063146"/>
                <a:gd name="connsiteX3" fmla="*/ 674865 w 1759305"/>
                <a:gd name="connsiteY3" fmla="*/ 1063049 h 1063146"/>
                <a:gd name="connsiteX4" fmla="*/ 0 w 1759305"/>
                <a:gd name="connsiteY4" fmla="*/ 532824 h 10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59305" h="1063146">
                  <a:moveTo>
                    <a:pt x="0" y="532824"/>
                  </a:moveTo>
                  <a:cubicBezTo>
                    <a:pt x="0" y="166964"/>
                    <a:pt x="232423" y="-24918"/>
                    <a:pt x="674865" y="2599"/>
                  </a:cubicBezTo>
                  <a:cubicBezTo>
                    <a:pt x="1117307" y="30116"/>
                    <a:pt x="1759305" y="271739"/>
                    <a:pt x="1759305" y="564574"/>
                  </a:cubicBezTo>
                  <a:cubicBezTo>
                    <a:pt x="1759305" y="857409"/>
                    <a:pt x="968082" y="1068341"/>
                    <a:pt x="674865" y="1063049"/>
                  </a:cubicBezTo>
                  <a:cubicBezTo>
                    <a:pt x="381648" y="1057757"/>
                    <a:pt x="0" y="898684"/>
                    <a:pt x="0" y="532824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7E2C64B-A423-4B0E-B1A5-B2D9D8F703D6}"/>
                </a:ext>
              </a:extLst>
            </p:cNvPr>
            <p:cNvSpPr/>
            <p:nvPr/>
          </p:nvSpPr>
          <p:spPr>
            <a:xfrm rot="20652017">
              <a:off x="3253025" y="3665338"/>
              <a:ext cx="117475" cy="341975"/>
            </a:xfrm>
            <a:prstGeom prst="rect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Oval 12">
              <a:extLst>
                <a:ext uri="{FF2B5EF4-FFF2-40B4-BE49-F238E27FC236}">
                  <a16:creationId xmlns:a16="http://schemas.microsoft.com/office/drawing/2014/main" id="{A873CA4A-759E-4E53-917F-2C46D8BFE974}"/>
                </a:ext>
              </a:extLst>
            </p:cNvPr>
            <p:cNvSpPr/>
            <p:nvPr/>
          </p:nvSpPr>
          <p:spPr>
            <a:xfrm>
              <a:off x="2782202" y="3978576"/>
              <a:ext cx="1759305" cy="1063146"/>
            </a:xfrm>
            <a:custGeom>
              <a:avLst/>
              <a:gdLst>
                <a:gd name="connsiteX0" fmla="*/ 0 w 1349729"/>
                <a:gd name="connsiteY0" fmla="*/ 530225 h 1060450"/>
                <a:gd name="connsiteX1" fmla="*/ 674865 w 1349729"/>
                <a:gd name="connsiteY1" fmla="*/ 0 h 1060450"/>
                <a:gd name="connsiteX2" fmla="*/ 1349730 w 1349729"/>
                <a:gd name="connsiteY2" fmla="*/ 530225 h 1060450"/>
                <a:gd name="connsiteX3" fmla="*/ 674865 w 1349729"/>
                <a:gd name="connsiteY3" fmla="*/ 1060450 h 1060450"/>
                <a:gd name="connsiteX4" fmla="*/ 0 w 1349729"/>
                <a:gd name="connsiteY4" fmla="*/ 530225 h 1060450"/>
                <a:gd name="connsiteX0" fmla="*/ 0 w 1759305"/>
                <a:gd name="connsiteY0" fmla="*/ 530309 h 1060631"/>
                <a:gd name="connsiteX1" fmla="*/ 674865 w 1759305"/>
                <a:gd name="connsiteY1" fmla="*/ 84 h 1060631"/>
                <a:gd name="connsiteX2" fmla="*/ 1759305 w 1759305"/>
                <a:gd name="connsiteY2" fmla="*/ 562059 h 1060631"/>
                <a:gd name="connsiteX3" fmla="*/ 674865 w 1759305"/>
                <a:gd name="connsiteY3" fmla="*/ 1060534 h 1060631"/>
                <a:gd name="connsiteX4" fmla="*/ 0 w 1759305"/>
                <a:gd name="connsiteY4" fmla="*/ 530309 h 1060631"/>
                <a:gd name="connsiteX0" fmla="*/ 0 w 1759305"/>
                <a:gd name="connsiteY0" fmla="*/ 532195 h 1062517"/>
                <a:gd name="connsiteX1" fmla="*/ 674865 w 1759305"/>
                <a:gd name="connsiteY1" fmla="*/ 1970 h 1062517"/>
                <a:gd name="connsiteX2" fmla="*/ 1759305 w 1759305"/>
                <a:gd name="connsiteY2" fmla="*/ 563945 h 1062517"/>
                <a:gd name="connsiteX3" fmla="*/ 674865 w 1759305"/>
                <a:gd name="connsiteY3" fmla="*/ 1062420 h 1062517"/>
                <a:gd name="connsiteX4" fmla="*/ 0 w 1759305"/>
                <a:gd name="connsiteY4" fmla="*/ 532195 h 1062517"/>
                <a:gd name="connsiteX0" fmla="*/ 0 w 1759305"/>
                <a:gd name="connsiteY0" fmla="*/ 532824 h 1063146"/>
                <a:gd name="connsiteX1" fmla="*/ 674865 w 1759305"/>
                <a:gd name="connsiteY1" fmla="*/ 2599 h 1063146"/>
                <a:gd name="connsiteX2" fmla="*/ 1759305 w 1759305"/>
                <a:gd name="connsiteY2" fmla="*/ 564574 h 1063146"/>
                <a:gd name="connsiteX3" fmla="*/ 674865 w 1759305"/>
                <a:gd name="connsiteY3" fmla="*/ 1063049 h 1063146"/>
                <a:gd name="connsiteX4" fmla="*/ 0 w 1759305"/>
                <a:gd name="connsiteY4" fmla="*/ 532824 h 10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59305" h="1063146">
                  <a:moveTo>
                    <a:pt x="0" y="532824"/>
                  </a:moveTo>
                  <a:cubicBezTo>
                    <a:pt x="0" y="166964"/>
                    <a:pt x="232423" y="-24918"/>
                    <a:pt x="674865" y="2599"/>
                  </a:cubicBezTo>
                  <a:cubicBezTo>
                    <a:pt x="1117307" y="30116"/>
                    <a:pt x="1759305" y="271739"/>
                    <a:pt x="1759305" y="564574"/>
                  </a:cubicBezTo>
                  <a:cubicBezTo>
                    <a:pt x="1759305" y="857409"/>
                    <a:pt x="968082" y="1068341"/>
                    <a:pt x="674865" y="1063049"/>
                  </a:cubicBezTo>
                  <a:cubicBezTo>
                    <a:pt x="381648" y="1057757"/>
                    <a:pt x="0" y="898684"/>
                    <a:pt x="0" y="532824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Rectangle 9">
              <a:extLst>
                <a:ext uri="{FF2B5EF4-FFF2-40B4-BE49-F238E27FC236}">
                  <a16:creationId xmlns:a16="http://schemas.microsoft.com/office/drawing/2014/main" id="{0A03157D-9A67-4D90-863B-978D037DB93F}"/>
                </a:ext>
              </a:extLst>
            </p:cNvPr>
            <p:cNvSpPr/>
            <p:nvPr/>
          </p:nvSpPr>
          <p:spPr>
            <a:xfrm>
              <a:off x="3027024" y="3477801"/>
              <a:ext cx="569476" cy="241360"/>
            </a:xfrm>
            <a:custGeom>
              <a:avLst/>
              <a:gdLst>
                <a:gd name="connsiteX0" fmla="*/ 0 w 565150"/>
                <a:gd name="connsiteY0" fmla="*/ 0 h 177800"/>
                <a:gd name="connsiteX1" fmla="*/ 565150 w 565150"/>
                <a:gd name="connsiteY1" fmla="*/ 0 h 177800"/>
                <a:gd name="connsiteX2" fmla="*/ 565150 w 565150"/>
                <a:gd name="connsiteY2" fmla="*/ 177800 h 177800"/>
                <a:gd name="connsiteX3" fmla="*/ 0 w 565150"/>
                <a:gd name="connsiteY3" fmla="*/ 177800 h 177800"/>
                <a:gd name="connsiteX4" fmla="*/ 0 w 565150"/>
                <a:gd name="connsiteY4" fmla="*/ 0 h 177800"/>
                <a:gd name="connsiteX0" fmla="*/ 49388 w 614538"/>
                <a:gd name="connsiteY0" fmla="*/ 0 h 177800"/>
                <a:gd name="connsiteX1" fmla="*/ 614538 w 614538"/>
                <a:gd name="connsiteY1" fmla="*/ 0 h 177800"/>
                <a:gd name="connsiteX2" fmla="*/ 614538 w 614538"/>
                <a:gd name="connsiteY2" fmla="*/ 177800 h 177800"/>
                <a:gd name="connsiteX3" fmla="*/ 49388 w 614538"/>
                <a:gd name="connsiteY3" fmla="*/ 177800 h 177800"/>
                <a:gd name="connsiteX4" fmla="*/ 49388 w 614538"/>
                <a:gd name="connsiteY4" fmla="*/ 0 h 177800"/>
                <a:gd name="connsiteX0" fmla="*/ 64651 w 629801"/>
                <a:gd name="connsiteY0" fmla="*/ 0 h 177904"/>
                <a:gd name="connsiteX1" fmla="*/ 629801 w 629801"/>
                <a:gd name="connsiteY1" fmla="*/ 0 h 177904"/>
                <a:gd name="connsiteX2" fmla="*/ 629801 w 629801"/>
                <a:gd name="connsiteY2" fmla="*/ 177800 h 177904"/>
                <a:gd name="connsiteX3" fmla="*/ 64651 w 629801"/>
                <a:gd name="connsiteY3" fmla="*/ 177800 h 177904"/>
                <a:gd name="connsiteX4" fmla="*/ 64651 w 629801"/>
                <a:gd name="connsiteY4" fmla="*/ 0 h 177904"/>
                <a:gd name="connsiteX0" fmla="*/ 64651 w 629801"/>
                <a:gd name="connsiteY0" fmla="*/ 0 h 177904"/>
                <a:gd name="connsiteX1" fmla="*/ 629801 w 629801"/>
                <a:gd name="connsiteY1" fmla="*/ 177800 h 177904"/>
                <a:gd name="connsiteX2" fmla="*/ 64651 w 629801"/>
                <a:gd name="connsiteY2" fmla="*/ 177800 h 177904"/>
                <a:gd name="connsiteX3" fmla="*/ 64651 w 629801"/>
                <a:gd name="connsiteY3" fmla="*/ 0 h 177904"/>
                <a:gd name="connsiteX0" fmla="*/ 64651 w 572651"/>
                <a:gd name="connsiteY0" fmla="*/ 0 h 177904"/>
                <a:gd name="connsiteX1" fmla="*/ 572651 w 572651"/>
                <a:gd name="connsiteY1" fmla="*/ 88900 h 177904"/>
                <a:gd name="connsiteX2" fmla="*/ 64651 w 572651"/>
                <a:gd name="connsiteY2" fmla="*/ 177800 h 177904"/>
                <a:gd name="connsiteX3" fmla="*/ 64651 w 572651"/>
                <a:gd name="connsiteY3" fmla="*/ 0 h 177904"/>
                <a:gd name="connsiteX0" fmla="*/ 64651 w 572651"/>
                <a:gd name="connsiteY0" fmla="*/ 0 h 187288"/>
                <a:gd name="connsiteX1" fmla="*/ 572651 w 572651"/>
                <a:gd name="connsiteY1" fmla="*/ 88900 h 187288"/>
                <a:gd name="connsiteX2" fmla="*/ 64651 w 572651"/>
                <a:gd name="connsiteY2" fmla="*/ 177800 h 187288"/>
                <a:gd name="connsiteX3" fmla="*/ 64651 w 572651"/>
                <a:gd name="connsiteY3" fmla="*/ 0 h 187288"/>
                <a:gd name="connsiteX0" fmla="*/ 64651 w 572651"/>
                <a:gd name="connsiteY0" fmla="*/ 22519 h 209807"/>
                <a:gd name="connsiteX1" fmla="*/ 572651 w 572651"/>
                <a:gd name="connsiteY1" fmla="*/ 111419 h 209807"/>
                <a:gd name="connsiteX2" fmla="*/ 64651 w 572651"/>
                <a:gd name="connsiteY2" fmla="*/ 200319 h 209807"/>
                <a:gd name="connsiteX3" fmla="*/ 64651 w 572651"/>
                <a:gd name="connsiteY3" fmla="*/ 22519 h 209807"/>
                <a:gd name="connsiteX0" fmla="*/ 64651 w 572651"/>
                <a:gd name="connsiteY0" fmla="*/ 38923 h 226211"/>
                <a:gd name="connsiteX1" fmla="*/ 572651 w 572651"/>
                <a:gd name="connsiteY1" fmla="*/ 127823 h 226211"/>
                <a:gd name="connsiteX2" fmla="*/ 64651 w 572651"/>
                <a:gd name="connsiteY2" fmla="*/ 216723 h 226211"/>
                <a:gd name="connsiteX3" fmla="*/ 64651 w 572651"/>
                <a:gd name="connsiteY3" fmla="*/ 38923 h 226211"/>
                <a:gd name="connsiteX0" fmla="*/ 64651 w 572651"/>
                <a:gd name="connsiteY0" fmla="*/ 38923 h 274447"/>
                <a:gd name="connsiteX1" fmla="*/ 572651 w 572651"/>
                <a:gd name="connsiteY1" fmla="*/ 127823 h 274447"/>
                <a:gd name="connsiteX2" fmla="*/ 64651 w 572651"/>
                <a:gd name="connsiteY2" fmla="*/ 216723 h 274447"/>
                <a:gd name="connsiteX3" fmla="*/ 64651 w 572651"/>
                <a:gd name="connsiteY3" fmla="*/ 38923 h 274447"/>
                <a:gd name="connsiteX0" fmla="*/ 64651 w 572651"/>
                <a:gd name="connsiteY0" fmla="*/ 38923 h 239008"/>
                <a:gd name="connsiteX1" fmla="*/ 572651 w 572651"/>
                <a:gd name="connsiteY1" fmla="*/ 127823 h 239008"/>
                <a:gd name="connsiteX2" fmla="*/ 64651 w 572651"/>
                <a:gd name="connsiteY2" fmla="*/ 216723 h 239008"/>
                <a:gd name="connsiteX3" fmla="*/ 64651 w 572651"/>
                <a:gd name="connsiteY3" fmla="*/ 38923 h 239008"/>
                <a:gd name="connsiteX0" fmla="*/ 64651 w 572651"/>
                <a:gd name="connsiteY0" fmla="*/ 38923 h 241479"/>
                <a:gd name="connsiteX1" fmla="*/ 572651 w 572651"/>
                <a:gd name="connsiteY1" fmla="*/ 127823 h 241479"/>
                <a:gd name="connsiteX2" fmla="*/ 64651 w 572651"/>
                <a:gd name="connsiteY2" fmla="*/ 216723 h 241479"/>
                <a:gd name="connsiteX3" fmla="*/ 64651 w 572651"/>
                <a:gd name="connsiteY3" fmla="*/ 38923 h 241479"/>
                <a:gd name="connsiteX0" fmla="*/ 64651 w 572651"/>
                <a:gd name="connsiteY0" fmla="*/ 38923 h 241479"/>
                <a:gd name="connsiteX1" fmla="*/ 572651 w 572651"/>
                <a:gd name="connsiteY1" fmla="*/ 127823 h 241479"/>
                <a:gd name="connsiteX2" fmla="*/ 64651 w 572651"/>
                <a:gd name="connsiteY2" fmla="*/ 216723 h 241479"/>
                <a:gd name="connsiteX3" fmla="*/ 64651 w 572651"/>
                <a:gd name="connsiteY3" fmla="*/ 38923 h 241479"/>
                <a:gd name="connsiteX0" fmla="*/ 64651 w 572651"/>
                <a:gd name="connsiteY0" fmla="*/ 38923 h 241479"/>
                <a:gd name="connsiteX1" fmla="*/ 572651 w 572651"/>
                <a:gd name="connsiteY1" fmla="*/ 127823 h 241479"/>
                <a:gd name="connsiteX2" fmla="*/ 64651 w 572651"/>
                <a:gd name="connsiteY2" fmla="*/ 216723 h 241479"/>
                <a:gd name="connsiteX3" fmla="*/ 64651 w 572651"/>
                <a:gd name="connsiteY3" fmla="*/ 38923 h 241479"/>
                <a:gd name="connsiteX0" fmla="*/ 64651 w 572651"/>
                <a:gd name="connsiteY0" fmla="*/ 68733 h 254108"/>
                <a:gd name="connsiteX1" fmla="*/ 572651 w 572651"/>
                <a:gd name="connsiteY1" fmla="*/ 106833 h 254108"/>
                <a:gd name="connsiteX2" fmla="*/ 64651 w 572651"/>
                <a:gd name="connsiteY2" fmla="*/ 246533 h 254108"/>
                <a:gd name="connsiteX3" fmla="*/ 64651 w 572651"/>
                <a:gd name="connsiteY3" fmla="*/ 68733 h 254108"/>
                <a:gd name="connsiteX0" fmla="*/ 64651 w 569476"/>
                <a:gd name="connsiteY0" fmla="*/ 37309 h 241360"/>
                <a:gd name="connsiteX1" fmla="*/ 569476 w 569476"/>
                <a:gd name="connsiteY1" fmla="*/ 129384 h 241360"/>
                <a:gd name="connsiteX2" fmla="*/ 64651 w 569476"/>
                <a:gd name="connsiteY2" fmla="*/ 215109 h 241360"/>
                <a:gd name="connsiteX3" fmla="*/ 64651 w 569476"/>
                <a:gd name="connsiteY3" fmla="*/ 37309 h 241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9476" h="241360">
                  <a:moveTo>
                    <a:pt x="64651" y="37309"/>
                  </a:moveTo>
                  <a:cubicBezTo>
                    <a:pt x="141909" y="19317"/>
                    <a:pt x="209643" y="-74874"/>
                    <a:pt x="569476" y="129384"/>
                  </a:cubicBezTo>
                  <a:cubicBezTo>
                    <a:pt x="330293" y="301892"/>
                    <a:pt x="75234" y="226751"/>
                    <a:pt x="64651" y="215109"/>
                  </a:cubicBezTo>
                  <a:cubicBezTo>
                    <a:pt x="7501" y="219342"/>
                    <a:pt x="-46474" y="93401"/>
                    <a:pt x="64651" y="37309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943A76E5-E7CC-4A5D-A98C-4CEC8B066C81}"/>
                </a:ext>
              </a:extLst>
            </p:cNvPr>
            <p:cNvSpPr/>
            <p:nvPr/>
          </p:nvSpPr>
          <p:spPr>
            <a:xfrm rot="21361923">
              <a:off x="4215406" y="3039260"/>
              <a:ext cx="171048" cy="1220508"/>
            </a:xfrm>
            <a:custGeom>
              <a:avLst/>
              <a:gdLst>
                <a:gd name="connsiteX0" fmla="*/ 104775 w 209584"/>
                <a:gd name="connsiteY0" fmla="*/ 0 h 1076325"/>
                <a:gd name="connsiteX1" fmla="*/ 209550 w 209584"/>
                <a:gd name="connsiteY1" fmla="*/ 381000 h 1076325"/>
                <a:gd name="connsiteX2" fmla="*/ 95250 w 209584"/>
                <a:gd name="connsiteY2" fmla="*/ 857250 h 1076325"/>
                <a:gd name="connsiteX3" fmla="*/ 0 w 209584"/>
                <a:gd name="connsiteY3" fmla="*/ 1076325 h 1076325"/>
                <a:gd name="connsiteX4" fmla="*/ 0 w 209584"/>
                <a:gd name="connsiteY4" fmla="*/ 1076325 h 1076325"/>
                <a:gd name="connsiteX0" fmla="*/ 104775 w 209584"/>
                <a:gd name="connsiteY0" fmla="*/ 0 h 1120568"/>
                <a:gd name="connsiteX1" fmla="*/ 209550 w 209584"/>
                <a:gd name="connsiteY1" fmla="*/ 381000 h 1120568"/>
                <a:gd name="connsiteX2" fmla="*/ 95250 w 209584"/>
                <a:gd name="connsiteY2" fmla="*/ 857250 h 1120568"/>
                <a:gd name="connsiteX3" fmla="*/ 0 w 209584"/>
                <a:gd name="connsiteY3" fmla="*/ 1076325 h 1120568"/>
                <a:gd name="connsiteX4" fmla="*/ 19050 w 209584"/>
                <a:gd name="connsiteY4" fmla="*/ 1120568 h 1120568"/>
                <a:gd name="connsiteX0" fmla="*/ 85725 w 190534"/>
                <a:gd name="connsiteY0" fmla="*/ 0 h 1120568"/>
                <a:gd name="connsiteX1" fmla="*/ 190500 w 190534"/>
                <a:gd name="connsiteY1" fmla="*/ 381000 h 1120568"/>
                <a:gd name="connsiteX2" fmla="*/ 76200 w 190534"/>
                <a:gd name="connsiteY2" fmla="*/ 857250 h 1120568"/>
                <a:gd name="connsiteX3" fmla="*/ 9525 w 190534"/>
                <a:gd name="connsiteY3" fmla="*/ 1120568 h 1120568"/>
                <a:gd name="connsiteX4" fmla="*/ 0 w 190534"/>
                <a:gd name="connsiteY4" fmla="*/ 1120568 h 1120568"/>
                <a:gd name="connsiteX0" fmla="*/ 109538 w 214347"/>
                <a:gd name="connsiteY0" fmla="*/ 0 h 1133840"/>
                <a:gd name="connsiteX1" fmla="*/ 214313 w 214347"/>
                <a:gd name="connsiteY1" fmla="*/ 381000 h 1133840"/>
                <a:gd name="connsiteX2" fmla="*/ 100013 w 214347"/>
                <a:gd name="connsiteY2" fmla="*/ 857250 h 1133840"/>
                <a:gd name="connsiteX3" fmla="*/ 33338 w 214347"/>
                <a:gd name="connsiteY3" fmla="*/ 1120568 h 1133840"/>
                <a:gd name="connsiteX4" fmla="*/ 0 w 214347"/>
                <a:gd name="connsiteY4" fmla="*/ 1133840 h 1133840"/>
                <a:gd name="connsiteX0" fmla="*/ 109538 w 215937"/>
                <a:gd name="connsiteY0" fmla="*/ 0 h 1133840"/>
                <a:gd name="connsiteX1" fmla="*/ 214313 w 215937"/>
                <a:gd name="connsiteY1" fmla="*/ 381000 h 1133840"/>
                <a:gd name="connsiteX2" fmla="*/ 33338 w 215937"/>
                <a:gd name="connsiteY2" fmla="*/ 1120568 h 1133840"/>
                <a:gd name="connsiteX3" fmla="*/ 0 w 215937"/>
                <a:gd name="connsiteY3" fmla="*/ 1133840 h 1133840"/>
                <a:gd name="connsiteX0" fmla="*/ 109538 w 217278"/>
                <a:gd name="connsiteY0" fmla="*/ 0 h 1133840"/>
                <a:gd name="connsiteX1" fmla="*/ 214313 w 217278"/>
                <a:gd name="connsiteY1" fmla="*/ 381000 h 1133840"/>
                <a:gd name="connsiteX2" fmla="*/ 0 w 217278"/>
                <a:gd name="connsiteY2" fmla="*/ 1133840 h 1133840"/>
                <a:gd name="connsiteX0" fmla="*/ 109538 w 109538"/>
                <a:gd name="connsiteY0" fmla="*/ 0 h 1133840"/>
                <a:gd name="connsiteX1" fmla="*/ 0 w 109538"/>
                <a:gd name="connsiteY1" fmla="*/ 1133840 h 1133840"/>
                <a:gd name="connsiteX0" fmla="*/ 109538 w 173432"/>
                <a:gd name="connsiteY0" fmla="*/ 0 h 1133840"/>
                <a:gd name="connsiteX1" fmla="*/ 0 w 173432"/>
                <a:gd name="connsiteY1" fmla="*/ 1133840 h 1133840"/>
                <a:gd name="connsiteX0" fmla="*/ 109538 w 195689"/>
                <a:gd name="connsiteY0" fmla="*/ 0 h 1133840"/>
                <a:gd name="connsiteX1" fmla="*/ 0 w 195689"/>
                <a:gd name="connsiteY1" fmla="*/ 1133840 h 1133840"/>
                <a:gd name="connsiteX0" fmla="*/ 95251 w 189797"/>
                <a:gd name="connsiteY0" fmla="*/ 0 h 1138264"/>
                <a:gd name="connsiteX1" fmla="*/ 0 w 189797"/>
                <a:gd name="connsiteY1" fmla="*/ 1138264 h 1138264"/>
                <a:gd name="connsiteX0" fmla="*/ 95251 w 164414"/>
                <a:gd name="connsiteY0" fmla="*/ 0 h 1138264"/>
                <a:gd name="connsiteX1" fmla="*/ 0 w 164414"/>
                <a:gd name="connsiteY1" fmla="*/ 1138264 h 1138264"/>
                <a:gd name="connsiteX0" fmla="*/ 76201 w 156327"/>
                <a:gd name="connsiteY0" fmla="*/ 0 h 1138264"/>
                <a:gd name="connsiteX1" fmla="*/ 0 w 156327"/>
                <a:gd name="connsiteY1" fmla="*/ 1138264 h 1138264"/>
                <a:gd name="connsiteX0" fmla="*/ 104776 w 168742"/>
                <a:gd name="connsiteY0" fmla="*/ 0 h 1133839"/>
                <a:gd name="connsiteX1" fmla="*/ 0 w 168742"/>
                <a:gd name="connsiteY1" fmla="*/ 1133839 h 1133839"/>
                <a:gd name="connsiteX0" fmla="*/ 104776 w 154208"/>
                <a:gd name="connsiteY0" fmla="*/ 0 h 1133839"/>
                <a:gd name="connsiteX1" fmla="*/ 0 w 154208"/>
                <a:gd name="connsiteY1" fmla="*/ 1133839 h 1133839"/>
                <a:gd name="connsiteX0" fmla="*/ 104776 w 171048"/>
                <a:gd name="connsiteY0" fmla="*/ 0 h 1133839"/>
                <a:gd name="connsiteX1" fmla="*/ 0 w 171048"/>
                <a:gd name="connsiteY1" fmla="*/ 1133839 h 1133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1048" h="1133839">
                  <a:moveTo>
                    <a:pt x="104776" y="0"/>
                  </a:moveTo>
                  <a:cubicBezTo>
                    <a:pt x="182563" y="245219"/>
                    <a:pt x="236538" y="866500"/>
                    <a:pt x="0" y="1133839"/>
                  </a:cubicBezTo>
                </a:path>
              </a:pathLst>
            </a:cu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Flowchart: Alternate Process 58">
              <a:extLst>
                <a:ext uri="{FF2B5EF4-FFF2-40B4-BE49-F238E27FC236}">
                  <a16:creationId xmlns:a16="http://schemas.microsoft.com/office/drawing/2014/main" id="{5EF9A338-EB57-462A-99CD-72C4F32DF6F7}"/>
                </a:ext>
              </a:extLst>
            </p:cNvPr>
            <p:cNvSpPr/>
            <p:nvPr/>
          </p:nvSpPr>
          <p:spPr>
            <a:xfrm>
              <a:off x="4396680" y="4853688"/>
              <a:ext cx="279400" cy="70201"/>
            </a:xfrm>
            <a:prstGeom prst="flowChartAlternateProcess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473878A9-0F67-4A11-A1FF-040A106A0B4E}"/>
                </a:ext>
              </a:extLst>
            </p:cNvPr>
            <p:cNvSpPr/>
            <p:nvPr/>
          </p:nvSpPr>
          <p:spPr>
            <a:xfrm>
              <a:off x="3780404" y="3911421"/>
              <a:ext cx="1060450" cy="1060450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5AA16681-1729-4D6C-A586-0D6E8ECEA743}"/>
                </a:ext>
              </a:extLst>
            </p:cNvPr>
            <p:cNvSpPr/>
            <p:nvPr/>
          </p:nvSpPr>
          <p:spPr>
            <a:xfrm>
              <a:off x="3883033" y="4033773"/>
              <a:ext cx="855191" cy="855191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50D442E-594B-4F8F-99B1-125D22953BB5}"/>
                </a:ext>
              </a:extLst>
            </p:cNvPr>
            <p:cNvSpPr/>
            <p:nvPr/>
          </p:nvSpPr>
          <p:spPr>
            <a:xfrm>
              <a:off x="4362450" y="3137178"/>
              <a:ext cx="171048" cy="1220508"/>
            </a:xfrm>
            <a:custGeom>
              <a:avLst/>
              <a:gdLst>
                <a:gd name="connsiteX0" fmla="*/ 104775 w 209584"/>
                <a:gd name="connsiteY0" fmla="*/ 0 h 1076325"/>
                <a:gd name="connsiteX1" fmla="*/ 209550 w 209584"/>
                <a:gd name="connsiteY1" fmla="*/ 381000 h 1076325"/>
                <a:gd name="connsiteX2" fmla="*/ 95250 w 209584"/>
                <a:gd name="connsiteY2" fmla="*/ 857250 h 1076325"/>
                <a:gd name="connsiteX3" fmla="*/ 0 w 209584"/>
                <a:gd name="connsiteY3" fmla="*/ 1076325 h 1076325"/>
                <a:gd name="connsiteX4" fmla="*/ 0 w 209584"/>
                <a:gd name="connsiteY4" fmla="*/ 1076325 h 1076325"/>
                <a:gd name="connsiteX0" fmla="*/ 104775 w 209584"/>
                <a:gd name="connsiteY0" fmla="*/ 0 h 1120568"/>
                <a:gd name="connsiteX1" fmla="*/ 209550 w 209584"/>
                <a:gd name="connsiteY1" fmla="*/ 381000 h 1120568"/>
                <a:gd name="connsiteX2" fmla="*/ 95250 w 209584"/>
                <a:gd name="connsiteY2" fmla="*/ 857250 h 1120568"/>
                <a:gd name="connsiteX3" fmla="*/ 0 w 209584"/>
                <a:gd name="connsiteY3" fmla="*/ 1076325 h 1120568"/>
                <a:gd name="connsiteX4" fmla="*/ 19050 w 209584"/>
                <a:gd name="connsiteY4" fmla="*/ 1120568 h 1120568"/>
                <a:gd name="connsiteX0" fmla="*/ 85725 w 190534"/>
                <a:gd name="connsiteY0" fmla="*/ 0 h 1120568"/>
                <a:gd name="connsiteX1" fmla="*/ 190500 w 190534"/>
                <a:gd name="connsiteY1" fmla="*/ 381000 h 1120568"/>
                <a:gd name="connsiteX2" fmla="*/ 76200 w 190534"/>
                <a:gd name="connsiteY2" fmla="*/ 857250 h 1120568"/>
                <a:gd name="connsiteX3" fmla="*/ 9525 w 190534"/>
                <a:gd name="connsiteY3" fmla="*/ 1120568 h 1120568"/>
                <a:gd name="connsiteX4" fmla="*/ 0 w 190534"/>
                <a:gd name="connsiteY4" fmla="*/ 1120568 h 1120568"/>
                <a:gd name="connsiteX0" fmla="*/ 109538 w 214347"/>
                <a:gd name="connsiteY0" fmla="*/ 0 h 1133840"/>
                <a:gd name="connsiteX1" fmla="*/ 214313 w 214347"/>
                <a:gd name="connsiteY1" fmla="*/ 381000 h 1133840"/>
                <a:gd name="connsiteX2" fmla="*/ 100013 w 214347"/>
                <a:gd name="connsiteY2" fmla="*/ 857250 h 1133840"/>
                <a:gd name="connsiteX3" fmla="*/ 33338 w 214347"/>
                <a:gd name="connsiteY3" fmla="*/ 1120568 h 1133840"/>
                <a:gd name="connsiteX4" fmla="*/ 0 w 214347"/>
                <a:gd name="connsiteY4" fmla="*/ 1133840 h 1133840"/>
                <a:gd name="connsiteX0" fmla="*/ 109538 w 215937"/>
                <a:gd name="connsiteY0" fmla="*/ 0 h 1133840"/>
                <a:gd name="connsiteX1" fmla="*/ 214313 w 215937"/>
                <a:gd name="connsiteY1" fmla="*/ 381000 h 1133840"/>
                <a:gd name="connsiteX2" fmla="*/ 33338 w 215937"/>
                <a:gd name="connsiteY2" fmla="*/ 1120568 h 1133840"/>
                <a:gd name="connsiteX3" fmla="*/ 0 w 215937"/>
                <a:gd name="connsiteY3" fmla="*/ 1133840 h 1133840"/>
                <a:gd name="connsiteX0" fmla="*/ 109538 w 217278"/>
                <a:gd name="connsiteY0" fmla="*/ 0 h 1133840"/>
                <a:gd name="connsiteX1" fmla="*/ 214313 w 217278"/>
                <a:gd name="connsiteY1" fmla="*/ 381000 h 1133840"/>
                <a:gd name="connsiteX2" fmla="*/ 0 w 217278"/>
                <a:gd name="connsiteY2" fmla="*/ 1133840 h 1133840"/>
                <a:gd name="connsiteX0" fmla="*/ 109538 w 109538"/>
                <a:gd name="connsiteY0" fmla="*/ 0 h 1133840"/>
                <a:gd name="connsiteX1" fmla="*/ 0 w 109538"/>
                <a:gd name="connsiteY1" fmla="*/ 1133840 h 1133840"/>
                <a:gd name="connsiteX0" fmla="*/ 109538 w 173432"/>
                <a:gd name="connsiteY0" fmla="*/ 0 h 1133840"/>
                <a:gd name="connsiteX1" fmla="*/ 0 w 173432"/>
                <a:gd name="connsiteY1" fmla="*/ 1133840 h 1133840"/>
                <a:gd name="connsiteX0" fmla="*/ 109538 w 195689"/>
                <a:gd name="connsiteY0" fmla="*/ 0 h 1133840"/>
                <a:gd name="connsiteX1" fmla="*/ 0 w 195689"/>
                <a:gd name="connsiteY1" fmla="*/ 1133840 h 1133840"/>
                <a:gd name="connsiteX0" fmla="*/ 95251 w 189797"/>
                <a:gd name="connsiteY0" fmla="*/ 0 h 1138264"/>
                <a:gd name="connsiteX1" fmla="*/ 0 w 189797"/>
                <a:gd name="connsiteY1" fmla="*/ 1138264 h 1138264"/>
                <a:gd name="connsiteX0" fmla="*/ 95251 w 164414"/>
                <a:gd name="connsiteY0" fmla="*/ 0 h 1138264"/>
                <a:gd name="connsiteX1" fmla="*/ 0 w 164414"/>
                <a:gd name="connsiteY1" fmla="*/ 1138264 h 1138264"/>
                <a:gd name="connsiteX0" fmla="*/ 76201 w 156327"/>
                <a:gd name="connsiteY0" fmla="*/ 0 h 1138264"/>
                <a:gd name="connsiteX1" fmla="*/ 0 w 156327"/>
                <a:gd name="connsiteY1" fmla="*/ 1138264 h 1138264"/>
                <a:gd name="connsiteX0" fmla="*/ 104776 w 168742"/>
                <a:gd name="connsiteY0" fmla="*/ 0 h 1133839"/>
                <a:gd name="connsiteX1" fmla="*/ 0 w 168742"/>
                <a:gd name="connsiteY1" fmla="*/ 1133839 h 1133839"/>
                <a:gd name="connsiteX0" fmla="*/ 104776 w 154208"/>
                <a:gd name="connsiteY0" fmla="*/ 0 h 1133839"/>
                <a:gd name="connsiteX1" fmla="*/ 0 w 154208"/>
                <a:gd name="connsiteY1" fmla="*/ 1133839 h 1133839"/>
                <a:gd name="connsiteX0" fmla="*/ 104776 w 171048"/>
                <a:gd name="connsiteY0" fmla="*/ 0 h 1133839"/>
                <a:gd name="connsiteX1" fmla="*/ 0 w 171048"/>
                <a:gd name="connsiteY1" fmla="*/ 1133839 h 1133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1048" h="1133839">
                  <a:moveTo>
                    <a:pt x="104776" y="0"/>
                  </a:moveTo>
                  <a:cubicBezTo>
                    <a:pt x="182563" y="245219"/>
                    <a:pt x="236538" y="866500"/>
                    <a:pt x="0" y="1133839"/>
                  </a:cubicBezTo>
                </a:path>
              </a:pathLst>
            </a:cu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Flowchart: Alternate Process 4">
              <a:extLst>
                <a:ext uri="{FF2B5EF4-FFF2-40B4-BE49-F238E27FC236}">
                  <a16:creationId xmlns:a16="http://schemas.microsoft.com/office/drawing/2014/main" id="{4170C0B1-8076-4CF3-9907-2964FA0A6951}"/>
                </a:ext>
              </a:extLst>
            </p:cNvPr>
            <p:cNvSpPr/>
            <p:nvPr/>
          </p:nvSpPr>
          <p:spPr>
            <a:xfrm>
              <a:off x="3994599" y="2522220"/>
              <a:ext cx="905061" cy="701040"/>
            </a:xfrm>
            <a:custGeom>
              <a:avLst/>
              <a:gdLst>
                <a:gd name="connsiteX0" fmla="*/ 0 w 624840"/>
                <a:gd name="connsiteY0" fmla="*/ 104140 h 640080"/>
                <a:gd name="connsiteX1" fmla="*/ 104140 w 624840"/>
                <a:gd name="connsiteY1" fmla="*/ 0 h 640080"/>
                <a:gd name="connsiteX2" fmla="*/ 520700 w 624840"/>
                <a:gd name="connsiteY2" fmla="*/ 0 h 640080"/>
                <a:gd name="connsiteX3" fmla="*/ 624840 w 624840"/>
                <a:gd name="connsiteY3" fmla="*/ 104140 h 640080"/>
                <a:gd name="connsiteX4" fmla="*/ 624840 w 624840"/>
                <a:gd name="connsiteY4" fmla="*/ 535940 h 640080"/>
                <a:gd name="connsiteX5" fmla="*/ 520700 w 624840"/>
                <a:gd name="connsiteY5" fmla="*/ 640080 h 640080"/>
                <a:gd name="connsiteX6" fmla="*/ 104140 w 624840"/>
                <a:gd name="connsiteY6" fmla="*/ 640080 h 640080"/>
                <a:gd name="connsiteX7" fmla="*/ 0 w 624840"/>
                <a:gd name="connsiteY7" fmla="*/ 535940 h 640080"/>
                <a:gd name="connsiteX8" fmla="*/ 0 w 624840"/>
                <a:gd name="connsiteY8" fmla="*/ 104140 h 640080"/>
                <a:gd name="connsiteX0" fmla="*/ 80 w 624920"/>
                <a:gd name="connsiteY0" fmla="*/ 104140 h 640080"/>
                <a:gd name="connsiteX1" fmla="*/ 104220 w 624920"/>
                <a:gd name="connsiteY1" fmla="*/ 0 h 640080"/>
                <a:gd name="connsiteX2" fmla="*/ 520780 w 624920"/>
                <a:gd name="connsiteY2" fmla="*/ 0 h 640080"/>
                <a:gd name="connsiteX3" fmla="*/ 624920 w 624920"/>
                <a:gd name="connsiteY3" fmla="*/ 104140 h 640080"/>
                <a:gd name="connsiteX4" fmla="*/ 624920 w 624920"/>
                <a:gd name="connsiteY4" fmla="*/ 535940 h 640080"/>
                <a:gd name="connsiteX5" fmla="*/ 520780 w 624920"/>
                <a:gd name="connsiteY5" fmla="*/ 640080 h 640080"/>
                <a:gd name="connsiteX6" fmla="*/ 104220 w 624920"/>
                <a:gd name="connsiteY6" fmla="*/ 640080 h 640080"/>
                <a:gd name="connsiteX7" fmla="*/ 80 w 624920"/>
                <a:gd name="connsiteY7" fmla="*/ 535940 h 640080"/>
                <a:gd name="connsiteX8" fmla="*/ 53420 w 624920"/>
                <a:gd name="connsiteY8" fmla="*/ 220980 h 640080"/>
                <a:gd name="connsiteX9" fmla="*/ 80 w 624920"/>
                <a:gd name="connsiteY9" fmla="*/ 104140 h 640080"/>
                <a:gd name="connsiteX0" fmla="*/ 236236 w 861076"/>
                <a:gd name="connsiteY0" fmla="*/ 104140 h 640080"/>
                <a:gd name="connsiteX1" fmla="*/ 340376 w 861076"/>
                <a:gd name="connsiteY1" fmla="*/ 0 h 640080"/>
                <a:gd name="connsiteX2" fmla="*/ 756936 w 861076"/>
                <a:gd name="connsiteY2" fmla="*/ 0 h 640080"/>
                <a:gd name="connsiteX3" fmla="*/ 861076 w 861076"/>
                <a:gd name="connsiteY3" fmla="*/ 104140 h 640080"/>
                <a:gd name="connsiteX4" fmla="*/ 861076 w 861076"/>
                <a:gd name="connsiteY4" fmla="*/ 535940 h 640080"/>
                <a:gd name="connsiteX5" fmla="*/ 756936 w 861076"/>
                <a:gd name="connsiteY5" fmla="*/ 640080 h 640080"/>
                <a:gd name="connsiteX6" fmla="*/ 340376 w 861076"/>
                <a:gd name="connsiteY6" fmla="*/ 640080 h 640080"/>
                <a:gd name="connsiteX7" fmla="*/ 16 w 861076"/>
                <a:gd name="connsiteY7" fmla="*/ 452120 h 640080"/>
                <a:gd name="connsiteX8" fmla="*/ 289576 w 861076"/>
                <a:gd name="connsiteY8" fmla="*/ 220980 h 640080"/>
                <a:gd name="connsiteX9" fmla="*/ 236236 w 861076"/>
                <a:gd name="connsiteY9" fmla="*/ 104140 h 640080"/>
                <a:gd name="connsiteX0" fmla="*/ 294932 w 919772"/>
                <a:gd name="connsiteY0" fmla="*/ 104140 h 640080"/>
                <a:gd name="connsiteX1" fmla="*/ 399072 w 919772"/>
                <a:gd name="connsiteY1" fmla="*/ 0 h 640080"/>
                <a:gd name="connsiteX2" fmla="*/ 815632 w 919772"/>
                <a:gd name="connsiteY2" fmla="*/ 0 h 640080"/>
                <a:gd name="connsiteX3" fmla="*/ 919772 w 919772"/>
                <a:gd name="connsiteY3" fmla="*/ 104140 h 640080"/>
                <a:gd name="connsiteX4" fmla="*/ 919772 w 919772"/>
                <a:gd name="connsiteY4" fmla="*/ 535940 h 640080"/>
                <a:gd name="connsiteX5" fmla="*/ 815632 w 919772"/>
                <a:gd name="connsiteY5" fmla="*/ 640080 h 640080"/>
                <a:gd name="connsiteX6" fmla="*/ 18072 w 919772"/>
                <a:gd name="connsiteY6" fmla="*/ 525780 h 640080"/>
                <a:gd name="connsiteX7" fmla="*/ 58712 w 919772"/>
                <a:gd name="connsiteY7" fmla="*/ 452120 h 640080"/>
                <a:gd name="connsiteX8" fmla="*/ 348272 w 919772"/>
                <a:gd name="connsiteY8" fmla="*/ 220980 h 640080"/>
                <a:gd name="connsiteX9" fmla="*/ 294932 w 919772"/>
                <a:gd name="connsiteY9" fmla="*/ 104140 h 640080"/>
                <a:gd name="connsiteX0" fmla="*/ 294932 w 919772"/>
                <a:gd name="connsiteY0" fmla="*/ 104140 h 701040"/>
                <a:gd name="connsiteX1" fmla="*/ 399072 w 919772"/>
                <a:gd name="connsiteY1" fmla="*/ 0 h 701040"/>
                <a:gd name="connsiteX2" fmla="*/ 815632 w 919772"/>
                <a:gd name="connsiteY2" fmla="*/ 0 h 701040"/>
                <a:gd name="connsiteX3" fmla="*/ 919772 w 919772"/>
                <a:gd name="connsiteY3" fmla="*/ 104140 h 701040"/>
                <a:gd name="connsiteX4" fmla="*/ 919772 w 919772"/>
                <a:gd name="connsiteY4" fmla="*/ 535940 h 701040"/>
                <a:gd name="connsiteX5" fmla="*/ 457492 w 919772"/>
                <a:gd name="connsiteY5" fmla="*/ 701040 h 701040"/>
                <a:gd name="connsiteX6" fmla="*/ 18072 w 919772"/>
                <a:gd name="connsiteY6" fmla="*/ 525780 h 701040"/>
                <a:gd name="connsiteX7" fmla="*/ 58712 w 919772"/>
                <a:gd name="connsiteY7" fmla="*/ 452120 h 701040"/>
                <a:gd name="connsiteX8" fmla="*/ 348272 w 919772"/>
                <a:gd name="connsiteY8" fmla="*/ 220980 h 701040"/>
                <a:gd name="connsiteX9" fmla="*/ 294932 w 919772"/>
                <a:gd name="connsiteY9" fmla="*/ 104140 h 701040"/>
                <a:gd name="connsiteX0" fmla="*/ 294932 w 919772"/>
                <a:gd name="connsiteY0" fmla="*/ 104140 h 701040"/>
                <a:gd name="connsiteX1" fmla="*/ 399072 w 919772"/>
                <a:gd name="connsiteY1" fmla="*/ 0 h 701040"/>
                <a:gd name="connsiteX2" fmla="*/ 815632 w 919772"/>
                <a:gd name="connsiteY2" fmla="*/ 0 h 701040"/>
                <a:gd name="connsiteX3" fmla="*/ 919772 w 919772"/>
                <a:gd name="connsiteY3" fmla="*/ 104140 h 701040"/>
                <a:gd name="connsiteX4" fmla="*/ 919772 w 919772"/>
                <a:gd name="connsiteY4" fmla="*/ 406400 h 701040"/>
                <a:gd name="connsiteX5" fmla="*/ 457492 w 919772"/>
                <a:gd name="connsiteY5" fmla="*/ 701040 h 701040"/>
                <a:gd name="connsiteX6" fmla="*/ 18072 w 919772"/>
                <a:gd name="connsiteY6" fmla="*/ 525780 h 701040"/>
                <a:gd name="connsiteX7" fmla="*/ 58712 w 919772"/>
                <a:gd name="connsiteY7" fmla="*/ 452120 h 701040"/>
                <a:gd name="connsiteX8" fmla="*/ 348272 w 919772"/>
                <a:gd name="connsiteY8" fmla="*/ 220980 h 701040"/>
                <a:gd name="connsiteX9" fmla="*/ 294932 w 919772"/>
                <a:gd name="connsiteY9" fmla="*/ 104140 h 701040"/>
                <a:gd name="connsiteX0" fmla="*/ 294932 w 919772"/>
                <a:gd name="connsiteY0" fmla="*/ 104140 h 701040"/>
                <a:gd name="connsiteX1" fmla="*/ 399072 w 919772"/>
                <a:gd name="connsiteY1" fmla="*/ 0 h 701040"/>
                <a:gd name="connsiteX2" fmla="*/ 815632 w 919772"/>
                <a:gd name="connsiteY2" fmla="*/ 0 h 701040"/>
                <a:gd name="connsiteX3" fmla="*/ 919772 w 919772"/>
                <a:gd name="connsiteY3" fmla="*/ 104140 h 701040"/>
                <a:gd name="connsiteX4" fmla="*/ 904532 w 919772"/>
                <a:gd name="connsiteY4" fmla="*/ 375920 h 701040"/>
                <a:gd name="connsiteX5" fmla="*/ 457492 w 919772"/>
                <a:gd name="connsiteY5" fmla="*/ 701040 h 701040"/>
                <a:gd name="connsiteX6" fmla="*/ 18072 w 919772"/>
                <a:gd name="connsiteY6" fmla="*/ 525780 h 701040"/>
                <a:gd name="connsiteX7" fmla="*/ 58712 w 919772"/>
                <a:gd name="connsiteY7" fmla="*/ 452120 h 701040"/>
                <a:gd name="connsiteX8" fmla="*/ 348272 w 919772"/>
                <a:gd name="connsiteY8" fmla="*/ 220980 h 701040"/>
                <a:gd name="connsiteX9" fmla="*/ 294932 w 919772"/>
                <a:gd name="connsiteY9" fmla="*/ 104140 h 701040"/>
                <a:gd name="connsiteX0" fmla="*/ 294932 w 919772"/>
                <a:gd name="connsiteY0" fmla="*/ 104140 h 701040"/>
                <a:gd name="connsiteX1" fmla="*/ 399072 w 919772"/>
                <a:gd name="connsiteY1" fmla="*/ 0 h 701040"/>
                <a:gd name="connsiteX2" fmla="*/ 815632 w 919772"/>
                <a:gd name="connsiteY2" fmla="*/ 0 h 701040"/>
                <a:gd name="connsiteX3" fmla="*/ 919772 w 919772"/>
                <a:gd name="connsiteY3" fmla="*/ 218440 h 701040"/>
                <a:gd name="connsiteX4" fmla="*/ 904532 w 919772"/>
                <a:gd name="connsiteY4" fmla="*/ 375920 h 701040"/>
                <a:gd name="connsiteX5" fmla="*/ 457492 w 919772"/>
                <a:gd name="connsiteY5" fmla="*/ 701040 h 701040"/>
                <a:gd name="connsiteX6" fmla="*/ 18072 w 919772"/>
                <a:gd name="connsiteY6" fmla="*/ 525780 h 701040"/>
                <a:gd name="connsiteX7" fmla="*/ 58712 w 919772"/>
                <a:gd name="connsiteY7" fmla="*/ 452120 h 701040"/>
                <a:gd name="connsiteX8" fmla="*/ 348272 w 919772"/>
                <a:gd name="connsiteY8" fmla="*/ 220980 h 701040"/>
                <a:gd name="connsiteX9" fmla="*/ 294932 w 919772"/>
                <a:gd name="connsiteY9" fmla="*/ 104140 h 701040"/>
                <a:gd name="connsiteX0" fmla="*/ 294932 w 919772"/>
                <a:gd name="connsiteY0" fmla="*/ 104140 h 701040"/>
                <a:gd name="connsiteX1" fmla="*/ 399072 w 919772"/>
                <a:gd name="connsiteY1" fmla="*/ 0 h 701040"/>
                <a:gd name="connsiteX2" fmla="*/ 838492 w 919772"/>
                <a:gd name="connsiteY2" fmla="*/ 76200 h 701040"/>
                <a:gd name="connsiteX3" fmla="*/ 919772 w 919772"/>
                <a:gd name="connsiteY3" fmla="*/ 218440 h 701040"/>
                <a:gd name="connsiteX4" fmla="*/ 904532 w 919772"/>
                <a:gd name="connsiteY4" fmla="*/ 375920 h 701040"/>
                <a:gd name="connsiteX5" fmla="*/ 457492 w 919772"/>
                <a:gd name="connsiteY5" fmla="*/ 701040 h 701040"/>
                <a:gd name="connsiteX6" fmla="*/ 18072 w 919772"/>
                <a:gd name="connsiteY6" fmla="*/ 525780 h 701040"/>
                <a:gd name="connsiteX7" fmla="*/ 58712 w 919772"/>
                <a:gd name="connsiteY7" fmla="*/ 452120 h 701040"/>
                <a:gd name="connsiteX8" fmla="*/ 348272 w 919772"/>
                <a:gd name="connsiteY8" fmla="*/ 220980 h 701040"/>
                <a:gd name="connsiteX9" fmla="*/ 294932 w 919772"/>
                <a:gd name="connsiteY9" fmla="*/ 104140 h 701040"/>
                <a:gd name="connsiteX0" fmla="*/ 294932 w 919772"/>
                <a:gd name="connsiteY0" fmla="*/ 104140 h 701040"/>
                <a:gd name="connsiteX1" fmla="*/ 399072 w 919772"/>
                <a:gd name="connsiteY1" fmla="*/ 0 h 701040"/>
                <a:gd name="connsiteX2" fmla="*/ 838492 w 919772"/>
                <a:gd name="connsiteY2" fmla="*/ 76200 h 701040"/>
                <a:gd name="connsiteX3" fmla="*/ 919772 w 919772"/>
                <a:gd name="connsiteY3" fmla="*/ 218440 h 701040"/>
                <a:gd name="connsiteX4" fmla="*/ 904532 w 919772"/>
                <a:gd name="connsiteY4" fmla="*/ 375920 h 701040"/>
                <a:gd name="connsiteX5" fmla="*/ 457492 w 919772"/>
                <a:gd name="connsiteY5" fmla="*/ 701040 h 701040"/>
                <a:gd name="connsiteX6" fmla="*/ 18072 w 919772"/>
                <a:gd name="connsiteY6" fmla="*/ 525780 h 701040"/>
                <a:gd name="connsiteX7" fmla="*/ 58712 w 919772"/>
                <a:gd name="connsiteY7" fmla="*/ 452120 h 701040"/>
                <a:gd name="connsiteX8" fmla="*/ 256832 w 919772"/>
                <a:gd name="connsiteY8" fmla="*/ 236220 h 701040"/>
                <a:gd name="connsiteX9" fmla="*/ 294932 w 919772"/>
                <a:gd name="connsiteY9" fmla="*/ 104140 h 701040"/>
                <a:gd name="connsiteX0" fmla="*/ 280221 w 905061"/>
                <a:gd name="connsiteY0" fmla="*/ 104140 h 701040"/>
                <a:gd name="connsiteX1" fmla="*/ 384361 w 905061"/>
                <a:gd name="connsiteY1" fmla="*/ 0 h 701040"/>
                <a:gd name="connsiteX2" fmla="*/ 823781 w 905061"/>
                <a:gd name="connsiteY2" fmla="*/ 76200 h 701040"/>
                <a:gd name="connsiteX3" fmla="*/ 905061 w 905061"/>
                <a:gd name="connsiteY3" fmla="*/ 218440 h 701040"/>
                <a:gd name="connsiteX4" fmla="*/ 889821 w 905061"/>
                <a:gd name="connsiteY4" fmla="*/ 375920 h 701040"/>
                <a:gd name="connsiteX5" fmla="*/ 442781 w 905061"/>
                <a:gd name="connsiteY5" fmla="*/ 701040 h 701040"/>
                <a:gd name="connsiteX6" fmla="*/ 3361 w 905061"/>
                <a:gd name="connsiteY6" fmla="*/ 525780 h 701040"/>
                <a:gd name="connsiteX7" fmla="*/ 242121 w 905061"/>
                <a:gd name="connsiteY7" fmla="*/ 236220 h 701040"/>
                <a:gd name="connsiteX8" fmla="*/ 280221 w 905061"/>
                <a:gd name="connsiteY8" fmla="*/ 104140 h 701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5061" h="701040">
                  <a:moveTo>
                    <a:pt x="280221" y="104140"/>
                  </a:moveTo>
                  <a:cubicBezTo>
                    <a:pt x="280221" y="46625"/>
                    <a:pt x="326846" y="0"/>
                    <a:pt x="384361" y="0"/>
                  </a:cubicBezTo>
                  <a:lnTo>
                    <a:pt x="823781" y="76200"/>
                  </a:lnTo>
                  <a:cubicBezTo>
                    <a:pt x="881296" y="76200"/>
                    <a:pt x="905061" y="160925"/>
                    <a:pt x="905061" y="218440"/>
                  </a:cubicBezTo>
                  <a:lnTo>
                    <a:pt x="889821" y="375920"/>
                  </a:lnTo>
                  <a:cubicBezTo>
                    <a:pt x="889821" y="433435"/>
                    <a:pt x="500296" y="701040"/>
                    <a:pt x="442781" y="701040"/>
                  </a:cubicBezTo>
                  <a:lnTo>
                    <a:pt x="3361" y="525780"/>
                  </a:lnTo>
                  <a:cubicBezTo>
                    <a:pt x="-30082" y="448310"/>
                    <a:pt x="195978" y="306493"/>
                    <a:pt x="242121" y="236220"/>
                  </a:cubicBezTo>
                  <a:cubicBezTo>
                    <a:pt x="244661" y="187113"/>
                    <a:pt x="277681" y="153247"/>
                    <a:pt x="280221" y="104140"/>
                  </a:cubicBezTo>
                  <a:close/>
                </a:path>
              </a:pathLst>
            </a:custGeom>
            <a:solidFill>
              <a:sysClr val="window" lastClr="FFFFFF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Flowchart: Alternate Process 5">
              <a:extLst>
                <a:ext uri="{FF2B5EF4-FFF2-40B4-BE49-F238E27FC236}">
                  <a16:creationId xmlns:a16="http://schemas.microsoft.com/office/drawing/2014/main" id="{67C16C79-6ED1-4875-BD80-48AA6D3F1BDF}"/>
                </a:ext>
              </a:extLst>
            </p:cNvPr>
            <p:cNvSpPr/>
            <p:nvPr/>
          </p:nvSpPr>
          <p:spPr>
            <a:xfrm rot="2222119">
              <a:off x="4226838" y="2797477"/>
              <a:ext cx="269185" cy="405301"/>
            </a:xfrm>
            <a:custGeom>
              <a:avLst/>
              <a:gdLst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59080 w 259080"/>
                <a:gd name="connsiteY4" fmla="*/ 301554 h 344734"/>
                <a:gd name="connsiteX5" fmla="*/ 215900 w 259080"/>
                <a:gd name="connsiteY5" fmla="*/ 344734 h 344734"/>
                <a:gd name="connsiteX6" fmla="*/ 43180 w 259080"/>
                <a:gd name="connsiteY6" fmla="*/ 344734 h 344734"/>
                <a:gd name="connsiteX7" fmla="*/ 0 w 259080"/>
                <a:gd name="connsiteY7" fmla="*/ 301554 h 344734"/>
                <a:gd name="connsiteX8" fmla="*/ 0 w 259080"/>
                <a:gd name="connsiteY8" fmla="*/ 43180 h 344734"/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59080 w 259080"/>
                <a:gd name="connsiteY4" fmla="*/ 301554 h 344734"/>
                <a:gd name="connsiteX5" fmla="*/ 217283 w 259080"/>
                <a:gd name="connsiteY5" fmla="*/ 295962 h 344734"/>
                <a:gd name="connsiteX6" fmla="*/ 43180 w 259080"/>
                <a:gd name="connsiteY6" fmla="*/ 344734 h 344734"/>
                <a:gd name="connsiteX7" fmla="*/ 0 w 259080"/>
                <a:gd name="connsiteY7" fmla="*/ 301554 h 344734"/>
                <a:gd name="connsiteX8" fmla="*/ 0 w 259080"/>
                <a:gd name="connsiteY8" fmla="*/ 43180 h 344734"/>
                <a:gd name="connsiteX0" fmla="*/ 0 w 259080"/>
                <a:gd name="connsiteY0" fmla="*/ 43180 h 345075"/>
                <a:gd name="connsiteX1" fmla="*/ 43180 w 259080"/>
                <a:gd name="connsiteY1" fmla="*/ 0 h 345075"/>
                <a:gd name="connsiteX2" fmla="*/ 215900 w 259080"/>
                <a:gd name="connsiteY2" fmla="*/ 0 h 345075"/>
                <a:gd name="connsiteX3" fmla="*/ 259080 w 259080"/>
                <a:gd name="connsiteY3" fmla="*/ 43180 h 345075"/>
                <a:gd name="connsiteX4" fmla="*/ 259080 w 259080"/>
                <a:gd name="connsiteY4" fmla="*/ 301554 h 345075"/>
                <a:gd name="connsiteX5" fmla="*/ 43180 w 259080"/>
                <a:gd name="connsiteY5" fmla="*/ 344734 h 345075"/>
                <a:gd name="connsiteX6" fmla="*/ 0 w 259080"/>
                <a:gd name="connsiteY6" fmla="*/ 301554 h 345075"/>
                <a:gd name="connsiteX7" fmla="*/ 0 w 259080"/>
                <a:gd name="connsiteY7" fmla="*/ 43180 h 345075"/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42215 w 259080"/>
                <a:gd name="connsiteY4" fmla="*/ 266550 h 344734"/>
                <a:gd name="connsiteX5" fmla="*/ 43180 w 259080"/>
                <a:gd name="connsiteY5" fmla="*/ 344734 h 344734"/>
                <a:gd name="connsiteX6" fmla="*/ 0 w 259080"/>
                <a:gd name="connsiteY6" fmla="*/ 301554 h 344734"/>
                <a:gd name="connsiteX7" fmla="*/ 0 w 259080"/>
                <a:gd name="connsiteY7" fmla="*/ 43180 h 344734"/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41817 w 259080"/>
                <a:gd name="connsiteY4" fmla="*/ 293696 h 344734"/>
                <a:gd name="connsiteX5" fmla="*/ 43180 w 259080"/>
                <a:gd name="connsiteY5" fmla="*/ 344734 h 344734"/>
                <a:gd name="connsiteX6" fmla="*/ 0 w 259080"/>
                <a:gd name="connsiteY6" fmla="*/ 301554 h 344734"/>
                <a:gd name="connsiteX7" fmla="*/ 0 w 259080"/>
                <a:gd name="connsiteY7" fmla="*/ 43180 h 344734"/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41817 w 259080"/>
                <a:gd name="connsiteY4" fmla="*/ 293696 h 344734"/>
                <a:gd name="connsiteX5" fmla="*/ 43180 w 259080"/>
                <a:gd name="connsiteY5" fmla="*/ 344734 h 344734"/>
                <a:gd name="connsiteX6" fmla="*/ 0 w 259080"/>
                <a:gd name="connsiteY6" fmla="*/ 43180 h 344734"/>
                <a:gd name="connsiteX0" fmla="*/ 11608 w 270688"/>
                <a:gd name="connsiteY0" fmla="*/ 43180 h 370550"/>
                <a:gd name="connsiteX1" fmla="*/ 54788 w 270688"/>
                <a:gd name="connsiteY1" fmla="*/ 0 h 370550"/>
                <a:gd name="connsiteX2" fmla="*/ 227508 w 270688"/>
                <a:gd name="connsiteY2" fmla="*/ 0 h 370550"/>
                <a:gd name="connsiteX3" fmla="*/ 270688 w 270688"/>
                <a:gd name="connsiteY3" fmla="*/ 43180 h 370550"/>
                <a:gd name="connsiteX4" fmla="*/ 253425 w 270688"/>
                <a:gd name="connsiteY4" fmla="*/ 293696 h 370550"/>
                <a:gd name="connsiteX5" fmla="*/ 20573 w 270688"/>
                <a:gd name="connsiteY5" fmla="*/ 370550 h 370550"/>
                <a:gd name="connsiteX6" fmla="*/ 11608 w 270688"/>
                <a:gd name="connsiteY6" fmla="*/ 43180 h 370550"/>
                <a:gd name="connsiteX0" fmla="*/ 11608 w 270688"/>
                <a:gd name="connsiteY0" fmla="*/ 43180 h 370550"/>
                <a:gd name="connsiteX1" fmla="*/ 54788 w 270688"/>
                <a:gd name="connsiteY1" fmla="*/ 0 h 370550"/>
                <a:gd name="connsiteX2" fmla="*/ 227508 w 270688"/>
                <a:gd name="connsiteY2" fmla="*/ 0 h 370550"/>
                <a:gd name="connsiteX3" fmla="*/ 270688 w 270688"/>
                <a:gd name="connsiteY3" fmla="*/ 43180 h 370550"/>
                <a:gd name="connsiteX4" fmla="*/ 255828 w 270688"/>
                <a:gd name="connsiteY4" fmla="*/ 300833 h 370550"/>
                <a:gd name="connsiteX5" fmla="*/ 20573 w 270688"/>
                <a:gd name="connsiteY5" fmla="*/ 370550 h 370550"/>
                <a:gd name="connsiteX6" fmla="*/ 11608 w 270688"/>
                <a:gd name="connsiteY6" fmla="*/ 43180 h 370550"/>
                <a:gd name="connsiteX0" fmla="*/ 11608 w 270688"/>
                <a:gd name="connsiteY0" fmla="*/ 58888 h 386258"/>
                <a:gd name="connsiteX1" fmla="*/ 54788 w 270688"/>
                <a:gd name="connsiteY1" fmla="*/ 15708 h 386258"/>
                <a:gd name="connsiteX2" fmla="*/ 224605 w 270688"/>
                <a:gd name="connsiteY2" fmla="*/ 0 h 386258"/>
                <a:gd name="connsiteX3" fmla="*/ 270688 w 270688"/>
                <a:gd name="connsiteY3" fmla="*/ 58888 h 386258"/>
                <a:gd name="connsiteX4" fmla="*/ 255828 w 270688"/>
                <a:gd name="connsiteY4" fmla="*/ 316541 h 386258"/>
                <a:gd name="connsiteX5" fmla="*/ 20573 w 270688"/>
                <a:gd name="connsiteY5" fmla="*/ 386258 h 386258"/>
                <a:gd name="connsiteX6" fmla="*/ 11608 w 270688"/>
                <a:gd name="connsiteY6" fmla="*/ 58888 h 386258"/>
                <a:gd name="connsiteX0" fmla="*/ 11608 w 269220"/>
                <a:gd name="connsiteY0" fmla="*/ 58888 h 386258"/>
                <a:gd name="connsiteX1" fmla="*/ 54788 w 269220"/>
                <a:gd name="connsiteY1" fmla="*/ 15708 h 386258"/>
                <a:gd name="connsiteX2" fmla="*/ 224605 w 269220"/>
                <a:gd name="connsiteY2" fmla="*/ 0 h 386258"/>
                <a:gd name="connsiteX3" fmla="*/ 269220 w 269220"/>
                <a:gd name="connsiteY3" fmla="*/ 45081 h 386258"/>
                <a:gd name="connsiteX4" fmla="*/ 255828 w 269220"/>
                <a:gd name="connsiteY4" fmla="*/ 316541 h 386258"/>
                <a:gd name="connsiteX5" fmla="*/ 20573 w 269220"/>
                <a:gd name="connsiteY5" fmla="*/ 386258 h 386258"/>
                <a:gd name="connsiteX6" fmla="*/ 11608 w 269220"/>
                <a:gd name="connsiteY6" fmla="*/ 58888 h 386258"/>
                <a:gd name="connsiteX0" fmla="*/ 11608 w 269220"/>
                <a:gd name="connsiteY0" fmla="*/ 70794 h 398164"/>
                <a:gd name="connsiteX1" fmla="*/ 54788 w 269220"/>
                <a:gd name="connsiteY1" fmla="*/ 27614 h 398164"/>
                <a:gd name="connsiteX2" fmla="*/ 224570 w 269220"/>
                <a:gd name="connsiteY2" fmla="*/ 0 h 398164"/>
                <a:gd name="connsiteX3" fmla="*/ 269220 w 269220"/>
                <a:gd name="connsiteY3" fmla="*/ 56987 h 398164"/>
                <a:gd name="connsiteX4" fmla="*/ 255828 w 269220"/>
                <a:gd name="connsiteY4" fmla="*/ 328447 h 398164"/>
                <a:gd name="connsiteX5" fmla="*/ 20573 w 269220"/>
                <a:gd name="connsiteY5" fmla="*/ 398164 h 398164"/>
                <a:gd name="connsiteX6" fmla="*/ 11608 w 269220"/>
                <a:gd name="connsiteY6" fmla="*/ 70794 h 398164"/>
                <a:gd name="connsiteX0" fmla="*/ 11608 w 269220"/>
                <a:gd name="connsiteY0" fmla="*/ 77931 h 405301"/>
                <a:gd name="connsiteX1" fmla="*/ 54788 w 269220"/>
                <a:gd name="connsiteY1" fmla="*/ 34751 h 405301"/>
                <a:gd name="connsiteX2" fmla="*/ 222169 w 269220"/>
                <a:gd name="connsiteY2" fmla="*/ 0 h 405301"/>
                <a:gd name="connsiteX3" fmla="*/ 269220 w 269220"/>
                <a:gd name="connsiteY3" fmla="*/ 64124 h 405301"/>
                <a:gd name="connsiteX4" fmla="*/ 255828 w 269220"/>
                <a:gd name="connsiteY4" fmla="*/ 335584 h 405301"/>
                <a:gd name="connsiteX5" fmla="*/ 20573 w 269220"/>
                <a:gd name="connsiteY5" fmla="*/ 405301 h 405301"/>
                <a:gd name="connsiteX6" fmla="*/ 11608 w 269220"/>
                <a:gd name="connsiteY6" fmla="*/ 77931 h 405301"/>
                <a:gd name="connsiteX0" fmla="*/ 11608 w 269185"/>
                <a:gd name="connsiteY0" fmla="*/ 77931 h 405301"/>
                <a:gd name="connsiteX1" fmla="*/ 54788 w 269185"/>
                <a:gd name="connsiteY1" fmla="*/ 34751 h 405301"/>
                <a:gd name="connsiteX2" fmla="*/ 222169 w 269185"/>
                <a:gd name="connsiteY2" fmla="*/ 0 h 405301"/>
                <a:gd name="connsiteX3" fmla="*/ 269185 w 269185"/>
                <a:gd name="connsiteY3" fmla="*/ 52219 h 405301"/>
                <a:gd name="connsiteX4" fmla="*/ 255828 w 269185"/>
                <a:gd name="connsiteY4" fmla="*/ 335584 h 405301"/>
                <a:gd name="connsiteX5" fmla="*/ 20573 w 269185"/>
                <a:gd name="connsiteY5" fmla="*/ 405301 h 405301"/>
                <a:gd name="connsiteX6" fmla="*/ 11608 w 269185"/>
                <a:gd name="connsiteY6" fmla="*/ 77931 h 405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9185" h="405301">
                  <a:moveTo>
                    <a:pt x="11608" y="77931"/>
                  </a:moveTo>
                  <a:cubicBezTo>
                    <a:pt x="11608" y="54083"/>
                    <a:pt x="30940" y="34751"/>
                    <a:pt x="54788" y="34751"/>
                  </a:cubicBezTo>
                  <a:lnTo>
                    <a:pt x="222169" y="0"/>
                  </a:lnTo>
                  <a:cubicBezTo>
                    <a:pt x="246017" y="0"/>
                    <a:pt x="269185" y="28371"/>
                    <a:pt x="269185" y="52219"/>
                  </a:cubicBezTo>
                  <a:lnTo>
                    <a:pt x="255828" y="335584"/>
                  </a:lnTo>
                  <a:cubicBezTo>
                    <a:pt x="219845" y="385843"/>
                    <a:pt x="63753" y="405301"/>
                    <a:pt x="20573" y="405301"/>
                  </a:cubicBezTo>
                  <a:cubicBezTo>
                    <a:pt x="-19730" y="363548"/>
                    <a:pt x="11608" y="135387"/>
                    <a:pt x="11608" y="77931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Oval 11">
              <a:extLst>
                <a:ext uri="{FF2B5EF4-FFF2-40B4-BE49-F238E27FC236}">
                  <a16:creationId xmlns:a16="http://schemas.microsoft.com/office/drawing/2014/main" id="{BCE94059-0EE8-4886-8116-9017C06E98F2}"/>
                </a:ext>
              </a:extLst>
            </p:cNvPr>
            <p:cNvSpPr/>
            <p:nvPr/>
          </p:nvSpPr>
          <p:spPr>
            <a:xfrm rot="21054010">
              <a:off x="3030137" y="4088828"/>
              <a:ext cx="1439428" cy="609716"/>
            </a:xfrm>
            <a:custGeom>
              <a:avLst/>
              <a:gdLst>
                <a:gd name="connsiteX0" fmla="*/ 0 w 1186429"/>
                <a:gd name="connsiteY0" fmla="*/ 350520 h 701040"/>
                <a:gd name="connsiteX1" fmla="*/ 593215 w 1186429"/>
                <a:gd name="connsiteY1" fmla="*/ 0 h 701040"/>
                <a:gd name="connsiteX2" fmla="*/ 1186430 w 1186429"/>
                <a:gd name="connsiteY2" fmla="*/ 350520 h 701040"/>
                <a:gd name="connsiteX3" fmla="*/ 593215 w 1186429"/>
                <a:gd name="connsiteY3" fmla="*/ 701040 h 701040"/>
                <a:gd name="connsiteX4" fmla="*/ 0 w 1186429"/>
                <a:gd name="connsiteY4" fmla="*/ 350520 h 701040"/>
                <a:gd name="connsiteX0" fmla="*/ 0 w 1186430"/>
                <a:gd name="connsiteY0" fmla="*/ 350520 h 701040"/>
                <a:gd name="connsiteX1" fmla="*/ 593215 w 1186430"/>
                <a:gd name="connsiteY1" fmla="*/ 0 h 701040"/>
                <a:gd name="connsiteX2" fmla="*/ 1186430 w 1186430"/>
                <a:gd name="connsiteY2" fmla="*/ 350520 h 701040"/>
                <a:gd name="connsiteX3" fmla="*/ 593215 w 1186430"/>
                <a:gd name="connsiteY3" fmla="*/ 701040 h 701040"/>
                <a:gd name="connsiteX4" fmla="*/ 0 w 1186430"/>
                <a:gd name="connsiteY4" fmla="*/ 350520 h 701040"/>
                <a:gd name="connsiteX0" fmla="*/ 0 w 667366"/>
                <a:gd name="connsiteY0" fmla="*/ 360263 h 720526"/>
                <a:gd name="connsiteX1" fmla="*/ 593215 w 667366"/>
                <a:gd name="connsiteY1" fmla="*/ 9743 h 720526"/>
                <a:gd name="connsiteX2" fmla="*/ 593215 w 667366"/>
                <a:gd name="connsiteY2" fmla="*/ 710783 h 720526"/>
                <a:gd name="connsiteX3" fmla="*/ 0 w 667366"/>
                <a:gd name="connsiteY3" fmla="*/ 360263 h 720526"/>
                <a:gd name="connsiteX0" fmla="*/ 0 w 593215"/>
                <a:gd name="connsiteY0" fmla="*/ 0 h 360263"/>
                <a:gd name="connsiteX1" fmla="*/ 593215 w 593215"/>
                <a:gd name="connsiteY1" fmla="*/ 350520 h 360263"/>
                <a:gd name="connsiteX2" fmla="*/ 0 w 593215"/>
                <a:gd name="connsiteY2" fmla="*/ 0 h 360263"/>
                <a:gd name="connsiteX0" fmla="*/ 0 w 1392093"/>
                <a:gd name="connsiteY0" fmla="*/ 0 h 76613"/>
                <a:gd name="connsiteX1" fmla="*/ 1392093 w 1392093"/>
                <a:gd name="connsiteY1" fmla="*/ 60466 h 76613"/>
                <a:gd name="connsiteX2" fmla="*/ 0 w 1392093"/>
                <a:gd name="connsiteY2" fmla="*/ 0 h 76613"/>
                <a:gd name="connsiteX0" fmla="*/ 0 w 1393438"/>
                <a:gd name="connsiteY0" fmla="*/ 99000 h 292529"/>
                <a:gd name="connsiteX1" fmla="*/ 1392093 w 1393438"/>
                <a:gd name="connsiteY1" fmla="*/ 159466 h 292529"/>
                <a:gd name="connsiteX2" fmla="*/ 0 w 1393438"/>
                <a:gd name="connsiteY2" fmla="*/ 99000 h 292529"/>
                <a:gd name="connsiteX0" fmla="*/ 2492 w 1395464"/>
                <a:gd name="connsiteY0" fmla="*/ 302815 h 656192"/>
                <a:gd name="connsiteX1" fmla="*/ 1394585 w 1395464"/>
                <a:gd name="connsiteY1" fmla="*/ 363281 h 656192"/>
                <a:gd name="connsiteX2" fmla="*/ 2492 w 1395464"/>
                <a:gd name="connsiteY2" fmla="*/ 302815 h 656192"/>
                <a:gd name="connsiteX0" fmla="*/ 2495 w 1434462"/>
                <a:gd name="connsiteY0" fmla="*/ 213168 h 474809"/>
                <a:gd name="connsiteX1" fmla="*/ 1434462 w 1434462"/>
                <a:gd name="connsiteY1" fmla="*/ 305744 h 474809"/>
                <a:gd name="connsiteX2" fmla="*/ 2495 w 1434462"/>
                <a:gd name="connsiteY2" fmla="*/ 213168 h 474809"/>
                <a:gd name="connsiteX0" fmla="*/ 7889 w 1439856"/>
                <a:gd name="connsiteY0" fmla="*/ 278254 h 604798"/>
                <a:gd name="connsiteX1" fmla="*/ 1439856 w 1439856"/>
                <a:gd name="connsiteY1" fmla="*/ 370830 h 604798"/>
                <a:gd name="connsiteX2" fmla="*/ 7889 w 1439856"/>
                <a:gd name="connsiteY2" fmla="*/ 278254 h 604798"/>
                <a:gd name="connsiteX0" fmla="*/ 7849 w 1439852"/>
                <a:gd name="connsiteY0" fmla="*/ 307941 h 673409"/>
                <a:gd name="connsiteX1" fmla="*/ 1439816 w 1439852"/>
                <a:gd name="connsiteY1" fmla="*/ 400517 h 673409"/>
                <a:gd name="connsiteX2" fmla="*/ 7849 w 1439852"/>
                <a:gd name="connsiteY2" fmla="*/ 307941 h 673409"/>
                <a:gd name="connsiteX0" fmla="*/ 7893 w 1439860"/>
                <a:gd name="connsiteY0" fmla="*/ 301151 h 657745"/>
                <a:gd name="connsiteX1" fmla="*/ 1439860 w 1439860"/>
                <a:gd name="connsiteY1" fmla="*/ 393727 h 657745"/>
                <a:gd name="connsiteX2" fmla="*/ 7893 w 1439860"/>
                <a:gd name="connsiteY2" fmla="*/ 301151 h 657745"/>
                <a:gd name="connsiteX0" fmla="*/ 7937 w 1439961"/>
                <a:gd name="connsiteY0" fmla="*/ 294078 h 641407"/>
                <a:gd name="connsiteX1" fmla="*/ 1439904 w 1439961"/>
                <a:gd name="connsiteY1" fmla="*/ 386654 h 641407"/>
                <a:gd name="connsiteX2" fmla="*/ 7937 w 1439961"/>
                <a:gd name="connsiteY2" fmla="*/ 294078 h 641407"/>
                <a:gd name="connsiteX0" fmla="*/ 7927 w 1439928"/>
                <a:gd name="connsiteY0" fmla="*/ 291115 h 634555"/>
                <a:gd name="connsiteX1" fmla="*/ 1439894 w 1439928"/>
                <a:gd name="connsiteY1" fmla="*/ 383691 h 634555"/>
                <a:gd name="connsiteX2" fmla="*/ 7927 w 1439928"/>
                <a:gd name="connsiteY2" fmla="*/ 291115 h 634555"/>
                <a:gd name="connsiteX0" fmla="*/ 7427 w 1439428"/>
                <a:gd name="connsiteY0" fmla="*/ 278591 h 609716"/>
                <a:gd name="connsiteX1" fmla="*/ 1439394 w 1439428"/>
                <a:gd name="connsiteY1" fmla="*/ 371167 h 609716"/>
                <a:gd name="connsiteX2" fmla="*/ 7427 w 1439428"/>
                <a:gd name="connsiteY2" fmla="*/ 278591 h 609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39428" h="609716">
                  <a:moveTo>
                    <a:pt x="7427" y="278591"/>
                  </a:moveTo>
                  <a:cubicBezTo>
                    <a:pt x="134732" y="-369343"/>
                    <a:pt x="1447211" y="307306"/>
                    <a:pt x="1439394" y="371167"/>
                  </a:cubicBezTo>
                  <a:cubicBezTo>
                    <a:pt x="1431577" y="435028"/>
                    <a:pt x="-119878" y="926525"/>
                    <a:pt x="7427" y="278591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59B8ECD3-75C5-4337-8A1F-BF891EA4551D}"/>
                </a:ext>
              </a:extLst>
            </p:cNvPr>
            <p:cNvSpPr/>
            <p:nvPr/>
          </p:nvSpPr>
          <p:spPr>
            <a:xfrm>
              <a:off x="3371787" y="4365108"/>
              <a:ext cx="192519" cy="192519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5C81A2D9-0AA0-4402-95B8-5A5AB28C43DE}"/>
                </a:ext>
              </a:extLst>
            </p:cNvPr>
            <p:cNvCxnSpPr>
              <a:stCxn id="66" idx="5"/>
            </p:cNvCxnSpPr>
            <p:nvPr/>
          </p:nvCxnSpPr>
          <p:spPr>
            <a:xfrm>
              <a:off x="3536112" y="4529433"/>
              <a:ext cx="167271" cy="110806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68" name="Flowchart: Alternate Process 67">
              <a:extLst>
                <a:ext uri="{FF2B5EF4-FFF2-40B4-BE49-F238E27FC236}">
                  <a16:creationId xmlns:a16="http://schemas.microsoft.com/office/drawing/2014/main" id="{369DA86A-9F5F-4AD7-B7E7-4B78A3C96131}"/>
                </a:ext>
              </a:extLst>
            </p:cNvPr>
            <p:cNvSpPr/>
            <p:nvPr/>
          </p:nvSpPr>
          <p:spPr>
            <a:xfrm>
              <a:off x="3650556" y="4588440"/>
              <a:ext cx="217152" cy="110806"/>
            </a:xfrm>
            <a:prstGeom prst="flowChartAlternateProcess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Flowchart: Alternate Process 5">
              <a:extLst>
                <a:ext uri="{FF2B5EF4-FFF2-40B4-BE49-F238E27FC236}">
                  <a16:creationId xmlns:a16="http://schemas.microsoft.com/office/drawing/2014/main" id="{D6A67F37-8A51-41D6-AA4A-8873BA9781C1}"/>
                </a:ext>
              </a:extLst>
            </p:cNvPr>
            <p:cNvSpPr/>
            <p:nvPr/>
          </p:nvSpPr>
          <p:spPr>
            <a:xfrm rot="2222119">
              <a:off x="4302244" y="2829603"/>
              <a:ext cx="205982" cy="205051"/>
            </a:xfrm>
            <a:custGeom>
              <a:avLst/>
              <a:gdLst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59080 w 259080"/>
                <a:gd name="connsiteY4" fmla="*/ 301554 h 344734"/>
                <a:gd name="connsiteX5" fmla="*/ 215900 w 259080"/>
                <a:gd name="connsiteY5" fmla="*/ 344734 h 344734"/>
                <a:gd name="connsiteX6" fmla="*/ 43180 w 259080"/>
                <a:gd name="connsiteY6" fmla="*/ 344734 h 344734"/>
                <a:gd name="connsiteX7" fmla="*/ 0 w 259080"/>
                <a:gd name="connsiteY7" fmla="*/ 301554 h 344734"/>
                <a:gd name="connsiteX8" fmla="*/ 0 w 259080"/>
                <a:gd name="connsiteY8" fmla="*/ 43180 h 344734"/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59080 w 259080"/>
                <a:gd name="connsiteY4" fmla="*/ 301554 h 344734"/>
                <a:gd name="connsiteX5" fmla="*/ 217283 w 259080"/>
                <a:gd name="connsiteY5" fmla="*/ 295962 h 344734"/>
                <a:gd name="connsiteX6" fmla="*/ 43180 w 259080"/>
                <a:gd name="connsiteY6" fmla="*/ 344734 h 344734"/>
                <a:gd name="connsiteX7" fmla="*/ 0 w 259080"/>
                <a:gd name="connsiteY7" fmla="*/ 301554 h 344734"/>
                <a:gd name="connsiteX8" fmla="*/ 0 w 259080"/>
                <a:gd name="connsiteY8" fmla="*/ 43180 h 344734"/>
                <a:gd name="connsiteX0" fmla="*/ 0 w 259080"/>
                <a:gd name="connsiteY0" fmla="*/ 43180 h 345075"/>
                <a:gd name="connsiteX1" fmla="*/ 43180 w 259080"/>
                <a:gd name="connsiteY1" fmla="*/ 0 h 345075"/>
                <a:gd name="connsiteX2" fmla="*/ 215900 w 259080"/>
                <a:gd name="connsiteY2" fmla="*/ 0 h 345075"/>
                <a:gd name="connsiteX3" fmla="*/ 259080 w 259080"/>
                <a:gd name="connsiteY3" fmla="*/ 43180 h 345075"/>
                <a:gd name="connsiteX4" fmla="*/ 259080 w 259080"/>
                <a:gd name="connsiteY4" fmla="*/ 301554 h 345075"/>
                <a:gd name="connsiteX5" fmla="*/ 43180 w 259080"/>
                <a:gd name="connsiteY5" fmla="*/ 344734 h 345075"/>
                <a:gd name="connsiteX6" fmla="*/ 0 w 259080"/>
                <a:gd name="connsiteY6" fmla="*/ 301554 h 345075"/>
                <a:gd name="connsiteX7" fmla="*/ 0 w 259080"/>
                <a:gd name="connsiteY7" fmla="*/ 43180 h 345075"/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42215 w 259080"/>
                <a:gd name="connsiteY4" fmla="*/ 266550 h 344734"/>
                <a:gd name="connsiteX5" fmla="*/ 43180 w 259080"/>
                <a:gd name="connsiteY5" fmla="*/ 344734 h 344734"/>
                <a:gd name="connsiteX6" fmla="*/ 0 w 259080"/>
                <a:gd name="connsiteY6" fmla="*/ 301554 h 344734"/>
                <a:gd name="connsiteX7" fmla="*/ 0 w 259080"/>
                <a:gd name="connsiteY7" fmla="*/ 43180 h 344734"/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41817 w 259080"/>
                <a:gd name="connsiteY4" fmla="*/ 293696 h 344734"/>
                <a:gd name="connsiteX5" fmla="*/ 43180 w 259080"/>
                <a:gd name="connsiteY5" fmla="*/ 344734 h 344734"/>
                <a:gd name="connsiteX6" fmla="*/ 0 w 259080"/>
                <a:gd name="connsiteY6" fmla="*/ 301554 h 344734"/>
                <a:gd name="connsiteX7" fmla="*/ 0 w 259080"/>
                <a:gd name="connsiteY7" fmla="*/ 43180 h 344734"/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41817 w 259080"/>
                <a:gd name="connsiteY4" fmla="*/ 293696 h 344734"/>
                <a:gd name="connsiteX5" fmla="*/ 43180 w 259080"/>
                <a:gd name="connsiteY5" fmla="*/ 344734 h 344734"/>
                <a:gd name="connsiteX6" fmla="*/ 0 w 259080"/>
                <a:gd name="connsiteY6" fmla="*/ 43180 h 344734"/>
                <a:gd name="connsiteX0" fmla="*/ 11608 w 270688"/>
                <a:gd name="connsiteY0" fmla="*/ 43180 h 370550"/>
                <a:gd name="connsiteX1" fmla="*/ 54788 w 270688"/>
                <a:gd name="connsiteY1" fmla="*/ 0 h 370550"/>
                <a:gd name="connsiteX2" fmla="*/ 227508 w 270688"/>
                <a:gd name="connsiteY2" fmla="*/ 0 h 370550"/>
                <a:gd name="connsiteX3" fmla="*/ 270688 w 270688"/>
                <a:gd name="connsiteY3" fmla="*/ 43180 h 370550"/>
                <a:gd name="connsiteX4" fmla="*/ 253425 w 270688"/>
                <a:gd name="connsiteY4" fmla="*/ 293696 h 370550"/>
                <a:gd name="connsiteX5" fmla="*/ 20573 w 270688"/>
                <a:gd name="connsiteY5" fmla="*/ 370550 h 370550"/>
                <a:gd name="connsiteX6" fmla="*/ 11608 w 270688"/>
                <a:gd name="connsiteY6" fmla="*/ 43180 h 370550"/>
                <a:gd name="connsiteX0" fmla="*/ 11608 w 270688"/>
                <a:gd name="connsiteY0" fmla="*/ 43180 h 370550"/>
                <a:gd name="connsiteX1" fmla="*/ 54788 w 270688"/>
                <a:gd name="connsiteY1" fmla="*/ 0 h 370550"/>
                <a:gd name="connsiteX2" fmla="*/ 227508 w 270688"/>
                <a:gd name="connsiteY2" fmla="*/ 0 h 370550"/>
                <a:gd name="connsiteX3" fmla="*/ 270688 w 270688"/>
                <a:gd name="connsiteY3" fmla="*/ 43180 h 370550"/>
                <a:gd name="connsiteX4" fmla="*/ 255828 w 270688"/>
                <a:gd name="connsiteY4" fmla="*/ 300833 h 370550"/>
                <a:gd name="connsiteX5" fmla="*/ 20573 w 270688"/>
                <a:gd name="connsiteY5" fmla="*/ 370550 h 370550"/>
                <a:gd name="connsiteX6" fmla="*/ 11608 w 270688"/>
                <a:gd name="connsiteY6" fmla="*/ 43180 h 370550"/>
                <a:gd name="connsiteX0" fmla="*/ 11608 w 270688"/>
                <a:gd name="connsiteY0" fmla="*/ 58888 h 386258"/>
                <a:gd name="connsiteX1" fmla="*/ 54788 w 270688"/>
                <a:gd name="connsiteY1" fmla="*/ 15708 h 386258"/>
                <a:gd name="connsiteX2" fmla="*/ 224605 w 270688"/>
                <a:gd name="connsiteY2" fmla="*/ 0 h 386258"/>
                <a:gd name="connsiteX3" fmla="*/ 270688 w 270688"/>
                <a:gd name="connsiteY3" fmla="*/ 58888 h 386258"/>
                <a:gd name="connsiteX4" fmla="*/ 255828 w 270688"/>
                <a:gd name="connsiteY4" fmla="*/ 316541 h 386258"/>
                <a:gd name="connsiteX5" fmla="*/ 20573 w 270688"/>
                <a:gd name="connsiteY5" fmla="*/ 386258 h 386258"/>
                <a:gd name="connsiteX6" fmla="*/ 11608 w 270688"/>
                <a:gd name="connsiteY6" fmla="*/ 58888 h 386258"/>
                <a:gd name="connsiteX0" fmla="*/ 11608 w 269220"/>
                <a:gd name="connsiteY0" fmla="*/ 58888 h 386258"/>
                <a:gd name="connsiteX1" fmla="*/ 54788 w 269220"/>
                <a:gd name="connsiteY1" fmla="*/ 15708 h 386258"/>
                <a:gd name="connsiteX2" fmla="*/ 224605 w 269220"/>
                <a:gd name="connsiteY2" fmla="*/ 0 h 386258"/>
                <a:gd name="connsiteX3" fmla="*/ 269220 w 269220"/>
                <a:gd name="connsiteY3" fmla="*/ 45081 h 386258"/>
                <a:gd name="connsiteX4" fmla="*/ 255828 w 269220"/>
                <a:gd name="connsiteY4" fmla="*/ 316541 h 386258"/>
                <a:gd name="connsiteX5" fmla="*/ 20573 w 269220"/>
                <a:gd name="connsiteY5" fmla="*/ 386258 h 386258"/>
                <a:gd name="connsiteX6" fmla="*/ 11608 w 269220"/>
                <a:gd name="connsiteY6" fmla="*/ 58888 h 386258"/>
                <a:gd name="connsiteX0" fmla="*/ 11608 w 269220"/>
                <a:gd name="connsiteY0" fmla="*/ 70794 h 398164"/>
                <a:gd name="connsiteX1" fmla="*/ 54788 w 269220"/>
                <a:gd name="connsiteY1" fmla="*/ 27614 h 398164"/>
                <a:gd name="connsiteX2" fmla="*/ 224570 w 269220"/>
                <a:gd name="connsiteY2" fmla="*/ 0 h 398164"/>
                <a:gd name="connsiteX3" fmla="*/ 269220 w 269220"/>
                <a:gd name="connsiteY3" fmla="*/ 56987 h 398164"/>
                <a:gd name="connsiteX4" fmla="*/ 255828 w 269220"/>
                <a:gd name="connsiteY4" fmla="*/ 328447 h 398164"/>
                <a:gd name="connsiteX5" fmla="*/ 20573 w 269220"/>
                <a:gd name="connsiteY5" fmla="*/ 398164 h 398164"/>
                <a:gd name="connsiteX6" fmla="*/ 11608 w 269220"/>
                <a:gd name="connsiteY6" fmla="*/ 70794 h 398164"/>
                <a:gd name="connsiteX0" fmla="*/ 11608 w 269220"/>
                <a:gd name="connsiteY0" fmla="*/ 77931 h 405301"/>
                <a:gd name="connsiteX1" fmla="*/ 54788 w 269220"/>
                <a:gd name="connsiteY1" fmla="*/ 34751 h 405301"/>
                <a:gd name="connsiteX2" fmla="*/ 222169 w 269220"/>
                <a:gd name="connsiteY2" fmla="*/ 0 h 405301"/>
                <a:gd name="connsiteX3" fmla="*/ 269220 w 269220"/>
                <a:gd name="connsiteY3" fmla="*/ 64124 h 405301"/>
                <a:gd name="connsiteX4" fmla="*/ 255828 w 269220"/>
                <a:gd name="connsiteY4" fmla="*/ 335584 h 405301"/>
                <a:gd name="connsiteX5" fmla="*/ 20573 w 269220"/>
                <a:gd name="connsiteY5" fmla="*/ 405301 h 405301"/>
                <a:gd name="connsiteX6" fmla="*/ 11608 w 269220"/>
                <a:gd name="connsiteY6" fmla="*/ 77931 h 405301"/>
                <a:gd name="connsiteX0" fmla="*/ 11608 w 269185"/>
                <a:gd name="connsiteY0" fmla="*/ 77931 h 405301"/>
                <a:gd name="connsiteX1" fmla="*/ 54788 w 269185"/>
                <a:gd name="connsiteY1" fmla="*/ 34751 h 405301"/>
                <a:gd name="connsiteX2" fmla="*/ 222169 w 269185"/>
                <a:gd name="connsiteY2" fmla="*/ 0 h 405301"/>
                <a:gd name="connsiteX3" fmla="*/ 269185 w 269185"/>
                <a:gd name="connsiteY3" fmla="*/ 52219 h 405301"/>
                <a:gd name="connsiteX4" fmla="*/ 255828 w 269185"/>
                <a:gd name="connsiteY4" fmla="*/ 335584 h 405301"/>
                <a:gd name="connsiteX5" fmla="*/ 20573 w 269185"/>
                <a:gd name="connsiteY5" fmla="*/ 405301 h 405301"/>
                <a:gd name="connsiteX6" fmla="*/ 11608 w 269185"/>
                <a:gd name="connsiteY6" fmla="*/ 77931 h 405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9185" h="405301">
                  <a:moveTo>
                    <a:pt x="11608" y="77931"/>
                  </a:moveTo>
                  <a:cubicBezTo>
                    <a:pt x="11608" y="54083"/>
                    <a:pt x="30940" y="34751"/>
                    <a:pt x="54788" y="34751"/>
                  </a:cubicBezTo>
                  <a:lnTo>
                    <a:pt x="222169" y="0"/>
                  </a:lnTo>
                  <a:cubicBezTo>
                    <a:pt x="246017" y="0"/>
                    <a:pt x="269185" y="28371"/>
                    <a:pt x="269185" y="52219"/>
                  </a:cubicBezTo>
                  <a:lnTo>
                    <a:pt x="255828" y="335584"/>
                  </a:lnTo>
                  <a:cubicBezTo>
                    <a:pt x="219845" y="385843"/>
                    <a:pt x="63753" y="405301"/>
                    <a:pt x="20573" y="405301"/>
                  </a:cubicBezTo>
                  <a:cubicBezTo>
                    <a:pt x="-19730" y="363548"/>
                    <a:pt x="11608" y="135387"/>
                    <a:pt x="11608" y="77931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Flowchart: Alternate Process 5">
              <a:extLst>
                <a:ext uri="{FF2B5EF4-FFF2-40B4-BE49-F238E27FC236}">
                  <a16:creationId xmlns:a16="http://schemas.microsoft.com/office/drawing/2014/main" id="{5FFE17EE-8837-4003-B92E-18F44B0B0C9E}"/>
                </a:ext>
              </a:extLst>
            </p:cNvPr>
            <p:cNvSpPr/>
            <p:nvPr/>
          </p:nvSpPr>
          <p:spPr>
            <a:xfrm rot="2222119">
              <a:off x="4183733" y="3007321"/>
              <a:ext cx="103340" cy="102873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" name="Flowchart: Alternate Process 5">
              <a:extLst>
                <a:ext uri="{FF2B5EF4-FFF2-40B4-BE49-F238E27FC236}">
                  <a16:creationId xmlns:a16="http://schemas.microsoft.com/office/drawing/2014/main" id="{DD068FB6-7052-43F5-BD3A-BE4472991ECC}"/>
                </a:ext>
              </a:extLst>
            </p:cNvPr>
            <p:cNvSpPr/>
            <p:nvPr/>
          </p:nvSpPr>
          <p:spPr>
            <a:xfrm rot="2222119">
              <a:off x="4298462" y="3051376"/>
              <a:ext cx="103340" cy="102873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72" name="mouthwhite">
            <a:hlinkClick r:id="" action="ppaction://media"/>
            <a:extLst>
              <a:ext uri="{FF2B5EF4-FFF2-40B4-BE49-F238E27FC236}">
                <a16:creationId xmlns:a16="http://schemas.microsoft.com/office/drawing/2014/main" id="{5624E02F-A504-4214-BE26-212BA829FBD6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96" end="2805.3"/>
                </p14:media>
              </p:ext>
            </p:extLst>
          </p:nvPr>
        </p:nvPicPr>
        <p:blipFill rotWithShape="1">
          <a:blip r:embed="rId6"/>
          <a:srcRect l="50000" t="21029" r="43704" b="69424"/>
          <a:stretch>
            <a:fillRect/>
          </a:stretch>
        </p:blipFill>
        <p:spPr>
          <a:xfrm flipH="1">
            <a:off x="4400686" y="7854126"/>
            <a:ext cx="211528" cy="180421"/>
          </a:xfrm>
          <a:prstGeom prst="rect">
            <a:avLst/>
          </a:prstGeom>
        </p:spPr>
      </p:pic>
      <p:pic>
        <p:nvPicPr>
          <p:cNvPr id="4" name="ttsMP3.com_VoiceText_2025-1-8_23-17-28">
            <a:hlinkClick r:id="" action="ppaction://media"/>
            <a:extLst>
              <a:ext uri="{FF2B5EF4-FFF2-40B4-BE49-F238E27FC236}">
                <a16:creationId xmlns:a16="http://schemas.microsoft.com/office/drawing/2014/main" id="{6DC28135-C1A0-4954-A43F-7B2756D6DA53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3318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15" fill="hold"/>
                                        <p:tgtEl>
                                          <p:spTgt spid="7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3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3" dur="1" fill="hold"/>
                                        <p:tgtEl>
                                          <p:spTgt spid="7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video>
              <p:cMediaNode vol="80000" showWhenStopped="0">
                <p:cTn id="14" fill="hold" display="0">
                  <p:stCondLst>
                    <p:cond delay="indefinite"/>
                  </p:stCondLst>
                </p:cTn>
                <p:tgtEl>
                  <p:spTgt spid="72"/>
                </p:tgtEl>
              </p:cMediaNode>
            </p:video>
            <p:audio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FA5B3CC6-7E69-484D-8E85-E092DC82F3A0}"/>
              </a:ext>
            </a:extLst>
          </p:cNvPr>
          <p:cNvGrpSpPr/>
          <p:nvPr/>
        </p:nvGrpSpPr>
        <p:grpSpPr>
          <a:xfrm>
            <a:off x="3228226" y="224928"/>
            <a:ext cx="3135804" cy="3524431"/>
            <a:chOff x="2615420" y="2522220"/>
            <a:chExt cx="2284240" cy="2567331"/>
          </a:xfrm>
        </p:grpSpPr>
        <p:sp>
          <p:nvSpPr>
            <p:cNvPr id="52" name="Flowchart: Alternate Process 51">
              <a:extLst>
                <a:ext uri="{FF2B5EF4-FFF2-40B4-BE49-F238E27FC236}">
                  <a16:creationId xmlns:a16="http://schemas.microsoft.com/office/drawing/2014/main" id="{BA0E27AE-0FDC-48F2-B8CC-14C517FBC7FC}"/>
                </a:ext>
              </a:extLst>
            </p:cNvPr>
            <p:cNvSpPr/>
            <p:nvPr/>
          </p:nvSpPr>
          <p:spPr>
            <a:xfrm>
              <a:off x="3550831" y="5024813"/>
              <a:ext cx="114444" cy="64738"/>
            </a:xfrm>
            <a:prstGeom prst="flowChartAlternateProcess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CE123E42-DCD6-460B-8B3E-684E1A4EB48F}"/>
                </a:ext>
              </a:extLst>
            </p:cNvPr>
            <p:cNvSpPr/>
            <p:nvPr/>
          </p:nvSpPr>
          <p:spPr>
            <a:xfrm>
              <a:off x="3705178" y="3881908"/>
              <a:ext cx="1060450" cy="1060450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Oval 12">
              <a:extLst>
                <a:ext uri="{FF2B5EF4-FFF2-40B4-BE49-F238E27FC236}">
                  <a16:creationId xmlns:a16="http://schemas.microsoft.com/office/drawing/2014/main" id="{109D854F-A7FB-4CFA-9B05-E2C98E5BB34D}"/>
                </a:ext>
              </a:extLst>
            </p:cNvPr>
            <p:cNvSpPr/>
            <p:nvPr/>
          </p:nvSpPr>
          <p:spPr>
            <a:xfrm>
              <a:off x="2615420" y="3931124"/>
              <a:ext cx="1759305" cy="1063146"/>
            </a:xfrm>
            <a:custGeom>
              <a:avLst/>
              <a:gdLst>
                <a:gd name="connsiteX0" fmla="*/ 0 w 1349729"/>
                <a:gd name="connsiteY0" fmla="*/ 530225 h 1060450"/>
                <a:gd name="connsiteX1" fmla="*/ 674865 w 1349729"/>
                <a:gd name="connsiteY1" fmla="*/ 0 h 1060450"/>
                <a:gd name="connsiteX2" fmla="*/ 1349730 w 1349729"/>
                <a:gd name="connsiteY2" fmla="*/ 530225 h 1060450"/>
                <a:gd name="connsiteX3" fmla="*/ 674865 w 1349729"/>
                <a:gd name="connsiteY3" fmla="*/ 1060450 h 1060450"/>
                <a:gd name="connsiteX4" fmla="*/ 0 w 1349729"/>
                <a:gd name="connsiteY4" fmla="*/ 530225 h 1060450"/>
                <a:gd name="connsiteX0" fmla="*/ 0 w 1759305"/>
                <a:gd name="connsiteY0" fmla="*/ 530309 h 1060631"/>
                <a:gd name="connsiteX1" fmla="*/ 674865 w 1759305"/>
                <a:gd name="connsiteY1" fmla="*/ 84 h 1060631"/>
                <a:gd name="connsiteX2" fmla="*/ 1759305 w 1759305"/>
                <a:gd name="connsiteY2" fmla="*/ 562059 h 1060631"/>
                <a:gd name="connsiteX3" fmla="*/ 674865 w 1759305"/>
                <a:gd name="connsiteY3" fmla="*/ 1060534 h 1060631"/>
                <a:gd name="connsiteX4" fmla="*/ 0 w 1759305"/>
                <a:gd name="connsiteY4" fmla="*/ 530309 h 1060631"/>
                <a:gd name="connsiteX0" fmla="*/ 0 w 1759305"/>
                <a:gd name="connsiteY0" fmla="*/ 532195 h 1062517"/>
                <a:gd name="connsiteX1" fmla="*/ 674865 w 1759305"/>
                <a:gd name="connsiteY1" fmla="*/ 1970 h 1062517"/>
                <a:gd name="connsiteX2" fmla="*/ 1759305 w 1759305"/>
                <a:gd name="connsiteY2" fmla="*/ 563945 h 1062517"/>
                <a:gd name="connsiteX3" fmla="*/ 674865 w 1759305"/>
                <a:gd name="connsiteY3" fmla="*/ 1062420 h 1062517"/>
                <a:gd name="connsiteX4" fmla="*/ 0 w 1759305"/>
                <a:gd name="connsiteY4" fmla="*/ 532195 h 1062517"/>
                <a:gd name="connsiteX0" fmla="*/ 0 w 1759305"/>
                <a:gd name="connsiteY0" fmla="*/ 532824 h 1063146"/>
                <a:gd name="connsiteX1" fmla="*/ 674865 w 1759305"/>
                <a:gd name="connsiteY1" fmla="*/ 2599 h 1063146"/>
                <a:gd name="connsiteX2" fmla="*/ 1759305 w 1759305"/>
                <a:gd name="connsiteY2" fmla="*/ 564574 h 1063146"/>
                <a:gd name="connsiteX3" fmla="*/ 674865 w 1759305"/>
                <a:gd name="connsiteY3" fmla="*/ 1063049 h 1063146"/>
                <a:gd name="connsiteX4" fmla="*/ 0 w 1759305"/>
                <a:gd name="connsiteY4" fmla="*/ 532824 h 10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59305" h="1063146">
                  <a:moveTo>
                    <a:pt x="0" y="532824"/>
                  </a:moveTo>
                  <a:cubicBezTo>
                    <a:pt x="0" y="166964"/>
                    <a:pt x="232423" y="-24918"/>
                    <a:pt x="674865" y="2599"/>
                  </a:cubicBezTo>
                  <a:cubicBezTo>
                    <a:pt x="1117307" y="30116"/>
                    <a:pt x="1759305" y="271739"/>
                    <a:pt x="1759305" y="564574"/>
                  </a:cubicBezTo>
                  <a:cubicBezTo>
                    <a:pt x="1759305" y="857409"/>
                    <a:pt x="968082" y="1068341"/>
                    <a:pt x="674865" y="1063049"/>
                  </a:cubicBezTo>
                  <a:cubicBezTo>
                    <a:pt x="381648" y="1057757"/>
                    <a:pt x="0" y="898684"/>
                    <a:pt x="0" y="532824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F7E2C64B-A423-4B0E-B1A5-B2D9D8F703D6}"/>
                </a:ext>
              </a:extLst>
            </p:cNvPr>
            <p:cNvSpPr/>
            <p:nvPr/>
          </p:nvSpPr>
          <p:spPr>
            <a:xfrm rot="20652017">
              <a:off x="3253025" y="3665338"/>
              <a:ext cx="117475" cy="341975"/>
            </a:xfrm>
            <a:prstGeom prst="rect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Oval 12">
              <a:extLst>
                <a:ext uri="{FF2B5EF4-FFF2-40B4-BE49-F238E27FC236}">
                  <a16:creationId xmlns:a16="http://schemas.microsoft.com/office/drawing/2014/main" id="{A873CA4A-759E-4E53-917F-2C46D8BFE974}"/>
                </a:ext>
              </a:extLst>
            </p:cNvPr>
            <p:cNvSpPr/>
            <p:nvPr/>
          </p:nvSpPr>
          <p:spPr>
            <a:xfrm>
              <a:off x="2782202" y="3978576"/>
              <a:ext cx="1759305" cy="1063146"/>
            </a:xfrm>
            <a:custGeom>
              <a:avLst/>
              <a:gdLst>
                <a:gd name="connsiteX0" fmla="*/ 0 w 1349729"/>
                <a:gd name="connsiteY0" fmla="*/ 530225 h 1060450"/>
                <a:gd name="connsiteX1" fmla="*/ 674865 w 1349729"/>
                <a:gd name="connsiteY1" fmla="*/ 0 h 1060450"/>
                <a:gd name="connsiteX2" fmla="*/ 1349730 w 1349729"/>
                <a:gd name="connsiteY2" fmla="*/ 530225 h 1060450"/>
                <a:gd name="connsiteX3" fmla="*/ 674865 w 1349729"/>
                <a:gd name="connsiteY3" fmla="*/ 1060450 h 1060450"/>
                <a:gd name="connsiteX4" fmla="*/ 0 w 1349729"/>
                <a:gd name="connsiteY4" fmla="*/ 530225 h 1060450"/>
                <a:gd name="connsiteX0" fmla="*/ 0 w 1759305"/>
                <a:gd name="connsiteY0" fmla="*/ 530309 h 1060631"/>
                <a:gd name="connsiteX1" fmla="*/ 674865 w 1759305"/>
                <a:gd name="connsiteY1" fmla="*/ 84 h 1060631"/>
                <a:gd name="connsiteX2" fmla="*/ 1759305 w 1759305"/>
                <a:gd name="connsiteY2" fmla="*/ 562059 h 1060631"/>
                <a:gd name="connsiteX3" fmla="*/ 674865 w 1759305"/>
                <a:gd name="connsiteY3" fmla="*/ 1060534 h 1060631"/>
                <a:gd name="connsiteX4" fmla="*/ 0 w 1759305"/>
                <a:gd name="connsiteY4" fmla="*/ 530309 h 1060631"/>
                <a:gd name="connsiteX0" fmla="*/ 0 w 1759305"/>
                <a:gd name="connsiteY0" fmla="*/ 532195 h 1062517"/>
                <a:gd name="connsiteX1" fmla="*/ 674865 w 1759305"/>
                <a:gd name="connsiteY1" fmla="*/ 1970 h 1062517"/>
                <a:gd name="connsiteX2" fmla="*/ 1759305 w 1759305"/>
                <a:gd name="connsiteY2" fmla="*/ 563945 h 1062517"/>
                <a:gd name="connsiteX3" fmla="*/ 674865 w 1759305"/>
                <a:gd name="connsiteY3" fmla="*/ 1062420 h 1062517"/>
                <a:gd name="connsiteX4" fmla="*/ 0 w 1759305"/>
                <a:gd name="connsiteY4" fmla="*/ 532195 h 1062517"/>
                <a:gd name="connsiteX0" fmla="*/ 0 w 1759305"/>
                <a:gd name="connsiteY0" fmla="*/ 532824 h 1063146"/>
                <a:gd name="connsiteX1" fmla="*/ 674865 w 1759305"/>
                <a:gd name="connsiteY1" fmla="*/ 2599 h 1063146"/>
                <a:gd name="connsiteX2" fmla="*/ 1759305 w 1759305"/>
                <a:gd name="connsiteY2" fmla="*/ 564574 h 1063146"/>
                <a:gd name="connsiteX3" fmla="*/ 674865 w 1759305"/>
                <a:gd name="connsiteY3" fmla="*/ 1063049 h 1063146"/>
                <a:gd name="connsiteX4" fmla="*/ 0 w 1759305"/>
                <a:gd name="connsiteY4" fmla="*/ 532824 h 1063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59305" h="1063146">
                  <a:moveTo>
                    <a:pt x="0" y="532824"/>
                  </a:moveTo>
                  <a:cubicBezTo>
                    <a:pt x="0" y="166964"/>
                    <a:pt x="232423" y="-24918"/>
                    <a:pt x="674865" y="2599"/>
                  </a:cubicBezTo>
                  <a:cubicBezTo>
                    <a:pt x="1117307" y="30116"/>
                    <a:pt x="1759305" y="271739"/>
                    <a:pt x="1759305" y="564574"/>
                  </a:cubicBezTo>
                  <a:cubicBezTo>
                    <a:pt x="1759305" y="857409"/>
                    <a:pt x="968082" y="1068341"/>
                    <a:pt x="674865" y="1063049"/>
                  </a:cubicBezTo>
                  <a:cubicBezTo>
                    <a:pt x="381648" y="1057757"/>
                    <a:pt x="0" y="898684"/>
                    <a:pt x="0" y="532824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Rectangle 9">
              <a:extLst>
                <a:ext uri="{FF2B5EF4-FFF2-40B4-BE49-F238E27FC236}">
                  <a16:creationId xmlns:a16="http://schemas.microsoft.com/office/drawing/2014/main" id="{0A03157D-9A67-4D90-863B-978D037DB93F}"/>
                </a:ext>
              </a:extLst>
            </p:cNvPr>
            <p:cNvSpPr/>
            <p:nvPr/>
          </p:nvSpPr>
          <p:spPr>
            <a:xfrm>
              <a:off x="3027024" y="3477801"/>
              <a:ext cx="569476" cy="241360"/>
            </a:xfrm>
            <a:custGeom>
              <a:avLst/>
              <a:gdLst>
                <a:gd name="connsiteX0" fmla="*/ 0 w 565150"/>
                <a:gd name="connsiteY0" fmla="*/ 0 h 177800"/>
                <a:gd name="connsiteX1" fmla="*/ 565150 w 565150"/>
                <a:gd name="connsiteY1" fmla="*/ 0 h 177800"/>
                <a:gd name="connsiteX2" fmla="*/ 565150 w 565150"/>
                <a:gd name="connsiteY2" fmla="*/ 177800 h 177800"/>
                <a:gd name="connsiteX3" fmla="*/ 0 w 565150"/>
                <a:gd name="connsiteY3" fmla="*/ 177800 h 177800"/>
                <a:gd name="connsiteX4" fmla="*/ 0 w 565150"/>
                <a:gd name="connsiteY4" fmla="*/ 0 h 177800"/>
                <a:gd name="connsiteX0" fmla="*/ 49388 w 614538"/>
                <a:gd name="connsiteY0" fmla="*/ 0 h 177800"/>
                <a:gd name="connsiteX1" fmla="*/ 614538 w 614538"/>
                <a:gd name="connsiteY1" fmla="*/ 0 h 177800"/>
                <a:gd name="connsiteX2" fmla="*/ 614538 w 614538"/>
                <a:gd name="connsiteY2" fmla="*/ 177800 h 177800"/>
                <a:gd name="connsiteX3" fmla="*/ 49388 w 614538"/>
                <a:gd name="connsiteY3" fmla="*/ 177800 h 177800"/>
                <a:gd name="connsiteX4" fmla="*/ 49388 w 614538"/>
                <a:gd name="connsiteY4" fmla="*/ 0 h 177800"/>
                <a:gd name="connsiteX0" fmla="*/ 64651 w 629801"/>
                <a:gd name="connsiteY0" fmla="*/ 0 h 177904"/>
                <a:gd name="connsiteX1" fmla="*/ 629801 w 629801"/>
                <a:gd name="connsiteY1" fmla="*/ 0 h 177904"/>
                <a:gd name="connsiteX2" fmla="*/ 629801 w 629801"/>
                <a:gd name="connsiteY2" fmla="*/ 177800 h 177904"/>
                <a:gd name="connsiteX3" fmla="*/ 64651 w 629801"/>
                <a:gd name="connsiteY3" fmla="*/ 177800 h 177904"/>
                <a:gd name="connsiteX4" fmla="*/ 64651 w 629801"/>
                <a:gd name="connsiteY4" fmla="*/ 0 h 177904"/>
                <a:gd name="connsiteX0" fmla="*/ 64651 w 629801"/>
                <a:gd name="connsiteY0" fmla="*/ 0 h 177904"/>
                <a:gd name="connsiteX1" fmla="*/ 629801 w 629801"/>
                <a:gd name="connsiteY1" fmla="*/ 177800 h 177904"/>
                <a:gd name="connsiteX2" fmla="*/ 64651 w 629801"/>
                <a:gd name="connsiteY2" fmla="*/ 177800 h 177904"/>
                <a:gd name="connsiteX3" fmla="*/ 64651 w 629801"/>
                <a:gd name="connsiteY3" fmla="*/ 0 h 177904"/>
                <a:gd name="connsiteX0" fmla="*/ 64651 w 572651"/>
                <a:gd name="connsiteY0" fmla="*/ 0 h 177904"/>
                <a:gd name="connsiteX1" fmla="*/ 572651 w 572651"/>
                <a:gd name="connsiteY1" fmla="*/ 88900 h 177904"/>
                <a:gd name="connsiteX2" fmla="*/ 64651 w 572651"/>
                <a:gd name="connsiteY2" fmla="*/ 177800 h 177904"/>
                <a:gd name="connsiteX3" fmla="*/ 64651 w 572651"/>
                <a:gd name="connsiteY3" fmla="*/ 0 h 177904"/>
                <a:gd name="connsiteX0" fmla="*/ 64651 w 572651"/>
                <a:gd name="connsiteY0" fmla="*/ 0 h 187288"/>
                <a:gd name="connsiteX1" fmla="*/ 572651 w 572651"/>
                <a:gd name="connsiteY1" fmla="*/ 88900 h 187288"/>
                <a:gd name="connsiteX2" fmla="*/ 64651 w 572651"/>
                <a:gd name="connsiteY2" fmla="*/ 177800 h 187288"/>
                <a:gd name="connsiteX3" fmla="*/ 64651 w 572651"/>
                <a:gd name="connsiteY3" fmla="*/ 0 h 187288"/>
                <a:gd name="connsiteX0" fmla="*/ 64651 w 572651"/>
                <a:gd name="connsiteY0" fmla="*/ 22519 h 209807"/>
                <a:gd name="connsiteX1" fmla="*/ 572651 w 572651"/>
                <a:gd name="connsiteY1" fmla="*/ 111419 h 209807"/>
                <a:gd name="connsiteX2" fmla="*/ 64651 w 572651"/>
                <a:gd name="connsiteY2" fmla="*/ 200319 h 209807"/>
                <a:gd name="connsiteX3" fmla="*/ 64651 w 572651"/>
                <a:gd name="connsiteY3" fmla="*/ 22519 h 209807"/>
                <a:gd name="connsiteX0" fmla="*/ 64651 w 572651"/>
                <a:gd name="connsiteY0" fmla="*/ 38923 h 226211"/>
                <a:gd name="connsiteX1" fmla="*/ 572651 w 572651"/>
                <a:gd name="connsiteY1" fmla="*/ 127823 h 226211"/>
                <a:gd name="connsiteX2" fmla="*/ 64651 w 572651"/>
                <a:gd name="connsiteY2" fmla="*/ 216723 h 226211"/>
                <a:gd name="connsiteX3" fmla="*/ 64651 w 572651"/>
                <a:gd name="connsiteY3" fmla="*/ 38923 h 226211"/>
                <a:gd name="connsiteX0" fmla="*/ 64651 w 572651"/>
                <a:gd name="connsiteY0" fmla="*/ 38923 h 274447"/>
                <a:gd name="connsiteX1" fmla="*/ 572651 w 572651"/>
                <a:gd name="connsiteY1" fmla="*/ 127823 h 274447"/>
                <a:gd name="connsiteX2" fmla="*/ 64651 w 572651"/>
                <a:gd name="connsiteY2" fmla="*/ 216723 h 274447"/>
                <a:gd name="connsiteX3" fmla="*/ 64651 w 572651"/>
                <a:gd name="connsiteY3" fmla="*/ 38923 h 274447"/>
                <a:gd name="connsiteX0" fmla="*/ 64651 w 572651"/>
                <a:gd name="connsiteY0" fmla="*/ 38923 h 239008"/>
                <a:gd name="connsiteX1" fmla="*/ 572651 w 572651"/>
                <a:gd name="connsiteY1" fmla="*/ 127823 h 239008"/>
                <a:gd name="connsiteX2" fmla="*/ 64651 w 572651"/>
                <a:gd name="connsiteY2" fmla="*/ 216723 h 239008"/>
                <a:gd name="connsiteX3" fmla="*/ 64651 w 572651"/>
                <a:gd name="connsiteY3" fmla="*/ 38923 h 239008"/>
                <a:gd name="connsiteX0" fmla="*/ 64651 w 572651"/>
                <a:gd name="connsiteY0" fmla="*/ 38923 h 241479"/>
                <a:gd name="connsiteX1" fmla="*/ 572651 w 572651"/>
                <a:gd name="connsiteY1" fmla="*/ 127823 h 241479"/>
                <a:gd name="connsiteX2" fmla="*/ 64651 w 572651"/>
                <a:gd name="connsiteY2" fmla="*/ 216723 h 241479"/>
                <a:gd name="connsiteX3" fmla="*/ 64651 w 572651"/>
                <a:gd name="connsiteY3" fmla="*/ 38923 h 241479"/>
                <a:gd name="connsiteX0" fmla="*/ 64651 w 572651"/>
                <a:gd name="connsiteY0" fmla="*/ 38923 h 241479"/>
                <a:gd name="connsiteX1" fmla="*/ 572651 w 572651"/>
                <a:gd name="connsiteY1" fmla="*/ 127823 h 241479"/>
                <a:gd name="connsiteX2" fmla="*/ 64651 w 572651"/>
                <a:gd name="connsiteY2" fmla="*/ 216723 h 241479"/>
                <a:gd name="connsiteX3" fmla="*/ 64651 w 572651"/>
                <a:gd name="connsiteY3" fmla="*/ 38923 h 241479"/>
                <a:gd name="connsiteX0" fmla="*/ 64651 w 572651"/>
                <a:gd name="connsiteY0" fmla="*/ 38923 h 241479"/>
                <a:gd name="connsiteX1" fmla="*/ 572651 w 572651"/>
                <a:gd name="connsiteY1" fmla="*/ 127823 h 241479"/>
                <a:gd name="connsiteX2" fmla="*/ 64651 w 572651"/>
                <a:gd name="connsiteY2" fmla="*/ 216723 h 241479"/>
                <a:gd name="connsiteX3" fmla="*/ 64651 w 572651"/>
                <a:gd name="connsiteY3" fmla="*/ 38923 h 241479"/>
                <a:gd name="connsiteX0" fmla="*/ 64651 w 572651"/>
                <a:gd name="connsiteY0" fmla="*/ 68733 h 254108"/>
                <a:gd name="connsiteX1" fmla="*/ 572651 w 572651"/>
                <a:gd name="connsiteY1" fmla="*/ 106833 h 254108"/>
                <a:gd name="connsiteX2" fmla="*/ 64651 w 572651"/>
                <a:gd name="connsiteY2" fmla="*/ 246533 h 254108"/>
                <a:gd name="connsiteX3" fmla="*/ 64651 w 572651"/>
                <a:gd name="connsiteY3" fmla="*/ 68733 h 254108"/>
                <a:gd name="connsiteX0" fmla="*/ 64651 w 569476"/>
                <a:gd name="connsiteY0" fmla="*/ 37309 h 241360"/>
                <a:gd name="connsiteX1" fmla="*/ 569476 w 569476"/>
                <a:gd name="connsiteY1" fmla="*/ 129384 h 241360"/>
                <a:gd name="connsiteX2" fmla="*/ 64651 w 569476"/>
                <a:gd name="connsiteY2" fmla="*/ 215109 h 241360"/>
                <a:gd name="connsiteX3" fmla="*/ 64651 w 569476"/>
                <a:gd name="connsiteY3" fmla="*/ 37309 h 241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9476" h="241360">
                  <a:moveTo>
                    <a:pt x="64651" y="37309"/>
                  </a:moveTo>
                  <a:cubicBezTo>
                    <a:pt x="141909" y="19317"/>
                    <a:pt x="209643" y="-74874"/>
                    <a:pt x="569476" y="129384"/>
                  </a:cubicBezTo>
                  <a:cubicBezTo>
                    <a:pt x="330293" y="301892"/>
                    <a:pt x="75234" y="226751"/>
                    <a:pt x="64651" y="215109"/>
                  </a:cubicBezTo>
                  <a:cubicBezTo>
                    <a:pt x="7501" y="219342"/>
                    <a:pt x="-46474" y="93401"/>
                    <a:pt x="64651" y="37309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943A76E5-E7CC-4A5D-A98C-4CEC8B066C81}"/>
                </a:ext>
              </a:extLst>
            </p:cNvPr>
            <p:cNvSpPr/>
            <p:nvPr/>
          </p:nvSpPr>
          <p:spPr>
            <a:xfrm rot="21361923">
              <a:off x="4215406" y="3039260"/>
              <a:ext cx="171048" cy="1220508"/>
            </a:xfrm>
            <a:custGeom>
              <a:avLst/>
              <a:gdLst>
                <a:gd name="connsiteX0" fmla="*/ 104775 w 209584"/>
                <a:gd name="connsiteY0" fmla="*/ 0 h 1076325"/>
                <a:gd name="connsiteX1" fmla="*/ 209550 w 209584"/>
                <a:gd name="connsiteY1" fmla="*/ 381000 h 1076325"/>
                <a:gd name="connsiteX2" fmla="*/ 95250 w 209584"/>
                <a:gd name="connsiteY2" fmla="*/ 857250 h 1076325"/>
                <a:gd name="connsiteX3" fmla="*/ 0 w 209584"/>
                <a:gd name="connsiteY3" fmla="*/ 1076325 h 1076325"/>
                <a:gd name="connsiteX4" fmla="*/ 0 w 209584"/>
                <a:gd name="connsiteY4" fmla="*/ 1076325 h 1076325"/>
                <a:gd name="connsiteX0" fmla="*/ 104775 w 209584"/>
                <a:gd name="connsiteY0" fmla="*/ 0 h 1120568"/>
                <a:gd name="connsiteX1" fmla="*/ 209550 w 209584"/>
                <a:gd name="connsiteY1" fmla="*/ 381000 h 1120568"/>
                <a:gd name="connsiteX2" fmla="*/ 95250 w 209584"/>
                <a:gd name="connsiteY2" fmla="*/ 857250 h 1120568"/>
                <a:gd name="connsiteX3" fmla="*/ 0 w 209584"/>
                <a:gd name="connsiteY3" fmla="*/ 1076325 h 1120568"/>
                <a:gd name="connsiteX4" fmla="*/ 19050 w 209584"/>
                <a:gd name="connsiteY4" fmla="*/ 1120568 h 1120568"/>
                <a:gd name="connsiteX0" fmla="*/ 85725 w 190534"/>
                <a:gd name="connsiteY0" fmla="*/ 0 h 1120568"/>
                <a:gd name="connsiteX1" fmla="*/ 190500 w 190534"/>
                <a:gd name="connsiteY1" fmla="*/ 381000 h 1120568"/>
                <a:gd name="connsiteX2" fmla="*/ 76200 w 190534"/>
                <a:gd name="connsiteY2" fmla="*/ 857250 h 1120568"/>
                <a:gd name="connsiteX3" fmla="*/ 9525 w 190534"/>
                <a:gd name="connsiteY3" fmla="*/ 1120568 h 1120568"/>
                <a:gd name="connsiteX4" fmla="*/ 0 w 190534"/>
                <a:gd name="connsiteY4" fmla="*/ 1120568 h 1120568"/>
                <a:gd name="connsiteX0" fmla="*/ 109538 w 214347"/>
                <a:gd name="connsiteY0" fmla="*/ 0 h 1133840"/>
                <a:gd name="connsiteX1" fmla="*/ 214313 w 214347"/>
                <a:gd name="connsiteY1" fmla="*/ 381000 h 1133840"/>
                <a:gd name="connsiteX2" fmla="*/ 100013 w 214347"/>
                <a:gd name="connsiteY2" fmla="*/ 857250 h 1133840"/>
                <a:gd name="connsiteX3" fmla="*/ 33338 w 214347"/>
                <a:gd name="connsiteY3" fmla="*/ 1120568 h 1133840"/>
                <a:gd name="connsiteX4" fmla="*/ 0 w 214347"/>
                <a:gd name="connsiteY4" fmla="*/ 1133840 h 1133840"/>
                <a:gd name="connsiteX0" fmla="*/ 109538 w 215937"/>
                <a:gd name="connsiteY0" fmla="*/ 0 h 1133840"/>
                <a:gd name="connsiteX1" fmla="*/ 214313 w 215937"/>
                <a:gd name="connsiteY1" fmla="*/ 381000 h 1133840"/>
                <a:gd name="connsiteX2" fmla="*/ 33338 w 215937"/>
                <a:gd name="connsiteY2" fmla="*/ 1120568 h 1133840"/>
                <a:gd name="connsiteX3" fmla="*/ 0 w 215937"/>
                <a:gd name="connsiteY3" fmla="*/ 1133840 h 1133840"/>
                <a:gd name="connsiteX0" fmla="*/ 109538 w 217278"/>
                <a:gd name="connsiteY0" fmla="*/ 0 h 1133840"/>
                <a:gd name="connsiteX1" fmla="*/ 214313 w 217278"/>
                <a:gd name="connsiteY1" fmla="*/ 381000 h 1133840"/>
                <a:gd name="connsiteX2" fmla="*/ 0 w 217278"/>
                <a:gd name="connsiteY2" fmla="*/ 1133840 h 1133840"/>
                <a:gd name="connsiteX0" fmla="*/ 109538 w 109538"/>
                <a:gd name="connsiteY0" fmla="*/ 0 h 1133840"/>
                <a:gd name="connsiteX1" fmla="*/ 0 w 109538"/>
                <a:gd name="connsiteY1" fmla="*/ 1133840 h 1133840"/>
                <a:gd name="connsiteX0" fmla="*/ 109538 w 173432"/>
                <a:gd name="connsiteY0" fmla="*/ 0 h 1133840"/>
                <a:gd name="connsiteX1" fmla="*/ 0 w 173432"/>
                <a:gd name="connsiteY1" fmla="*/ 1133840 h 1133840"/>
                <a:gd name="connsiteX0" fmla="*/ 109538 w 195689"/>
                <a:gd name="connsiteY0" fmla="*/ 0 h 1133840"/>
                <a:gd name="connsiteX1" fmla="*/ 0 w 195689"/>
                <a:gd name="connsiteY1" fmla="*/ 1133840 h 1133840"/>
                <a:gd name="connsiteX0" fmla="*/ 95251 w 189797"/>
                <a:gd name="connsiteY0" fmla="*/ 0 h 1138264"/>
                <a:gd name="connsiteX1" fmla="*/ 0 w 189797"/>
                <a:gd name="connsiteY1" fmla="*/ 1138264 h 1138264"/>
                <a:gd name="connsiteX0" fmla="*/ 95251 w 164414"/>
                <a:gd name="connsiteY0" fmla="*/ 0 h 1138264"/>
                <a:gd name="connsiteX1" fmla="*/ 0 w 164414"/>
                <a:gd name="connsiteY1" fmla="*/ 1138264 h 1138264"/>
                <a:gd name="connsiteX0" fmla="*/ 76201 w 156327"/>
                <a:gd name="connsiteY0" fmla="*/ 0 h 1138264"/>
                <a:gd name="connsiteX1" fmla="*/ 0 w 156327"/>
                <a:gd name="connsiteY1" fmla="*/ 1138264 h 1138264"/>
                <a:gd name="connsiteX0" fmla="*/ 104776 w 168742"/>
                <a:gd name="connsiteY0" fmla="*/ 0 h 1133839"/>
                <a:gd name="connsiteX1" fmla="*/ 0 w 168742"/>
                <a:gd name="connsiteY1" fmla="*/ 1133839 h 1133839"/>
                <a:gd name="connsiteX0" fmla="*/ 104776 w 154208"/>
                <a:gd name="connsiteY0" fmla="*/ 0 h 1133839"/>
                <a:gd name="connsiteX1" fmla="*/ 0 w 154208"/>
                <a:gd name="connsiteY1" fmla="*/ 1133839 h 1133839"/>
                <a:gd name="connsiteX0" fmla="*/ 104776 w 171048"/>
                <a:gd name="connsiteY0" fmla="*/ 0 h 1133839"/>
                <a:gd name="connsiteX1" fmla="*/ 0 w 171048"/>
                <a:gd name="connsiteY1" fmla="*/ 1133839 h 1133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1048" h="1133839">
                  <a:moveTo>
                    <a:pt x="104776" y="0"/>
                  </a:moveTo>
                  <a:cubicBezTo>
                    <a:pt x="182563" y="245219"/>
                    <a:pt x="236538" y="866500"/>
                    <a:pt x="0" y="1133839"/>
                  </a:cubicBezTo>
                </a:path>
              </a:pathLst>
            </a:cu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Flowchart: Alternate Process 58">
              <a:extLst>
                <a:ext uri="{FF2B5EF4-FFF2-40B4-BE49-F238E27FC236}">
                  <a16:creationId xmlns:a16="http://schemas.microsoft.com/office/drawing/2014/main" id="{5EF9A338-EB57-462A-99CD-72C4F32DF6F7}"/>
                </a:ext>
              </a:extLst>
            </p:cNvPr>
            <p:cNvSpPr/>
            <p:nvPr/>
          </p:nvSpPr>
          <p:spPr>
            <a:xfrm>
              <a:off x="4396680" y="4853688"/>
              <a:ext cx="279400" cy="70201"/>
            </a:xfrm>
            <a:prstGeom prst="flowChartAlternateProcess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473878A9-0F67-4A11-A1FF-040A106A0B4E}"/>
                </a:ext>
              </a:extLst>
            </p:cNvPr>
            <p:cNvSpPr/>
            <p:nvPr/>
          </p:nvSpPr>
          <p:spPr>
            <a:xfrm>
              <a:off x="3780404" y="3911421"/>
              <a:ext cx="1060450" cy="1060450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5AA16681-1729-4D6C-A586-0D6E8ECEA743}"/>
                </a:ext>
              </a:extLst>
            </p:cNvPr>
            <p:cNvSpPr/>
            <p:nvPr/>
          </p:nvSpPr>
          <p:spPr>
            <a:xfrm>
              <a:off x="3883033" y="4033773"/>
              <a:ext cx="855191" cy="855191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50D442E-594B-4F8F-99B1-125D22953BB5}"/>
                </a:ext>
              </a:extLst>
            </p:cNvPr>
            <p:cNvSpPr/>
            <p:nvPr/>
          </p:nvSpPr>
          <p:spPr>
            <a:xfrm>
              <a:off x="4362450" y="3137178"/>
              <a:ext cx="171048" cy="1220508"/>
            </a:xfrm>
            <a:custGeom>
              <a:avLst/>
              <a:gdLst>
                <a:gd name="connsiteX0" fmla="*/ 104775 w 209584"/>
                <a:gd name="connsiteY0" fmla="*/ 0 h 1076325"/>
                <a:gd name="connsiteX1" fmla="*/ 209550 w 209584"/>
                <a:gd name="connsiteY1" fmla="*/ 381000 h 1076325"/>
                <a:gd name="connsiteX2" fmla="*/ 95250 w 209584"/>
                <a:gd name="connsiteY2" fmla="*/ 857250 h 1076325"/>
                <a:gd name="connsiteX3" fmla="*/ 0 w 209584"/>
                <a:gd name="connsiteY3" fmla="*/ 1076325 h 1076325"/>
                <a:gd name="connsiteX4" fmla="*/ 0 w 209584"/>
                <a:gd name="connsiteY4" fmla="*/ 1076325 h 1076325"/>
                <a:gd name="connsiteX0" fmla="*/ 104775 w 209584"/>
                <a:gd name="connsiteY0" fmla="*/ 0 h 1120568"/>
                <a:gd name="connsiteX1" fmla="*/ 209550 w 209584"/>
                <a:gd name="connsiteY1" fmla="*/ 381000 h 1120568"/>
                <a:gd name="connsiteX2" fmla="*/ 95250 w 209584"/>
                <a:gd name="connsiteY2" fmla="*/ 857250 h 1120568"/>
                <a:gd name="connsiteX3" fmla="*/ 0 w 209584"/>
                <a:gd name="connsiteY3" fmla="*/ 1076325 h 1120568"/>
                <a:gd name="connsiteX4" fmla="*/ 19050 w 209584"/>
                <a:gd name="connsiteY4" fmla="*/ 1120568 h 1120568"/>
                <a:gd name="connsiteX0" fmla="*/ 85725 w 190534"/>
                <a:gd name="connsiteY0" fmla="*/ 0 h 1120568"/>
                <a:gd name="connsiteX1" fmla="*/ 190500 w 190534"/>
                <a:gd name="connsiteY1" fmla="*/ 381000 h 1120568"/>
                <a:gd name="connsiteX2" fmla="*/ 76200 w 190534"/>
                <a:gd name="connsiteY2" fmla="*/ 857250 h 1120568"/>
                <a:gd name="connsiteX3" fmla="*/ 9525 w 190534"/>
                <a:gd name="connsiteY3" fmla="*/ 1120568 h 1120568"/>
                <a:gd name="connsiteX4" fmla="*/ 0 w 190534"/>
                <a:gd name="connsiteY4" fmla="*/ 1120568 h 1120568"/>
                <a:gd name="connsiteX0" fmla="*/ 109538 w 214347"/>
                <a:gd name="connsiteY0" fmla="*/ 0 h 1133840"/>
                <a:gd name="connsiteX1" fmla="*/ 214313 w 214347"/>
                <a:gd name="connsiteY1" fmla="*/ 381000 h 1133840"/>
                <a:gd name="connsiteX2" fmla="*/ 100013 w 214347"/>
                <a:gd name="connsiteY2" fmla="*/ 857250 h 1133840"/>
                <a:gd name="connsiteX3" fmla="*/ 33338 w 214347"/>
                <a:gd name="connsiteY3" fmla="*/ 1120568 h 1133840"/>
                <a:gd name="connsiteX4" fmla="*/ 0 w 214347"/>
                <a:gd name="connsiteY4" fmla="*/ 1133840 h 1133840"/>
                <a:gd name="connsiteX0" fmla="*/ 109538 w 215937"/>
                <a:gd name="connsiteY0" fmla="*/ 0 h 1133840"/>
                <a:gd name="connsiteX1" fmla="*/ 214313 w 215937"/>
                <a:gd name="connsiteY1" fmla="*/ 381000 h 1133840"/>
                <a:gd name="connsiteX2" fmla="*/ 33338 w 215937"/>
                <a:gd name="connsiteY2" fmla="*/ 1120568 h 1133840"/>
                <a:gd name="connsiteX3" fmla="*/ 0 w 215937"/>
                <a:gd name="connsiteY3" fmla="*/ 1133840 h 1133840"/>
                <a:gd name="connsiteX0" fmla="*/ 109538 w 217278"/>
                <a:gd name="connsiteY0" fmla="*/ 0 h 1133840"/>
                <a:gd name="connsiteX1" fmla="*/ 214313 w 217278"/>
                <a:gd name="connsiteY1" fmla="*/ 381000 h 1133840"/>
                <a:gd name="connsiteX2" fmla="*/ 0 w 217278"/>
                <a:gd name="connsiteY2" fmla="*/ 1133840 h 1133840"/>
                <a:gd name="connsiteX0" fmla="*/ 109538 w 109538"/>
                <a:gd name="connsiteY0" fmla="*/ 0 h 1133840"/>
                <a:gd name="connsiteX1" fmla="*/ 0 w 109538"/>
                <a:gd name="connsiteY1" fmla="*/ 1133840 h 1133840"/>
                <a:gd name="connsiteX0" fmla="*/ 109538 w 173432"/>
                <a:gd name="connsiteY0" fmla="*/ 0 h 1133840"/>
                <a:gd name="connsiteX1" fmla="*/ 0 w 173432"/>
                <a:gd name="connsiteY1" fmla="*/ 1133840 h 1133840"/>
                <a:gd name="connsiteX0" fmla="*/ 109538 w 195689"/>
                <a:gd name="connsiteY0" fmla="*/ 0 h 1133840"/>
                <a:gd name="connsiteX1" fmla="*/ 0 w 195689"/>
                <a:gd name="connsiteY1" fmla="*/ 1133840 h 1133840"/>
                <a:gd name="connsiteX0" fmla="*/ 95251 w 189797"/>
                <a:gd name="connsiteY0" fmla="*/ 0 h 1138264"/>
                <a:gd name="connsiteX1" fmla="*/ 0 w 189797"/>
                <a:gd name="connsiteY1" fmla="*/ 1138264 h 1138264"/>
                <a:gd name="connsiteX0" fmla="*/ 95251 w 164414"/>
                <a:gd name="connsiteY0" fmla="*/ 0 h 1138264"/>
                <a:gd name="connsiteX1" fmla="*/ 0 w 164414"/>
                <a:gd name="connsiteY1" fmla="*/ 1138264 h 1138264"/>
                <a:gd name="connsiteX0" fmla="*/ 76201 w 156327"/>
                <a:gd name="connsiteY0" fmla="*/ 0 h 1138264"/>
                <a:gd name="connsiteX1" fmla="*/ 0 w 156327"/>
                <a:gd name="connsiteY1" fmla="*/ 1138264 h 1138264"/>
                <a:gd name="connsiteX0" fmla="*/ 104776 w 168742"/>
                <a:gd name="connsiteY0" fmla="*/ 0 h 1133839"/>
                <a:gd name="connsiteX1" fmla="*/ 0 w 168742"/>
                <a:gd name="connsiteY1" fmla="*/ 1133839 h 1133839"/>
                <a:gd name="connsiteX0" fmla="*/ 104776 w 154208"/>
                <a:gd name="connsiteY0" fmla="*/ 0 h 1133839"/>
                <a:gd name="connsiteX1" fmla="*/ 0 w 154208"/>
                <a:gd name="connsiteY1" fmla="*/ 1133839 h 1133839"/>
                <a:gd name="connsiteX0" fmla="*/ 104776 w 171048"/>
                <a:gd name="connsiteY0" fmla="*/ 0 h 1133839"/>
                <a:gd name="connsiteX1" fmla="*/ 0 w 171048"/>
                <a:gd name="connsiteY1" fmla="*/ 1133839 h 1133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1048" h="1133839">
                  <a:moveTo>
                    <a:pt x="104776" y="0"/>
                  </a:moveTo>
                  <a:cubicBezTo>
                    <a:pt x="182563" y="245219"/>
                    <a:pt x="236538" y="866500"/>
                    <a:pt x="0" y="1133839"/>
                  </a:cubicBezTo>
                </a:path>
              </a:pathLst>
            </a:custGeom>
            <a:noFill/>
            <a:ln w="28575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Flowchart: Alternate Process 4">
              <a:extLst>
                <a:ext uri="{FF2B5EF4-FFF2-40B4-BE49-F238E27FC236}">
                  <a16:creationId xmlns:a16="http://schemas.microsoft.com/office/drawing/2014/main" id="{4170C0B1-8076-4CF3-9907-2964FA0A6951}"/>
                </a:ext>
              </a:extLst>
            </p:cNvPr>
            <p:cNvSpPr/>
            <p:nvPr/>
          </p:nvSpPr>
          <p:spPr>
            <a:xfrm>
              <a:off x="3994599" y="2522220"/>
              <a:ext cx="905061" cy="701040"/>
            </a:xfrm>
            <a:custGeom>
              <a:avLst/>
              <a:gdLst>
                <a:gd name="connsiteX0" fmla="*/ 0 w 624840"/>
                <a:gd name="connsiteY0" fmla="*/ 104140 h 640080"/>
                <a:gd name="connsiteX1" fmla="*/ 104140 w 624840"/>
                <a:gd name="connsiteY1" fmla="*/ 0 h 640080"/>
                <a:gd name="connsiteX2" fmla="*/ 520700 w 624840"/>
                <a:gd name="connsiteY2" fmla="*/ 0 h 640080"/>
                <a:gd name="connsiteX3" fmla="*/ 624840 w 624840"/>
                <a:gd name="connsiteY3" fmla="*/ 104140 h 640080"/>
                <a:gd name="connsiteX4" fmla="*/ 624840 w 624840"/>
                <a:gd name="connsiteY4" fmla="*/ 535940 h 640080"/>
                <a:gd name="connsiteX5" fmla="*/ 520700 w 624840"/>
                <a:gd name="connsiteY5" fmla="*/ 640080 h 640080"/>
                <a:gd name="connsiteX6" fmla="*/ 104140 w 624840"/>
                <a:gd name="connsiteY6" fmla="*/ 640080 h 640080"/>
                <a:gd name="connsiteX7" fmla="*/ 0 w 624840"/>
                <a:gd name="connsiteY7" fmla="*/ 535940 h 640080"/>
                <a:gd name="connsiteX8" fmla="*/ 0 w 624840"/>
                <a:gd name="connsiteY8" fmla="*/ 104140 h 640080"/>
                <a:gd name="connsiteX0" fmla="*/ 80 w 624920"/>
                <a:gd name="connsiteY0" fmla="*/ 104140 h 640080"/>
                <a:gd name="connsiteX1" fmla="*/ 104220 w 624920"/>
                <a:gd name="connsiteY1" fmla="*/ 0 h 640080"/>
                <a:gd name="connsiteX2" fmla="*/ 520780 w 624920"/>
                <a:gd name="connsiteY2" fmla="*/ 0 h 640080"/>
                <a:gd name="connsiteX3" fmla="*/ 624920 w 624920"/>
                <a:gd name="connsiteY3" fmla="*/ 104140 h 640080"/>
                <a:gd name="connsiteX4" fmla="*/ 624920 w 624920"/>
                <a:gd name="connsiteY4" fmla="*/ 535940 h 640080"/>
                <a:gd name="connsiteX5" fmla="*/ 520780 w 624920"/>
                <a:gd name="connsiteY5" fmla="*/ 640080 h 640080"/>
                <a:gd name="connsiteX6" fmla="*/ 104220 w 624920"/>
                <a:gd name="connsiteY6" fmla="*/ 640080 h 640080"/>
                <a:gd name="connsiteX7" fmla="*/ 80 w 624920"/>
                <a:gd name="connsiteY7" fmla="*/ 535940 h 640080"/>
                <a:gd name="connsiteX8" fmla="*/ 53420 w 624920"/>
                <a:gd name="connsiteY8" fmla="*/ 220980 h 640080"/>
                <a:gd name="connsiteX9" fmla="*/ 80 w 624920"/>
                <a:gd name="connsiteY9" fmla="*/ 104140 h 640080"/>
                <a:gd name="connsiteX0" fmla="*/ 236236 w 861076"/>
                <a:gd name="connsiteY0" fmla="*/ 104140 h 640080"/>
                <a:gd name="connsiteX1" fmla="*/ 340376 w 861076"/>
                <a:gd name="connsiteY1" fmla="*/ 0 h 640080"/>
                <a:gd name="connsiteX2" fmla="*/ 756936 w 861076"/>
                <a:gd name="connsiteY2" fmla="*/ 0 h 640080"/>
                <a:gd name="connsiteX3" fmla="*/ 861076 w 861076"/>
                <a:gd name="connsiteY3" fmla="*/ 104140 h 640080"/>
                <a:gd name="connsiteX4" fmla="*/ 861076 w 861076"/>
                <a:gd name="connsiteY4" fmla="*/ 535940 h 640080"/>
                <a:gd name="connsiteX5" fmla="*/ 756936 w 861076"/>
                <a:gd name="connsiteY5" fmla="*/ 640080 h 640080"/>
                <a:gd name="connsiteX6" fmla="*/ 340376 w 861076"/>
                <a:gd name="connsiteY6" fmla="*/ 640080 h 640080"/>
                <a:gd name="connsiteX7" fmla="*/ 16 w 861076"/>
                <a:gd name="connsiteY7" fmla="*/ 452120 h 640080"/>
                <a:gd name="connsiteX8" fmla="*/ 289576 w 861076"/>
                <a:gd name="connsiteY8" fmla="*/ 220980 h 640080"/>
                <a:gd name="connsiteX9" fmla="*/ 236236 w 861076"/>
                <a:gd name="connsiteY9" fmla="*/ 104140 h 640080"/>
                <a:gd name="connsiteX0" fmla="*/ 294932 w 919772"/>
                <a:gd name="connsiteY0" fmla="*/ 104140 h 640080"/>
                <a:gd name="connsiteX1" fmla="*/ 399072 w 919772"/>
                <a:gd name="connsiteY1" fmla="*/ 0 h 640080"/>
                <a:gd name="connsiteX2" fmla="*/ 815632 w 919772"/>
                <a:gd name="connsiteY2" fmla="*/ 0 h 640080"/>
                <a:gd name="connsiteX3" fmla="*/ 919772 w 919772"/>
                <a:gd name="connsiteY3" fmla="*/ 104140 h 640080"/>
                <a:gd name="connsiteX4" fmla="*/ 919772 w 919772"/>
                <a:gd name="connsiteY4" fmla="*/ 535940 h 640080"/>
                <a:gd name="connsiteX5" fmla="*/ 815632 w 919772"/>
                <a:gd name="connsiteY5" fmla="*/ 640080 h 640080"/>
                <a:gd name="connsiteX6" fmla="*/ 18072 w 919772"/>
                <a:gd name="connsiteY6" fmla="*/ 525780 h 640080"/>
                <a:gd name="connsiteX7" fmla="*/ 58712 w 919772"/>
                <a:gd name="connsiteY7" fmla="*/ 452120 h 640080"/>
                <a:gd name="connsiteX8" fmla="*/ 348272 w 919772"/>
                <a:gd name="connsiteY8" fmla="*/ 220980 h 640080"/>
                <a:gd name="connsiteX9" fmla="*/ 294932 w 919772"/>
                <a:gd name="connsiteY9" fmla="*/ 104140 h 640080"/>
                <a:gd name="connsiteX0" fmla="*/ 294932 w 919772"/>
                <a:gd name="connsiteY0" fmla="*/ 104140 h 701040"/>
                <a:gd name="connsiteX1" fmla="*/ 399072 w 919772"/>
                <a:gd name="connsiteY1" fmla="*/ 0 h 701040"/>
                <a:gd name="connsiteX2" fmla="*/ 815632 w 919772"/>
                <a:gd name="connsiteY2" fmla="*/ 0 h 701040"/>
                <a:gd name="connsiteX3" fmla="*/ 919772 w 919772"/>
                <a:gd name="connsiteY3" fmla="*/ 104140 h 701040"/>
                <a:gd name="connsiteX4" fmla="*/ 919772 w 919772"/>
                <a:gd name="connsiteY4" fmla="*/ 535940 h 701040"/>
                <a:gd name="connsiteX5" fmla="*/ 457492 w 919772"/>
                <a:gd name="connsiteY5" fmla="*/ 701040 h 701040"/>
                <a:gd name="connsiteX6" fmla="*/ 18072 w 919772"/>
                <a:gd name="connsiteY6" fmla="*/ 525780 h 701040"/>
                <a:gd name="connsiteX7" fmla="*/ 58712 w 919772"/>
                <a:gd name="connsiteY7" fmla="*/ 452120 h 701040"/>
                <a:gd name="connsiteX8" fmla="*/ 348272 w 919772"/>
                <a:gd name="connsiteY8" fmla="*/ 220980 h 701040"/>
                <a:gd name="connsiteX9" fmla="*/ 294932 w 919772"/>
                <a:gd name="connsiteY9" fmla="*/ 104140 h 701040"/>
                <a:gd name="connsiteX0" fmla="*/ 294932 w 919772"/>
                <a:gd name="connsiteY0" fmla="*/ 104140 h 701040"/>
                <a:gd name="connsiteX1" fmla="*/ 399072 w 919772"/>
                <a:gd name="connsiteY1" fmla="*/ 0 h 701040"/>
                <a:gd name="connsiteX2" fmla="*/ 815632 w 919772"/>
                <a:gd name="connsiteY2" fmla="*/ 0 h 701040"/>
                <a:gd name="connsiteX3" fmla="*/ 919772 w 919772"/>
                <a:gd name="connsiteY3" fmla="*/ 104140 h 701040"/>
                <a:gd name="connsiteX4" fmla="*/ 919772 w 919772"/>
                <a:gd name="connsiteY4" fmla="*/ 406400 h 701040"/>
                <a:gd name="connsiteX5" fmla="*/ 457492 w 919772"/>
                <a:gd name="connsiteY5" fmla="*/ 701040 h 701040"/>
                <a:gd name="connsiteX6" fmla="*/ 18072 w 919772"/>
                <a:gd name="connsiteY6" fmla="*/ 525780 h 701040"/>
                <a:gd name="connsiteX7" fmla="*/ 58712 w 919772"/>
                <a:gd name="connsiteY7" fmla="*/ 452120 h 701040"/>
                <a:gd name="connsiteX8" fmla="*/ 348272 w 919772"/>
                <a:gd name="connsiteY8" fmla="*/ 220980 h 701040"/>
                <a:gd name="connsiteX9" fmla="*/ 294932 w 919772"/>
                <a:gd name="connsiteY9" fmla="*/ 104140 h 701040"/>
                <a:gd name="connsiteX0" fmla="*/ 294932 w 919772"/>
                <a:gd name="connsiteY0" fmla="*/ 104140 h 701040"/>
                <a:gd name="connsiteX1" fmla="*/ 399072 w 919772"/>
                <a:gd name="connsiteY1" fmla="*/ 0 h 701040"/>
                <a:gd name="connsiteX2" fmla="*/ 815632 w 919772"/>
                <a:gd name="connsiteY2" fmla="*/ 0 h 701040"/>
                <a:gd name="connsiteX3" fmla="*/ 919772 w 919772"/>
                <a:gd name="connsiteY3" fmla="*/ 104140 h 701040"/>
                <a:gd name="connsiteX4" fmla="*/ 904532 w 919772"/>
                <a:gd name="connsiteY4" fmla="*/ 375920 h 701040"/>
                <a:gd name="connsiteX5" fmla="*/ 457492 w 919772"/>
                <a:gd name="connsiteY5" fmla="*/ 701040 h 701040"/>
                <a:gd name="connsiteX6" fmla="*/ 18072 w 919772"/>
                <a:gd name="connsiteY6" fmla="*/ 525780 h 701040"/>
                <a:gd name="connsiteX7" fmla="*/ 58712 w 919772"/>
                <a:gd name="connsiteY7" fmla="*/ 452120 h 701040"/>
                <a:gd name="connsiteX8" fmla="*/ 348272 w 919772"/>
                <a:gd name="connsiteY8" fmla="*/ 220980 h 701040"/>
                <a:gd name="connsiteX9" fmla="*/ 294932 w 919772"/>
                <a:gd name="connsiteY9" fmla="*/ 104140 h 701040"/>
                <a:gd name="connsiteX0" fmla="*/ 294932 w 919772"/>
                <a:gd name="connsiteY0" fmla="*/ 104140 h 701040"/>
                <a:gd name="connsiteX1" fmla="*/ 399072 w 919772"/>
                <a:gd name="connsiteY1" fmla="*/ 0 h 701040"/>
                <a:gd name="connsiteX2" fmla="*/ 815632 w 919772"/>
                <a:gd name="connsiteY2" fmla="*/ 0 h 701040"/>
                <a:gd name="connsiteX3" fmla="*/ 919772 w 919772"/>
                <a:gd name="connsiteY3" fmla="*/ 218440 h 701040"/>
                <a:gd name="connsiteX4" fmla="*/ 904532 w 919772"/>
                <a:gd name="connsiteY4" fmla="*/ 375920 h 701040"/>
                <a:gd name="connsiteX5" fmla="*/ 457492 w 919772"/>
                <a:gd name="connsiteY5" fmla="*/ 701040 h 701040"/>
                <a:gd name="connsiteX6" fmla="*/ 18072 w 919772"/>
                <a:gd name="connsiteY6" fmla="*/ 525780 h 701040"/>
                <a:gd name="connsiteX7" fmla="*/ 58712 w 919772"/>
                <a:gd name="connsiteY7" fmla="*/ 452120 h 701040"/>
                <a:gd name="connsiteX8" fmla="*/ 348272 w 919772"/>
                <a:gd name="connsiteY8" fmla="*/ 220980 h 701040"/>
                <a:gd name="connsiteX9" fmla="*/ 294932 w 919772"/>
                <a:gd name="connsiteY9" fmla="*/ 104140 h 701040"/>
                <a:gd name="connsiteX0" fmla="*/ 294932 w 919772"/>
                <a:gd name="connsiteY0" fmla="*/ 104140 h 701040"/>
                <a:gd name="connsiteX1" fmla="*/ 399072 w 919772"/>
                <a:gd name="connsiteY1" fmla="*/ 0 h 701040"/>
                <a:gd name="connsiteX2" fmla="*/ 838492 w 919772"/>
                <a:gd name="connsiteY2" fmla="*/ 76200 h 701040"/>
                <a:gd name="connsiteX3" fmla="*/ 919772 w 919772"/>
                <a:gd name="connsiteY3" fmla="*/ 218440 h 701040"/>
                <a:gd name="connsiteX4" fmla="*/ 904532 w 919772"/>
                <a:gd name="connsiteY4" fmla="*/ 375920 h 701040"/>
                <a:gd name="connsiteX5" fmla="*/ 457492 w 919772"/>
                <a:gd name="connsiteY5" fmla="*/ 701040 h 701040"/>
                <a:gd name="connsiteX6" fmla="*/ 18072 w 919772"/>
                <a:gd name="connsiteY6" fmla="*/ 525780 h 701040"/>
                <a:gd name="connsiteX7" fmla="*/ 58712 w 919772"/>
                <a:gd name="connsiteY7" fmla="*/ 452120 h 701040"/>
                <a:gd name="connsiteX8" fmla="*/ 348272 w 919772"/>
                <a:gd name="connsiteY8" fmla="*/ 220980 h 701040"/>
                <a:gd name="connsiteX9" fmla="*/ 294932 w 919772"/>
                <a:gd name="connsiteY9" fmla="*/ 104140 h 701040"/>
                <a:gd name="connsiteX0" fmla="*/ 294932 w 919772"/>
                <a:gd name="connsiteY0" fmla="*/ 104140 h 701040"/>
                <a:gd name="connsiteX1" fmla="*/ 399072 w 919772"/>
                <a:gd name="connsiteY1" fmla="*/ 0 h 701040"/>
                <a:gd name="connsiteX2" fmla="*/ 838492 w 919772"/>
                <a:gd name="connsiteY2" fmla="*/ 76200 h 701040"/>
                <a:gd name="connsiteX3" fmla="*/ 919772 w 919772"/>
                <a:gd name="connsiteY3" fmla="*/ 218440 h 701040"/>
                <a:gd name="connsiteX4" fmla="*/ 904532 w 919772"/>
                <a:gd name="connsiteY4" fmla="*/ 375920 h 701040"/>
                <a:gd name="connsiteX5" fmla="*/ 457492 w 919772"/>
                <a:gd name="connsiteY5" fmla="*/ 701040 h 701040"/>
                <a:gd name="connsiteX6" fmla="*/ 18072 w 919772"/>
                <a:gd name="connsiteY6" fmla="*/ 525780 h 701040"/>
                <a:gd name="connsiteX7" fmla="*/ 58712 w 919772"/>
                <a:gd name="connsiteY7" fmla="*/ 452120 h 701040"/>
                <a:gd name="connsiteX8" fmla="*/ 256832 w 919772"/>
                <a:gd name="connsiteY8" fmla="*/ 236220 h 701040"/>
                <a:gd name="connsiteX9" fmla="*/ 294932 w 919772"/>
                <a:gd name="connsiteY9" fmla="*/ 104140 h 701040"/>
                <a:gd name="connsiteX0" fmla="*/ 280221 w 905061"/>
                <a:gd name="connsiteY0" fmla="*/ 104140 h 701040"/>
                <a:gd name="connsiteX1" fmla="*/ 384361 w 905061"/>
                <a:gd name="connsiteY1" fmla="*/ 0 h 701040"/>
                <a:gd name="connsiteX2" fmla="*/ 823781 w 905061"/>
                <a:gd name="connsiteY2" fmla="*/ 76200 h 701040"/>
                <a:gd name="connsiteX3" fmla="*/ 905061 w 905061"/>
                <a:gd name="connsiteY3" fmla="*/ 218440 h 701040"/>
                <a:gd name="connsiteX4" fmla="*/ 889821 w 905061"/>
                <a:gd name="connsiteY4" fmla="*/ 375920 h 701040"/>
                <a:gd name="connsiteX5" fmla="*/ 442781 w 905061"/>
                <a:gd name="connsiteY5" fmla="*/ 701040 h 701040"/>
                <a:gd name="connsiteX6" fmla="*/ 3361 w 905061"/>
                <a:gd name="connsiteY6" fmla="*/ 525780 h 701040"/>
                <a:gd name="connsiteX7" fmla="*/ 242121 w 905061"/>
                <a:gd name="connsiteY7" fmla="*/ 236220 h 701040"/>
                <a:gd name="connsiteX8" fmla="*/ 280221 w 905061"/>
                <a:gd name="connsiteY8" fmla="*/ 104140 h 701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05061" h="701040">
                  <a:moveTo>
                    <a:pt x="280221" y="104140"/>
                  </a:moveTo>
                  <a:cubicBezTo>
                    <a:pt x="280221" y="46625"/>
                    <a:pt x="326846" y="0"/>
                    <a:pt x="384361" y="0"/>
                  </a:cubicBezTo>
                  <a:lnTo>
                    <a:pt x="823781" y="76200"/>
                  </a:lnTo>
                  <a:cubicBezTo>
                    <a:pt x="881296" y="76200"/>
                    <a:pt x="905061" y="160925"/>
                    <a:pt x="905061" y="218440"/>
                  </a:cubicBezTo>
                  <a:lnTo>
                    <a:pt x="889821" y="375920"/>
                  </a:lnTo>
                  <a:cubicBezTo>
                    <a:pt x="889821" y="433435"/>
                    <a:pt x="500296" y="701040"/>
                    <a:pt x="442781" y="701040"/>
                  </a:cubicBezTo>
                  <a:lnTo>
                    <a:pt x="3361" y="525780"/>
                  </a:lnTo>
                  <a:cubicBezTo>
                    <a:pt x="-30082" y="448310"/>
                    <a:pt x="195978" y="306493"/>
                    <a:pt x="242121" y="236220"/>
                  </a:cubicBezTo>
                  <a:cubicBezTo>
                    <a:pt x="244661" y="187113"/>
                    <a:pt x="277681" y="153247"/>
                    <a:pt x="280221" y="104140"/>
                  </a:cubicBezTo>
                  <a:close/>
                </a:path>
              </a:pathLst>
            </a:custGeom>
            <a:solidFill>
              <a:sysClr val="window" lastClr="FFFFFF"/>
            </a:solidFill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4" name="Flowchart: Alternate Process 5">
              <a:extLst>
                <a:ext uri="{FF2B5EF4-FFF2-40B4-BE49-F238E27FC236}">
                  <a16:creationId xmlns:a16="http://schemas.microsoft.com/office/drawing/2014/main" id="{67C16C79-6ED1-4875-BD80-48AA6D3F1BDF}"/>
                </a:ext>
              </a:extLst>
            </p:cNvPr>
            <p:cNvSpPr/>
            <p:nvPr/>
          </p:nvSpPr>
          <p:spPr>
            <a:xfrm rot="2222119">
              <a:off x="4226838" y="2797477"/>
              <a:ext cx="269185" cy="405301"/>
            </a:xfrm>
            <a:custGeom>
              <a:avLst/>
              <a:gdLst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59080 w 259080"/>
                <a:gd name="connsiteY4" fmla="*/ 301554 h 344734"/>
                <a:gd name="connsiteX5" fmla="*/ 215900 w 259080"/>
                <a:gd name="connsiteY5" fmla="*/ 344734 h 344734"/>
                <a:gd name="connsiteX6" fmla="*/ 43180 w 259080"/>
                <a:gd name="connsiteY6" fmla="*/ 344734 h 344734"/>
                <a:gd name="connsiteX7" fmla="*/ 0 w 259080"/>
                <a:gd name="connsiteY7" fmla="*/ 301554 h 344734"/>
                <a:gd name="connsiteX8" fmla="*/ 0 w 259080"/>
                <a:gd name="connsiteY8" fmla="*/ 43180 h 344734"/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59080 w 259080"/>
                <a:gd name="connsiteY4" fmla="*/ 301554 h 344734"/>
                <a:gd name="connsiteX5" fmla="*/ 217283 w 259080"/>
                <a:gd name="connsiteY5" fmla="*/ 295962 h 344734"/>
                <a:gd name="connsiteX6" fmla="*/ 43180 w 259080"/>
                <a:gd name="connsiteY6" fmla="*/ 344734 h 344734"/>
                <a:gd name="connsiteX7" fmla="*/ 0 w 259080"/>
                <a:gd name="connsiteY7" fmla="*/ 301554 h 344734"/>
                <a:gd name="connsiteX8" fmla="*/ 0 w 259080"/>
                <a:gd name="connsiteY8" fmla="*/ 43180 h 344734"/>
                <a:gd name="connsiteX0" fmla="*/ 0 w 259080"/>
                <a:gd name="connsiteY0" fmla="*/ 43180 h 345075"/>
                <a:gd name="connsiteX1" fmla="*/ 43180 w 259080"/>
                <a:gd name="connsiteY1" fmla="*/ 0 h 345075"/>
                <a:gd name="connsiteX2" fmla="*/ 215900 w 259080"/>
                <a:gd name="connsiteY2" fmla="*/ 0 h 345075"/>
                <a:gd name="connsiteX3" fmla="*/ 259080 w 259080"/>
                <a:gd name="connsiteY3" fmla="*/ 43180 h 345075"/>
                <a:gd name="connsiteX4" fmla="*/ 259080 w 259080"/>
                <a:gd name="connsiteY4" fmla="*/ 301554 h 345075"/>
                <a:gd name="connsiteX5" fmla="*/ 43180 w 259080"/>
                <a:gd name="connsiteY5" fmla="*/ 344734 h 345075"/>
                <a:gd name="connsiteX6" fmla="*/ 0 w 259080"/>
                <a:gd name="connsiteY6" fmla="*/ 301554 h 345075"/>
                <a:gd name="connsiteX7" fmla="*/ 0 w 259080"/>
                <a:gd name="connsiteY7" fmla="*/ 43180 h 345075"/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42215 w 259080"/>
                <a:gd name="connsiteY4" fmla="*/ 266550 h 344734"/>
                <a:gd name="connsiteX5" fmla="*/ 43180 w 259080"/>
                <a:gd name="connsiteY5" fmla="*/ 344734 h 344734"/>
                <a:gd name="connsiteX6" fmla="*/ 0 w 259080"/>
                <a:gd name="connsiteY6" fmla="*/ 301554 h 344734"/>
                <a:gd name="connsiteX7" fmla="*/ 0 w 259080"/>
                <a:gd name="connsiteY7" fmla="*/ 43180 h 344734"/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41817 w 259080"/>
                <a:gd name="connsiteY4" fmla="*/ 293696 h 344734"/>
                <a:gd name="connsiteX5" fmla="*/ 43180 w 259080"/>
                <a:gd name="connsiteY5" fmla="*/ 344734 h 344734"/>
                <a:gd name="connsiteX6" fmla="*/ 0 w 259080"/>
                <a:gd name="connsiteY6" fmla="*/ 301554 h 344734"/>
                <a:gd name="connsiteX7" fmla="*/ 0 w 259080"/>
                <a:gd name="connsiteY7" fmla="*/ 43180 h 344734"/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41817 w 259080"/>
                <a:gd name="connsiteY4" fmla="*/ 293696 h 344734"/>
                <a:gd name="connsiteX5" fmla="*/ 43180 w 259080"/>
                <a:gd name="connsiteY5" fmla="*/ 344734 h 344734"/>
                <a:gd name="connsiteX6" fmla="*/ 0 w 259080"/>
                <a:gd name="connsiteY6" fmla="*/ 43180 h 344734"/>
                <a:gd name="connsiteX0" fmla="*/ 11608 w 270688"/>
                <a:gd name="connsiteY0" fmla="*/ 43180 h 370550"/>
                <a:gd name="connsiteX1" fmla="*/ 54788 w 270688"/>
                <a:gd name="connsiteY1" fmla="*/ 0 h 370550"/>
                <a:gd name="connsiteX2" fmla="*/ 227508 w 270688"/>
                <a:gd name="connsiteY2" fmla="*/ 0 h 370550"/>
                <a:gd name="connsiteX3" fmla="*/ 270688 w 270688"/>
                <a:gd name="connsiteY3" fmla="*/ 43180 h 370550"/>
                <a:gd name="connsiteX4" fmla="*/ 253425 w 270688"/>
                <a:gd name="connsiteY4" fmla="*/ 293696 h 370550"/>
                <a:gd name="connsiteX5" fmla="*/ 20573 w 270688"/>
                <a:gd name="connsiteY5" fmla="*/ 370550 h 370550"/>
                <a:gd name="connsiteX6" fmla="*/ 11608 w 270688"/>
                <a:gd name="connsiteY6" fmla="*/ 43180 h 370550"/>
                <a:gd name="connsiteX0" fmla="*/ 11608 w 270688"/>
                <a:gd name="connsiteY0" fmla="*/ 43180 h 370550"/>
                <a:gd name="connsiteX1" fmla="*/ 54788 w 270688"/>
                <a:gd name="connsiteY1" fmla="*/ 0 h 370550"/>
                <a:gd name="connsiteX2" fmla="*/ 227508 w 270688"/>
                <a:gd name="connsiteY2" fmla="*/ 0 h 370550"/>
                <a:gd name="connsiteX3" fmla="*/ 270688 w 270688"/>
                <a:gd name="connsiteY3" fmla="*/ 43180 h 370550"/>
                <a:gd name="connsiteX4" fmla="*/ 255828 w 270688"/>
                <a:gd name="connsiteY4" fmla="*/ 300833 h 370550"/>
                <a:gd name="connsiteX5" fmla="*/ 20573 w 270688"/>
                <a:gd name="connsiteY5" fmla="*/ 370550 h 370550"/>
                <a:gd name="connsiteX6" fmla="*/ 11608 w 270688"/>
                <a:gd name="connsiteY6" fmla="*/ 43180 h 370550"/>
                <a:gd name="connsiteX0" fmla="*/ 11608 w 270688"/>
                <a:gd name="connsiteY0" fmla="*/ 58888 h 386258"/>
                <a:gd name="connsiteX1" fmla="*/ 54788 w 270688"/>
                <a:gd name="connsiteY1" fmla="*/ 15708 h 386258"/>
                <a:gd name="connsiteX2" fmla="*/ 224605 w 270688"/>
                <a:gd name="connsiteY2" fmla="*/ 0 h 386258"/>
                <a:gd name="connsiteX3" fmla="*/ 270688 w 270688"/>
                <a:gd name="connsiteY3" fmla="*/ 58888 h 386258"/>
                <a:gd name="connsiteX4" fmla="*/ 255828 w 270688"/>
                <a:gd name="connsiteY4" fmla="*/ 316541 h 386258"/>
                <a:gd name="connsiteX5" fmla="*/ 20573 w 270688"/>
                <a:gd name="connsiteY5" fmla="*/ 386258 h 386258"/>
                <a:gd name="connsiteX6" fmla="*/ 11608 w 270688"/>
                <a:gd name="connsiteY6" fmla="*/ 58888 h 386258"/>
                <a:gd name="connsiteX0" fmla="*/ 11608 w 269220"/>
                <a:gd name="connsiteY0" fmla="*/ 58888 h 386258"/>
                <a:gd name="connsiteX1" fmla="*/ 54788 w 269220"/>
                <a:gd name="connsiteY1" fmla="*/ 15708 h 386258"/>
                <a:gd name="connsiteX2" fmla="*/ 224605 w 269220"/>
                <a:gd name="connsiteY2" fmla="*/ 0 h 386258"/>
                <a:gd name="connsiteX3" fmla="*/ 269220 w 269220"/>
                <a:gd name="connsiteY3" fmla="*/ 45081 h 386258"/>
                <a:gd name="connsiteX4" fmla="*/ 255828 w 269220"/>
                <a:gd name="connsiteY4" fmla="*/ 316541 h 386258"/>
                <a:gd name="connsiteX5" fmla="*/ 20573 w 269220"/>
                <a:gd name="connsiteY5" fmla="*/ 386258 h 386258"/>
                <a:gd name="connsiteX6" fmla="*/ 11608 w 269220"/>
                <a:gd name="connsiteY6" fmla="*/ 58888 h 386258"/>
                <a:gd name="connsiteX0" fmla="*/ 11608 w 269220"/>
                <a:gd name="connsiteY0" fmla="*/ 70794 h 398164"/>
                <a:gd name="connsiteX1" fmla="*/ 54788 w 269220"/>
                <a:gd name="connsiteY1" fmla="*/ 27614 h 398164"/>
                <a:gd name="connsiteX2" fmla="*/ 224570 w 269220"/>
                <a:gd name="connsiteY2" fmla="*/ 0 h 398164"/>
                <a:gd name="connsiteX3" fmla="*/ 269220 w 269220"/>
                <a:gd name="connsiteY3" fmla="*/ 56987 h 398164"/>
                <a:gd name="connsiteX4" fmla="*/ 255828 w 269220"/>
                <a:gd name="connsiteY4" fmla="*/ 328447 h 398164"/>
                <a:gd name="connsiteX5" fmla="*/ 20573 w 269220"/>
                <a:gd name="connsiteY5" fmla="*/ 398164 h 398164"/>
                <a:gd name="connsiteX6" fmla="*/ 11608 w 269220"/>
                <a:gd name="connsiteY6" fmla="*/ 70794 h 398164"/>
                <a:gd name="connsiteX0" fmla="*/ 11608 w 269220"/>
                <a:gd name="connsiteY0" fmla="*/ 77931 h 405301"/>
                <a:gd name="connsiteX1" fmla="*/ 54788 w 269220"/>
                <a:gd name="connsiteY1" fmla="*/ 34751 h 405301"/>
                <a:gd name="connsiteX2" fmla="*/ 222169 w 269220"/>
                <a:gd name="connsiteY2" fmla="*/ 0 h 405301"/>
                <a:gd name="connsiteX3" fmla="*/ 269220 w 269220"/>
                <a:gd name="connsiteY3" fmla="*/ 64124 h 405301"/>
                <a:gd name="connsiteX4" fmla="*/ 255828 w 269220"/>
                <a:gd name="connsiteY4" fmla="*/ 335584 h 405301"/>
                <a:gd name="connsiteX5" fmla="*/ 20573 w 269220"/>
                <a:gd name="connsiteY5" fmla="*/ 405301 h 405301"/>
                <a:gd name="connsiteX6" fmla="*/ 11608 w 269220"/>
                <a:gd name="connsiteY6" fmla="*/ 77931 h 405301"/>
                <a:gd name="connsiteX0" fmla="*/ 11608 w 269185"/>
                <a:gd name="connsiteY0" fmla="*/ 77931 h 405301"/>
                <a:gd name="connsiteX1" fmla="*/ 54788 w 269185"/>
                <a:gd name="connsiteY1" fmla="*/ 34751 h 405301"/>
                <a:gd name="connsiteX2" fmla="*/ 222169 w 269185"/>
                <a:gd name="connsiteY2" fmla="*/ 0 h 405301"/>
                <a:gd name="connsiteX3" fmla="*/ 269185 w 269185"/>
                <a:gd name="connsiteY3" fmla="*/ 52219 h 405301"/>
                <a:gd name="connsiteX4" fmla="*/ 255828 w 269185"/>
                <a:gd name="connsiteY4" fmla="*/ 335584 h 405301"/>
                <a:gd name="connsiteX5" fmla="*/ 20573 w 269185"/>
                <a:gd name="connsiteY5" fmla="*/ 405301 h 405301"/>
                <a:gd name="connsiteX6" fmla="*/ 11608 w 269185"/>
                <a:gd name="connsiteY6" fmla="*/ 77931 h 405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9185" h="405301">
                  <a:moveTo>
                    <a:pt x="11608" y="77931"/>
                  </a:moveTo>
                  <a:cubicBezTo>
                    <a:pt x="11608" y="54083"/>
                    <a:pt x="30940" y="34751"/>
                    <a:pt x="54788" y="34751"/>
                  </a:cubicBezTo>
                  <a:lnTo>
                    <a:pt x="222169" y="0"/>
                  </a:lnTo>
                  <a:cubicBezTo>
                    <a:pt x="246017" y="0"/>
                    <a:pt x="269185" y="28371"/>
                    <a:pt x="269185" y="52219"/>
                  </a:cubicBezTo>
                  <a:lnTo>
                    <a:pt x="255828" y="335584"/>
                  </a:lnTo>
                  <a:cubicBezTo>
                    <a:pt x="219845" y="385843"/>
                    <a:pt x="63753" y="405301"/>
                    <a:pt x="20573" y="405301"/>
                  </a:cubicBezTo>
                  <a:cubicBezTo>
                    <a:pt x="-19730" y="363548"/>
                    <a:pt x="11608" y="135387"/>
                    <a:pt x="11608" y="77931"/>
                  </a:cubicBezTo>
                  <a:close/>
                </a:path>
              </a:pathLst>
            </a:cu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Oval 11">
              <a:extLst>
                <a:ext uri="{FF2B5EF4-FFF2-40B4-BE49-F238E27FC236}">
                  <a16:creationId xmlns:a16="http://schemas.microsoft.com/office/drawing/2014/main" id="{BCE94059-0EE8-4886-8116-9017C06E98F2}"/>
                </a:ext>
              </a:extLst>
            </p:cNvPr>
            <p:cNvSpPr/>
            <p:nvPr/>
          </p:nvSpPr>
          <p:spPr>
            <a:xfrm rot="21054010">
              <a:off x="3030137" y="4088828"/>
              <a:ext cx="1439428" cy="609716"/>
            </a:xfrm>
            <a:custGeom>
              <a:avLst/>
              <a:gdLst>
                <a:gd name="connsiteX0" fmla="*/ 0 w 1186429"/>
                <a:gd name="connsiteY0" fmla="*/ 350520 h 701040"/>
                <a:gd name="connsiteX1" fmla="*/ 593215 w 1186429"/>
                <a:gd name="connsiteY1" fmla="*/ 0 h 701040"/>
                <a:gd name="connsiteX2" fmla="*/ 1186430 w 1186429"/>
                <a:gd name="connsiteY2" fmla="*/ 350520 h 701040"/>
                <a:gd name="connsiteX3" fmla="*/ 593215 w 1186429"/>
                <a:gd name="connsiteY3" fmla="*/ 701040 h 701040"/>
                <a:gd name="connsiteX4" fmla="*/ 0 w 1186429"/>
                <a:gd name="connsiteY4" fmla="*/ 350520 h 701040"/>
                <a:gd name="connsiteX0" fmla="*/ 0 w 1186430"/>
                <a:gd name="connsiteY0" fmla="*/ 350520 h 701040"/>
                <a:gd name="connsiteX1" fmla="*/ 593215 w 1186430"/>
                <a:gd name="connsiteY1" fmla="*/ 0 h 701040"/>
                <a:gd name="connsiteX2" fmla="*/ 1186430 w 1186430"/>
                <a:gd name="connsiteY2" fmla="*/ 350520 h 701040"/>
                <a:gd name="connsiteX3" fmla="*/ 593215 w 1186430"/>
                <a:gd name="connsiteY3" fmla="*/ 701040 h 701040"/>
                <a:gd name="connsiteX4" fmla="*/ 0 w 1186430"/>
                <a:gd name="connsiteY4" fmla="*/ 350520 h 701040"/>
                <a:gd name="connsiteX0" fmla="*/ 0 w 667366"/>
                <a:gd name="connsiteY0" fmla="*/ 360263 h 720526"/>
                <a:gd name="connsiteX1" fmla="*/ 593215 w 667366"/>
                <a:gd name="connsiteY1" fmla="*/ 9743 h 720526"/>
                <a:gd name="connsiteX2" fmla="*/ 593215 w 667366"/>
                <a:gd name="connsiteY2" fmla="*/ 710783 h 720526"/>
                <a:gd name="connsiteX3" fmla="*/ 0 w 667366"/>
                <a:gd name="connsiteY3" fmla="*/ 360263 h 720526"/>
                <a:gd name="connsiteX0" fmla="*/ 0 w 593215"/>
                <a:gd name="connsiteY0" fmla="*/ 0 h 360263"/>
                <a:gd name="connsiteX1" fmla="*/ 593215 w 593215"/>
                <a:gd name="connsiteY1" fmla="*/ 350520 h 360263"/>
                <a:gd name="connsiteX2" fmla="*/ 0 w 593215"/>
                <a:gd name="connsiteY2" fmla="*/ 0 h 360263"/>
                <a:gd name="connsiteX0" fmla="*/ 0 w 1392093"/>
                <a:gd name="connsiteY0" fmla="*/ 0 h 76613"/>
                <a:gd name="connsiteX1" fmla="*/ 1392093 w 1392093"/>
                <a:gd name="connsiteY1" fmla="*/ 60466 h 76613"/>
                <a:gd name="connsiteX2" fmla="*/ 0 w 1392093"/>
                <a:gd name="connsiteY2" fmla="*/ 0 h 76613"/>
                <a:gd name="connsiteX0" fmla="*/ 0 w 1393438"/>
                <a:gd name="connsiteY0" fmla="*/ 99000 h 292529"/>
                <a:gd name="connsiteX1" fmla="*/ 1392093 w 1393438"/>
                <a:gd name="connsiteY1" fmla="*/ 159466 h 292529"/>
                <a:gd name="connsiteX2" fmla="*/ 0 w 1393438"/>
                <a:gd name="connsiteY2" fmla="*/ 99000 h 292529"/>
                <a:gd name="connsiteX0" fmla="*/ 2492 w 1395464"/>
                <a:gd name="connsiteY0" fmla="*/ 302815 h 656192"/>
                <a:gd name="connsiteX1" fmla="*/ 1394585 w 1395464"/>
                <a:gd name="connsiteY1" fmla="*/ 363281 h 656192"/>
                <a:gd name="connsiteX2" fmla="*/ 2492 w 1395464"/>
                <a:gd name="connsiteY2" fmla="*/ 302815 h 656192"/>
                <a:gd name="connsiteX0" fmla="*/ 2495 w 1434462"/>
                <a:gd name="connsiteY0" fmla="*/ 213168 h 474809"/>
                <a:gd name="connsiteX1" fmla="*/ 1434462 w 1434462"/>
                <a:gd name="connsiteY1" fmla="*/ 305744 h 474809"/>
                <a:gd name="connsiteX2" fmla="*/ 2495 w 1434462"/>
                <a:gd name="connsiteY2" fmla="*/ 213168 h 474809"/>
                <a:gd name="connsiteX0" fmla="*/ 7889 w 1439856"/>
                <a:gd name="connsiteY0" fmla="*/ 278254 h 604798"/>
                <a:gd name="connsiteX1" fmla="*/ 1439856 w 1439856"/>
                <a:gd name="connsiteY1" fmla="*/ 370830 h 604798"/>
                <a:gd name="connsiteX2" fmla="*/ 7889 w 1439856"/>
                <a:gd name="connsiteY2" fmla="*/ 278254 h 604798"/>
                <a:gd name="connsiteX0" fmla="*/ 7849 w 1439852"/>
                <a:gd name="connsiteY0" fmla="*/ 307941 h 673409"/>
                <a:gd name="connsiteX1" fmla="*/ 1439816 w 1439852"/>
                <a:gd name="connsiteY1" fmla="*/ 400517 h 673409"/>
                <a:gd name="connsiteX2" fmla="*/ 7849 w 1439852"/>
                <a:gd name="connsiteY2" fmla="*/ 307941 h 673409"/>
                <a:gd name="connsiteX0" fmla="*/ 7893 w 1439860"/>
                <a:gd name="connsiteY0" fmla="*/ 301151 h 657745"/>
                <a:gd name="connsiteX1" fmla="*/ 1439860 w 1439860"/>
                <a:gd name="connsiteY1" fmla="*/ 393727 h 657745"/>
                <a:gd name="connsiteX2" fmla="*/ 7893 w 1439860"/>
                <a:gd name="connsiteY2" fmla="*/ 301151 h 657745"/>
                <a:gd name="connsiteX0" fmla="*/ 7937 w 1439961"/>
                <a:gd name="connsiteY0" fmla="*/ 294078 h 641407"/>
                <a:gd name="connsiteX1" fmla="*/ 1439904 w 1439961"/>
                <a:gd name="connsiteY1" fmla="*/ 386654 h 641407"/>
                <a:gd name="connsiteX2" fmla="*/ 7937 w 1439961"/>
                <a:gd name="connsiteY2" fmla="*/ 294078 h 641407"/>
                <a:gd name="connsiteX0" fmla="*/ 7927 w 1439928"/>
                <a:gd name="connsiteY0" fmla="*/ 291115 h 634555"/>
                <a:gd name="connsiteX1" fmla="*/ 1439894 w 1439928"/>
                <a:gd name="connsiteY1" fmla="*/ 383691 h 634555"/>
                <a:gd name="connsiteX2" fmla="*/ 7927 w 1439928"/>
                <a:gd name="connsiteY2" fmla="*/ 291115 h 634555"/>
                <a:gd name="connsiteX0" fmla="*/ 7427 w 1439428"/>
                <a:gd name="connsiteY0" fmla="*/ 278591 h 609716"/>
                <a:gd name="connsiteX1" fmla="*/ 1439394 w 1439428"/>
                <a:gd name="connsiteY1" fmla="*/ 371167 h 609716"/>
                <a:gd name="connsiteX2" fmla="*/ 7427 w 1439428"/>
                <a:gd name="connsiteY2" fmla="*/ 278591 h 609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39428" h="609716">
                  <a:moveTo>
                    <a:pt x="7427" y="278591"/>
                  </a:moveTo>
                  <a:cubicBezTo>
                    <a:pt x="134732" y="-369343"/>
                    <a:pt x="1447211" y="307306"/>
                    <a:pt x="1439394" y="371167"/>
                  </a:cubicBezTo>
                  <a:cubicBezTo>
                    <a:pt x="1431577" y="435028"/>
                    <a:pt x="-119878" y="926525"/>
                    <a:pt x="7427" y="278591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59B8ECD3-75C5-4337-8A1F-BF891EA4551D}"/>
                </a:ext>
              </a:extLst>
            </p:cNvPr>
            <p:cNvSpPr/>
            <p:nvPr/>
          </p:nvSpPr>
          <p:spPr>
            <a:xfrm>
              <a:off x="3371787" y="4365108"/>
              <a:ext cx="192519" cy="192519"/>
            </a:xfrm>
            <a:prstGeom prst="ellipse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5C81A2D9-0AA0-4402-95B8-5A5AB28C43DE}"/>
                </a:ext>
              </a:extLst>
            </p:cNvPr>
            <p:cNvCxnSpPr>
              <a:stCxn id="66" idx="5"/>
            </p:cNvCxnSpPr>
            <p:nvPr/>
          </p:nvCxnSpPr>
          <p:spPr>
            <a:xfrm>
              <a:off x="3536112" y="4529433"/>
              <a:ext cx="167271" cy="110806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  <p:sp>
          <p:nvSpPr>
            <p:cNvPr id="68" name="Flowchart: Alternate Process 67">
              <a:extLst>
                <a:ext uri="{FF2B5EF4-FFF2-40B4-BE49-F238E27FC236}">
                  <a16:creationId xmlns:a16="http://schemas.microsoft.com/office/drawing/2014/main" id="{369DA86A-9F5F-4AD7-B7E7-4B78A3C96131}"/>
                </a:ext>
              </a:extLst>
            </p:cNvPr>
            <p:cNvSpPr/>
            <p:nvPr/>
          </p:nvSpPr>
          <p:spPr>
            <a:xfrm>
              <a:off x="3650556" y="4588440"/>
              <a:ext cx="217152" cy="110806"/>
            </a:xfrm>
            <a:prstGeom prst="flowChartAlternateProcess">
              <a:avLst/>
            </a:prstGeom>
            <a:solidFill>
              <a:sysClr val="windowText" lastClr="000000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Flowchart: Alternate Process 5">
              <a:extLst>
                <a:ext uri="{FF2B5EF4-FFF2-40B4-BE49-F238E27FC236}">
                  <a16:creationId xmlns:a16="http://schemas.microsoft.com/office/drawing/2014/main" id="{D6A67F37-8A51-41D6-AA4A-8873BA9781C1}"/>
                </a:ext>
              </a:extLst>
            </p:cNvPr>
            <p:cNvSpPr/>
            <p:nvPr/>
          </p:nvSpPr>
          <p:spPr>
            <a:xfrm rot="2222119">
              <a:off x="4302244" y="2829603"/>
              <a:ext cx="205982" cy="205051"/>
            </a:xfrm>
            <a:custGeom>
              <a:avLst/>
              <a:gdLst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59080 w 259080"/>
                <a:gd name="connsiteY4" fmla="*/ 301554 h 344734"/>
                <a:gd name="connsiteX5" fmla="*/ 215900 w 259080"/>
                <a:gd name="connsiteY5" fmla="*/ 344734 h 344734"/>
                <a:gd name="connsiteX6" fmla="*/ 43180 w 259080"/>
                <a:gd name="connsiteY6" fmla="*/ 344734 h 344734"/>
                <a:gd name="connsiteX7" fmla="*/ 0 w 259080"/>
                <a:gd name="connsiteY7" fmla="*/ 301554 h 344734"/>
                <a:gd name="connsiteX8" fmla="*/ 0 w 259080"/>
                <a:gd name="connsiteY8" fmla="*/ 43180 h 344734"/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59080 w 259080"/>
                <a:gd name="connsiteY4" fmla="*/ 301554 h 344734"/>
                <a:gd name="connsiteX5" fmla="*/ 217283 w 259080"/>
                <a:gd name="connsiteY5" fmla="*/ 295962 h 344734"/>
                <a:gd name="connsiteX6" fmla="*/ 43180 w 259080"/>
                <a:gd name="connsiteY6" fmla="*/ 344734 h 344734"/>
                <a:gd name="connsiteX7" fmla="*/ 0 w 259080"/>
                <a:gd name="connsiteY7" fmla="*/ 301554 h 344734"/>
                <a:gd name="connsiteX8" fmla="*/ 0 w 259080"/>
                <a:gd name="connsiteY8" fmla="*/ 43180 h 344734"/>
                <a:gd name="connsiteX0" fmla="*/ 0 w 259080"/>
                <a:gd name="connsiteY0" fmla="*/ 43180 h 345075"/>
                <a:gd name="connsiteX1" fmla="*/ 43180 w 259080"/>
                <a:gd name="connsiteY1" fmla="*/ 0 h 345075"/>
                <a:gd name="connsiteX2" fmla="*/ 215900 w 259080"/>
                <a:gd name="connsiteY2" fmla="*/ 0 h 345075"/>
                <a:gd name="connsiteX3" fmla="*/ 259080 w 259080"/>
                <a:gd name="connsiteY3" fmla="*/ 43180 h 345075"/>
                <a:gd name="connsiteX4" fmla="*/ 259080 w 259080"/>
                <a:gd name="connsiteY4" fmla="*/ 301554 h 345075"/>
                <a:gd name="connsiteX5" fmla="*/ 43180 w 259080"/>
                <a:gd name="connsiteY5" fmla="*/ 344734 h 345075"/>
                <a:gd name="connsiteX6" fmla="*/ 0 w 259080"/>
                <a:gd name="connsiteY6" fmla="*/ 301554 h 345075"/>
                <a:gd name="connsiteX7" fmla="*/ 0 w 259080"/>
                <a:gd name="connsiteY7" fmla="*/ 43180 h 345075"/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42215 w 259080"/>
                <a:gd name="connsiteY4" fmla="*/ 266550 h 344734"/>
                <a:gd name="connsiteX5" fmla="*/ 43180 w 259080"/>
                <a:gd name="connsiteY5" fmla="*/ 344734 h 344734"/>
                <a:gd name="connsiteX6" fmla="*/ 0 w 259080"/>
                <a:gd name="connsiteY6" fmla="*/ 301554 h 344734"/>
                <a:gd name="connsiteX7" fmla="*/ 0 w 259080"/>
                <a:gd name="connsiteY7" fmla="*/ 43180 h 344734"/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41817 w 259080"/>
                <a:gd name="connsiteY4" fmla="*/ 293696 h 344734"/>
                <a:gd name="connsiteX5" fmla="*/ 43180 w 259080"/>
                <a:gd name="connsiteY5" fmla="*/ 344734 h 344734"/>
                <a:gd name="connsiteX6" fmla="*/ 0 w 259080"/>
                <a:gd name="connsiteY6" fmla="*/ 301554 h 344734"/>
                <a:gd name="connsiteX7" fmla="*/ 0 w 259080"/>
                <a:gd name="connsiteY7" fmla="*/ 43180 h 344734"/>
                <a:gd name="connsiteX0" fmla="*/ 0 w 259080"/>
                <a:gd name="connsiteY0" fmla="*/ 43180 h 344734"/>
                <a:gd name="connsiteX1" fmla="*/ 43180 w 259080"/>
                <a:gd name="connsiteY1" fmla="*/ 0 h 344734"/>
                <a:gd name="connsiteX2" fmla="*/ 215900 w 259080"/>
                <a:gd name="connsiteY2" fmla="*/ 0 h 344734"/>
                <a:gd name="connsiteX3" fmla="*/ 259080 w 259080"/>
                <a:gd name="connsiteY3" fmla="*/ 43180 h 344734"/>
                <a:gd name="connsiteX4" fmla="*/ 241817 w 259080"/>
                <a:gd name="connsiteY4" fmla="*/ 293696 h 344734"/>
                <a:gd name="connsiteX5" fmla="*/ 43180 w 259080"/>
                <a:gd name="connsiteY5" fmla="*/ 344734 h 344734"/>
                <a:gd name="connsiteX6" fmla="*/ 0 w 259080"/>
                <a:gd name="connsiteY6" fmla="*/ 43180 h 344734"/>
                <a:gd name="connsiteX0" fmla="*/ 11608 w 270688"/>
                <a:gd name="connsiteY0" fmla="*/ 43180 h 370550"/>
                <a:gd name="connsiteX1" fmla="*/ 54788 w 270688"/>
                <a:gd name="connsiteY1" fmla="*/ 0 h 370550"/>
                <a:gd name="connsiteX2" fmla="*/ 227508 w 270688"/>
                <a:gd name="connsiteY2" fmla="*/ 0 h 370550"/>
                <a:gd name="connsiteX3" fmla="*/ 270688 w 270688"/>
                <a:gd name="connsiteY3" fmla="*/ 43180 h 370550"/>
                <a:gd name="connsiteX4" fmla="*/ 253425 w 270688"/>
                <a:gd name="connsiteY4" fmla="*/ 293696 h 370550"/>
                <a:gd name="connsiteX5" fmla="*/ 20573 w 270688"/>
                <a:gd name="connsiteY5" fmla="*/ 370550 h 370550"/>
                <a:gd name="connsiteX6" fmla="*/ 11608 w 270688"/>
                <a:gd name="connsiteY6" fmla="*/ 43180 h 370550"/>
                <a:gd name="connsiteX0" fmla="*/ 11608 w 270688"/>
                <a:gd name="connsiteY0" fmla="*/ 43180 h 370550"/>
                <a:gd name="connsiteX1" fmla="*/ 54788 w 270688"/>
                <a:gd name="connsiteY1" fmla="*/ 0 h 370550"/>
                <a:gd name="connsiteX2" fmla="*/ 227508 w 270688"/>
                <a:gd name="connsiteY2" fmla="*/ 0 h 370550"/>
                <a:gd name="connsiteX3" fmla="*/ 270688 w 270688"/>
                <a:gd name="connsiteY3" fmla="*/ 43180 h 370550"/>
                <a:gd name="connsiteX4" fmla="*/ 255828 w 270688"/>
                <a:gd name="connsiteY4" fmla="*/ 300833 h 370550"/>
                <a:gd name="connsiteX5" fmla="*/ 20573 w 270688"/>
                <a:gd name="connsiteY5" fmla="*/ 370550 h 370550"/>
                <a:gd name="connsiteX6" fmla="*/ 11608 w 270688"/>
                <a:gd name="connsiteY6" fmla="*/ 43180 h 370550"/>
                <a:gd name="connsiteX0" fmla="*/ 11608 w 270688"/>
                <a:gd name="connsiteY0" fmla="*/ 58888 h 386258"/>
                <a:gd name="connsiteX1" fmla="*/ 54788 w 270688"/>
                <a:gd name="connsiteY1" fmla="*/ 15708 h 386258"/>
                <a:gd name="connsiteX2" fmla="*/ 224605 w 270688"/>
                <a:gd name="connsiteY2" fmla="*/ 0 h 386258"/>
                <a:gd name="connsiteX3" fmla="*/ 270688 w 270688"/>
                <a:gd name="connsiteY3" fmla="*/ 58888 h 386258"/>
                <a:gd name="connsiteX4" fmla="*/ 255828 w 270688"/>
                <a:gd name="connsiteY4" fmla="*/ 316541 h 386258"/>
                <a:gd name="connsiteX5" fmla="*/ 20573 w 270688"/>
                <a:gd name="connsiteY5" fmla="*/ 386258 h 386258"/>
                <a:gd name="connsiteX6" fmla="*/ 11608 w 270688"/>
                <a:gd name="connsiteY6" fmla="*/ 58888 h 386258"/>
                <a:gd name="connsiteX0" fmla="*/ 11608 w 269220"/>
                <a:gd name="connsiteY0" fmla="*/ 58888 h 386258"/>
                <a:gd name="connsiteX1" fmla="*/ 54788 w 269220"/>
                <a:gd name="connsiteY1" fmla="*/ 15708 h 386258"/>
                <a:gd name="connsiteX2" fmla="*/ 224605 w 269220"/>
                <a:gd name="connsiteY2" fmla="*/ 0 h 386258"/>
                <a:gd name="connsiteX3" fmla="*/ 269220 w 269220"/>
                <a:gd name="connsiteY3" fmla="*/ 45081 h 386258"/>
                <a:gd name="connsiteX4" fmla="*/ 255828 w 269220"/>
                <a:gd name="connsiteY4" fmla="*/ 316541 h 386258"/>
                <a:gd name="connsiteX5" fmla="*/ 20573 w 269220"/>
                <a:gd name="connsiteY5" fmla="*/ 386258 h 386258"/>
                <a:gd name="connsiteX6" fmla="*/ 11608 w 269220"/>
                <a:gd name="connsiteY6" fmla="*/ 58888 h 386258"/>
                <a:gd name="connsiteX0" fmla="*/ 11608 w 269220"/>
                <a:gd name="connsiteY0" fmla="*/ 70794 h 398164"/>
                <a:gd name="connsiteX1" fmla="*/ 54788 w 269220"/>
                <a:gd name="connsiteY1" fmla="*/ 27614 h 398164"/>
                <a:gd name="connsiteX2" fmla="*/ 224570 w 269220"/>
                <a:gd name="connsiteY2" fmla="*/ 0 h 398164"/>
                <a:gd name="connsiteX3" fmla="*/ 269220 w 269220"/>
                <a:gd name="connsiteY3" fmla="*/ 56987 h 398164"/>
                <a:gd name="connsiteX4" fmla="*/ 255828 w 269220"/>
                <a:gd name="connsiteY4" fmla="*/ 328447 h 398164"/>
                <a:gd name="connsiteX5" fmla="*/ 20573 w 269220"/>
                <a:gd name="connsiteY5" fmla="*/ 398164 h 398164"/>
                <a:gd name="connsiteX6" fmla="*/ 11608 w 269220"/>
                <a:gd name="connsiteY6" fmla="*/ 70794 h 398164"/>
                <a:gd name="connsiteX0" fmla="*/ 11608 w 269220"/>
                <a:gd name="connsiteY0" fmla="*/ 77931 h 405301"/>
                <a:gd name="connsiteX1" fmla="*/ 54788 w 269220"/>
                <a:gd name="connsiteY1" fmla="*/ 34751 h 405301"/>
                <a:gd name="connsiteX2" fmla="*/ 222169 w 269220"/>
                <a:gd name="connsiteY2" fmla="*/ 0 h 405301"/>
                <a:gd name="connsiteX3" fmla="*/ 269220 w 269220"/>
                <a:gd name="connsiteY3" fmla="*/ 64124 h 405301"/>
                <a:gd name="connsiteX4" fmla="*/ 255828 w 269220"/>
                <a:gd name="connsiteY4" fmla="*/ 335584 h 405301"/>
                <a:gd name="connsiteX5" fmla="*/ 20573 w 269220"/>
                <a:gd name="connsiteY5" fmla="*/ 405301 h 405301"/>
                <a:gd name="connsiteX6" fmla="*/ 11608 w 269220"/>
                <a:gd name="connsiteY6" fmla="*/ 77931 h 405301"/>
                <a:gd name="connsiteX0" fmla="*/ 11608 w 269185"/>
                <a:gd name="connsiteY0" fmla="*/ 77931 h 405301"/>
                <a:gd name="connsiteX1" fmla="*/ 54788 w 269185"/>
                <a:gd name="connsiteY1" fmla="*/ 34751 h 405301"/>
                <a:gd name="connsiteX2" fmla="*/ 222169 w 269185"/>
                <a:gd name="connsiteY2" fmla="*/ 0 h 405301"/>
                <a:gd name="connsiteX3" fmla="*/ 269185 w 269185"/>
                <a:gd name="connsiteY3" fmla="*/ 52219 h 405301"/>
                <a:gd name="connsiteX4" fmla="*/ 255828 w 269185"/>
                <a:gd name="connsiteY4" fmla="*/ 335584 h 405301"/>
                <a:gd name="connsiteX5" fmla="*/ 20573 w 269185"/>
                <a:gd name="connsiteY5" fmla="*/ 405301 h 405301"/>
                <a:gd name="connsiteX6" fmla="*/ 11608 w 269185"/>
                <a:gd name="connsiteY6" fmla="*/ 77931 h 405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9185" h="405301">
                  <a:moveTo>
                    <a:pt x="11608" y="77931"/>
                  </a:moveTo>
                  <a:cubicBezTo>
                    <a:pt x="11608" y="54083"/>
                    <a:pt x="30940" y="34751"/>
                    <a:pt x="54788" y="34751"/>
                  </a:cubicBezTo>
                  <a:lnTo>
                    <a:pt x="222169" y="0"/>
                  </a:lnTo>
                  <a:cubicBezTo>
                    <a:pt x="246017" y="0"/>
                    <a:pt x="269185" y="28371"/>
                    <a:pt x="269185" y="52219"/>
                  </a:cubicBezTo>
                  <a:lnTo>
                    <a:pt x="255828" y="335584"/>
                  </a:lnTo>
                  <a:cubicBezTo>
                    <a:pt x="219845" y="385843"/>
                    <a:pt x="63753" y="405301"/>
                    <a:pt x="20573" y="405301"/>
                  </a:cubicBezTo>
                  <a:cubicBezTo>
                    <a:pt x="-19730" y="363548"/>
                    <a:pt x="11608" y="135387"/>
                    <a:pt x="11608" y="77931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0" name="Flowchart: Alternate Process 5">
              <a:extLst>
                <a:ext uri="{FF2B5EF4-FFF2-40B4-BE49-F238E27FC236}">
                  <a16:creationId xmlns:a16="http://schemas.microsoft.com/office/drawing/2014/main" id="{5FFE17EE-8837-4003-B92E-18F44B0B0C9E}"/>
                </a:ext>
              </a:extLst>
            </p:cNvPr>
            <p:cNvSpPr/>
            <p:nvPr/>
          </p:nvSpPr>
          <p:spPr>
            <a:xfrm rot="2222119">
              <a:off x="4183733" y="3007321"/>
              <a:ext cx="103340" cy="102873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" name="Flowchart: Alternate Process 5">
              <a:extLst>
                <a:ext uri="{FF2B5EF4-FFF2-40B4-BE49-F238E27FC236}">
                  <a16:creationId xmlns:a16="http://schemas.microsoft.com/office/drawing/2014/main" id="{DD068FB6-7052-43F5-BD3A-BE4472991ECC}"/>
                </a:ext>
              </a:extLst>
            </p:cNvPr>
            <p:cNvSpPr/>
            <p:nvPr/>
          </p:nvSpPr>
          <p:spPr>
            <a:xfrm rot="2222119">
              <a:off x="4298462" y="3051376"/>
              <a:ext cx="103340" cy="102873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09641E4-2922-4AC6-9523-A163CDCCFB7D}"/>
              </a:ext>
            </a:extLst>
          </p:cNvPr>
          <p:cNvGrpSpPr/>
          <p:nvPr/>
        </p:nvGrpSpPr>
        <p:grpSpPr>
          <a:xfrm>
            <a:off x="840924" y="3966129"/>
            <a:ext cx="4420208" cy="7019918"/>
            <a:chOff x="3461211" y="2982186"/>
            <a:chExt cx="1063493" cy="1688976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7F6D1FA1-3B40-4665-AF09-CD6BA0774D2A}"/>
                </a:ext>
              </a:extLst>
            </p:cNvPr>
            <p:cNvGrpSpPr/>
            <p:nvPr/>
          </p:nvGrpSpPr>
          <p:grpSpPr>
            <a:xfrm>
              <a:off x="3461211" y="2982186"/>
              <a:ext cx="1063493" cy="1688976"/>
              <a:chOff x="1037066" y="3573579"/>
              <a:chExt cx="1418628" cy="2252981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519B6808-CE9D-4712-9CEB-6DE76D45BFCA}"/>
                  </a:ext>
                </a:extLst>
              </p:cNvPr>
              <p:cNvGrpSpPr/>
              <p:nvPr/>
            </p:nvGrpSpPr>
            <p:grpSpPr>
              <a:xfrm>
                <a:off x="1037066" y="3573579"/>
                <a:ext cx="1418628" cy="2252981"/>
                <a:chOff x="1035566" y="2654170"/>
                <a:chExt cx="2211508" cy="3512187"/>
              </a:xfrm>
            </p:grpSpPr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790F98C0-5AE6-49F9-B7C0-A6C426AB019F}"/>
                    </a:ext>
                  </a:extLst>
                </p:cNvPr>
                <p:cNvGrpSpPr/>
                <p:nvPr/>
              </p:nvGrpSpPr>
              <p:grpSpPr>
                <a:xfrm>
                  <a:off x="1035566" y="2772022"/>
                  <a:ext cx="2211508" cy="3394335"/>
                  <a:chOff x="3631165" y="4906673"/>
                  <a:chExt cx="2536874" cy="3893727"/>
                </a:xfrm>
              </p:grpSpPr>
              <p:cxnSp>
                <p:nvCxnSpPr>
                  <p:cNvPr id="35" name="Straight Connector 34">
                    <a:extLst>
                      <a:ext uri="{FF2B5EF4-FFF2-40B4-BE49-F238E27FC236}">
                        <a16:creationId xmlns:a16="http://schemas.microsoft.com/office/drawing/2014/main" id="{1ED6456B-1783-437D-A6E2-E092CB56D1F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599238" y="7188137"/>
                    <a:ext cx="0" cy="1601342"/>
                  </a:xfrm>
                  <a:prstGeom prst="line">
                    <a:avLst/>
                  </a:prstGeom>
                  <a:noFill/>
                  <a:ln w="5715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</p:cxnSp>
              <p:cxnSp>
                <p:nvCxnSpPr>
                  <p:cNvPr id="36" name="Straight Connector 35">
                    <a:extLst>
                      <a:ext uri="{FF2B5EF4-FFF2-40B4-BE49-F238E27FC236}">
                        <a16:creationId xmlns:a16="http://schemas.microsoft.com/office/drawing/2014/main" id="{67F077CB-E525-4239-A05E-FE419247787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213125" y="7156133"/>
                    <a:ext cx="1" cy="1503219"/>
                  </a:xfrm>
                  <a:prstGeom prst="line">
                    <a:avLst/>
                  </a:prstGeom>
                  <a:noFill/>
                  <a:ln w="5715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</p:cxnSp>
              <p:sp>
                <p:nvSpPr>
                  <p:cNvPr id="37" name="Oval 36">
                    <a:extLst>
                      <a:ext uri="{FF2B5EF4-FFF2-40B4-BE49-F238E27FC236}">
                        <a16:creationId xmlns:a16="http://schemas.microsoft.com/office/drawing/2014/main" id="{F02A329C-1F18-42DA-937A-316ECF40B118}"/>
                      </a:ext>
                    </a:extLst>
                  </p:cNvPr>
                  <p:cNvSpPr/>
                  <p:nvPr/>
                </p:nvSpPr>
                <p:spPr>
                  <a:xfrm>
                    <a:off x="3631165" y="4906673"/>
                    <a:ext cx="2536874" cy="2447778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miter lim="800000"/>
                  </a:ln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8" name="Oval 37">
                    <a:extLst>
                      <a:ext uri="{FF2B5EF4-FFF2-40B4-BE49-F238E27FC236}">
                        <a16:creationId xmlns:a16="http://schemas.microsoft.com/office/drawing/2014/main" id="{1556CE36-5BD6-49CF-8735-07D45FE95ED8}"/>
                      </a:ext>
                    </a:extLst>
                  </p:cNvPr>
                  <p:cNvSpPr/>
                  <p:nvPr/>
                </p:nvSpPr>
                <p:spPr>
                  <a:xfrm>
                    <a:off x="4451766" y="5794176"/>
                    <a:ext cx="261279" cy="259520"/>
                  </a:xfrm>
                  <a:prstGeom prst="ellipse">
                    <a:avLst/>
                  </a:prstGeom>
                  <a:solidFill>
                    <a:sysClr val="windowText" lastClr="000000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9" name="Rectangle: Top Corners Rounded 38">
                    <a:extLst>
                      <a:ext uri="{FF2B5EF4-FFF2-40B4-BE49-F238E27FC236}">
                        <a16:creationId xmlns:a16="http://schemas.microsoft.com/office/drawing/2014/main" id="{AD503C9A-4039-4241-A837-88F112EE0EDE}"/>
                      </a:ext>
                    </a:extLst>
                  </p:cNvPr>
                  <p:cNvSpPr/>
                  <p:nvPr/>
                </p:nvSpPr>
                <p:spPr>
                  <a:xfrm>
                    <a:off x="4858191" y="8525892"/>
                    <a:ext cx="669495" cy="200310"/>
                  </a:xfrm>
                  <a:prstGeom prst="round2SameRect">
                    <a:avLst>
                      <a:gd name="adj1" fmla="val 50000"/>
                      <a:gd name="adj2" fmla="val 0"/>
                    </a:avLst>
                  </a:prstGeom>
                  <a:solidFill>
                    <a:sysClr val="windowText" lastClr="000000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>
                    <a:innerShdw blurRad="114300">
                      <a:prstClr val="black"/>
                    </a:inn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40" name="Rectangle: Top Corners Rounded 39">
                    <a:extLst>
                      <a:ext uri="{FF2B5EF4-FFF2-40B4-BE49-F238E27FC236}">
                        <a16:creationId xmlns:a16="http://schemas.microsoft.com/office/drawing/2014/main" id="{919831D2-EEDB-401E-AA08-7E8D08AB36F9}"/>
                      </a:ext>
                    </a:extLst>
                  </p:cNvPr>
                  <p:cNvSpPr/>
                  <p:nvPr/>
                </p:nvSpPr>
                <p:spPr>
                  <a:xfrm>
                    <a:off x="4252505" y="8600090"/>
                    <a:ext cx="669495" cy="200310"/>
                  </a:xfrm>
                  <a:prstGeom prst="round2SameRect">
                    <a:avLst>
                      <a:gd name="adj1" fmla="val 50000"/>
                      <a:gd name="adj2" fmla="val 0"/>
                    </a:avLst>
                  </a:prstGeom>
                  <a:solidFill>
                    <a:sysClr val="windowText" lastClr="000000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>
                    <a:innerShdw blurRad="114300">
                      <a:prstClr val="black"/>
                    </a:innerShdw>
                  </a:effectLst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42" name="Freeform: Shape 41">
                    <a:extLst>
                      <a:ext uri="{FF2B5EF4-FFF2-40B4-BE49-F238E27FC236}">
                        <a16:creationId xmlns:a16="http://schemas.microsoft.com/office/drawing/2014/main" id="{D31E9B6A-D1BE-4121-A9F2-4B3E54CAD140}"/>
                      </a:ext>
                    </a:extLst>
                  </p:cNvPr>
                  <p:cNvSpPr/>
                  <p:nvPr/>
                </p:nvSpPr>
                <p:spPr>
                  <a:xfrm>
                    <a:off x="4999388" y="6111297"/>
                    <a:ext cx="190469" cy="235601"/>
                  </a:xfrm>
                  <a:custGeom>
                    <a:avLst/>
                    <a:gdLst>
                      <a:gd name="connsiteX0" fmla="*/ 33338 w 209668"/>
                      <a:gd name="connsiteY0" fmla="*/ 0 h 195262"/>
                      <a:gd name="connsiteX1" fmla="*/ 57150 w 209668"/>
                      <a:gd name="connsiteY1" fmla="*/ 14287 h 195262"/>
                      <a:gd name="connsiteX2" fmla="*/ 71438 w 209668"/>
                      <a:gd name="connsiteY2" fmla="*/ 23812 h 195262"/>
                      <a:gd name="connsiteX3" fmla="*/ 114300 w 209668"/>
                      <a:gd name="connsiteY3" fmla="*/ 33337 h 195262"/>
                      <a:gd name="connsiteX4" fmla="*/ 128588 w 209668"/>
                      <a:gd name="connsiteY4" fmla="*/ 42862 h 195262"/>
                      <a:gd name="connsiteX5" fmla="*/ 166688 w 209668"/>
                      <a:gd name="connsiteY5" fmla="*/ 52387 h 195262"/>
                      <a:gd name="connsiteX6" fmla="*/ 200025 w 209668"/>
                      <a:gd name="connsiteY6" fmla="*/ 61912 h 195262"/>
                      <a:gd name="connsiteX7" fmla="*/ 209550 w 209668"/>
                      <a:gd name="connsiteY7" fmla="*/ 76200 h 195262"/>
                      <a:gd name="connsiteX8" fmla="*/ 185738 w 209668"/>
                      <a:gd name="connsiteY8" fmla="*/ 157162 h 195262"/>
                      <a:gd name="connsiteX9" fmla="*/ 166688 w 209668"/>
                      <a:gd name="connsiteY9" fmla="*/ 166687 h 195262"/>
                      <a:gd name="connsiteX10" fmla="*/ 123825 w 209668"/>
                      <a:gd name="connsiteY10" fmla="*/ 185737 h 195262"/>
                      <a:gd name="connsiteX11" fmla="*/ 109538 w 209668"/>
                      <a:gd name="connsiteY11" fmla="*/ 190500 h 195262"/>
                      <a:gd name="connsiteX12" fmla="*/ 95250 w 209668"/>
                      <a:gd name="connsiteY12" fmla="*/ 195262 h 195262"/>
                      <a:gd name="connsiteX13" fmla="*/ 23813 w 209668"/>
                      <a:gd name="connsiteY13" fmla="*/ 190500 h 195262"/>
                      <a:gd name="connsiteX14" fmla="*/ 9525 w 209668"/>
                      <a:gd name="connsiteY14" fmla="*/ 185737 h 195262"/>
                      <a:gd name="connsiteX15" fmla="*/ 0 w 209668"/>
                      <a:gd name="connsiteY15" fmla="*/ 176212 h 195262"/>
                      <a:gd name="connsiteX0" fmla="*/ 33338 w 209668"/>
                      <a:gd name="connsiteY0" fmla="*/ 0 h 195262"/>
                      <a:gd name="connsiteX1" fmla="*/ 57150 w 209668"/>
                      <a:gd name="connsiteY1" fmla="*/ 14287 h 195262"/>
                      <a:gd name="connsiteX2" fmla="*/ 71438 w 209668"/>
                      <a:gd name="connsiteY2" fmla="*/ 23812 h 195262"/>
                      <a:gd name="connsiteX3" fmla="*/ 114300 w 209668"/>
                      <a:gd name="connsiteY3" fmla="*/ 33337 h 195262"/>
                      <a:gd name="connsiteX4" fmla="*/ 128588 w 209668"/>
                      <a:gd name="connsiteY4" fmla="*/ 42862 h 195262"/>
                      <a:gd name="connsiteX5" fmla="*/ 200025 w 209668"/>
                      <a:gd name="connsiteY5" fmla="*/ 61912 h 195262"/>
                      <a:gd name="connsiteX6" fmla="*/ 209550 w 209668"/>
                      <a:gd name="connsiteY6" fmla="*/ 76200 h 195262"/>
                      <a:gd name="connsiteX7" fmla="*/ 185738 w 209668"/>
                      <a:gd name="connsiteY7" fmla="*/ 157162 h 195262"/>
                      <a:gd name="connsiteX8" fmla="*/ 166688 w 209668"/>
                      <a:gd name="connsiteY8" fmla="*/ 166687 h 195262"/>
                      <a:gd name="connsiteX9" fmla="*/ 123825 w 209668"/>
                      <a:gd name="connsiteY9" fmla="*/ 185737 h 195262"/>
                      <a:gd name="connsiteX10" fmla="*/ 109538 w 209668"/>
                      <a:gd name="connsiteY10" fmla="*/ 190500 h 195262"/>
                      <a:gd name="connsiteX11" fmla="*/ 95250 w 209668"/>
                      <a:gd name="connsiteY11" fmla="*/ 195262 h 195262"/>
                      <a:gd name="connsiteX12" fmla="*/ 23813 w 209668"/>
                      <a:gd name="connsiteY12" fmla="*/ 190500 h 195262"/>
                      <a:gd name="connsiteX13" fmla="*/ 9525 w 209668"/>
                      <a:gd name="connsiteY13" fmla="*/ 185737 h 195262"/>
                      <a:gd name="connsiteX14" fmla="*/ 0 w 209668"/>
                      <a:gd name="connsiteY14" fmla="*/ 176212 h 195262"/>
                      <a:gd name="connsiteX0" fmla="*/ 33338 w 202730"/>
                      <a:gd name="connsiteY0" fmla="*/ 0 h 195262"/>
                      <a:gd name="connsiteX1" fmla="*/ 57150 w 202730"/>
                      <a:gd name="connsiteY1" fmla="*/ 14287 h 195262"/>
                      <a:gd name="connsiteX2" fmla="*/ 71438 w 202730"/>
                      <a:gd name="connsiteY2" fmla="*/ 23812 h 195262"/>
                      <a:gd name="connsiteX3" fmla="*/ 114300 w 202730"/>
                      <a:gd name="connsiteY3" fmla="*/ 33337 h 195262"/>
                      <a:gd name="connsiteX4" fmla="*/ 128588 w 202730"/>
                      <a:gd name="connsiteY4" fmla="*/ 42862 h 195262"/>
                      <a:gd name="connsiteX5" fmla="*/ 200025 w 202730"/>
                      <a:gd name="connsiteY5" fmla="*/ 61912 h 195262"/>
                      <a:gd name="connsiteX6" fmla="*/ 185738 w 202730"/>
                      <a:gd name="connsiteY6" fmla="*/ 157162 h 195262"/>
                      <a:gd name="connsiteX7" fmla="*/ 166688 w 202730"/>
                      <a:gd name="connsiteY7" fmla="*/ 166687 h 195262"/>
                      <a:gd name="connsiteX8" fmla="*/ 123825 w 202730"/>
                      <a:gd name="connsiteY8" fmla="*/ 185737 h 195262"/>
                      <a:gd name="connsiteX9" fmla="*/ 109538 w 202730"/>
                      <a:gd name="connsiteY9" fmla="*/ 190500 h 195262"/>
                      <a:gd name="connsiteX10" fmla="*/ 95250 w 202730"/>
                      <a:gd name="connsiteY10" fmla="*/ 195262 h 195262"/>
                      <a:gd name="connsiteX11" fmla="*/ 23813 w 202730"/>
                      <a:gd name="connsiteY11" fmla="*/ 190500 h 195262"/>
                      <a:gd name="connsiteX12" fmla="*/ 9525 w 202730"/>
                      <a:gd name="connsiteY12" fmla="*/ 185737 h 195262"/>
                      <a:gd name="connsiteX13" fmla="*/ 0 w 202730"/>
                      <a:gd name="connsiteY13" fmla="*/ 176212 h 195262"/>
                      <a:gd name="connsiteX0" fmla="*/ 33338 w 207126"/>
                      <a:gd name="connsiteY0" fmla="*/ 0 h 195262"/>
                      <a:gd name="connsiteX1" fmla="*/ 57150 w 207126"/>
                      <a:gd name="connsiteY1" fmla="*/ 14287 h 195262"/>
                      <a:gd name="connsiteX2" fmla="*/ 71438 w 207126"/>
                      <a:gd name="connsiteY2" fmla="*/ 23812 h 195262"/>
                      <a:gd name="connsiteX3" fmla="*/ 114300 w 207126"/>
                      <a:gd name="connsiteY3" fmla="*/ 33337 h 195262"/>
                      <a:gd name="connsiteX4" fmla="*/ 128588 w 207126"/>
                      <a:gd name="connsiteY4" fmla="*/ 42862 h 195262"/>
                      <a:gd name="connsiteX5" fmla="*/ 204787 w 207126"/>
                      <a:gd name="connsiteY5" fmla="*/ 76199 h 195262"/>
                      <a:gd name="connsiteX6" fmla="*/ 185738 w 207126"/>
                      <a:gd name="connsiteY6" fmla="*/ 157162 h 195262"/>
                      <a:gd name="connsiteX7" fmla="*/ 166688 w 207126"/>
                      <a:gd name="connsiteY7" fmla="*/ 166687 h 195262"/>
                      <a:gd name="connsiteX8" fmla="*/ 123825 w 207126"/>
                      <a:gd name="connsiteY8" fmla="*/ 185737 h 195262"/>
                      <a:gd name="connsiteX9" fmla="*/ 109538 w 207126"/>
                      <a:gd name="connsiteY9" fmla="*/ 190500 h 195262"/>
                      <a:gd name="connsiteX10" fmla="*/ 95250 w 207126"/>
                      <a:gd name="connsiteY10" fmla="*/ 195262 h 195262"/>
                      <a:gd name="connsiteX11" fmla="*/ 23813 w 207126"/>
                      <a:gd name="connsiteY11" fmla="*/ 190500 h 195262"/>
                      <a:gd name="connsiteX12" fmla="*/ 9525 w 207126"/>
                      <a:gd name="connsiteY12" fmla="*/ 185737 h 195262"/>
                      <a:gd name="connsiteX13" fmla="*/ 0 w 207126"/>
                      <a:gd name="connsiteY13" fmla="*/ 176212 h 195262"/>
                      <a:gd name="connsiteX0" fmla="*/ 33338 w 207126"/>
                      <a:gd name="connsiteY0" fmla="*/ 0 h 190500"/>
                      <a:gd name="connsiteX1" fmla="*/ 57150 w 207126"/>
                      <a:gd name="connsiteY1" fmla="*/ 14287 h 190500"/>
                      <a:gd name="connsiteX2" fmla="*/ 71438 w 207126"/>
                      <a:gd name="connsiteY2" fmla="*/ 23812 h 190500"/>
                      <a:gd name="connsiteX3" fmla="*/ 114300 w 207126"/>
                      <a:gd name="connsiteY3" fmla="*/ 33337 h 190500"/>
                      <a:gd name="connsiteX4" fmla="*/ 128588 w 207126"/>
                      <a:gd name="connsiteY4" fmla="*/ 42862 h 190500"/>
                      <a:gd name="connsiteX5" fmla="*/ 204787 w 207126"/>
                      <a:gd name="connsiteY5" fmla="*/ 76199 h 190500"/>
                      <a:gd name="connsiteX6" fmla="*/ 185738 w 207126"/>
                      <a:gd name="connsiteY6" fmla="*/ 157162 h 190500"/>
                      <a:gd name="connsiteX7" fmla="*/ 166688 w 207126"/>
                      <a:gd name="connsiteY7" fmla="*/ 166687 h 190500"/>
                      <a:gd name="connsiteX8" fmla="*/ 123825 w 207126"/>
                      <a:gd name="connsiteY8" fmla="*/ 185737 h 190500"/>
                      <a:gd name="connsiteX9" fmla="*/ 109538 w 207126"/>
                      <a:gd name="connsiteY9" fmla="*/ 190500 h 190500"/>
                      <a:gd name="connsiteX10" fmla="*/ 23813 w 207126"/>
                      <a:gd name="connsiteY10" fmla="*/ 190500 h 190500"/>
                      <a:gd name="connsiteX11" fmla="*/ 9525 w 207126"/>
                      <a:gd name="connsiteY11" fmla="*/ 185737 h 190500"/>
                      <a:gd name="connsiteX12" fmla="*/ 0 w 207126"/>
                      <a:gd name="connsiteY12" fmla="*/ 176212 h 190500"/>
                      <a:gd name="connsiteX0" fmla="*/ 33338 w 207126"/>
                      <a:gd name="connsiteY0" fmla="*/ 0 h 190500"/>
                      <a:gd name="connsiteX1" fmla="*/ 57150 w 207126"/>
                      <a:gd name="connsiteY1" fmla="*/ 14287 h 190500"/>
                      <a:gd name="connsiteX2" fmla="*/ 71438 w 207126"/>
                      <a:gd name="connsiteY2" fmla="*/ 23812 h 190500"/>
                      <a:gd name="connsiteX3" fmla="*/ 114300 w 207126"/>
                      <a:gd name="connsiteY3" fmla="*/ 33337 h 190500"/>
                      <a:gd name="connsiteX4" fmla="*/ 128588 w 207126"/>
                      <a:gd name="connsiteY4" fmla="*/ 42862 h 190500"/>
                      <a:gd name="connsiteX5" fmla="*/ 204787 w 207126"/>
                      <a:gd name="connsiteY5" fmla="*/ 76199 h 190500"/>
                      <a:gd name="connsiteX6" fmla="*/ 185738 w 207126"/>
                      <a:gd name="connsiteY6" fmla="*/ 157162 h 190500"/>
                      <a:gd name="connsiteX7" fmla="*/ 166688 w 207126"/>
                      <a:gd name="connsiteY7" fmla="*/ 166687 h 190500"/>
                      <a:gd name="connsiteX8" fmla="*/ 123825 w 207126"/>
                      <a:gd name="connsiteY8" fmla="*/ 185737 h 190500"/>
                      <a:gd name="connsiteX9" fmla="*/ 23813 w 207126"/>
                      <a:gd name="connsiteY9" fmla="*/ 190500 h 190500"/>
                      <a:gd name="connsiteX10" fmla="*/ 9525 w 207126"/>
                      <a:gd name="connsiteY10" fmla="*/ 185737 h 190500"/>
                      <a:gd name="connsiteX11" fmla="*/ 0 w 207126"/>
                      <a:gd name="connsiteY11" fmla="*/ 176212 h 190500"/>
                      <a:gd name="connsiteX0" fmla="*/ 33338 w 207779"/>
                      <a:gd name="connsiteY0" fmla="*/ 0 h 190500"/>
                      <a:gd name="connsiteX1" fmla="*/ 57150 w 207779"/>
                      <a:gd name="connsiteY1" fmla="*/ 14287 h 190500"/>
                      <a:gd name="connsiteX2" fmla="*/ 71438 w 207779"/>
                      <a:gd name="connsiteY2" fmla="*/ 23812 h 190500"/>
                      <a:gd name="connsiteX3" fmla="*/ 114300 w 207779"/>
                      <a:gd name="connsiteY3" fmla="*/ 33337 h 190500"/>
                      <a:gd name="connsiteX4" fmla="*/ 128588 w 207779"/>
                      <a:gd name="connsiteY4" fmla="*/ 42862 h 190500"/>
                      <a:gd name="connsiteX5" fmla="*/ 204787 w 207779"/>
                      <a:gd name="connsiteY5" fmla="*/ 76199 h 190500"/>
                      <a:gd name="connsiteX6" fmla="*/ 185738 w 207779"/>
                      <a:gd name="connsiteY6" fmla="*/ 157162 h 190500"/>
                      <a:gd name="connsiteX7" fmla="*/ 123825 w 207779"/>
                      <a:gd name="connsiteY7" fmla="*/ 185737 h 190500"/>
                      <a:gd name="connsiteX8" fmla="*/ 23813 w 207779"/>
                      <a:gd name="connsiteY8" fmla="*/ 190500 h 190500"/>
                      <a:gd name="connsiteX9" fmla="*/ 9525 w 207779"/>
                      <a:gd name="connsiteY9" fmla="*/ 185737 h 190500"/>
                      <a:gd name="connsiteX10" fmla="*/ 0 w 207779"/>
                      <a:gd name="connsiteY10" fmla="*/ 176212 h 190500"/>
                      <a:gd name="connsiteX0" fmla="*/ 33338 w 207779"/>
                      <a:gd name="connsiteY0" fmla="*/ 0 h 190500"/>
                      <a:gd name="connsiteX1" fmla="*/ 57150 w 207779"/>
                      <a:gd name="connsiteY1" fmla="*/ 14287 h 190500"/>
                      <a:gd name="connsiteX2" fmla="*/ 114300 w 207779"/>
                      <a:gd name="connsiteY2" fmla="*/ 33337 h 190500"/>
                      <a:gd name="connsiteX3" fmla="*/ 128588 w 207779"/>
                      <a:gd name="connsiteY3" fmla="*/ 42862 h 190500"/>
                      <a:gd name="connsiteX4" fmla="*/ 204787 w 207779"/>
                      <a:gd name="connsiteY4" fmla="*/ 76199 h 190500"/>
                      <a:gd name="connsiteX5" fmla="*/ 185738 w 207779"/>
                      <a:gd name="connsiteY5" fmla="*/ 157162 h 190500"/>
                      <a:gd name="connsiteX6" fmla="*/ 123825 w 207779"/>
                      <a:gd name="connsiteY6" fmla="*/ 185737 h 190500"/>
                      <a:gd name="connsiteX7" fmla="*/ 23813 w 207779"/>
                      <a:gd name="connsiteY7" fmla="*/ 190500 h 190500"/>
                      <a:gd name="connsiteX8" fmla="*/ 9525 w 207779"/>
                      <a:gd name="connsiteY8" fmla="*/ 185737 h 190500"/>
                      <a:gd name="connsiteX9" fmla="*/ 0 w 207779"/>
                      <a:gd name="connsiteY9" fmla="*/ 176212 h 190500"/>
                      <a:gd name="connsiteX0" fmla="*/ 33338 w 208748"/>
                      <a:gd name="connsiteY0" fmla="*/ 0 h 190500"/>
                      <a:gd name="connsiteX1" fmla="*/ 57150 w 208748"/>
                      <a:gd name="connsiteY1" fmla="*/ 14287 h 190500"/>
                      <a:gd name="connsiteX2" fmla="*/ 114300 w 208748"/>
                      <a:gd name="connsiteY2" fmla="*/ 33337 h 190500"/>
                      <a:gd name="connsiteX3" fmla="*/ 204787 w 208748"/>
                      <a:gd name="connsiteY3" fmla="*/ 76199 h 190500"/>
                      <a:gd name="connsiteX4" fmla="*/ 185738 w 208748"/>
                      <a:gd name="connsiteY4" fmla="*/ 157162 h 190500"/>
                      <a:gd name="connsiteX5" fmla="*/ 123825 w 208748"/>
                      <a:gd name="connsiteY5" fmla="*/ 185737 h 190500"/>
                      <a:gd name="connsiteX6" fmla="*/ 23813 w 208748"/>
                      <a:gd name="connsiteY6" fmla="*/ 190500 h 190500"/>
                      <a:gd name="connsiteX7" fmla="*/ 9525 w 208748"/>
                      <a:gd name="connsiteY7" fmla="*/ 185737 h 190500"/>
                      <a:gd name="connsiteX8" fmla="*/ 0 w 208748"/>
                      <a:gd name="connsiteY8" fmla="*/ 176212 h 190500"/>
                      <a:gd name="connsiteX0" fmla="*/ 23813 w 199223"/>
                      <a:gd name="connsiteY0" fmla="*/ 0 h 190500"/>
                      <a:gd name="connsiteX1" fmla="*/ 47625 w 199223"/>
                      <a:gd name="connsiteY1" fmla="*/ 14287 h 190500"/>
                      <a:gd name="connsiteX2" fmla="*/ 104775 w 199223"/>
                      <a:gd name="connsiteY2" fmla="*/ 33337 h 190500"/>
                      <a:gd name="connsiteX3" fmla="*/ 195262 w 199223"/>
                      <a:gd name="connsiteY3" fmla="*/ 76199 h 190500"/>
                      <a:gd name="connsiteX4" fmla="*/ 176213 w 199223"/>
                      <a:gd name="connsiteY4" fmla="*/ 157162 h 190500"/>
                      <a:gd name="connsiteX5" fmla="*/ 114300 w 199223"/>
                      <a:gd name="connsiteY5" fmla="*/ 185737 h 190500"/>
                      <a:gd name="connsiteX6" fmla="*/ 14288 w 199223"/>
                      <a:gd name="connsiteY6" fmla="*/ 190500 h 190500"/>
                      <a:gd name="connsiteX7" fmla="*/ 0 w 199223"/>
                      <a:gd name="connsiteY7" fmla="*/ 185737 h 190500"/>
                      <a:gd name="connsiteX0" fmla="*/ 9525 w 184935"/>
                      <a:gd name="connsiteY0" fmla="*/ 0 h 190500"/>
                      <a:gd name="connsiteX1" fmla="*/ 33337 w 184935"/>
                      <a:gd name="connsiteY1" fmla="*/ 14287 h 190500"/>
                      <a:gd name="connsiteX2" fmla="*/ 90487 w 184935"/>
                      <a:gd name="connsiteY2" fmla="*/ 33337 h 190500"/>
                      <a:gd name="connsiteX3" fmla="*/ 180974 w 184935"/>
                      <a:gd name="connsiteY3" fmla="*/ 76199 h 190500"/>
                      <a:gd name="connsiteX4" fmla="*/ 161925 w 184935"/>
                      <a:gd name="connsiteY4" fmla="*/ 157162 h 190500"/>
                      <a:gd name="connsiteX5" fmla="*/ 100012 w 184935"/>
                      <a:gd name="connsiteY5" fmla="*/ 185737 h 190500"/>
                      <a:gd name="connsiteX6" fmla="*/ 0 w 184935"/>
                      <a:gd name="connsiteY6" fmla="*/ 190500 h 1905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84935" h="190500">
                        <a:moveTo>
                          <a:pt x="9525" y="0"/>
                        </a:moveTo>
                        <a:cubicBezTo>
                          <a:pt x="17462" y="4762"/>
                          <a:pt x="19843" y="8731"/>
                          <a:pt x="33337" y="14287"/>
                        </a:cubicBezTo>
                        <a:cubicBezTo>
                          <a:pt x="46831" y="19843"/>
                          <a:pt x="65881" y="23018"/>
                          <a:pt x="90487" y="33337"/>
                        </a:cubicBezTo>
                        <a:cubicBezTo>
                          <a:pt x="115093" y="43656"/>
                          <a:pt x="169068" y="55562"/>
                          <a:pt x="180974" y="76199"/>
                        </a:cubicBezTo>
                        <a:cubicBezTo>
                          <a:pt x="192880" y="96836"/>
                          <a:pt x="175419" y="138906"/>
                          <a:pt x="161925" y="157162"/>
                        </a:cubicBezTo>
                        <a:cubicBezTo>
                          <a:pt x="148431" y="175418"/>
                          <a:pt x="126999" y="180181"/>
                          <a:pt x="100012" y="185737"/>
                        </a:cubicBezTo>
                        <a:cubicBezTo>
                          <a:pt x="73025" y="191293"/>
                          <a:pt x="33337" y="188912"/>
                          <a:pt x="0" y="19050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B537C080-8B79-456A-980D-475C677C14BC}"/>
                      </a:ext>
                    </a:extLst>
                  </p:cNvPr>
                  <p:cNvSpPr/>
                  <p:nvPr/>
                </p:nvSpPr>
                <p:spPr>
                  <a:xfrm>
                    <a:off x="5334358" y="5794174"/>
                    <a:ext cx="261279" cy="259520"/>
                  </a:xfrm>
                  <a:prstGeom prst="ellipse">
                    <a:avLst/>
                  </a:prstGeom>
                  <a:solidFill>
                    <a:sysClr val="windowText" lastClr="000000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44" name="Oval 43">
                    <a:extLst>
                      <a:ext uri="{FF2B5EF4-FFF2-40B4-BE49-F238E27FC236}">
                        <a16:creationId xmlns:a16="http://schemas.microsoft.com/office/drawing/2014/main" id="{65B4702A-C0EA-4162-A22C-B8EE51B0C21F}"/>
                      </a:ext>
                    </a:extLst>
                  </p:cNvPr>
                  <p:cNvSpPr/>
                  <p:nvPr/>
                </p:nvSpPr>
                <p:spPr>
                  <a:xfrm>
                    <a:off x="4489865" y="5923228"/>
                    <a:ext cx="100007" cy="130464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45" name="Oval 44">
                    <a:extLst>
                      <a:ext uri="{FF2B5EF4-FFF2-40B4-BE49-F238E27FC236}">
                        <a16:creationId xmlns:a16="http://schemas.microsoft.com/office/drawing/2014/main" id="{501186DF-FD8E-4EA7-AC10-64757AF741F2}"/>
                      </a:ext>
                    </a:extLst>
                  </p:cNvPr>
                  <p:cNvSpPr/>
                  <p:nvPr/>
                </p:nvSpPr>
                <p:spPr>
                  <a:xfrm>
                    <a:off x="5347643" y="5894654"/>
                    <a:ext cx="100007" cy="130464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008B3181-BE16-4317-82F4-797A8742C847}"/>
                    </a:ext>
                  </a:extLst>
                </p:cNvPr>
                <p:cNvGrpSpPr/>
                <p:nvPr/>
              </p:nvGrpSpPr>
              <p:grpSpPr>
                <a:xfrm flipH="1">
                  <a:off x="1155137" y="2654170"/>
                  <a:ext cx="1972366" cy="622591"/>
                  <a:chOff x="914841" y="1896669"/>
                  <a:chExt cx="1972366" cy="622591"/>
                </a:xfrm>
              </p:grpSpPr>
              <p:sp>
                <p:nvSpPr>
                  <p:cNvPr id="32" name="Freeform: Shape 31">
                    <a:extLst>
                      <a:ext uri="{FF2B5EF4-FFF2-40B4-BE49-F238E27FC236}">
                        <a16:creationId xmlns:a16="http://schemas.microsoft.com/office/drawing/2014/main" id="{E9259D98-295F-4FDF-A2FF-9E1262454A4B}"/>
                      </a:ext>
                    </a:extLst>
                  </p:cNvPr>
                  <p:cNvSpPr/>
                  <p:nvPr/>
                </p:nvSpPr>
                <p:spPr>
                  <a:xfrm flipH="1">
                    <a:off x="914841" y="2386704"/>
                    <a:ext cx="1972366" cy="132556"/>
                  </a:xfrm>
                  <a:custGeom>
                    <a:avLst/>
                    <a:gdLst>
                      <a:gd name="connsiteX0" fmla="*/ 986183 w 1972366"/>
                      <a:gd name="connsiteY0" fmla="*/ 0 h 132556"/>
                      <a:gd name="connsiteX1" fmla="*/ 69274 w 1972366"/>
                      <a:gd name="connsiteY1" fmla="*/ 29221 h 132556"/>
                      <a:gd name="connsiteX2" fmla="*/ 36471 w 1972366"/>
                      <a:gd name="connsiteY2" fmla="*/ 32458 h 132556"/>
                      <a:gd name="connsiteX3" fmla="*/ 13888 w 1972366"/>
                      <a:gd name="connsiteY3" fmla="*/ 68325 h 132556"/>
                      <a:gd name="connsiteX4" fmla="*/ 0 w 1972366"/>
                      <a:gd name="connsiteY4" fmla="*/ 96142 h 132556"/>
                      <a:gd name="connsiteX5" fmla="*/ 13888 w 1972366"/>
                      <a:gd name="connsiteY5" fmla="*/ 97870 h 132556"/>
                      <a:gd name="connsiteX6" fmla="*/ 986183 w 1972366"/>
                      <a:gd name="connsiteY6" fmla="*/ 132556 h 132556"/>
                      <a:gd name="connsiteX7" fmla="*/ 1958478 w 1972366"/>
                      <a:gd name="connsiteY7" fmla="*/ 97870 h 132556"/>
                      <a:gd name="connsiteX8" fmla="*/ 1972366 w 1972366"/>
                      <a:gd name="connsiteY8" fmla="*/ 96142 h 132556"/>
                      <a:gd name="connsiteX9" fmla="*/ 1958478 w 1972366"/>
                      <a:gd name="connsiteY9" fmla="*/ 68325 h 132556"/>
                      <a:gd name="connsiteX10" fmla="*/ 1935895 w 1972366"/>
                      <a:gd name="connsiteY10" fmla="*/ 32458 h 132556"/>
                      <a:gd name="connsiteX11" fmla="*/ 1903092 w 1972366"/>
                      <a:gd name="connsiteY11" fmla="*/ 29221 h 132556"/>
                      <a:gd name="connsiteX12" fmla="*/ 986183 w 1972366"/>
                      <a:gd name="connsiteY12" fmla="*/ 0 h 1325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972366" h="132556">
                        <a:moveTo>
                          <a:pt x="986183" y="0"/>
                        </a:moveTo>
                        <a:cubicBezTo>
                          <a:pt x="604501" y="0"/>
                          <a:pt x="267987" y="11592"/>
                          <a:pt x="69274" y="29221"/>
                        </a:cubicBezTo>
                        <a:lnTo>
                          <a:pt x="36471" y="32458"/>
                        </a:lnTo>
                        <a:lnTo>
                          <a:pt x="13888" y="68325"/>
                        </a:lnTo>
                        <a:lnTo>
                          <a:pt x="0" y="96142"/>
                        </a:lnTo>
                        <a:lnTo>
                          <a:pt x="13888" y="97870"/>
                        </a:lnTo>
                        <a:cubicBezTo>
                          <a:pt x="201135" y="118531"/>
                          <a:pt x="566333" y="132556"/>
                          <a:pt x="986183" y="132556"/>
                        </a:cubicBezTo>
                        <a:cubicBezTo>
                          <a:pt x="1406033" y="132556"/>
                          <a:pt x="1771231" y="118531"/>
                          <a:pt x="1958478" y="97870"/>
                        </a:cubicBezTo>
                        <a:lnTo>
                          <a:pt x="1972366" y="96142"/>
                        </a:lnTo>
                        <a:lnTo>
                          <a:pt x="1958478" y="68325"/>
                        </a:lnTo>
                        <a:lnTo>
                          <a:pt x="1935895" y="32458"/>
                        </a:lnTo>
                        <a:lnTo>
                          <a:pt x="1903092" y="29221"/>
                        </a:lnTo>
                        <a:cubicBezTo>
                          <a:pt x="1704380" y="11592"/>
                          <a:pt x="1367865" y="0"/>
                          <a:pt x="986183" y="0"/>
                        </a:cubicBez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5715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3" name="Freeform: Shape 32">
                    <a:extLst>
                      <a:ext uri="{FF2B5EF4-FFF2-40B4-BE49-F238E27FC236}">
                        <a16:creationId xmlns:a16="http://schemas.microsoft.com/office/drawing/2014/main" id="{1634CA82-F452-4B26-8806-05E02B24ECD0}"/>
                      </a:ext>
                    </a:extLst>
                  </p:cNvPr>
                  <p:cNvSpPr/>
                  <p:nvPr/>
                </p:nvSpPr>
                <p:spPr>
                  <a:xfrm flipH="1">
                    <a:off x="951310" y="1896669"/>
                    <a:ext cx="1899425" cy="522495"/>
                  </a:xfrm>
                  <a:custGeom>
                    <a:avLst/>
                    <a:gdLst>
                      <a:gd name="connsiteX0" fmla="*/ 949712 w 1899424"/>
                      <a:gd name="connsiteY0" fmla="*/ 0 h 522495"/>
                      <a:gd name="connsiteX1" fmla="*/ 32803 w 1899424"/>
                      <a:gd name="connsiteY1" fmla="*/ 470394 h 522495"/>
                      <a:gd name="connsiteX2" fmla="*/ 0 w 1899424"/>
                      <a:gd name="connsiteY2" fmla="*/ 522495 h 522495"/>
                      <a:gd name="connsiteX3" fmla="*/ 32803 w 1899424"/>
                      <a:gd name="connsiteY3" fmla="*/ 519258 h 522495"/>
                      <a:gd name="connsiteX4" fmla="*/ 949712 w 1899424"/>
                      <a:gd name="connsiteY4" fmla="*/ 490037 h 522495"/>
                      <a:gd name="connsiteX5" fmla="*/ 1866621 w 1899424"/>
                      <a:gd name="connsiteY5" fmla="*/ 519258 h 522495"/>
                      <a:gd name="connsiteX6" fmla="*/ 1899424 w 1899424"/>
                      <a:gd name="connsiteY6" fmla="*/ 522495 h 522495"/>
                      <a:gd name="connsiteX7" fmla="*/ 1866621 w 1899424"/>
                      <a:gd name="connsiteY7" fmla="*/ 470394 h 522495"/>
                      <a:gd name="connsiteX8" fmla="*/ 949712 w 1899424"/>
                      <a:gd name="connsiteY8" fmla="*/ 0 h 5224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899424" h="522495">
                        <a:moveTo>
                          <a:pt x="949712" y="0"/>
                        </a:moveTo>
                        <a:cubicBezTo>
                          <a:pt x="568030" y="0"/>
                          <a:pt x="231516" y="186592"/>
                          <a:pt x="32803" y="470394"/>
                        </a:cubicBezTo>
                        <a:lnTo>
                          <a:pt x="0" y="522495"/>
                        </a:lnTo>
                        <a:lnTo>
                          <a:pt x="32803" y="519258"/>
                        </a:lnTo>
                        <a:cubicBezTo>
                          <a:pt x="231516" y="501629"/>
                          <a:pt x="568030" y="490037"/>
                          <a:pt x="949712" y="490037"/>
                        </a:cubicBezTo>
                        <a:cubicBezTo>
                          <a:pt x="1331394" y="490037"/>
                          <a:pt x="1667909" y="501629"/>
                          <a:pt x="1866621" y="519258"/>
                        </a:cubicBezTo>
                        <a:lnTo>
                          <a:pt x="1899424" y="522495"/>
                        </a:lnTo>
                        <a:lnTo>
                          <a:pt x="1866621" y="470394"/>
                        </a:lnTo>
                        <a:cubicBezTo>
                          <a:pt x="1667909" y="186592"/>
                          <a:pt x="1331394" y="0"/>
                          <a:pt x="949712" y="0"/>
                        </a:cubicBez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57150" cap="flat" cmpd="sng" algn="ctr">
                    <a:solidFill>
                      <a:sysClr val="windowText" lastClr="000000"/>
                    </a:solidFill>
                    <a:prstDash val="solid"/>
                    <a:miter lim="800000"/>
                  </a:ln>
                  <a:effectLst>
                    <a:outerShdw blurRad="50800" dist="38100" dir="5400000" algn="t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4" name="Freeform: Shape 33">
                    <a:extLst>
                      <a:ext uri="{FF2B5EF4-FFF2-40B4-BE49-F238E27FC236}">
                        <a16:creationId xmlns:a16="http://schemas.microsoft.com/office/drawing/2014/main" id="{037EE1D5-9A68-49AC-B802-16888DB09D32}"/>
                      </a:ext>
                    </a:extLst>
                  </p:cNvPr>
                  <p:cNvSpPr/>
                  <p:nvPr/>
                </p:nvSpPr>
                <p:spPr>
                  <a:xfrm flipH="1">
                    <a:off x="1432708" y="2347203"/>
                    <a:ext cx="156043" cy="63684"/>
                  </a:xfrm>
                  <a:custGeom>
                    <a:avLst/>
                    <a:gdLst>
                      <a:gd name="connsiteX0" fmla="*/ 156042 w 156042"/>
                      <a:gd name="connsiteY0" fmla="*/ 0 h 63684"/>
                      <a:gd name="connsiteX1" fmla="*/ 133459 w 156042"/>
                      <a:gd name="connsiteY1" fmla="*/ 2228 h 63684"/>
                      <a:gd name="connsiteX2" fmla="*/ 0 w 156042"/>
                      <a:gd name="connsiteY2" fmla="*/ 33820 h 63684"/>
                      <a:gd name="connsiteX3" fmla="*/ 86896 w 156042"/>
                      <a:gd name="connsiteY3" fmla="*/ 59618 h 63684"/>
                      <a:gd name="connsiteX4" fmla="*/ 119571 w 156042"/>
                      <a:gd name="connsiteY4" fmla="*/ 63684 h 63684"/>
                      <a:gd name="connsiteX5" fmla="*/ 133459 w 156042"/>
                      <a:gd name="connsiteY5" fmla="*/ 35867 h 63684"/>
                      <a:gd name="connsiteX6" fmla="*/ 156042 w 156042"/>
                      <a:gd name="connsiteY6" fmla="*/ 0 h 636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56042" h="63684">
                        <a:moveTo>
                          <a:pt x="156042" y="0"/>
                        </a:moveTo>
                        <a:lnTo>
                          <a:pt x="133459" y="2228"/>
                        </a:lnTo>
                        <a:cubicBezTo>
                          <a:pt x="48346" y="11619"/>
                          <a:pt x="0" y="22381"/>
                          <a:pt x="0" y="33820"/>
                        </a:cubicBezTo>
                        <a:cubicBezTo>
                          <a:pt x="0" y="42971"/>
                          <a:pt x="30942" y="51689"/>
                          <a:pt x="86896" y="59618"/>
                        </a:cubicBezTo>
                        <a:lnTo>
                          <a:pt x="119571" y="63684"/>
                        </a:lnTo>
                        <a:lnTo>
                          <a:pt x="133459" y="35867"/>
                        </a:lnTo>
                        <a:lnTo>
                          <a:pt x="156042" y="0"/>
                        </a:lnTo>
                        <a:close/>
                      </a:path>
                    </a:pathLst>
                  </a:custGeom>
                  <a:solidFill>
                    <a:sysClr val="windowText" lastClr="000000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457211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1" b="0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</a:endParaRPr>
                  </a:p>
                </p:txBody>
              </p:sp>
            </p:grpSp>
          </p:grpSp>
          <p:sp>
            <p:nvSpPr>
              <p:cNvPr id="27" name="Arc 26">
                <a:extLst>
                  <a:ext uri="{FF2B5EF4-FFF2-40B4-BE49-F238E27FC236}">
                    <a16:creationId xmlns:a16="http://schemas.microsoft.com/office/drawing/2014/main" id="{17EA8E72-FBB5-4C5C-901B-17C057D062EC}"/>
                  </a:ext>
                </a:extLst>
              </p:cNvPr>
              <p:cNvSpPr/>
              <p:nvPr/>
            </p:nvSpPr>
            <p:spPr>
              <a:xfrm rot="20364936">
                <a:off x="1394894" y="4304247"/>
                <a:ext cx="283451" cy="67487"/>
              </a:xfrm>
              <a:prstGeom prst="arc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508AB33E-E988-4241-9B0F-2BADA0F30662}"/>
                  </a:ext>
                </a:extLst>
              </p:cNvPr>
              <p:cNvSpPr/>
              <p:nvPr/>
            </p:nvSpPr>
            <p:spPr>
              <a:xfrm rot="20364936">
                <a:off x="1878723" y="4091578"/>
                <a:ext cx="283451" cy="67487"/>
              </a:xfrm>
              <a:prstGeom prst="arc">
                <a:avLst/>
              </a:prstGeom>
              <a:noFill/>
              <a:ln w="635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E65CBDB-B34A-44BB-932B-D4035451E132}"/>
                </a:ext>
              </a:extLst>
            </p:cNvPr>
            <p:cNvSpPr/>
            <p:nvPr/>
          </p:nvSpPr>
          <p:spPr>
            <a:xfrm rot="6897063" flipH="1" flipV="1">
              <a:off x="3673730" y="3660107"/>
              <a:ext cx="308964" cy="433852"/>
            </a:xfrm>
            <a:custGeom>
              <a:avLst/>
              <a:gdLst>
                <a:gd name="connsiteX0" fmla="*/ 115393 w 649909"/>
                <a:gd name="connsiteY0" fmla="*/ 0 h 923977"/>
                <a:gd name="connsiteX1" fmla="*/ 29668 w 649909"/>
                <a:gd name="connsiteY1" fmla="*/ 438150 h 923977"/>
                <a:gd name="connsiteX2" fmla="*/ 563068 w 649909"/>
                <a:gd name="connsiteY2" fmla="*/ 847725 h 923977"/>
                <a:gd name="connsiteX3" fmla="*/ 648793 w 649909"/>
                <a:gd name="connsiteY3" fmla="*/ 923925 h 923977"/>
                <a:gd name="connsiteX4" fmla="*/ 648793 w 649909"/>
                <a:gd name="connsiteY4" fmla="*/ 923925 h 923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9909" h="923977">
                  <a:moveTo>
                    <a:pt x="115393" y="0"/>
                  </a:moveTo>
                  <a:cubicBezTo>
                    <a:pt x="35224" y="148431"/>
                    <a:pt x="-44945" y="296863"/>
                    <a:pt x="29668" y="438150"/>
                  </a:cubicBezTo>
                  <a:cubicBezTo>
                    <a:pt x="104280" y="579438"/>
                    <a:pt x="459881" y="766763"/>
                    <a:pt x="563068" y="847725"/>
                  </a:cubicBezTo>
                  <a:cubicBezTo>
                    <a:pt x="666255" y="928687"/>
                    <a:pt x="648793" y="923925"/>
                    <a:pt x="648793" y="923925"/>
                  </a:cubicBezTo>
                  <a:lnTo>
                    <a:pt x="648793" y="923925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26D8E955-CDCA-4F72-862A-B804142121E7}"/>
                </a:ext>
              </a:extLst>
            </p:cNvPr>
            <p:cNvSpPr/>
            <p:nvPr/>
          </p:nvSpPr>
          <p:spPr>
            <a:xfrm rot="14702937" flipV="1">
              <a:off x="4045344" y="3660225"/>
              <a:ext cx="270604" cy="423034"/>
            </a:xfrm>
            <a:custGeom>
              <a:avLst/>
              <a:gdLst>
                <a:gd name="connsiteX0" fmla="*/ 115393 w 649909"/>
                <a:gd name="connsiteY0" fmla="*/ 0 h 923977"/>
                <a:gd name="connsiteX1" fmla="*/ 29668 w 649909"/>
                <a:gd name="connsiteY1" fmla="*/ 438150 h 923977"/>
                <a:gd name="connsiteX2" fmla="*/ 563068 w 649909"/>
                <a:gd name="connsiteY2" fmla="*/ 847725 h 923977"/>
                <a:gd name="connsiteX3" fmla="*/ 648793 w 649909"/>
                <a:gd name="connsiteY3" fmla="*/ 923925 h 923977"/>
                <a:gd name="connsiteX4" fmla="*/ 648793 w 649909"/>
                <a:gd name="connsiteY4" fmla="*/ 923925 h 923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9909" h="923977">
                  <a:moveTo>
                    <a:pt x="115393" y="0"/>
                  </a:moveTo>
                  <a:cubicBezTo>
                    <a:pt x="35224" y="148431"/>
                    <a:pt x="-44945" y="296863"/>
                    <a:pt x="29668" y="438150"/>
                  </a:cubicBezTo>
                  <a:cubicBezTo>
                    <a:pt x="104280" y="579438"/>
                    <a:pt x="459881" y="766763"/>
                    <a:pt x="563068" y="847725"/>
                  </a:cubicBezTo>
                  <a:cubicBezTo>
                    <a:pt x="666255" y="928687"/>
                    <a:pt x="648793" y="923925"/>
                    <a:pt x="648793" y="923925"/>
                  </a:cubicBezTo>
                  <a:lnTo>
                    <a:pt x="648793" y="923925"/>
                  </a:lnTo>
                </a:path>
              </a:pathLst>
            </a:custGeom>
            <a:noFill/>
            <a:ln w="381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1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1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72" name="mouthwhite">
            <a:hlinkClick r:id="" action="ppaction://media"/>
            <a:extLst>
              <a:ext uri="{FF2B5EF4-FFF2-40B4-BE49-F238E27FC236}">
                <a16:creationId xmlns:a16="http://schemas.microsoft.com/office/drawing/2014/main" id="{5624E02F-A504-4214-BE26-212BA829FBD6}"/>
              </a:ext>
            </a:extLst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396" end="2805.3"/>
                </p14:media>
              </p:ext>
            </p:extLst>
          </p:nvPr>
        </p:nvPicPr>
        <p:blipFill rotWithShape="1">
          <a:blip r:embed="rId6"/>
          <a:srcRect l="50000" t="21029" r="43704" b="69424"/>
          <a:stretch>
            <a:fillRect/>
          </a:stretch>
        </p:blipFill>
        <p:spPr>
          <a:xfrm>
            <a:off x="3090054" y="6883861"/>
            <a:ext cx="211528" cy="180421"/>
          </a:xfrm>
          <a:prstGeom prst="rect">
            <a:avLst/>
          </a:prstGeom>
        </p:spPr>
      </p:pic>
      <p:pic>
        <p:nvPicPr>
          <p:cNvPr id="3" name="ttsMP3.com_VoiceText_2025-1-8_23-21-24">
            <a:hlinkClick r:id="" action="ppaction://media"/>
            <a:extLst>
              <a:ext uri="{FF2B5EF4-FFF2-40B4-BE49-F238E27FC236}">
                <a16:creationId xmlns:a16="http://schemas.microsoft.com/office/drawing/2014/main" id="{AAA71655-27B6-45B9-82B5-83A4293E33E7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124200" y="5791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8586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815" fill="hold"/>
                                        <p:tgtEl>
                                          <p:spTgt spid="7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208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3" dur="1" fill="hold"/>
                                        <p:tgtEl>
                                          <p:spTgt spid="7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video>
              <p:cMediaNode vol="80000" showWhenStopped="0">
                <p:cTn id="14" fill="hold" display="0">
                  <p:stCondLst>
                    <p:cond delay="indefinite"/>
                  </p:stCondLst>
                </p:cTn>
                <p:tgtEl>
                  <p:spTgt spid="72"/>
                </p:tgtEl>
              </p:cMediaNode>
            </p:video>
            <p:audio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121</TotalTime>
  <Words>2</Words>
  <Application>Microsoft Office PowerPoint</Application>
  <PresentationFormat>Widescreen</PresentationFormat>
  <Paragraphs>1</Paragraphs>
  <Slides>7</Slides>
  <Notes>0</Notes>
  <HiddenSlides>0</HiddenSlides>
  <MMClips>14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hellotuners1@outlook.com</dc:creator>
  <cp:lastModifiedBy>hellotuners1@outlook.com</cp:lastModifiedBy>
  <cp:revision>10</cp:revision>
  <dcterms:created xsi:type="dcterms:W3CDTF">2025-01-08T19:22:21Z</dcterms:created>
  <dcterms:modified xsi:type="dcterms:W3CDTF">2025-01-08T21:24:05Z</dcterms:modified>
</cp:coreProperties>
</file>