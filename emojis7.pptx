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2E1C"/>
    <a:srgbClr val="DAA36D"/>
    <a:srgbClr val="E7C0D2"/>
    <a:srgbClr val="EEBE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272" y="-118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4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4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2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3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61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2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5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3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3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67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3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1141D-AFA9-444E-ABED-C186FCB1321A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EB0B6-5F7C-4A47-AA24-C56003E43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0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2A658BDE-044F-CBEC-5E90-5231D154DEDD}"/>
              </a:ext>
            </a:extLst>
          </p:cNvPr>
          <p:cNvSpPr/>
          <p:nvPr/>
        </p:nvSpPr>
        <p:spPr>
          <a:xfrm>
            <a:off x="1" y="0"/>
            <a:ext cx="6857999" cy="35405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Cylinder 111">
            <a:extLst>
              <a:ext uri="{FF2B5EF4-FFF2-40B4-BE49-F238E27FC236}">
                <a16:creationId xmlns:a16="http://schemas.microsoft.com/office/drawing/2014/main" id="{FF10EC9E-CF24-962B-76B0-9D7793BC4655}"/>
              </a:ext>
            </a:extLst>
          </p:cNvPr>
          <p:cNvSpPr/>
          <p:nvPr/>
        </p:nvSpPr>
        <p:spPr>
          <a:xfrm>
            <a:off x="2476322" y="4598417"/>
            <a:ext cx="245294" cy="3918347"/>
          </a:xfrm>
          <a:prstGeom prst="can">
            <a:avLst/>
          </a:prstGeom>
          <a:solidFill>
            <a:srgbClr val="5B2E1C"/>
          </a:solidFill>
          <a:ln>
            <a:solidFill>
              <a:srgbClr val="5B2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Cylinder 110">
            <a:extLst>
              <a:ext uri="{FF2B5EF4-FFF2-40B4-BE49-F238E27FC236}">
                <a16:creationId xmlns:a16="http://schemas.microsoft.com/office/drawing/2014/main" id="{FA344743-9635-D2D6-8996-6D621FDFFA05}"/>
              </a:ext>
            </a:extLst>
          </p:cNvPr>
          <p:cNvSpPr/>
          <p:nvPr/>
        </p:nvSpPr>
        <p:spPr>
          <a:xfrm>
            <a:off x="4103180" y="4597559"/>
            <a:ext cx="245294" cy="3918347"/>
          </a:xfrm>
          <a:prstGeom prst="can">
            <a:avLst/>
          </a:prstGeom>
          <a:solidFill>
            <a:srgbClr val="5B2E1C"/>
          </a:solidFill>
          <a:ln>
            <a:solidFill>
              <a:srgbClr val="5B2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9" name="Picture 248">
            <a:extLst>
              <a:ext uri="{FF2B5EF4-FFF2-40B4-BE49-F238E27FC236}">
                <a16:creationId xmlns:a16="http://schemas.microsoft.com/office/drawing/2014/main" id="{DB08D255-5344-D4A6-599F-EBA0A764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06055" y="3301182"/>
            <a:ext cx="6858000" cy="4572000"/>
          </a:xfrm>
          <a:prstGeom prst="rect">
            <a:avLst/>
          </a:prstGeom>
        </p:spPr>
      </p:pic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F7E13AB-CBE4-4AD4-E46E-3487A10CE880}"/>
              </a:ext>
            </a:extLst>
          </p:cNvPr>
          <p:cNvGrpSpPr/>
          <p:nvPr/>
        </p:nvGrpSpPr>
        <p:grpSpPr>
          <a:xfrm>
            <a:off x="4296298" y="4042430"/>
            <a:ext cx="2459153" cy="4318590"/>
            <a:chOff x="1599390" y="372240"/>
            <a:chExt cx="1375856" cy="1685988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944FB9D-28A2-65EE-AE9D-FC5412F943CA}"/>
                </a:ext>
              </a:extLst>
            </p:cNvPr>
            <p:cNvSpPr/>
            <p:nvPr/>
          </p:nvSpPr>
          <p:spPr>
            <a:xfrm>
              <a:off x="1610194" y="405608"/>
              <a:ext cx="1341143" cy="196850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21615181-3884-EC9C-8A61-3DD4FFA290ED}"/>
                </a:ext>
              </a:extLst>
            </p:cNvPr>
            <p:cNvSpPr/>
            <p:nvPr/>
          </p:nvSpPr>
          <p:spPr>
            <a:xfrm rot="16200000">
              <a:off x="2278472" y="547434"/>
              <a:ext cx="50992" cy="1342556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043023E-85A4-CAF7-9DBC-DE239946E0E3}"/>
                </a:ext>
              </a:extLst>
            </p:cNvPr>
            <p:cNvSpPr/>
            <p:nvPr/>
          </p:nvSpPr>
          <p:spPr>
            <a:xfrm>
              <a:off x="2276602" y="583478"/>
              <a:ext cx="45719" cy="1239927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E8C6E74-E719-96F2-994E-B117FE8910FB}"/>
                </a:ext>
              </a:extLst>
            </p:cNvPr>
            <p:cNvSpPr/>
            <p:nvPr/>
          </p:nvSpPr>
          <p:spPr>
            <a:xfrm>
              <a:off x="1599390" y="1811427"/>
              <a:ext cx="1341143" cy="196850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620A2E20-6884-68BE-BC98-E049A79BB889}"/>
                </a:ext>
              </a:extLst>
            </p:cNvPr>
            <p:cNvSpPr/>
            <p:nvPr/>
          </p:nvSpPr>
          <p:spPr>
            <a:xfrm>
              <a:off x="1631717" y="389740"/>
              <a:ext cx="1341143" cy="1668488"/>
            </a:xfrm>
            <a:prstGeom prst="roundRect">
              <a:avLst>
                <a:gd name="adj" fmla="val 2311"/>
              </a:avLst>
            </a:prstGeom>
            <a:no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2DD0460-FDE5-FB09-82FA-E60BFD2FE0D6}"/>
                </a:ext>
              </a:extLst>
            </p:cNvPr>
            <p:cNvSpPr/>
            <p:nvPr/>
          </p:nvSpPr>
          <p:spPr>
            <a:xfrm>
              <a:off x="1611607" y="393700"/>
              <a:ext cx="1341143" cy="196850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7E8AFF14-3706-6905-EA28-35E376A7286A}"/>
                </a:ext>
              </a:extLst>
            </p:cNvPr>
            <p:cNvSpPr/>
            <p:nvPr/>
          </p:nvSpPr>
          <p:spPr>
            <a:xfrm>
              <a:off x="1611607" y="372240"/>
              <a:ext cx="1341143" cy="1668488"/>
            </a:xfrm>
            <a:prstGeom prst="roundRect">
              <a:avLst>
                <a:gd name="adj" fmla="val 2311"/>
              </a:avLst>
            </a:prstGeom>
            <a:no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E2A2E4E-B7EC-1C1C-5436-E25C25BBBD32}"/>
                </a:ext>
              </a:extLst>
            </p:cNvPr>
            <p:cNvSpPr/>
            <p:nvPr/>
          </p:nvSpPr>
          <p:spPr>
            <a:xfrm>
              <a:off x="1619008" y="1816594"/>
              <a:ext cx="1341143" cy="196850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1EEB13A1-EC0D-3553-9DF7-39C63ACD4FE5}"/>
                </a:ext>
              </a:extLst>
            </p:cNvPr>
            <p:cNvSpPr/>
            <p:nvPr/>
          </p:nvSpPr>
          <p:spPr>
            <a:xfrm>
              <a:off x="2266547" y="590550"/>
              <a:ext cx="45719" cy="1239927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C6D9339D-FA44-59AE-3B58-7ED978105A33}"/>
                </a:ext>
              </a:extLst>
            </p:cNvPr>
            <p:cNvSpPr/>
            <p:nvPr/>
          </p:nvSpPr>
          <p:spPr>
            <a:xfrm rot="16200000">
              <a:off x="2277500" y="537699"/>
              <a:ext cx="50992" cy="1342556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CE16428-7E8D-01CA-E29B-05CBB33C8637}"/>
              </a:ext>
            </a:extLst>
          </p:cNvPr>
          <p:cNvGrpSpPr/>
          <p:nvPr/>
        </p:nvGrpSpPr>
        <p:grpSpPr>
          <a:xfrm>
            <a:off x="81980" y="4071897"/>
            <a:ext cx="2422469" cy="4289123"/>
            <a:chOff x="1599390" y="372240"/>
            <a:chExt cx="1376206" cy="1685988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A16404D-D86D-E42D-A6EC-52F37476E1C1}"/>
                </a:ext>
              </a:extLst>
            </p:cNvPr>
            <p:cNvSpPr/>
            <p:nvPr/>
          </p:nvSpPr>
          <p:spPr>
            <a:xfrm>
              <a:off x="1609372" y="407240"/>
              <a:ext cx="1341143" cy="196850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9A3ED22-885F-112A-0118-02A7D0D35503}"/>
                </a:ext>
              </a:extLst>
            </p:cNvPr>
            <p:cNvSpPr/>
            <p:nvPr/>
          </p:nvSpPr>
          <p:spPr>
            <a:xfrm rot="16200000">
              <a:off x="2278822" y="552706"/>
              <a:ext cx="50992" cy="1342556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F63D1CB-E994-25CA-A498-9DD9547EF59D}"/>
                </a:ext>
              </a:extLst>
            </p:cNvPr>
            <p:cNvSpPr/>
            <p:nvPr/>
          </p:nvSpPr>
          <p:spPr>
            <a:xfrm>
              <a:off x="2276602" y="583478"/>
              <a:ext cx="45719" cy="1239927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0FC153-E74C-9BCF-3B11-30343315C076}"/>
                </a:ext>
              </a:extLst>
            </p:cNvPr>
            <p:cNvSpPr/>
            <p:nvPr/>
          </p:nvSpPr>
          <p:spPr>
            <a:xfrm>
              <a:off x="1599390" y="1811427"/>
              <a:ext cx="1341143" cy="196850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23E8C84A-BE95-1CE9-8E16-52C009F81BB0}"/>
                </a:ext>
              </a:extLst>
            </p:cNvPr>
            <p:cNvSpPr/>
            <p:nvPr/>
          </p:nvSpPr>
          <p:spPr>
            <a:xfrm>
              <a:off x="1631717" y="389740"/>
              <a:ext cx="1341143" cy="1668488"/>
            </a:xfrm>
            <a:prstGeom prst="roundRect">
              <a:avLst>
                <a:gd name="adj" fmla="val 2311"/>
              </a:avLst>
            </a:prstGeom>
            <a:no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5F5AE60-5EEE-89F4-C41A-5B174705ACD3}"/>
                </a:ext>
              </a:extLst>
            </p:cNvPr>
            <p:cNvSpPr/>
            <p:nvPr/>
          </p:nvSpPr>
          <p:spPr>
            <a:xfrm>
              <a:off x="1611607" y="393700"/>
              <a:ext cx="1341143" cy="196850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4442672C-8DBC-E810-3E1F-1F00F0A21B81}"/>
                </a:ext>
              </a:extLst>
            </p:cNvPr>
            <p:cNvSpPr/>
            <p:nvPr/>
          </p:nvSpPr>
          <p:spPr>
            <a:xfrm>
              <a:off x="1611607" y="372240"/>
              <a:ext cx="1341143" cy="1668488"/>
            </a:xfrm>
            <a:prstGeom prst="roundRect">
              <a:avLst>
                <a:gd name="adj" fmla="val 2311"/>
              </a:avLst>
            </a:prstGeom>
            <a:no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1E6F9E-59F9-DEEC-4C11-3393A26544C3}"/>
                </a:ext>
              </a:extLst>
            </p:cNvPr>
            <p:cNvSpPr/>
            <p:nvPr/>
          </p:nvSpPr>
          <p:spPr>
            <a:xfrm>
              <a:off x="1602606" y="1820952"/>
              <a:ext cx="1341143" cy="196850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C61468B-0EFF-396C-5F58-7440CBA733AF}"/>
                </a:ext>
              </a:extLst>
            </p:cNvPr>
            <p:cNvSpPr/>
            <p:nvPr/>
          </p:nvSpPr>
          <p:spPr>
            <a:xfrm>
              <a:off x="2266547" y="590550"/>
              <a:ext cx="45719" cy="1239927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52CEE3D-06C0-3AEE-A9D6-2B3CFB78F4F5}"/>
                </a:ext>
              </a:extLst>
            </p:cNvPr>
            <p:cNvSpPr/>
            <p:nvPr/>
          </p:nvSpPr>
          <p:spPr>
            <a:xfrm rot="16200000">
              <a:off x="2274595" y="541841"/>
              <a:ext cx="50992" cy="1342556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E8E5B77-E864-E4C1-C630-232637F985D0}"/>
              </a:ext>
            </a:extLst>
          </p:cNvPr>
          <p:cNvGrpSpPr/>
          <p:nvPr/>
        </p:nvGrpSpPr>
        <p:grpSpPr>
          <a:xfrm flipV="1">
            <a:off x="2723654" y="4419878"/>
            <a:ext cx="1372910" cy="4096027"/>
            <a:chOff x="1546327" y="49627"/>
            <a:chExt cx="1405764" cy="19899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22445D-64C4-BF52-D93D-F798376C9026}"/>
                </a:ext>
              </a:extLst>
            </p:cNvPr>
            <p:cNvSpPr/>
            <p:nvPr/>
          </p:nvSpPr>
          <p:spPr>
            <a:xfrm>
              <a:off x="2859540" y="685564"/>
              <a:ext cx="45720" cy="1239927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302F458-1028-FA11-6353-B88523C82D85}"/>
                </a:ext>
              </a:extLst>
            </p:cNvPr>
            <p:cNvSpPr/>
            <p:nvPr/>
          </p:nvSpPr>
          <p:spPr>
            <a:xfrm>
              <a:off x="1580810" y="647582"/>
              <a:ext cx="45719" cy="1239927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D3030C9-6FF2-4AD4-49D4-9E166663233B}"/>
                </a:ext>
              </a:extLst>
            </p:cNvPr>
            <p:cNvSpPr/>
            <p:nvPr/>
          </p:nvSpPr>
          <p:spPr>
            <a:xfrm>
              <a:off x="2890857" y="585344"/>
              <a:ext cx="45720" cy="1239927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254EF5-CF35-DCB3-4544-587E3880A3BA}"/>
                </a:ext>
              </a:extLst>
            </p:cNvPr>
            <p:cNvSpPr/>
            <p:nvPr/>
          </p:nvSpPr>
          <p:spPr>
            <a:xfrm>
              <a:off x="1599390" y="1811427"/>
              <a:ext cx="1341143" cy="196850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C3AD7B-11C2-CB1E-B86F-AED21551A785}"/>
                </a:ext>
              </a:extLst>
            </p:cNvPr>
            <p:cNvSpPr/>
            <p:nvPr/>
          </p:nvSpPr>
          <p:spPr>
            <a:xfrm>
              <a:off x="1610948" y="554925"/>
              <a:ext cx="1341143" cy="196850"/>
            </a:xfrm>
            <a:prstGeom prst="rect">
              <a:avLst/>
            </a:pr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E2541F-FB4D-74AD-4D20-D5D606CDC579}"/>
                </a:ext>
              </a:extLst>
            </p:cNvPr>
            <p:cNvSpPr/>
            <p:nvPr/>
          </p:nvSpPr>
          <p:spPr>
            <a:xfrm>
              <a:off x="1546327" y="535031"/>
              <a:ext cx="1341143" cy="196850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B0585B3-180F-8CCC-A145-2CC7078420FE}"/>
                </a:ext>
              </a:extLst>
            </p:cNvPr>
            <p:cNvSpPr/>
            <p:nvPr/>
          </p:nvSpPr>
          <p:spPr>
            <a:xfrm>
              <a:off x="1577682" y="371065"/>
              <a:ext cx="1341143" cy="1668488"/>
            </a:xfrm>
            <a:prstGeom prst="roundRect">
              <a:avLst>
                <a:gd name="adj" fmla="val 2311"/>
              </a:avLst>
            </a:prstGeom>
            <a:no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5C2E0-00A5-E190-174C-49B5F1A64E07}"/>
                </a:ext>
              </a:extLst>
            </p:cNvPr>
            <p:cNvSpPr/>
            <p:nvPr/>
          </p:nvSpPr>
          <p:spPr>
            <a:xfrm>
              <a:off x="1602606" y="1830477"/>
              <a:ext cx="1341143" cy="196850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DBCE390-A261-2BD7-AA1F-7066C8F3FC8B}"/>
                </a:ext>
              </a:extLst>
            </p:cNvPr>
            <p:cNvSpPr/>
            <p:nvPr/>
          </p:nvSpPr>
          <p:spPr>
            <a:xfrm>
              <a:off x="1546825" y="49627"/>
              <a:ext cx="1403354" cy="485405"/>
            </a:xfrm>
            <a:prstGeom prst="rect">
              <a:avLst/>
            </a:prstGeom>
            <a:solidFill>
              <a:srgbClr val="DAA36D"/>
            </a:solidFill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9405A58B-32CA-B1B8-026B-10680A915F00}"/>
              </a:ext>
            </a:extLst>
          </p:cNvPr>
          <p:cNvSpPr/>
          <p:nvPr/>
        </p:nvSpPr>
        <p:spPr>
          <a:xfrm>
            <a:off x="2392451" y="3989516"/>
            <a:ext cx="1920633" cy="66514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AA36D"/>
          </a:solidFill>
          <a:ln>
            <a:solidFill>
              <a:srgbClr val="DAA3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5B7FF10-79FC-50B2-F2EA-04427175CFD0}"/>
              </a:ext>
            </a:extLst>
          </p:cNvPr>
          <p:cNvGrpSpPr/>
          <p:nvPr/>
        </p:nvGrpSpPr>
        <p:grpSpPr>
          <a:xfrm>
            <a:off x="4303712" y="8008658"/>
            <a:ext cx="2468741" cy="932098"/>
            <a:chOff x="1599390" y="372240"/>
            <a:chExt cx="1376206" cy="1685988"/>
          </a:xfrm>
          <a:solidFill>
            <a:srgbClr val="DAA36D"/>
          </a:solidFill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BAB3D1C-AC7C-A698-7CBA-DFEA16334C50}"/>
                </a:ext>
              </a:extLst>
            </p:cNvPr>
            <p:cNvSpPr/>
            <p:nvPr/>
          </p:nvSpPr>
          <p:spPr>
            <a:xfrm rot="16200000">
              <a:off x="2278822" y="552706"/>
              <a:ext cx="50992" cy="1342556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13FD380-7FB5-CF63-C4DE-C34313DE990C}"/>
                </a:ext>
              </a:extLst>
            </p:cNvPr>
            <p:cNvSpPr/>
            <p:nvPr/>
          </p:nvSpPr>
          <p:spPr>
            <a:xfrm>
              <a:off x="2276602" y="583478"/>
              <a:ext cx="45719" cy="1239927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E73CA69-3F0F-F999-F80B-6EDBCEF1557B}"/>
                </a:ext>
              </a:extLst>
            </p:cNvPr>
            <p:cNvSpPr/>
            <p:nvPr/>
          </p:nvSpPr>
          <p:spPr>
            <a:xfrm>
              <a:off x="1599390" y="1811427"/>
              <a:ext cx="1341143" cy="196850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7337C0E9-347B-842E-9FE9-4A2F7CB7BAB7}"/>
                </a:ext>
              </a:extLst>
            </p:cNvPr>
            <p:cNvSpPr/>
            <p:nvPr/>
          </p:nvSpPr>
          <p:spPr>
            <a:xfrm>
              <a:off x="1631717" y="389740"/>
              <a:ext cx="1341143" cy="1668488"/>
            </a:xfrm>
            <a:prstGeom prst="rect">
              <a:avLst/>
            </a:prstGeom>
            <a:grp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D6578AF-0508-E789-9F80-36472A97D4F4}"/>
                </a:ext>
              </a:extLst>
            </p:cNvPr>
            <p:cNvSpPr/>
            <p:nvPr/>
          </p:nvSpPr>
          <p:spPr>
            <a:xfrm>
              <a:off x="1611607" y="412750"/>
              <a:ext cx="1341143" cy="196850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C02D6BC-3929-3D42-0F88-A71677DBBBCE}"/>
                </a:ext>
              </a:extLst>
            </p:cNvPr>
            <p:cNvSpPr/>
            <p:nvPr/>
          </p:nvSpPr>
          <p:spPr>
            <a:xfrm>
              <a:off x="1611607" y="393700"/>
              <a:ext cx="1341143" cy="196850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C5F74987-E950-1D74-2F70-81AF450F022B}"/>
                </a:ext>
              </a:extLst>
            </p:cNvPr>
            <p:cNvSpPr/>
            <p:nvPr/>
          </p:nvSpPr>
          <p:spPr>
            <a:xfrm>
              <a:off x="1611607" y="372240"/>
              <a:ext cx="1341143" cy="1668488"/>
            </a:xfrm>
            <a:prstGeom prst="rect">
              <a:avLst/>
            </a:prstGeom>
            <a:grp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A46E4E3-96A3-A582-CDA3-5F0110D56B6E}"/>
                </a:ext>
              </a:extLst>
            </p:cNvPr>
            <p:cNvSpPr/>
            <p:nvPr/>
          </p:nvSpPr>
          <p:spPr>
            <a:xfrm>
              <a:off x="1602606" y="1830477"/>
              <a:ext cx="1341143" cy="196850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0E148E32-5BF3-523D-048F-1D7ABBA85431}"/>
                </a:ext>
              </a:extLst>
            </p:cNvPr>
            <p:cNvSpPr/>
            <p:nvPr/>
          </p:nvSpPr>
          <p:spPr>
            <a:xfrm>
              <a:off x="2266547" y="590550"/>
              <a:ext cx="45719" cy="1239927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10186C1-C211-FF88-D923-29668CA5E77D}"/>
                </a:ext>
              </a:extLst>
            </p:cNvPr>
            <p:cNvSpPr/>
            <p:nvPr/>
          </p:nvSpPr>
          <p:spPr>
            <a:xfrm rot="16200000">
              <a:off x="2277500" y="537699"/>
              <a:ext cx="50992" cy="1342556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AED21D7-E4D7-F7CA-2F7E-141F8EB19970}"/>
              </a:ext>
            </a:extLst>
          </p:cNvPr>
          <p:cNvGrpSpPr/>
          <p:nvPr/>
        </p:nvGrpSpPr>
        <p:grpSpPr>
          <a:xfrm>
            <a:off x="78248" y="8210592"/>
            <a:ext cx="2426201" cy="743797"/>
            <a:chOff x="1599390" y="372240"/>
            <a:chExt cx="1376206" cy="1685988"/>
          </a:xfrm>
          <a:solidFill>
            <a:srgbClr val="DAA36D"/>
          </a:solidFill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C9C40792-777C-8BD3-D305-A64654AB8339}"/>
                </a:ext>
              </a:extLst>
            </p:cNvPr>
            <p:cNvSpPr/>
            <p:nvPr/>
          </p:nvSpPr>
          <p:spPr>
            <a:xfrm rot="16200000">
              <a:off x="2278822" y="552706"/>
              <a:ext cx="50992" cy="1342556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4903991-7139-C38B-5266-72895CDE219C}"/>
                </a:ext>
              </a:extLst>
            </p:cNvPr>
            <p:cNvSpPr/>
            <p:nvPr/>
          </p:nvSpPr>
          <p:spPr>
            <a:xfrm>
              <a:off x="2276602" y="583478"/>
              <a:ext cx="45719" cy="1239927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57B322B3-0AD8-188F-F204-2C97C028FA18}"/>
                </a:ext>
              </a:extLst>
            </p:cNvPr>
            <p:cNvSpPr/>
            <p:nvPr/>
          </p:nvSpPr>
          <p:spPr>
            <a:xfrm>
              <a:off x="1599390" y="1811427"/>
              <a:ext cx="1341143" cy="196850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: Rounded Corners 99">
              <a:extLst>
                <a:ext uri="{FF2B5EF4-FFF2-40B4-BE49-F238E27FC236}">
                  <a16:creationId xmlns:a16="http://schemas.microsoft.com/office/drawing/2014/main" id="{EFBC2D14-6ADC-80B9-F33A-C700B10705E5}"/>
                </a:ext>
              </a:extLst>
            </p:cNvPr>
            <p:cNvSpPr/>
            <p:nvPr/>
          </p:nvSpPr>
          <p:spPr>
            <a:xfrm>
              <a:off x="1631717" y="389740"/>
              <a:ext cx="1341143" cy="1668488"/>
            </a:xfrm>
            <a:prstGeom prst="rect">
              <a:avLst/>
            </a:prstGeom>
            <a:grp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4102B21A-95C7-E56E-D3A2-3B7AF702117B}"/>
                </a:ext>
              </a:extLst>
            </p:cNvPr>
            <p:cNvSpPr/>
            <p:nvPr/>
          </p:nvSpPr>
          <p:spPr>
            <a:xfrm>
              <a:off x="1611607" y="412750"/>
              <a:ext cx="1341143" cy="196850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413B392-9212-ECB8-16F2-AACA2415DB52}"/>
                </a:ext>
              </a:extLst>
            </p:cNvPr>
            <p:cNvSpPr/>
            <p:nvPr/>
          </p:nvSpPr>
          <p:spPr>
            <a:xfrm>
              <a:off x="1611607" y="393700"/>
              <a:ext cx="1341143" cy="196850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: Rounded Corners 102">
              <a:extLst>
                <a:ext uri="{FF2B5EF4-FFF2-40B4-BE49-F238E27FC236}">
                  <a16:creationId xmlns:a16="http://schemas.microsoft.com/office/drawing/2014/main" id="{7DC77FF2-1F14-3727-6A88-B38098561493}"/>
                </a:ext>
              </a:extLst>
            </p:cNvPr>
            <p:cNvSpPr/>
            <p:nvPr/>
          </p:nvSpPr>
          <p:spPr>
            <a:xfrm>
              <a:off x="1611607" y="372240"/>
              <a:ext cx="1341143" cy="1668488"/>
            </a:xfrm>
            <a:prstGeom prst="rect">
              <a:avLst/>
            </a:prstGeom>
            <a:grpFill/>
            <a:ln w="76200"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D11FB45-961C-9C63-A9FA-B940D51F2D45}"/>
                </a:ext>
              </a:extLst>
            </p:cNvPr>
            <p:cNvSpPr/>
            <p:nvPr/>
          </p:nvSpPr>
          <p:spPr>
            <a:xfrm>
              <a:off x="1602606" y="1830477"/>
              <a:ext cx="1341143" cy="196850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2835D72-E051-2E30-C901-5412B45339C9}"/>
                </a:ext>
              </a:extLst>
            </p:cNvPr>
            <p:cNvSpPr/>
            <p:nvPr/>
          </p:nvSpPr>
          <p:spPr>
            <a:xfrm>
              <a:off x="2266547" y="590550"/>
              <a:ext cx="45719" cy="1239927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21977F6-7799-37BF-039D-7079013A4420}"/>
                </a:ext>
              </a:extLst>
            </p:cNvPr>
            <p:cNvSpPr/>
            <p:nvPr/>
          </p:nvSpPr>
          <p:spPr>
            <a:xfrm rot="16200000">
              <a:off x="2277500" y="537699"/>
              <a:ext cx="50992" cy="1342556"/>
            </a:xfrm>
            <a:prstGeom prst="rect">
              <a:avLst/>
            </a:prstGeom>
            <a:grpFill/>
            <a:ln>
              <a:solidFill>
                <a:srgbClr val="DAA3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1" name="Cloud 210">
            <a:extLst>
              <a:ext uri="{FF2B5EF4-FFF2-40B4-BE49-F238E27FC236}">
                <a16:creationId xmlns:a16="http://schemas.microsoft.com/office/drawing/2014/main" id="{2BD77EF5-3E93-52C0-1410-682F35E58416}"/>
              </a:ext>
            </a:extLst>
          </p:cNvPr>
          <p:cNvSpPr/>
          <p:nvPr/>
        </p:nvSpPr>
        <p:spPr>
          <a:xfrm>
            <a:off x="4006176" y="1636755"/>
            <a:ext cx="2893643" cy="2146479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502E078-A5B9-88B8-071F-D9C5E3D9A173}"/>
              </a:ext>
            </a:extLst>
          </p:cNvPr>
          <p:cNvGrpSpPr/>
          <p:nvPr/>
        </p:nvGrpSpPr>
        <p:grpSpPr>
          <a:xfrm>
            <a:off x="0" y="2787570"/>
            <a:ext cx="7013254" cy="1433617"/>
            <a:chOff x="930934" y="4432300"/>
            <a:chExt cx="5208726" cy="106474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47629FA-CDBF-6F44-8AD7-9EBE271C4D22}"/>
                </a:ext>
              </a:extLst>
            </p:cNvPr>
            <p:cNvSpPr/>
            <p:nvPr/>
          </p:nvSpPr>
          <p:spPr>
            <a:xfrm>
              <a:off x="952368" y="4432300"/>
              <a:ext cx="5105181" cy="580340"/>
            </a:xfrm>
            <a:custGeom>
              <a:avLst/>
              <a:gdLst>
                <a:gd name="connsiteX0" fmla="*/ 0 w 4470181"/>
                <a:gd name="connsiteY0" fmla="*/ 0 h 237440"/>
                <a:gd name="connsiteX1" fmla="*/ 4470181 w 4470181"/>
                <a:gd name="connsiteY1" fmla="*/ 0 h 237440"/>
                <a:gd name="connsiteX2" fmla="*/ 4470181 w 4470181"/>
                <a:gd name="connsiteY2" fmla="*/ 237440 h 237440"/>
                <a:gd name="connsiteX3" fmla="*/ 0 w 4470181"/>
                <a:gd name="connsiteY3" fmla="*/ 237440 h 237440"/>
                <a:gd name="connsiteX4" fmla="*/ 0 w 4470181"/>
                <a:gd name="connsiteY4" fmla="*/ 0 h 237440"/>
                <a:gd name="connsiteX0" fmla="*/ 368300 w 4838481"/>
                <a:gd name="connsiteY0" fmla="*/ 0 h 580340"/>
                <a:gd name="connsiteX1" fmla="*/ 4838481 w 4838481"/>
                <a:gd name="connsiteY1" fmla="*/ 0 h 580340"/>
                <a:gd name="connsiteX2" fmla="*/ 4838481 w 4838481"/>
                <a:gd name="connsiteY2" fmla="*/ 237440 h 580340"/>
                <a:gd name="connsiteX3" fmla="*/ 0 w 4838481"/>
                <a:gd name="connsiteY3" fmla="*/ 580340 h 580340"/>
                <a:gd name="connsiteX4" fmla="*/ 368300 w 4838481"/>
                <a:gd name="connsiteY4" fmla="*/ 0 h 580340"/>
                <a:gd name="connsiteX0" fmla="*/ 368300 w 5105181"/>
                <a:gd name="connsiteY0" fmla="*/ 0 h 580340"/>
                <a:gd name="connsiteX1" fmla="*/ 4838481 w 5105181"/>
                <a:gd name="connsiteY1" fmla="*/ 0 h 580340"/>
                <a:gd name="connsiteX2" fmla="*/ 5105181 w 5105181"/>
                <a:gd name="connsiteY2" fmla="*/ 554940 h 580340"/>
                <a:gd name="connsiteX3" fmla="*/ 0 w 5105181"/>
                <a:gd name="connsiteY3" fmla="*/ 580340 h 580340"/>
                <a:gd name="connsiteX4" fmla="*/ 368300 w 5105181"/>
                <a:gd name="connsiteY4" fmla="*/ 0 h 58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5181" h="580340">
                  <a:moveTo>
                    <a:pt x="368300" y="0"/>
                  </a:moveTo>
                  <a:lnTo>
                    <a:pt x="4838481" y="0"/>
                  </a:lnTo>
                  <a:lnTo>
                    <a:pt x="5105181" y="554940"/>
                  </a:lnTo>
                  <a:lnTo>
                    <a:pt x="0" y="580340"/>
                  </a:lnTo>
                  <a:lnTo>
                    <a:pt x="368300" y="0"/>
                  </a:lnTo>
                  <a:close/>
                </a:path>
              </a:pathLst>
            </a:custGeom>
            <a:solidFill>
              <a:srgbClr val="DAA36D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FDC09CF-8E91-E07D-9BBE-E98986FB8CBF}"/>
                </a:ext>
              </a:extLst>
            </p:cNvPr>
            <p:cNvGrpSpPr/>
            <p:nvPr/>
          </p:nvGrpSpPr>
          <p:grpSpPr>
            <a:xfrm>
              <a:off x="930934" y="5019078"/>
              <a:ext cx="5208726" cy="477965"/>
              <a:chOff x="930934" y="5019078"/>
              <a:chExt cx="5208726" cy="477965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052A522-5564-83CE-79D3-35AB5FF81BA8}"/>
                  </a:ext>
                </a:extLst>
              </p:cNvPr>
              <p:cNvGrpSpPr/>
              <p:nvPr/>
            </p:nvGrpSpPr>
            <p:grpSpPr>
              <a:xfrm>
                <a:off x="930934" y="5049015"/>
                <a:ext cx="1000845" cy="448028"/>
                <a:chOff x="930934" y="5049015"/>
                <a:chExt cx="1000845" cy="448028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BE8CF8A5-4C66-BBDE-23D9-A3EF7E3D74FA}"/>
                    </a:ext>
                  </a:extLst>
                </p:cNvPr>
                <p:cNvSpPr/>
                <p:nvPr/>
              </p:nvSpPr>
              <p:spPr>
                <a:xfrm rot="879221">
                  <a:off x="930934" y="5059070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013F71CA-4BBA-618F-801C-297686891467}"/>
                    </a:ext>
                  </a:extLst>
                </p:cNvPr>
                <p:cNvSpPr/>
                <p:nvPr/>
              </p:nvSpPr>
              <p:spPr>
                <a:xfrm rot="879221">
                  <a:off x="1257050" y="505546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F3740DE1-46CE-1FB8-C63B-23CAE577775D}"/>
                    </a:ext>
                  </a:extLst>
                </p:cNvPr>
                <p:cNvSpPr/>
                <p:nvPr/>
              </p:nvSpPr>
              <p:spPr>
                <a:xfrm rot="879221">
                  <a:off x="1587889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4787C60-B603-6529-B74D-EE3F0B7D0AB4}"/>
                  </a:ext>
                </a:extLst>
              </p:cNvPr>
              <p:cNvGrpSpPr/>
              <p:nvPr/>
            </p:nvGrpSpPr>
            <p:grpSpPr>
              <a:xfrm>
                <a:off x="1888822" y="5047619"/>
                <a:ext cx="965866" cy="447135"/>
                <a:chOff x="965913" y="5049015"/>
                <a:chExt cx="965866" cy="447135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276D8D45-4618-4FEC-DCE4-F359339E4007}"/>
                    </a:ext>
                  </a:extLst>
                </p:cNvPr>
                <p:cNvSpPr/>
                <p:nvPr/>
              </p:nvSpPr>
              <p:spPr>
                <a:xfrm rot="879221">
                  <a:off x="965913" y="5058177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58C22B37-6040-F760-7FDE-45E413D4BAA2}"/>
                    </a:ext>
                  </a:extLst>
                </p:cNvPr>
                <p:cNvSpPr/>
                <p:nvPr/>
              </p:nvSpPr>
              <p:spPr>
                <a:xfrm rot="879221">
                  <a:off x="1271900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0DCAF827-E284-881D-09DB-9AD5CFBDEEC6}"/>
                    </a:ext>
                  </a:extLst>
                </p:cNvPr>
                <p:cNvSpPr/>
                <p:nvPr/>
              </p:nvSpPr>
              <p:spPr>
                <a:xfrm rot="879221">
                  <a:off x="1587889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53789B42-7A38-AB2F-3135-B01410DF882A}"/>
                  </a:ext>
                </a:extLst>
              </p:cNvPr>
              <p:cNvGrpSpPr/>
              <p:nvPr/>
            </p:nvGrpSpPr>
            <p:grpSpPr>
              <a:xfrm>
                <a:off x="2816808" y="5046494"/>
                <a:ext cx="965866" cy="447135"/>
                <a:chOff x="965913" y="5049015"/>
                <a:chExt cx="965866" cy="447135"/>
              </a:xfrm>
            </p:grpSpPr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D005D2B-D66B-4733-71CA-DB51D8B52102}"/>
                    </a:ext>
                  </a:extLst>
                </p:cNvPr>
                <p:cNvSpPr/>
                <p:nvPr/>
              </p:nvSpPr>
              <p:spPr>
                <a:xfrm rot="879221">
                  <a:off x="965913" y="5058177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67E84515-6619-F75A-AEF9-8FF9C1DF5483}"/>
                    </a:ext>
                  </a:extLst>
                </p:cNvPr>
                <p:cNvSpPr/>
                <p:nvPr/>
              </p:nvSpPr>
              <p:spPr>
                <a:xfrm rot="879221">
                  <a:off x="1271900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663F99CB-95DB-376D-DC00-22EB329C6AD3}"/>
                    </a:ext>
                  </a:extLst>
                </p:cNvPr>
                <p:cNvSpPr/>
                <p:nvPr/>
              </p:nvSpPr>
              <p:spPr>
                <a:xfrm rot="879221">
                  <a:off x="1587889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E2FE5AF-EEB3-77E3-A963-16D4BC737705}"/>
                  </a:ext>
                </a:extLst>
              </p:cNvPr>
              <p:cNvGrpSpPr/>
              <p:nvPr/>
            </p:nvGrpSpPr>
            <p:grpSpPr>
              <a:xfrm>
                <a:off x="3699143" y="5046291"/>
                <a:ext cx="965866" cy="447135"/>
                <a:chOff x="965913" y="5049015"/>
                <a:chExt cx="965866" cy="447135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3A8B8051-5E36-45EB-B333-B58C0C358796}"/>
                    </a:ext>
                  </a:extLst>
                </p:cNvPr>
                <p:cNvSpPr/>
                <p:nvPr/>
              </p:nvSpPr>
              <p:spPr>
                <a:xfrm rot="879221">
                  <a:off x="965913" y="5058177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8052740-5250-8C70-F9B5-864B30660341}"/>
                    </a:ext>
                  </a:extLst>
                </p:cNvPr>
                <p:cNvSpPr/>
                <p:nvPr/>
              </p:nvSpPr>
              <p:spPr>
                <a:xfrm rot="879221">
                  <a:off x="1271900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5F42D22A-B823-B74F-F3A3-AAD6B79EAB6F}"/>
                    </a:ext>
                  </a:extLst>
                </p:cNvPr>
                <p:cNvSpPr/>
                <p:nvPr/>
              </p:nvSpPr>
              <p:spPr>
                <a:xfrm rot="879221">
                  <a:off x="1587889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2798760-7041-317C-EBCA-4E8942A6CC96}"/>
                  </a:ext>
                </a:extLst>
              </p:cNvPr>
              <p:cNvGrpSpPr/>
              <p:nvPr/>
            </p:nvGrpSpPr>
            <p:grpSpPr>
              <a:xfrm>
                <a:off x="4610313" y="5023221"/>
                <a:ext cx="965866" cy="447135"/>
                <a:chOff x="965913" y="5049015"/>
                <a:chExt cx="965866" cy="447135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FB3C5B64-5580-6211-B002-60AC0ACA54D6}"/>
                    </a:ext>
                  </a:extLst>
                </p:cNvPr>
                <p:cNvSpPr/>
                <p:nvPr/>
              </p:nvSpPr>
              <p:spPr>
                <a:xfrm rot="879221">
                  <a:off x="965913" y="5058177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4019762-FBB0-81FC-A273-80A3521D03AD}"/>
                    </a:ext>
                  </a:extLst>
                </p:cNvPr>
                <p:cNvSpPr/>
                <p:nvPr/>
              </p:nvSpPr>
              <p:spPr>
                <a:xfrm rot="879221">
                  <a:off x="1271900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B2DFEE0C-EB2C-5C57-FB9F-5DD09A826904}"/>
                    </a:ext>
                  </a:extLst>
                </p:cNvPr>
                <p:cNvSpPr/>
                <p:nvPr/>
              </p:nvSpPr>
              <p:spPr>
                <a:xfrm rot="879221">
                  <a:off x="1587889" y="5049015"/>
                  <a:ext cx="343890" cy="437973"/>
                </a:xfrm>
                <a:prstGeom prst="ellipse">
                  <a:avLst/>
                </a:prstGeom>
                <a:solidFill>
                  <a:srgbClr val="5B2E1C"/>
                </a:solidFill>
                <a:ln>
                  <a:solidFill>
                    <a:srgbClr val="5B2E1C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76AE9AF-F4B0-79F2-D9DB-8F0609D40293}"/>
                  </a:ext>
                </a:extLst>
              </p:cNvPr>
              <p:cNvSpPr/>
              <p:nvPr/>
            </p:nvSpPr>
            <p:spPr>
              <a:xfrm rot="879221">
                <a:off x="5524473" y="5019078"/>
                <a:ext cx="343890" cy="437973"/>
              </a:xfrm>
              <a:prstGeom prst="ellipse">
                <a:avLst/>
              </a:prstGeom>
              <a:solidFill>
                <a:srgbClr val="5B2E1C"/>
              </a:solidFill>
              <a:ln>
                <a:solidFill>
                  <a:srgbClr val="5B2E1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CBA44AD3-9533-BF16-8222-D0BFA1987BB5}"/>
                  </a:ext>
                </a:extLst>
              </p:cNvPr>
              <p:cNvSpPr/>
              <p:nvPr/>
            </p:nvSpPr>
            <p:spPr>
              <a:xfrm rot="879221">
                <a:off x="5795770" y="5026426"/>
                <a:ext cx="343890" cy="437973"/>
              </a:xfrm>
              <a:prstGeom prst="ellipse">
                <a:avLst/>
              </a:prstGeom>
              <a:solidFill>
                <a:srgbClr val="5B2E1C"/>
              </a:solidFill>
              <a:ln>
                <a:solidFill>
                  <a:srgbClr val="5B2E1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76F68E6-1915-4537-B6B6-9F18855EF2FE}"/>
                </a:ext>
              </a:extLst>
            </p:cNvPr>
            <p:cNvSpPr/>
            <p:nvPr/>
          </p:nvSpPr>
          <p:spPr>
            <a:xfrm>
              <a:off x="946325" y="4987240"/>
              <a:ext cx="5105181" cy="190756"/>
            </a:xfrm>
            <a:custGeom>
              <a:avLst/>
              <a:gdLst>
                <a:gd name="connsiteX0" fmla="*/ 0 w 5105181"/>
                <a:gd name="connsiteY0" fmla="*/ 0 h 165356"/>
                <a:gd name="connsiteX1" fmla="*/ 5105181 w 5105181"/>
                <a:gd name="connsiteY1" fmla="*/ 0 h 165356"/>
                <a:gd name="connsiteX2" fmla="*/ 5105181 w 5105181"/>
                <a:gd name="connsiteY2" fmla="*/ 165356 h 165356"/>
                <a:gd name="connsiteX3" fmla="*/ 0 w 5105181"/>
                <a:gd name="connsiteY3" fmla="*/ 165356 h 165356"/>
                <a:gd name="connsiteX4" fmla="*/ 0 w 5105181"/>
                <a:gd name="connsiteY4" fmla="*/ 0 h 165356"/>
                <a:gd name="connsiteX0" fmla="*/ 0 w 5105181"/>
                <a:gd name="connsiteY0" fmla="*/ 25400 h 190756"/>
                <a:gd name="connsiteX1" fmla="*/ 5098831 w 5105181"/>
                <a:gd name="connsiteY1" fmla="*/ 0 h 190756"/>
                <a:gd name="connsiteX2" fmla="*/ 5105181 w 5105181"/>
                <a:gd name="connsiteY2" fmla="*/ 190756 h 190756"/>
                <a:gd name="connsiteX3" fmla="*/ 0 w 5105181"/>
                <a:gd name="connsiteY3" fmla="*/ 190756 h 190756"/>
                <a:gd name="connsiteX4" fmla="*/ 0 w 5105181"/>
                <a:gd name="connsiteY4" fmla="*/ 25400 h 19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5181" h="190756">
                  <a:moveTo>
                    <a:pt x="0" y="25400"/>
                  </a:moveTo>
                  <a:lnTo>
                    <a:pt x="5098831" y="0"/>
                  </a:lnTo>
                  <a:lnTo>
                    <a:pt x="5105181" y="190756"/>
                  </a:lnTo>
                  <a:lnTo>
                    <a:pt x="0" y="190756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B2E1C"/>
            </a:solidFill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828E9FA-802F-E546-6475-C4444EA1E47A}"/>
              </a:ext>
            </a:extLst>
          </p:cNvPr>
          <p:cNvGrpSpPr/>
          <p:nvPr/>
        </p:nvGrpSpPr>
        <p:grpSpPr>
          <a:xfrm flipH="1">
            <a:off x="12170827" y="3530862"/>
            <a:ext cx="2180011" cy="3004845"/>
            <a:chOff x="775583" y="3006189"/>
            <a:chExt cx="2707213" cy="3731518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40E0727-1215-2713-A70F-261BB6EBF607}"/>
                </a:ext>
              </a:extLst>
            </p:cNvPr>
            <p:cNvGrpSpPr/>
            <p:nvPr/>
          </p:nvGrpSpPr>
          <p:grpSpPr>
            <a:xfrm>
              <a:off x="775583" y="3010667"/>
              <a:ext cx="2707213" cy="3727040"/>
              <a:chOff x="3332933" y="5180430"/>
              <a:chExt cx="3105511" cy="4275380"/>
            </a:xfrm>
          </p:grpSpPr>
          <p:sp>
            <p:nvSpPr>
              <p:cNvPr id="198" name="Rectangle: Rounded Corners 197">
                <a:extLst>
                  <a:ext uri="{FF2B5EF4-FFF2-40B4-BE49-F238E27FC236}">
                    <a16:creationId xmlns:a16="http://schemas.microsoft.com/office/drawing/2014/main" id="{F116DB8A-C834-2F3F-D428-B136218FCBBD}"/>
                  </a:ext>
                </a:extLst>
              </p:cNvPr>
              <p:cNvSpPr/>
              <p:nvPr/>
            </p:nvSpPr>
            <p:spPr>
              <a:xfrm rot="21309846">
                <a:off x="3332933" y="6499961"/>
                <a:ext cx="519913" cy="787755"/>
              </a:xfrm>
              <a:prstGeom prst="roundRect">
                <a:avLst/>
              </a:pr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5B13F680-6D7D-E727-C478-2DAE39821B9D}"/>
                  </a:ext>
                </a:extLst>
              </p:cNvPr>
              <p:cNvSpPr/>
              <p:nvPr/>
            </p:nvSpPr>
            <p:spPr>
              <a:xfrm rot="18754365">
                <a:off x="3742788" y="6956312"/>
                <a:ext cx="649908" cy="923978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77813FC-F447-F811-123A-1126088B1504}"/>
                  </a:ext>
                </a:extLst>
              </p:cNvPr>
              <p:cNvSpPr/>
              <p:nvPr/>
            </p:nvSpPr>
            <p:spPr>
              <a:xfrm rot="18541035" flipH="1">
                <a:off x="5692593" y="7220075"/>
                <a:ext cx="620241" cy="485827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241" h="485827">
                    <a:moveTo>
                      <a:pt x="0" y="0"/>
                    </a:moveTo>
                    <a:cubicBezTo>
                      <a:pt x="74612" y="141288"/>
                      <a:pt x="430213" y="328613"/>
                      <a:pt x="533400" y="409575"/>
                    </a:cubicBezTo>
                    <a:cubicBezTo>
                      <a:pt x="636587" y="490537"/>
                      <a:pt x="619125" y="485775"/>
                      <a:pt x="619125" y="485775"/>
                    </a:cubicBezTo>
                    <a:lnTo>
                      <a:pt x="619125" y="48577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F7676AC-352F-D4E2-8EC6-2EAAAFC4E2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1649" y="7761370"/>
                <a:ext cx="26238" cy="169444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F04F1D69-B5E7-1C04-5E16-8C70D68A70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5058" y="7692077"/>
                <a:ext cx="5307" cy="163360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FB610056-0922-5DF3-4B15-A8557D4C8AEC}"/>
                  </a:ext>
                </a:extLst>
              </p:cNvPr>
              <p:cNvSpPr/>
              <p:nvPr/>
            </p:nvSpPr>
            <p:spPr>
              <a:xfrm>
                <a:off x="3644648" y="5180430"/>
                <a:ext cx="2793796" cy="2695677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0" name="Rectangle: Top Corners Rounded 89">
                <a:extLst>
                  <a:ext uri="{FF2B5EF4-FFF2-40B4-BE49-F238E27FC236}">
                    <a16:creationId xmlns:a16="http://schemas.microsoft.com/office/drawing/2014/main" id="{6AFB0C60-A7AC-E6F8-6B74-52084B3EB324}"/>
                  </a:ext>
                </a:extLst>
              </p:cNvPr>
              <p:cNvSpPr/>
              <p:nvPr/>
            </p:nvSpPr>
            <p:spPr>
              <a:xfrm>
                <a:off x="4999948" y="9175022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1" name="Rectangle: Top Corners Rounded 90">
                <a:extLst>
                  <a:ext uri="{FF2B5EF4-FFF2-40B4-BE49-F238E27FC236}">
                    <a16:creationId xmlns:a16="http://schemas.microsoft.com/office/drawing/2014/main" id="{D839935B-A668-A329-2B3B-5DCBDB871711}"/>
                  </a:ext>
                </a:extLst>
              </p:cNvPr>
              <p:cNvSpPr/>
              <p:nvPr/>
            </p:nvSpPr>
            <p:spPr>
              <a:xfrm>
                <a:off x="4462645" y="9255500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1B3D013-6A5E-D2AA-E203-4E4E6B4B8E41}"/>
                  </a:ext>
                </a:extLst>
              </p:cNvPr>
              <p:cNvSpPr/>
              <p:nvPr/>
            </p:nvSpPr>
            <p:spPr>
              <a:xfrm>
                <a:off x="4609151" y="5857615"/>
                <a:ext cx="100007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E47186E-1864-E50E-3E12-A806F4F91F90}"/>
                </a:ext>
              </a:extLst>
            </p:cNvPr>
            <p:cNvGrpSpPr/>
            <p:nvPr/>
          </p:nvGrpSpPr>
          <p:grpSpPr>
            <a:xfrm flipH="1">
              <a:off x="1047319" y="3006189"/>
              <a:ext cx="2258835" cy="641847"/>
              <a:chOff x="736190" y="2248688"/>
              <a:chExt cx="2258835" cy="641847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C03D5A8-9C4C-9C1F-BBB3-3655D8E8C9F2}"/>
                  </a:ext>
                </a:extLst>
              </p:cNvPr>
              <p:cNvSpPr/>
              <p:nvPr/>
            </p:nvSpPr>
            <p:spPr>
              <a:xfrm flipH="1">
                <a:off x="736190" y="2738726"/>
                <a:ext cx="2258835" cy="151809"/>
              </a:xfrm>
              <a:custGeom>
                <a:avLst/>
                <a:gdLst>
                  <a:gd name="connsiteX0" fmla="*/ 986183 w 1972366"/>
                  <a:gd name="connsiteY0" fmla="*/ 0 h 132556"/>
                  <a:gd name="connsiteX1" fmla="*/ 69274 w 1972366"/>
                  <a:gd name="connsiteY1" fmla="*/ 29221 h 132556"/>
                  <a:gd name="connsiteX2" fmla="*/ 36471 w 1972366"/>
                  <a:gd name="connsiteY2" fmla="*/ 32458 h 132556"/>
                  <a:gd name="connsiteX3" fmla="*/ 13888 w 1972366"/>
                  <a:gd name="connsiteY3" fmla="*/ 68325 h 132556"/>
                  <a:gd name="connsiteX4" fmla="*/ 0 w 1972366"/>
                  <a:gd name="connsiteY4" fmla="*/ 96142 h 132556"/>
                  <a:gd name="connsiteX5" fmla="*/ 13888 w 1972366"/>
                  <a:gd name="connsiteY5" fmla="*/ 97870 h 132556"/>
                  <a:gd name="connsiteX6" fmla="*/ 986183 w 1972366"/>
                  <a:gd name="connsiteY6" fmla="*/ 132556 h 132556"/>
                  <a:gd name="connsiteX7" fmla="*/ 1958478 w 1972366"/>
                  <a:gd name="connsiteY7" fmla="*/ 97870 h 132556"/>
                  <a:gd name="connsiteX8" fmla="*/ 1972366 w 1972366"/>
                  <a:gd name="connsiteY8" fmla="*/ 96142 h 132556"/>
                  <a:gd name="connsiteX9" fmla="*/ 1958478 w 1972366"/>
                  <a:gd name="connsiteY9" fmla="*/ 68325 h 132556"/>
                  <a:gd name="connsiteX10" fmla="*/ 1935895 w 1972366"/>
                  <a:gd name="connsiteY10" fmla="*/ 32458 h 132556"/>
                  <a:gd name="connsiteX11" fmla="*/ 1903092 w 1972366"/>
                  <a:gd name="connsiteY11" fmla="*/ 29221 h 132556"/>
                  <a:gd name="connsiteX12" fmla="*/ 986183 w 1972366"/>
                  <a:gd name="connsiteY12" fmla="*/ 0 h 132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72366" h="132556">
                    <a:moveTo>
                      <a:pt x="986183" y="0"/>
                    </a:moveTo>
                    <a:cubicBezTo>
                      <a:pt x="604501" y="0"/>
                      <a:pt x="267987" y="11592"/>
                      <a:pt x="69274" y="29221"/>
                    </a:cubicBezTo>
                    <a:lnTo>
                      <a:pt x="36471" y="32458"/>
                    </a:lnTo>
                    <a:lnTo>
                      <a:pt x="13888" y="68325"/>
                    </a:lnTo>
                    <a:lnTo>
                      <a:pt x="0" y="96142"/>
                    </a:lnTo>
                    <a:lnTo>
                      <a:pt x="13888" y="97870"/>
                    </a:lnTo>
                    <a:cubicBezTo>
                      <a:pt x="201135" y="118531"/>
                      <a:pt x="566333" y="132556"/>
                      <a:pt x="986183" y="132556"/>
                    </a:cubicBezTo>
                    <a:cubicBezTo>
                      <a:pt x="1406033" y="132556"/>
                      <a:pt x="1771231" y="118531"/>
                      <a:pt x="1958478" y="97870"/>
                    </a:cubicBezTo>
                    <a:lnTo>
                      <a:pt x="1972366" y="96142"/>
                    </a:lnTo>
                    <a:lnTo>
                      <a:pt x="1958478" y="68325"/>
                    </a:lnTo>
                    <a:lnTo>
                      <a:pt x="1935895" y="32458"/>
                    </a:lnTo>
                    <a:lnTo>
                      <a:pt x="1903092" y="29221"/>
                    </a:lnTo>
                    <a:cubicBezTo>
                      <a:pt x="1704380" y="11592"/>
                      <a:pt x="1367865" y="0"/>
                      <a:pt x="986183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6946A76-7E8C-A1BD-CAB4-2B2F6752313C}"/>
                  </a:ext>
                </a:extLst>
              </p:cNvPr>
              <p:cNvSpPr/>
              <p:nvPr/>
            </p:nvSpPr>
            <p:spPr>
              <a:xfrm flipH="1">
                <a:off x="772661" y="2248688"/>
                <a:ext cx="2175300" cy="598383"/>
              </a:xfrm>
              <a:custGeom>
                <a:avLst/>
                <a:gdLst>
                  <a:gd name="connsiteX0" fmla="*/ 949712 w 1899424"/>
                  <a:gd name="connsiteY0" fmla="*/ 0 h 522495"/>
                  <a:gd name="connsiteX1" fmla="*/ 32803 w 1899424"/>
                  <a:gd name="connsiteY1" fmla="*/ 470394 h 522495"/>
                  <a:gd name="connsiteX2" fmla="*/ 0 w 1899424"/>
                  <a:gd name="connsiteY2" fmla="*/ 522495 h 522495"/>
                  <a:gd name="connsiteX3" fmla="*/ 32803 w 1899424"/>
                  <a:gd name="connsiteY3" fmla="*/ 519258 h 522495"/>
                  <a:gd name="connsiteX4" fmla="*/ 949712 w 1899424"/>
                  <a:gd name="connsiteY4" fmla="*/ 490037 h 522495"/>
                  <a:gd name="connsiteX5" fmla="*/ 1866621 w 1899424"/>
                  <a:gd name="connsiteY5" fmla="*/ 519258 h 522495"/>
                  <a:gd name="connsiteX6" fmla="*/ 1899424 w 1899424"/>
                  <a:gd name="connsiteY6" fmla="*/ 522495 h 522495"/>
                  <a:gd name="connsiteX7" fmla="*/ 1866621 w 1899424"/>
                  <a:gd name="connsiteY7" fmla="*/ 470394 h 522495"/>
                  <a:gd name="connsiteX8" fmla="*/ 949712 w 1899424"/>
                  <a:gd name="connsiteY8" fmla="*/ 0 h 522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9424" h="522495">
                    <a:moveTo>
                      <a:pt x="949712" y="0"/>
                    </a:moveTo>
                    <a:cubicBezTo>
                      <a:pt x="568030" y="0"/>
                      <a:pt x="231516" y="186592"/>
                      <a:pt x="32803" y="470394"/>
                    </a:cubicBezTo>
                    <a:lnTo>
                      <a:pt x="0" y="522495"/>
                    </a:lnTo>
                    <a:lnTo>
                      <a:pt x="32803" y="519258"/>
                    </a:lnTo>
                    <a:cubicBezTo>
                      <a:pt x="231516" y="501629"/>
                      <a:pt x="568030" y="490037"/>
                      <a:pt x="949712" y="490037"/>
                    </a:cubicBezTo>
                    <a:cubicBezTo>
                      <a:pt x="1331394" y="490037"/>
                      <a:pt x="1667909" y="501629"/>
                      <a:pt x="1866621" y="519258"/>
                    </a:cubicBezTo>
                    <a:lnTo>
                      <a:pt x="1899424" y="522495"/>
                    </a:lnTo>
                    <a:lnTo>
                      <a:pt x="1866621" y="470394"/>
                    </a:lnTo>
                    <a:cubicBezTo>
                      <a:pt x="1667909" y="186592"/>
                      <a:pt x="1331394" y="0"/>
                      <a:pt x="949712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16" name="Oval 115">
            <a:extLst>
              <a:ext uri="{FF2B5EF4-FFF2-40B4-BE49-F238E27FC236}">
                <a16:creationId xmlns:a16="http://schemas.microsoft.com/office/drawing/2014/main" id="{6100A319-D6EC-DCDF-A553-0B12E8C420DD}"/>
              </a:ext>
            </a:extLst>
          </p:cNvPr>
          <p:cNvSpPr/>
          <p:nvPr/>
        </p:nvSpPr>
        <p:spPr>
          <a:xfrm>
            <a:off x="2858509" y="7212864"/>
            <a:ext cx="202594" cy="202594"/>
          </a:xfrm>
          <a:prstGeom prst="ellipse">
            <a:avLst/>
          </a:prstGeom>
          <a:solidFill>
            <a:srgbClr val="5B2E1C"/>
          </a:solidFill>
          <a:ln>
            <a:solidFill>
              <a:srgbClr val="5B2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Cloud 209">
            <a:extLst>
              <a:ext uri="{FF2B5EF4-FFF2-40B4-BE49-F238E27FC236}">
                <a16:creationId xmlns:a16="http://schemas.microsoft.com/office/drawing/2014/main" id="{43786780-4407-60DA-54A9-13D09D32A01C}"/>
              </a:ext>
            </a:extLst>
          </p:cNvPr>
          <p:cNvSpPr/>
          <p:nvPr/>
        </p:nvSpPr>
        <p:spPr>
          <a:xfrm>
            <a:off x="468511" y="420291"/>
            <a:ext cx="2306966" cy="1367273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Cloud 211">
            <a:extLst>
              <a:ext uri="{FF2B5EF4-FFF2-40B4-BE49-F238E27FC236}">
                <a16:creationId xmlns:a16="http://schemas.microsoft.com/office/drawing/2014/main" id="{418F0322-AE76-E403-E192-5DBD4B9E2EC7}"/>
              </a:ext>
            </a:extLst>
          </p:cNvPr>
          <p:cNvSpPr/>
          <p:nvPr/>
        </p:nvSpPr>
        <p:spPr>
          <a:xfrm>
            <a:off x="6173027" y="-432948"/>
            <a:ext cx="2306966" cy="1367273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Sun 212">
            <a:extLst>
              <a:ext uri="{FF2B5EF4-FFF2-40B4-BE49-F238E27FC236}">
                <a16:creationId xmlns:a16="http://schemas.microsoft.com/office/drawing/2014/main" id="{CEE07453-B74F-3092-095B-E82852C27357}"/>
              </a:ext>
            </a:extLst>
          </p:cNvPr>
          <p:cNvSpPr/>
          <p:nvPr/>
        </p:nvSpPr>
        <p:spPr>
          <a:xfrm>
            <a:off x="3587276" y="309291"/>
            <a:ext cx="1418043" cy="1418043"/>
          </a:xfrm>
          <a:prstGeom prst="sun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glow rad="25400">
              <a:srgbClr val="FFC000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8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8AA-EBA6-A3CE-8F24-307F94678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58C54EE-0FCC-E5F1-88F9-A92DE38BF6D1}"/>
              </a:ext>
            </a:extLst>
          </p:cNvPr>
          <p:cNvGrpSpPr/>
          <p:nvPr/>
        </p:nvGrpSpPr>
        <p:grpSpPr>
          <a:xfrm>
            <a:off x="0" y="2510675"/>
            <a:ext cx="6858000" cy="4505782"/>
            <a:chOff x="0" y="1637673"/>
            <a:chExt cx="6858000" cy="4505782"/>
          </a:xfrm>
        </p:grpSpPr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9AA30ECE-1E02-D2FB-062F-09C715004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4940"/>
            <a:stretch/>
          </p:blipFill>
          <p:spPr>
            <a:xfrm>
              <a:off x="0" y="1686485"/>
              <a:ext cx="6858000" cy="4346146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1C85A5A-AD55-46E2-36DD-DA7DB8D3801F}"/>
                </a:ext>
              </a:extLst>
            </p:cNvPr>
            <p:cNvGrpSpPr/>
            <p:nvPr/>
          </p:nvGrpSpPr>
          <p:grpSpPr>
            <a:xfrm>
              <a:off x="86911" y="1637673"/>
              <a:ext cx="6684177" cy="4505782"/>
              <a:chOff x="3441335" y="1810034"/>
              <a:chExt cx="5274823" cy="355574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51B637-6D74-A7BA-CB0F-73763EC6FB3B}"/>
                  </a:ext>
                </a:extLst>
              </p:cNvPr>
              <p:cNvSpPr/>
              <p:nvPr/>
            </p:nvSpPr>
            <p:spPr>
              <a:xfrm>
                <a:off x="3441335" y="1933555"/>
                <a:ext cx="5274823" cy="3278525"/>
              </a:xfrm>
              <a:prstGeom prst="rect">
                <a:avLst/>
              </a:prstGeom>
              <a:noFill/>
              <a:ln w="203200" cap="flat" cmpd="sng" algn="ctr">
                <a:solidFill>
                  <a:srgbClr val="DAA36D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6EDF5918-AE73-A8A7-A06C-3058568E133D}"/>
                  </a:ext>
                </a:extLst>
              </p:cNvPr>
              <p:cNvGrpSpPr/>
              <p:nvPr/>
            </p:nvGrpSpPr>
            <p:grpSpPr>
              <a:xfrm>
                <a:off x="7900420" y="1810034"/>
                <a:ext cx="801657" cy="3537201"/>
                <a:chOff x="7870158" y="1759934"/>
                <a:chExt cx="801657" cy="3537201"/>
              </a:xfrm>
            </p:grpSpPr>
            <p:sp>
              <p:nvSpPr>
                <p:cNvPr id="21" name="Rectangle 44">
                  <a:extLst>
                    <a:ext uri="{FF2B5EF4-FFF2-40B4-BE49-F238E27FC236}">
                      <a16:creationId xmlns:a16="http://schemas.microsoft.com/office/drawing/2014/main" id="{DD8B8FFF-FA84-55FE-9C23-97734F758A5D}"/>
                    </a:ext>
                  </a:extLst>
                </p:cNvPr>
                <p:cNvSpPr/>
                <p:nvPr/>
              </p:nvSpPr>
              <p:spPr>
                <a:xfrm flipV="1">
                  <a:off x="7886396" y="4880271"/>
                  <a:ext cx="686841" cy="357204"/>
                </a:xfrm>
                <a:custGeom>
                  <a:avLst/>
                  <a:gdLst>
                    <a:gd name="connsiteX0" fmla="*/ 0 w 391565"/>
                    <a:gd name="connsiteY0" fmla="*/ 0 h 45719"/>
                    <a:gd name="connsiteX1" fmla="*/ 391565 w 391565"/>
                    <a:gd name="connsiteY1" fmla="*/ 0 h 45719"/>
                    <a:gd name="connsiteX2" fmla="*/ 391565 w 391565"/>
                    <a:gd name="connsiteY2" fmla="*/ 45719 h 45719"/>
                    <a:gd name="connsiteX3" fmla="*/ 0 w 391565"/>
                    <a:gd name="connsiteY3" fmla="*/ 45719 h 45719"/>
                    <a:gd name="connsiteX4" fmla="*/ 0 w 391565"/>
                    <a:gd name="connsiteY4" fmla="*/ 0 h 45719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391565 w 701128"/>
                    <a:gd name="connsiteY2" fmla="*/ 288607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696365 w 701128"/>
                    <a:gd name="connsiteY2" fmla="*/ 126682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374332"/>
                    <a:gd name="connsiteX1" fmla="*/ 701128 w 701128"/>
                    <a:gd name="connsiteY1" fmla="*/ 0 h 374332"/>
                    <a:gd name="connsiteX2" fmla="*/ 696365 w 701128"/>
                    <a:gd name="connsiteY2" fmla="*/ 126682 h 374332"/>
                    <a:gd name="connsiteX3" fmla="*/ 9525 w 701128"/>
                    <a:gd name="connsiteY3" fmla="*/ 374332 h 374332"/>
                    <a:gd name="connsiteX4" fmla="*/ 0 w 701128"/>
                    <a:gd name="connsiteY4" fmla="*/ 242888 h 37433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696365 w 701128"/>
                    <a:gd name="connsiteY2" fmla="*/ 126682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701128 w 701128"/>
                    <a:gd name="connsiteY2" fmla="*/ 150494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60044"/>
                    <a:gd name="connsiteX1" fmla="*/ 701128 w 701128"/>
                    <a:gd name="connsiteY1" fmla="*/ 0 h 360044"/>
                    <a:gd name="connsiteX2" fmla="*/ 701128 w 701128"/>
                    <a:gd name="connsiteY2" fmla="*/ 150494 h 360044"/>
                    <a:gd name="connsiteX3" fmla="*/ 4763 w 701128"/>
                    <a:gd name="connsiteY3" fmla="*/ 360044 h 360044"/>
                    <a:gd name="connsiteX4" fmla="*/ 0 w 701128"/>
                    <a:gd name="connsiteY4" fmla="*/ 242888 h 360044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59080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59080 h 388619"/>
                    <a:gd name="connsiteX0" fmla="*/ 0 w 701128"/>
                    <a:gd name="connsiteY0" fmla="*/ 269874 h 399413"/>
                    <a:gd name="connsiteX1" fmla="*/ 663028 w 701128"/>
                    <a:gd name="connsiteY1" fmla="*/ 0 h 399413"/>
                    <a:gd name="connsiteX2" fmla="*/ 701128 w 701128"/>
                    <a:gd name="connsiteY2" fmla="*/ 161288 h 399413"/>
                    <a:gd name="connsiteX3" fmla="*/ 9525 w 701128"/>
                    <a:gd name="connsiteY3" fmla="*/ 399413 h 399413"/>
                    <a:gd name="connsiteX4" fmla="*/ 0 w 701128"/>
                    <a:gd name="connsiteY4" fmla="*/ 269874 h 399413"/>
                    <a:gd name="connsiteX0" fmla="*/ 0 w 686841"/>
                    <a:gd name="connsiteY0" fmla="*/ 269874 h 399413"/>
                    <a:gd name="connsiteX1" fmla="*/ 663028 w 686841"/>
                    <a:gd name="connsiteY1" fmla="*/ 0 h 399413"/>
                    <a:gd name="connsiteX2" fmla="*/ 686841 w 686841"/>
                    <a:gd name="connsiteY2" fmla="*/ 172082 h 399413"/>
                    <a:gd name="connsiteX3" fmla="*/ 9525 w 686841"/>
                    <a:gd name="connsiteY3" fmla="*/ 399413 h 399413"/>
                    <a:gd name="connsiteX4" fmla="*/ 0 w 686841"/>
                    <a:gd name="connsiteY4" fmla="*/ 269874 h 399413"/>
                    <a:gd name="connsiteX0" fmla="*/ 0 w 686841"/>
                    <a:gd name="connsiteY0" fmla="*/ 275272 h 404811"/>
                    <a:gd name="connsiteX1" fmla="*/ 682078 w 686841"/>
                    <a:gd name="connsiteY1" fmla="*/ 0 h 404811"/>
                    <a:gd name="connsiteX2" fmla="*/ 686841 w 686841"/>
                    <a:gd name="connsiteY2" fmla="*/ 177480 h 404811"/>
                    <a:gd name="connsiteX3" fmla="*/ 9525 w 686841"/>
                    <a:gd name="connsiteY3" fmla="*/ 404811 h 404811"/>
                    <a:gd name="connsiteX4" fmla="*/ 0 w 686841"/>
                    <a:gd name="connsiteY4" fmla="*/ 275272 h 404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841" h="404811">
                      <a:moveTo>
                        <a:pt x="0" y="275272"/>
                      </a:moveTo>
                      <a:lnTo>
                        <a:pt x="682078" y="0"/>
                      </a:lnTo>
                      <a:lnTo>
                        <a:pt x="686841" y="177480"/>
                      </a:lnTo>
                      <a:lnTo>
                        <a:pt x="9525" y="404811"/>
                      </a:lnTo>
                      <a:lnTo>
                        <a:pt x="0" y="275272"/>
                      </a:lnTo>
                      <a:close/>
                    </a:path>
                  </a:pathLst>
                </a:custGeom>
                <a:solidFill>
                  <a:srgbClr val="DAA36D"/>
                </a:solidFill>
                <a:ln w="38100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 44">
                  <a:extLst>
                    <a:ext uri="{FF2B5EF4-FFF2-40B4-BE49-F238E27FC236}">
                      <a16:creationId xmlns:a16="http://schemas.microsoft.com/office/drawing/2014/main" id="{884ADA97-4D10-5DEA-A515-4A40E28C194C}"/>
                    </a:ext>
                  </a:extLst>
                </p:cNvPr>
                <p:cNvSpPr/>
                <p:nvPr/>
              </p:nvSpPr>
              <p:spPr>
                <a:xfrm flipV="1">
                  <a:off x="7886905" y="4891513"/>
                  <a:ext cx="686841" cy="357204"/>
                </a:xfrm>
                <a:custGeom>
                  <a:avLst/>
                  <a:gdLst>
                    <a:gd name="connsiteX0" fmla="*/ 0 w 391565"/>
                    <a:gd name="connsiteY0" fmla="*/ 0 h 45719"/>
                    <a:gd name="connsiteX1" fmla="*/ 391565 w 391565"/>
                    <a:gd name="connsiteY1" fmla="*/ 0 h 45719"/>
                    <a:gd name="connsiteX2" fmla="*/ 391565 w 391565"/>
                    <a:gd name="connsiteY2" fmla="*/ 45719 h 45719"/>
                    <a:gd name="connsiteX3" fmla="*/ 0 w 391565"/>
                    <a:gd name="connsiteY3" fmla="*/ 45719 h 45719"/>
                    <a:gd name="connsiteX4" fmla="*/ 0 w 391565"/>
                    <a:gd name="connsiteY4" fmla="*/ 0 h 45719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391565 w 701128"/>
                    <a:gd name="connsiteY2" fmla="*/ 288607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696365 w 701128"/>
                    <a:gd name="connsiteY2" fmla="*/ 126682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374332"/>
                    <a:gd name="connsiteX1" fmla="*/ 701128 w 701128"/>
                    <a:gd name="connsiteY1" fmla="*/ 0 h 374332"/>
                    <a:gd name="connsiteX2" fmla="*/ 696365 w 701128"/>
                    <a:gd name="connsiteY2" fmla="*/ 126682 h 374332"/>
                    <a:gd name="connsiteX3" fmla="*/ 9525 w 701128"/>
                    <a:gd name="connsiteY3" fmla="*/ 374332 h 374332"/>
                    <a:gd name="connsiteX4" fmla="*/ 0 w 701128"/>
                    <a:gd name="connsiteY4" fmla="*/ 242888 h 37433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696365 w 701128"/>
                    <a:gd name="connsiteY2" fmla="*/ 126682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701128 w 701128"/>
                    <a:gd name="connsiteY2" fmla="*/ 150494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60044"/>
                    <a:gd name="connsiteX1" fmla="*/ 701128 w 701128"/>
                    <a:gd name="connsiteY1" fmla="*/ 0 h 360044"/>
                    <a:gd name="connsiteX2" fmla="*/ 701128 w 701128"/>
                    <a:gd name="connsiteY2" fmla="*/ 150494 h 360044"/>
                    <a:gd name="connsiteX3" fmla="*/ 4763 w 701128"/>
                    <a:gd name="connsiteY3" fmla="*/ 360044 h 360044"/>
                    <a:gd name="connsiteX4" fmla="*/ 0 w 701128"/>
                    <a:gd name="connsiteY4" fmla="*/ 242888 h 360044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59080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59080 h 388619"/>
                    <a:gd name="connsiteX0" fmla="*/ 0 w 701128"/>
                    <a:gd name="connsiteY0" fmla="*/ 269874 h 399413"/>
                    <a:gd name="connsiteX1" fmla="*/ 663028 w 701128"/>
                    <a:gd name="connsiteY1" fmla="*/ 0 h 399413"/>
                    <a:gd name="connsiteX2" fmla="*/ 701128 w 701128"/>
                    <a:gd name="connsiteY2" fmla="*/ 161288 h 399413"/>
                    <a:gd name="connsiteX3" fmla="*/ 9525 w 701128"/>
                    <a:gd name="connsiteY3" fmla="*/ 399413 h 399413"/>
                    <a:gd name="connsiteX4" fmla="*/ 0 w 701128"/>
                    <a:gd name="connsiteY4" fmla="*/ 269874 h 399413"/>
                    <a:gd name="connsiteX0" fmla="*/ 0 w 686841"/>
                    <a:gd name="connsiteY0" fmla="*/ 269874 h 399413"/>
                    <a:gd name="connsiteX1" fmla="*/ 663028 w 686841"/>
                    <a:gd name="connsiteY1" fmla="*/ 0 h 399413"/>
                    <a:gd name="connsiteX2" fmla="*/ 686841 w 686841"/>
                    <a:gd name="connsiteY2" fmla="*/ 172082 h 399413"/>
                    <a:gd name="connsiteX3" fmla="*/ 9525 w 686841"/>
                    <a:gd name="connsiteY3" fmla="*/ 399413 h 399413"/>
                    <a:gd name="connsiteX4" fmla="*/ 0 w 686841"/>
                    <a:gd name="connsiteY4" fmla="*/ 269874 h 399413"/>
                    <a:gd name="connsiteX0" fmla="*/ 0 w 686841"/>
                    <a:gd name="connsiteY0" fmla="*/ 275272 h 404811"/>
                    <a:gd name="connsiteX1" fmla="*/ 682078 w 686841"/>
                    <a:gd name="connsiteY1" fmla="*/ 0 h 404811"/>
                    <a:gd name="connsiteX2" fmla="*/ 686841 w 686841"/>
                    <a:gd name="connsiteY2" fmla="*/ 177480 h 404811"/>
                    <a:gd name="connsiteX3" fmla="*/ 9525 w 686841"/>
                    <a:gd name="connsiteY3" fmla="*/ 404811 h 404811"/>
                    <a:gd name="connsiteX4" fmla="*/ 0 w 686841"/>
                    <a:gd name="connsiteY4" fmla="*/ 275272 h 404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841" h="404811">
                      <a:moveTo>
                        <a:pt x="0" y="275272"/>
                      </a:moveTo>
                      <a:lnTo>
                        <a:pt x="682078" y="0"/>
                      </a:lnTo>
                      <a:lnTo>
                        <a:pt x="686841" y="177480"/>
                      </a:lnTo>
                      <a:lnTo>
                        <a:pt x="9525" y="404811"/>
                      </a:lnTo>
                      <a:lnTo>
                        <a:pt x="0" y="275272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38100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0DF578D-651E-8135-DA1F-0215DFDEB970}"/>
                    </a:ext>
                  </a:extLst>
                </p:cNvPr>
                <p:cNvSpPr/>
                <p:nvPr/>
              </p:nvSpPr>
              <p:spPr>
                <a:xfrm>
                  <a:off x="7873374" y="2109940"/>
                  <a:ext cx="45719" cy="2755894"/>
                </a:xfrm>
                <a:prstGeom prst="rect">
                  <a:avLst/>
                </a:prstGeom>
                <a:solidFill>
                  <a:srgbClr val="44180D"/>
                </a:solidFill>
                <a:ln w="12700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61DDD2B-DC1A-2C25-AB28-CD6CBCBDBF2B}"/>
                    </a:ext>
                  </a:extLst>
                </p:cNvPr>
                <p:cNvSpPr/>
                <p:nvPr/>
              </p:nvSpPr>
              <p:spPr>
                <a:xfrm>
                  <a:off x="8229817" y="2042162"/>
                  <a:ext cx="48566" cy="2927507"/>
                </a:xfrm>
                <a:prstGeom prst="rect">
                  <a:avLst/>
                </a:prstGeom>
                <a:solidFill>
                  <a:srgbClr val="44180D"/>
                </a:solidFill>
                <a:ln w="12700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AECCE2B8-A322-AB98-270F-6C3E3AFB32E7}"/>
                    </a:ext>
                  </a:extLst>
                </p:cNvPr>
                <p:cNvSpPr/>
                <p:nvPr/>
              </p:nvSpPr>
              <p:spPr>
                <a:xfrm>
                  <a:off x="8172723" y="2006256"/>
                  <a:ext cx="77563" cy="304537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44">
                  <a:extLst>
                    <a:ext uri="{FF2B5EF4-FFF2-40B4-BE49-F238E27FC236}">
                      <a16:creationId xmlns:a16="http://schemas.microsoft.com/office/drawing/2014/main" id="{558A2478-22E9-84B8-1875-16A6AE316A2C}"/>
                    </a:ext>
                  </a:extLst>
                </p:cNvPr>
                <p:cNvSpPr/>
                <p:nvPr/>
              </p:nvSpPr>
              <p:spPr>
                <a:xfrm>
                  <a:off x="7883127" y="1864720"/>
                  <a:ext cx="673974" cy="347640"/>
                </a:xfrm>
                <a:custGeom>
                  <a:avLst/>
                  <a:gdLst>
                    <a:gd name="connsiteX0" fmla="*/ 0 w 391565"/>
                    <a:gd name="connsiteY0" fmla="*/ 0 h 45719"/>
                    <a:gd name="connsiteX1" fmla="*/ 391565 w 391565"/>
                    <a:gd name="connsiteY1" fmla="*/ 0 h 45719"/>
                    <a:gd name="connsiteX2" fmla="*/ 391565 w 391565"/>
                    <a:gd name="connsiteY2" fmla="*/ 45719 h 45719"/>
                    <a:gd name="connsiteX3" fmla="*/ 0 w 391565"/>
                    <a:gd name="connsiteY3" fmla="*/ 45719 h 45719"/>
                    <a:gd name="connsiteX4" fmla="*/ 0 w 391565"/>
                    <a:gd name="connsiteY4" fmla="*/ 0 h 45719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391565 w 701128"/>
                    <a:gd name="connsiteY2" fmla="*/ 288607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696365 w 701128"/>
                    <a:gd name="connsiteY2" fmla="*/ 126682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374332"/>
                    <a:gd name="connsiteX1" fmla="*/ 701128 w 701128"/>
                    <a:gd name="connsiteY1" fmla="*/ 0 h 374332"/>
                    <a:gd name="connsiteX2" fmla="*/ 696365 w 701128"/>
                    <a:gd name="connsiteY2" fmla="*/ 126682 h 374332"/>
                    <a:gd name="connsiteX3" fmla="*/ 9525 w 701128"/>
                    <a:gd name="connsiteY3" fmla="*/ 374332 h 374332"/>
                    <a:gd name="connsiteX4" fmla="*/ 0 w 701128"/>
                    <a:gd name="connsiteY4" fmla="*/ 242888 h 37433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696365 w 701128"/>
                    <a:gd name="connsiteY2" fmla="*/ 126682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701128 w 701128"/>
                    <a:gd name="connsiteY2" fmla="*/ 150494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60044"/>
                    <a:gd name="connsiteX1" fmla="*/ 701128 w 701128"/>
                    <a:gd name="connsiteY1" fmla="*/ 0 h 360044"/>
                    <a:gd name="connsiteX2" fmla="*/ 701128 w 701128"/>
                    <a:gd name="connsiteY2" fmla="*/ 150494 h 360044"/>
                    <a:gd name="connsiteX3" fmla="*/ 4763 w 701128"/>
                    <a:gd name="connsiteY3" fmla="*/ 360044 h 360044"/>
                    <a:gd name="connsiteX4" fmla="*/ 0 w 701128"/>
                    <a:gd name="connsiteY4" fmla="*/ 242888 h 360044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42508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37185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29199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1128" h="388619">
                      <a:moveTo>
                        <a:pt x="0" y="242888"/>
                      </a:moveTo>
                      <a:lnTo>
                        <a:pt x="701128" y="0"/>
                      </a:lnTo>
                      <a:lnTo>
                        <a:pt x="701128" y="129199"/>
                      </a:lnTo>
                      <a:lnTo>
                        <a:pt x="9525" y="388619"/>
                      </a:lnTo>
                      <a:lnTo>
                        <a:pt x="0" y="242888"/>
                      </a:lnTo>
                      <a:close/>
                    </a:path>
                  </a:pathLst>
                </a:custGeom>
                <a:solidFill>
                  <a:srgbClr val="44180D"/>
                </a:solidFill>
                <a:ln w="38100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62">
                  <a:extLst>
                    <a:ext uri="{FF2B5EF4-FFF2-40B4-BE49-F238E27FC236}">
                      <a16:creationId xmlns:a16="http://schemas.microsoft.com/office/drawing/2014/main" id="{94195404-8932-89AC-8CA8-0B1F04DC05E5}"/>
                    </a:ext>
                  </a:extLst>
                </p:cNvPr>
                <p:cNvSpPr/>
                <p:nvPr/>
              </p:nvSpPr>
              <p:spPr>
                <a:xfrm>
                  <a:off x="7883235" y="3002890"/>
                  <a:ext cx="690511" cy="168961"/>
                </a:xfrm>
                <a:custGeom>
                  <a:avLst/>
                  <a:gdLst>
                    <a:gd name="connsiteX0" fmla="*/ 0 w 622249"/>
                    <a:gd name="connsiteY0" fmla="*/ 0 h 157056"/>
                    <a:gd name="connsiteX1" fmla="*/ 622249 w 622249"/>
                    <a:gd name="connsiteY1" fmla="*/ 0 h 157056"/>
                    <a:gd name="connsiteX2" fmla="*/ 622249 w 622249"/>
                    <a:gd name="connsiteY2" fmla="*/ 157056 h 157056"/>
                    <a:gd name="connsiteX3" fmla="*/ 0 w 622249"/>
                    <a:gd name="connsiteY3" fmla="*/ 157056 h 157056"/>
                    <a:gd name="connsiteX4" fmla="*/ 0 w 62224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0 w 628599"/>
                    <a:gd name="connsiteY3" fmla="*/ 157056 h 157056"/>
                    <a:gd name="connsiteX4" fmla="*/ 0 w 62859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19050 w 628599"/>
                    <a:gd name="connsiteY3" fmla="*/ 61806 h 157056"/>
                    <a:gd name="connsiteX4" fmla="*/ 0 w 628599"/>
                    <a:gd name="connsiteY4" fmla="*/ 0 h 157056"/>
                    <a:gd name="connsiteX0" fmla="*/ 0 w 704799"/>
                    <a:gd name="connsiteY0" fmla="*/ 0 h 172931"/>
                    <a:gd name="connsiteX1" fmla="*/ 62859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95250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695274"/>
                    <a:gd name="connsiteY0" fmla="*/ 0 h 169756"/>
                    <a:gd name="connsiteX1" fmla="*/ 688924 w 695274"/>
                    <a:gd name="connsiteY1" fmla="*/ 92075 h 169756"/>
                    <a:gd name="connsiteX2" fmla="*/ 695274 w 695274"/>
                    <a:gd name="connsiteY2" fmla="*/ 169756 h 169756"/>
                    <a:gd name="connsiteX3" fmla="*/ 9525 w 695274"/>
                    <a:gd name="connsiteY3" fmla="*/ 58631 h 169756"/>
                    <a:gd name="connsiteX4" fmla="*/ 0 w 695274"/>
                    <a:gd name="connsiteY4" fmla="*/ 0 h 169756"/>
                    <a:gd name="connsiteX0" fmla="*/ 3175 w 698449"/>
                    <a:gd name="connsiteY0" fmla="*/ 0 h 169756"/>
                    <a:gd name="connsiteX1" fmla="*/ 692099 w 698449"/>
                    <a:gd name="connsiteY1" fmla="*/ 92075 h 169756"/>
                    <a:gd name="connsiteX2" fmla="*/ 698449 w 698449"/>
                    <a:gd name="connsiteY2" fmla="*/ 169756 h 169756"/>
                    <a:gd name="connsiteX3" fmla="*/ 0 w 698449"/>
                    <a:gd name="connsiteY3" fmla="*/ 58631 h 169756"/>
                    <a:gd name="connsiteX4" fmla="*/ 3175 w 698449"/>
                    <a:gd name="connsiteY4" fmla="*/ 0 h 169756"/>
                    <a:gd name="connsiteX0" fmla="*/ 3175 w 698449"/>
                    <a:gd name="connsiteY0" fmla="*/ 105568 h 275324"/>
                    <a:gd name="connsiteX1" fmla="*/ 684956 w 698449"/>
                    <a:gd name="connsiteY1" fmla="*/ 0 h 275324"/>
                    <a:gd name="connsiteX2" fmla="*/ 698449 w 698449"/>
                    <a:gd name="connsiteY2" fmla="*/ 275324 h 275324"/>
                    <a:gd name="connsiteX3" fmla="*/ 0 w 698449"/>
                    <a:gd name="connsiteY3" fmla="*/ 164199 h 275324"/>
                    <a:gd name="connsiteX4" fmla="*/ 3175 w 698449"/>
                    <a:gd name="connsiteY4" fmla="*/ 105568 h 275324"/>
                    <a:gd name="connsiteX0" fmla="*/ 3175 w 686543"/>
                    <a:gd name="connsiteY0" fmla="*/ 105568 h 164199"/>
                    <a:gd name="connsiteX1" fmla="*/ 684956 w 686543"/>
                    <a:gd name="connsiteY1" fmla="*/ 0 h 164199"/>
                    <a:gd name="connsiteX2" fmla="*/ 686543 w 686543"/>
                    <a:gd name="connsiteY2" fmla="*/ 70536 h 164199"/>
                    <a:gd name="connsiteX3" fmla="*/ 0 w 686543"/>
                    <a:gd name="connsiteY3" fmla="*/ 164199 h 164199"/>
                    <a:gd name="connsiteX4" fmla="*/ 3175 w 686543"/>
                    <a:gd name="connsiteY4" fmla="*/ 105568 h 164199"/>
                    <a:gd name="connsiteX0" fmla="*/ 3175 w 686543"/>
                    <a:gd name="connsiteY0" fmla="*/ 105568 h 168961"/>
                    <a:gd name="connsiteX1" fmla="*/ 684956 w 686543"/>
                    <a:gd name="connsiteY1" fmla="*/ 0 h 168961"/>
                    <a:gd name="connsiteX2" fmla="*/ 686543 w 686543"/>
                    <a:gd name="connsiteY2" fmla="*/ 70536 h 168961"/>
                    <a:gd name="connsiteX3" fmla="*/ 0 w 686543"/>
                    <a:gd name="connsiteY3" fmla="*/ 168961 h 168961"/>
                    <a:gd name="connsiteX4" fmla="*/ 3175 w 686543"/>
                    <a:gd name="connsiteY4" fmla="*/ 105568 h 168961"/>
                    <a:gd name="connsiteX0" fmla="*/ 0 w 690511"/>
                    <a:gd name="connsiteY0" fmla="*/ 105568 h 168961"/>
                    <a:gd name="connsiteX1" fmla="*/ 688924 w 690511"/>
                    <a:gd name="connsiteY1" fmla="*/ 0 h 168961"/>
                    <a:gd name="connsiteX2" fmla="*/ 690511 w 690511"/>
                    <a:gd name="connsiteY2" fmla="*/ 70536 h 168961"/>
                    <a:gd name="connsiteX3" fmla="*/ 3968 w 690511"/>
                    <a:gd name="connsiteY3" fmla="*/ 168961 h 168961"/>
                    <a:gd name="connsiteX4" fmla="*/ 0 w 690511"/>
                    <a:gd name="connsiteY4" fmla="*/ 105568 h 168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0511" h="168961">
                      <a:moveTo>
                        <a:pt x="0" y="105568"/>
                      </a:moveTo>
                      <a:lnTo>
                        <a:pt x="688924" y="0"/>
                      </a:lnTo>
                      <a:lnTo>
                        <a:pt x="690511" y="70536"/>
                      </a:lnTo>
                      <a:lnTo>
                        <a:pt x="3968" y="168961"/>
                      </a:lnTo>
                      <a:lnTo>
                        <a:pt x="0" y="105568"/>
                      </a:lnTo>
                      <a:close/>
                    </a:path>
                  </a:pathLst>
                </a:custGeom>
                <a:solidFill>
                  <a:srgbClr val="44180D"/>
                </a:solidFill>
                <a:ln w="28575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 62">
                  <a:extLst>
                    <a:ext uri="{FF2B5EF4-FFF2-40B4-BE49-F238E27FC236}">
                      <a16:creationId xmlns:a16="http://schemas.microsoft.com/office/drawing/2014/main" id="{D3308CE7-4D24-62BE-BA33-5C45DBF573D3}"/>
                    </a:ext>
                  </a:extLst>
                </p:cNvPr>
                <p:cNvSpPr/>
                <p:nvPr/>
              </p:nvSpPr>
              <p:spPr>
                <a:xfrm>
                  <a:off x="7874015" y="4066662"/>
                  <a:ext cx="698449" cy="169756"/>
                </a:xfrm>
                <a:custGeom>
                  <a:avLst/>
                  <a:gdLst>
                    <a:gd name="connsiteX0" fmla="*/ 0 w 622249"/>
                    <a:gd name="connsiteY0" fmla="*/ 0 h 157056"/>
                    <a:gd name="connsiteX1" fmla="*/ 622249 w 622249"/>
                    <a:gd name="connsiteY1" fmla="*/ 0 h 157056"/>
                    <a:gd name="connsiteX2" fmla="*/ 622249 w 622249"/>
                    <a:gd name="connsiteY2" fmla="*/ 157056 h 157056"/>
                    <a:gd name="connsiteX3" fmla="*/ 0 w 622249"/>
                    <a:gd name="connsiteY3" fmla="*/ 157056 h 157056"/>
                    <a:gd name="connsiteX4" fmla="*/ 0 w 62224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0 w 628599"/>
                    <a:gd name="connsiteY3" fmla="*/ 157056 h 157056"/>
                    <a:gd name="connsiteX4" fmla="*/ 0 w 62859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19050 w 628599"/>
                    <a:gd name="connsiteY3" fmla="*/ 61806 h 157056"/>
                    <a:gd name="connsiteX4" fmla="*/ 0 w 628599"/>
                    <a:gd name="connsiteY4" fmla="*/ 0 h 157056"/>
                    <a:gd name="connsiteX0" fmla="*/ 0 w 704799"/>
                    <a:gd name="connsiteY0" fmla="*/ 0 h 172931"/>
                    <a:gd name="connsiteX1" fmla="*/ 62859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95250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695274"/>
                    <a:gd name="connsiteY0" fmla="*/ 0 h 169756"/>
                    <a:gd name="connsiteX1" fmla="*/ 688924 w 695274"/>
                    <a:gd name="connsiteY1" fmla="*/ 92075 h 169756"/>
                    <a:gd name="connsiteX2" fmla="*/ 695274 w 695274"/>
                    <a:gd name="connsiteY2" fmla="*/ 169756 h 169756"/>
                    <a:gd name="connsiteX3" fmla="*/ 9525 w 695274"/>
                    <a:gd name="connsiteY3" fmla="*/ 58631 h 169756"/>
                    <a:gd name="connsiteX4" fmla="*/ 0 w 695274"/>
                    <a:gd name="connsiteY4" fmla="*/ 0 h 169756"/>
                    <a:gd name="connsiteX0" fmla="*/ 3175 w 698449"/>
                    <a:gd name="connsiteY0" fmla="*/ 0 h 169756"/>
                    <a:gd name="connsiteX1" fmla="*/ 692099 w 698449"/>
                    <a:gd name="connsiteY1" fmla="*/ 92075 h 169756"/>
                    <a:gd name="connsiteX2" fmla="*/ 698449 w 698449"/>
                    <a:gd name="connsiteY2" fmla="*/ 169756 h 169756"/>
                    <a:gd name="connsiteX3" fmla="*/ 0 w 698449"/>
                    <a:gd name="connsiteY3" fmla="*/ 58631 h 169756"/>
                    <a:gd name="connsiteX4" fmla="*/ 3175 w 698449"/>
                    <a:gd name="connsiteY4" fmla="*/ 0 h 169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8449" h="169756">
                      <a:moveTo>
                        <a:pt x="3175" y="0"/>
                      </a:moveTo>
                      <a:lnTo>
                        <a:pt x="692099" y="92075"/>
                      </a:lnTo>
                      <a:lnTo>
                        <a:pt x="698449" y="169756"/>
                      </a:lnTo>
                      <a:lnTo>
                        <a:pt x="0" y="58631"/>
                      </a:lnTo>
                      <a:lnTo>
                        <a:pt x="3175" y="0"/>
                      </a:lnTo>
                      <a:close/>
                    </a:path>
                  </a:pathLst>
                </a:custGeom>
                <a:solidFill>
                  <a:srgbClr val="44180D"/>
                </a:solidFill>
                <a:ln w="28575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42">
                  <a:extLst>
                    <a:ext uri="{FF2B5EF4-FFF2-40B4-BE49-F238E27FC236}">
                      <a16:creationId xmlns:a16="http://schemas.microsoft.com/office/drawing/2014/main" id="{E965B07C-6DA0-B815-C43F-07CCEEB96A5F}"/>
                    </a:ext>
                  </a:extLst>
                </p:cNvPr>
                <p:cNvSpPr/>
                <p:nvPr/>
              </p:nvSpPr>
              <p:spPr>
                <a:xfrm>
                  <a:off x="7870158" y="1802049"/>
                  <a:ext cx="710801" cy="3457256"/>
                </a:xfrm>
                <a:custGeom>
                  <a:avLst/>
                  <a:gdLst>
                    <a:gd name="connsiteX0" fmla="*/ 0 w 658413"/>
                    <a:gd name="connsiteY0" fmla="*/ 0 h 45719"/>
                    <a:gd name="connsiteX1" fmla="*/ 658413 w 658413"/>
                    <a:gd name="connsiteY1" fmla="*/ 0 h 45719"/>
                    <a:gd name="connsiteX2" fmla="*/ 658413 w 658413"/>
                    <a:gd name="connsiteY2" fmla="*/ 45719 h 45719"/>
                    <a:gd name="connsiteX3" fmla="*/ 0 w 658413"/>
                    <a:gd name="connsiteY3" fmla="*/ 45719 h 45719"/>
                    <a:gd name="connsiteX4" fmla="*/ 0 w 658413"/>
                    <a:gd name="connsiteY4" fmla="*/ 0 h 45719"/>
                    <a:gd name="connsiteX0" fmla="*/ 0 w 710801"/>
                    <a:gd name="connsiteY0" fmla="*/ 242887 h 288606"/>
                    <a:gd name="connsiteX1" fmla="*/ 710801 w 710801"/>
                    <a:gd name="connsiteY1" fmla="*/ 0 h 288606"/>
                    <a:gd name="connsiteX2" fmla="*/ 658413 w 710801"/>
                    <a:gd name="connsiteY2" fmla="*/ 288606 h 288606"/>
                    <a:gd name="connsiteX3" fmla="*/ 0 w 710801"/>
                    <a:gd name="connsiteY3" fmla="*/ 288606 h 288606"/>
                    <a:gd name="connsiteX4" fmla="*/ 0 w 710801"/>
                    <a:gd name="connsiteY4" fmla="*/ 242887 h 288606"/>
                    <a:gd name="connsiteX0" fmla="*/ 0 w 710801"/>
                    <a:gd name="connsiteY0" fmla="*/ 242887 h 1336356"/>
                    <a:gd name="connsiteX1" fmla="*/ 710801 w 710801"/>
                    <a:gd name="connsiteY1" fmla="*/ 0 h 1336356"/>
                    <a:gd name="connsiteX2" fmla="*/ 701276 w 710801"/>
                    <a:gd name="connsiteY2" fmla="*/ 1336356 h 1336356"/>
                    <a:gd name="connsiteX3" fmla="*/ 0 w 710801"/>
                    <a:gd name="connsiteY3" fmla="*/ 288606 h 1336356"/>
                    <a:gd name="connsiteX4" fmla="*/ 0 w 710801"/>
                    <a:gd name="connsiteY4" fmla="*/ 242887 h 1336356"/>
                    <a:gd name="connsiteX0" fmla="*/ 0 w 710801"/>
                    <a:gd name="connsiteY0" fmla="*/ 242887 h 1360169"/>
                    <a:gd name="connsiteX1" fmla="*/ 710801 w 710801"/>
                    <a:gd name="connsiteY1" fmla="*/ 0 h 1360169"/>
                    <a:gd name="connsiteX2" fmla="*/ 701276 w 710801"/>
                    <a:gd name="connsiteY2" fmla="*/ 1336356 h 1360169"/>
                    <a:gd name="connsiteX3" fmla="*/ 14288 w 710801"/>
                    <a:gd name="connsiteY3" fmla="*/ 1360169 h 1360169"/>
                    <a:gd name="connsiteX4" fmla="*/ 0 w 710801"/>
                    <a:gd name="connsiteY4" fmla="*/ 242887 h 1360169"/>
                    <a:gd name="connsiteX0" fmla="*/ 0 w 710801"/>
                    <a:gd name="connsiteY0" fmla="*/ 242887 h 3457256"/>
                    <a:gd name="connsiteX1" fmla="*/ 710801 w 710801"/>
                    <a:gd name="connsiteY1" fmla="*/ 0 h 3457256"/>
                    <a:gd name="connsiteX2" fmla="*/ 656826 w 710801"/>
                    <a:gd name="connsiteY2" fmla="*/ 3457256 h 3457256"/>
                    <a:gd name="connsiteX3" fmla="*/ 14288 w 710801"/>
                    <a:gd name="connsiteY3" fmla="*/ 1360169 h 3457256"/>
                    <a:gd name="connsiteX4" fmla="*/ 0 w 710801"/>
                    <a:gd name="connsiteY4" fmla="*/ 242887 h 3457256"/>
                    <a:gd name="connsiteX0" fmla="*/ 0 w 710801"/>
                    <a:gd name="connsiteY0" fmla="*/ 242887 h 3457256"/>
                    <a:gd name="connsiteX1" fmla="*/ 710801 w 710801"/>
                    <a:gd name="connsiteY1" fmla="*/ 0 h 3457256"/>
                    <a:gd name="connsiteX2" fmla="*/ 656826 w 710801"/>
                    <a:gd name="connsiteY2" fmla="*/ 3457256 h 3457256"/>
                    <a:gd name="connsiteX3" fmla="*/ 14288 w 710801"/>
                    <a:gd name="connsiteY3" fmla="*/ 3214369 h 3457256"/>
                    <a:gd name="connsiteX4" fmla="*/ 0 w 710801"/>
                    <a:gd name="connsiteY4" fmla="*/ 242887 h 3457256"/>
                    <a:gd name="connsiteX0" fmla="*/ 0 w 710801"/>
                    <a:gd name="connsiteY0" fmla="*/ 242887 h 3457256"/>
                    <a:gd name="connsiteX1" fmla="*/ 710801 w 710801"/>
                    <a:gd name="connsiteY1" fmla="*/ 0 h 3457256"/>
                    <a:gd name="connsiteX2" fmla="*/ 694926 w 710801"/>
                    <a:gd name="connsiteY2" fmla="*/ 3457256 h 3457256"/>
                    <a:gd name="connsiteX3" fmla="*/ 14288 w 710801"/>
                    <a:gd name="connsiteY3" fmla="*/ 3214369 h 3457256"/>
                    <a:gd name="connsiteX4" fmla="*/ 0 w 710801"/>
                    <a:gd name="connsiteY4" fmla="*/ 242887 h 3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0801" h="3457256">
                      <a:moveTo>
                        <a:pt x="0" y="242887"/>
                      </a:moveTo>
                      <a:lnTo>
                        <a:pt x="710801" y="0"/>
                      </a:lnTo>
                      <a:cubicBezTo>
                        <a:pt x="705509" y="1152419"/>
                        <a:pt x="700218" y="2304837"/>
                        <a:pt x="694926" y="3457256"/>
                      </a:cubicBezTo>
                      <a:lnTo>
                        <a:pt x="14288" y="3214369"/>
                      </a:lnTo>
                      <a:cubicBezTo>
                        <a:pt x="9525" y="2223875"/>
                        <a:pt x="4763" y="1233381"/>
                        <a:pt x="0" y="242887"/>
                      </a:cubicBezTo>
                      <a:close/>
                    </a:path>
                  </a:pathLst>
                </a:custGeom>
                <a:noFill/>
                <a:ln w="38100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44">
                  <a:extLst>
                    <a:ext uri="{FF2B5EF4-FFF2-40B4-BE49-F238E27FC236}">
                      <a16:creationId xmlns:a16="http://schemas.microsoft.com/office/drawing/2014/main" id="{97D9252D-9A37-E4BC-DD7A-FF257A7A870F}"/>
                    </a:ext>
                  </a:extLst>
                </p:cNvPr>
                <p:cNvSpPr/>
                <p:nvPr/>
              </p:nvSpPr>
              <p:spPr>
                <a:xfrm>
                  <a:off x="7883127" y="1811947"/>
                  <a:ext cx="701128" cy="388619"/>
                </a:xfrm>
                <a:custGeom>
                  <a:avLst/>
                  <a:gdLst>
                    <a:gd name="connsiteX0" fmla="*/ 0 w 391565"/>
                    <a:gd name="connsiteY0" fmla="*/ 0 h 45719"/>
                    <a:gd name="connsiteX1" fmla="*/ 391565 w 391565"/>
                    <a:gd name="connsiteY1" fmla="*/ 0 h 45719"/>
                    <a:gd name="connsiteX2" fmla="*/ 391565 w 391565"/>
                    <a:gd name="connsiteY2" fmla="*/ 45719 h 45719"/>
                    <a:gd name="connsiteX3" fmla="*/ 0 w 391565"/>
                    <a:gd name="connsiteY3" fmla="*/ 45719 h 45719"/>
                    <a:gd name="connsiteX4" fmla="*/ 0 w 391565"/>
                    <a:gd name="connsiteY4" fmla="*/ 0 h 45719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391565 w 701128"/>
                    <a:gd name="connsiteY2" fmla="*/ 288607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696365 w 701128"/>
                    <a:gd name="connsiteY2" fmla="*/ 126682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374332"/>
                    <a:gd name="connsiteX1" fmla="*/ 701128 w 701128"/>
                    <a:gd name="connsiteY1" fmla="*/ 0 h 374332"/>
                    <a:gd name="connsiteX2" fmla="*/ 696365 w 701128"/>
                    <a:gd name="connsiteY2" fmla="*/ 126682 h 374332"/>
                    <a:gd name="connsiteX3" fmla="*/ 9525 w 701128"/>
                    <a:gd name="connsiteY3" fmla="*/ 374332 h 374332"/>
                    <a:gd name="connsiteX4" fmla="*/ 0 w 701128"/>
                    <a:gd name="connsiteY4" fmla="*/ 242888 h 37433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696365 w 701128"/>
                    <a:gd name="connsiteY2" fmla="*/ 126682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701128 w 701128"/>
                    <a:gd name="connsiteY2" fmla="*/ 150494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60044"/>
                    <a:gd name="connsiteX1" fmla="*/ 701128 w 701128"/>
                    <a:gd name="connsiteY1" fmla="*/ 0 h 360044"/>
                    <a:gd name="connsiteX2" fmla="*/ 701128 w 701128"/>
                    <a:gd name="connsiteY2" fmla="*/ 150494 h 360044"/>
                    <a:gd name="connsiteX3" fmla="*/ 4763 w 701128"/>
                    <a:gd name="connsiteY3" fmla="*/ 360044 h 360044"/>
                    <a:gd name="connsiteX4" fmla="*/ 0 w 701128"/>
                    <a:gd name="connsiteY4" fmla="*/ 242888 h 360044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1128" h="388619">
                      <a:moveTo>
                        <a:pt x="0" y="242888"/>
                      </a:moveTo>
                      <a:lnTo>
                        <a:pt x="701128" y="0"/>
                      </a:lnTo>
                      <a:lnTo>
                        <a:pt x="701128" y="150494"/>
                      </a:lnTo>
                      <a:lnTo>
                        <a:pt x="9525" y="388619"/>
                      </a:lnTo>
                      <a:lnTo>
                        <a:pt x="0" y="242888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38100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 62">
                  <a:extLst>
                    <a:ext uri="{FF2B5EF4-FFF2-40B4-BE49-F238E27FC236}">
                      <a16:creationId xmlns:a16="http://schemas.microsoft.com/office/drawing/2014/main" id="{5A0BE085-93AF-A0B1-0351-FCE12E8BB887}"/>
                    </a:ext>
                  </a:extLst>
                </p:cNvPr>
                <p:cNvSpPr/>
                <p:nvPr/>
              </p:nvSpPr>
              <p:spPr>
                <a:xfrm>
                  <a:off x="7873681" y="4053226"/>
                  <a:ext cx="698449" cy="169756"/>
                </a:xfrm>
                <a:custGeom>
                  <a:avLst/>
                  <a:gdLst>
                    <a:gd name="connsiteX0" fmla="*/ 0 w 622249"/>
                    <a:gd name="connsiteY0" fmla="*/ 0 h 157056"/>
                    <a:gd name="connsiteX1" fmla="*/ 622249 w 622249"/>
                    <a:gd name="connsiteY1" fmla="*/ 0 h 157056"/>
                    <a:gd name="connsiteX2" fmla="*/ 622249 w 622249"/>
                    <a:gd name="connsiteY2" fmla="*/ 157056 h 157056"/>
                    <a:gd name="connsiteX3" fmla="*/ 0 w 622249"/>
                    <a:gd name="connsiteY3" fmla="*/ 157056 h 157056"/>
                    <a:gd name="connsiteX4" fmla="*/ 0 w 62224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0 w 628599"/>
                    <a:gd name="connsiteY3" fmla="*/ 157056 h 157056"/>
                    <a:gd name="connsiteX4" fmla="*/ 0 w 62859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19050 w 628599"/>
                    <a:gd name="connsiteY3" fmla="*/ 61806 h 157056"/>
                    <a:gd name="connsiteX4" fmla="*/ 0 w 628599"/>
                    <a:gd name="connsiteY4" fmla="*/ 0 h 157056"/>
                    <a:gd name="connsiteX0" fmla="*/ 0 w 704799"/>
                    <a:gd name="connsiteY0" fmla="*/ 0 h 172931"/>
                    <a:gd name="connsiteX1" fmla="*/ 62859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95250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695274"/>
                    <a:gd name="connsiteY0" fmla="*/ 0 h 169756"/>
                    <a:gd name="connsiteX1" fmla="*/ 688924 w 695274"/>
                    <a:gd name="connsiteY1" fmla="*/ 92075 h 169756"/>
                    <a:gd name="connsiteX2" fmla="*/ 695274 w 695274"/>
                    <a:gd name="connsiteY2" fmla="*/ 169756 h 169756"/>
                    <a:gd name="connsiteX3" fmla="*/ 9525 w 695274"/>
                    <a:gd name="connsiteY3" fmla="*/ 58631 h 169756"/>
                    <a:gd name="connsiteX4" fmla="*/ 0 w 695274"/>
                    <a:gd name="connsiteY4" fmla="*/ 0 h 169756"/>
                    <a:gd name="connsiteX0" fmla="*/ 3175 w 698449"/>
                    <a:gd name="connsiteY0" fmla="*/ 0 h 169756"/>
                    <a:gd name="connsiteX1" fmla="*/ 692099 w 698449"/>
                    <a:gd name="connsiteY1" fmla="*/ 92075 h 169756"/>
                    <a:gd name="connsiteX2" fmla="*/ 698449 w 698449"/>
                    <a:gd name="connsiteY2" fmla="*/ 169756 h 169756"/>
                    <a:gd name="connsiteX3" fmla="*/ 0 w 698449"/>
                    <a:gd name="connsiteY3" fmla="*/ 58631 h 169756"/>
                    <a:gd name="connsiteX4" fmla="*/ 3175 w 698449"/>
                    <a:gd name="connsiteY4" fmla="*/ 0 h 169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8449" h="169756">
                      <a:moveTo>
                        <a:pt x="3175" y="0"/>
                      </a:moveTo>
                      <a:lnTo>
                        <a:pt x="692099" y="92075"/>
                      </a:lnTo>
                      <a:lnTo>
                        <a:pt x="698449" y="169756"/>
                      </a:lnTo>
                      <a:lnTo>
                        <a:pt x="0" y="58631"/>
                      </a:lnTo>
                      <a:lnTo>
                        <a:pt x="3175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28575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62">
                  <a:extLst>
                    <a:ext uri="{FF2B5EF4-FFF2-40B4-BE49-F238E27FC236}">
                      <a16:creationId xmlns:a16="http://schemas.microsoft.com/office/drawing/2014/main" id="{5979F2B2-3AEE-6945-2DCD-50F28D3AF192}"/>
                    </a:ext>
                  </a:extLst>
                </p:cNvPr>
                <p:cNvSpPr/>
                <p:nvPr/>
              </p:nvSpPr>
              <p:spPr>
                <a:xfrm>
                  <a:off x="7879159" y="2989489"/>
                  <a:ext cx="690511" cy="168961"/>
                </a:xfrm>
                <a:custGeom>
                  <a:avLst/>
                  <a:gdLst>
                    <a:gd name="connsiteX0" fmla="*/ 0 w 622249"/>
                    <a:gd name="connsiteY0" fmla="*/ 0 h 157056"/>
                    <a:gd name="connsiteX1" fmla="*/ 622249 w 622249"/>
                    <a:gd name="connsiteY1" fmla="*/ 0 h 157056"/>
                    <a:gd name="connsiteX2" fmla="*/ 622249 w 622249"/>
                    <a:gd name="connsiteY2" fmla="*/ 157056 h 157056"/>
                    <a:gd name="connsiteX3" fmla="*/ 0 w 622249"/>
                    <a:gd name="connsiteY3" fmla="*/ 157056 h 157056"/>
                    <a:gd name="connsiteX4" fmla="*/ 0 w 62224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0 w 628599"/>
                    <a:gd name="connsiteY3" fmla="*/ 157056 h 157056"/>
                    <a:gd name="connsiteX4" fmla="*/ 0 w 62859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19050 w 628599"/>
                    <a:gd name="connsiteY3" fmla="*/ 61806 h 157056"/>
                    <a:gd name="connsiteX4" fmla="*/ 0 w 628599"/>
                    <a:gd name="connsiteY4" fmla="*/ 0 h 157056"/>
                    <a:gd name="connsiteX0" fmla="*/ 0 w 704799"/>
                    <a:gd name="connsiteY0" fmla="*/ 0 h 172931"/>
                    <a:gd name="connsiteX1" fmla="*/ 62859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95250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695274"/>
                    <a:gd name="connsiteY0" fmla="*/ 0 h 169756"/>
                    <a:gd name="connsiteX1" fmla="*/ 688924 w 695274"/>
                    <a:gd name="connsiteY1" fmla="*/ 92075 h 169756"/>
                    <a:gd name="connsiteX2" fmla="*/ 695274 w 695274"/>
                    <a:gd name="connsiteY2" fmla="*/ 169756 h 169756"/>
                    <a:gd name="connsiteX3" fmla="*/ 9525 w 695274"/>
                    <a:gd name="connsiteY3" fmla="*/ 58631 h 169756"/>
                    <a:gd name="connsiteX4" fmla="*/ 0 w 695274"/>
                    <a:gd name="connsiteY4" fmla="*/ 0 h 169756"/>
                    <a:gd name="connsiteX0" fmla="*/ 3175 w 698449"/>
                    <a:gd name="connsiteY0" fmla="*/ 0 h 169756"/>
                    <a:gd name="connsiteX1" fmla="*/ 692099 w 698449"/>
                    <a:gd name="connsiteY1" fmla="*/ 92075 h 169756"/>
                    <a:gd name="connsiteX2" fmla="*/ 698449 w 698449"/>
                    <a:gd name="connsiteY2" fmla="*/ 169756 h 169756"/>
                    <a:gd name="connsiteX3" fmla="*/ 0 w 698449"/>
                    <a:gd name="connsiteY3" fmla="*/ 58631 h 169756"/>
                    <a:gd name="connsiteX4" fmla="*/ 3175 w 698449"/>
                    <a:gd name="connsiteY4" fmla="*/ 0 h 169756"/>
                    <a:gd name="connsiteX0" fmla="*/ 3175 w 698449"/>
                    <a:gd name="connsiteY0" fmla="*/ 105568 h 275324"/>
                    <a:gd name="connsiteX1" fmla="*/ 684956 w 698449"/>
                    <a:gd name="connsiteY1" fmla="*/ 0 h 275324"/>
                    <a:gd name="connsiteX2" fmla="*/ 698449 w 698449"/>
                    <a:gd name="connsiteY2" fmla="*/ 275324 h 275324"/>
                    <a:gd name="connsiteX3" fmla="*/ 0 w 698449"/>
                    <a:gd name="connsiteY3" fmla="*/ 164199 h 275324"/>
                    <a:gd name="connsiteX4" fmla="*/ 3175 w 698449"/>
                    <a:gd name="connsiteY4" fmla="*/ 105568 h 275324"/>
                    <a:gd name="connsiteX0" fmla="*/ 3175 w 686543"/>
                    <a:gd name="connsiteY0" fmla="*/ 105568 h 164199"/>
                    <a:gd name="connsiteX1" fmla="*/ 684956 w 686543"/>
                    <a:gd name="connsiteY1" fmla="*/ 0 h 164199"/>
                    <a:gd name="connsiteX2" fmla="*/ 686543 w 686543"/>
                    <a:gd name="connsiteY2" fmla="*/ 70536 h 164199"/>
                    <a:gd name="connsiteX3" fmla="*/ 0 w 686543"/>
                    <a:gd name="connsiteY3" fmla="*/ 164199 h 164199"/>
                    <a:gd name="connsiteX4" fmla="*/ 3175 w 686543"/>
                    <a:gd name="connsiteY4" fmla="*/ 105568 h 164199"/>
                    <a:gd name="connsiteX0" fmla="*/ 3175 w 686543"/>
                    <a:gd name="connsiteY0" fmla="*/ 105568 h 168961"/>
                    <a:gd name="connsiteX1" fmla="*/ 684956 w 686543"/>
                    <a:gd name="connsiteY1" fmla="*/ 0 h 168961"/>
                    <a:gd name="connsiteX2" fmla="*/ 686543 w 686543"/>
                    <a:gd name="connsiteY2" fmla="*/ 70536 h 168961"/>
                    <a:gd name="connsiteX3" fmla="*/ 0 w 686543"/>
                    <a:gd name="connsiteY3" fmla="*/ 168961 h 168961"/>
                    <a:gd name="connsiteX4" fmla="*/ 3175 w 686543"/>
                    <a:gd name="connsiteY4" fmla="*/ 105568 h 168961"/>
                    <a:gd name="connsiteX0" fmla="*/ 0 w 690511"/>
                    <a:gd name="connsiteY0" fmla="*/ 105568 h 168961"/>
                    <a:gd name="connsiteX1" fmla="*/ 688924 w 690511"/>
                    <a:gd name="connsiteY1" fmla="*/ 0 h 168961"/>
                    <a:gd name="connsiteX2" fmla="*/ 690511 w 690511"/>
                    <a:gd name="connsiteY2" fmla="*/ 70536 h 168961"/>
                    <a:gd name="connsiteX3" fmla="*/ 3968 w 690511"/>
                    <a:gd name="connsiteY3" fmla="*/ 168961 h 168961"/>
                    <a:gd name="connsiteX4" fmla="*/ 0 w 690511"/>
                    <a:gd name="connsiteY4" fmla="*/ 105568 h 168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0511" h="168961">
                      <a:moveTo>
                        <a:pt x="0" y="105568"/>
                      </a:moveTo>
                      <a:lnTo>
                        <a:pt x="688924" y="0"/>
                      </a:lnTo>
                      <a:lnTo>
                        <a:pt x="690511" y="70536"/>
                      </a:lnTo>
                      <a:lnTo>
                        <a:pt x="3968" y="168961"/>
                      </a:lnTo>
                      <a:lnTo>
                        <a:pt x="0" y="105568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28575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7CA3F362-5301-48DA-77AE-8E3E4065A8A0}"/>
                    </a:ext>
                  </a:extLst>
                </p:cNvPr>
                <p:cNvSpPr/>
                <p:nvPr/>
              </p:nvSpPr>
              <p:spPr>
                <a:xfrm>
                  <a:off x="8583786" y="1759934"/>
                  <a:ext cx="88029" cy="3537201"/>
                </a:xfrm>
                <a:prstGeom prst="roundRect">
                  <a:avLst/>
                </a:prstGeom>
                <a:solidFill>
                  <a:srgbClr val="DAA36D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DB87498-B67C-F3A0-015F-8946948CDEA7}"/>
                  </a:ext>
                </a:extLst>
              </p:cNvPr>
              <p:cNvGrpSpPr/>
              <p:nvPr/>
            </p:nvGrpSpPr>
            <p:grpSpPr>
              <a:xfrm flipH="1">
                <a:off x="3496259" y="1828574"/>
                <a:ext cx="801657" cy="3537201"/>
                <a:chOff x="7870158" y="1759934"/>
                <a:chExt cx="801657" cy="3537201"/>
              </a:xfrm>
            </p:grpSpPr>
            <p:sp>
              <p:nvSpPr>
                <p:cNvPr id="8" name="Rectangle 44">
                  <a:extLst>
                    <a:ext uri="{FF2B5EF4-FFF2-40B4-BE49-F238E27FC236}">
                      <a16:creationId xmlns:a16="http://schemas.microsoft.com/office/drawing/2014/main" id="{39C31BD4-CA1B-7681-5AC0-C56D226958DB}"/>
                    </a:ext>
                  </a:extLst>
                </p:cNvPr>
                <p:cNvSpPr/>
                <p:nvPr/>
              </p:nvSpPr>
              <p:spPr>
                <a:xfrm flipV="1">
                  <a:off x="7886396" y="4880271"/>
                  <a:ext cx="686841" cy="357204"/>
                </a:xfrm>
                <a:custGeom>
                  <a:avLst/>
                  <a:gdLst>
                    <a:gd name="connsiteX0" fmla="*/ 0 w 391565"/>
                    <a:gd name="connsiteY0" fmla="*/ 0 h 45719"/>
                    <a:gd name="connsiteX1" fmla="*/ 391565 w 391565"/>
                    <a:gd name="connsiteY1" fmla="*/ 0 h 45719"/>
                    <a:gd name="connsiteX2" fmla="*/ 391565 w 391565"/>
                    <a:gd name="connsiteY2" fmla="*/ 45719 h 45719"/>
                    <a:gd name="connsiteX3" fmla="*/ 0 w 391565"/>
                    <a:gd name="connsiteY3" fmla="*/ 45719 h 45719"/>
                    <a:gd name="connsiteX4" fmla="*/ 0 w 391565"/>
                    <a:gd name="connsiteY4" fmla="*/ 0 h 45719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391565 w 701128"/>
                    <a:gd name="connsiteY2" fmla="*/ 288607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696365 w 701128"/>
                    <a:gd name="connsiteY2" fmla="*/ 126682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374332"/>
                    <a:gd name="connsiteX1" fmla="*/ 701128 w 701128"/>
                    <a:gd name="connsiteY1" fmla="*/ 0 h 374332"/>
                    <a:gd name="connsiteX2" fmla="*/ 696365 w 701128"/>
                    <a:gd name="connsiteY2" fmla="*/ 126682 h 374332"/>
                    <a:gd name="connsiteX3" fmla="*/ 9525 w 701128"/>
                    <a:gd name="connsiteY3" fmla="*/ 374332 h 374332"/>
                    <a:gd name="connsiteX4" fmla="*/ 0 w 701128"/>
                    <a:gd name="connsiteY4" fmla="*/ 242888 h 37433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696365 w 701128"/>
                    <a:gd name="connsiteY2" fmla="*/ 126682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701128 w 701128"/>
                    <a:gd name="connsiteY2" fmla="*/ 150494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60044"/>
                    <a:gd name="connsiteX1" fmla="*/ 701128 w 701128"/>
                    <a:gd name="connsiteY1" fmla="*/ 0 h 360044"/>
                    <a:gd name="connsiteX2" fmla="*/ 701128 w 701128"/>
                    <a:gd name="connsiteY2" fmla="*/ 150494 h 360044"/>
                    <a:gd name="connsiteX3" fmla="*/ 4763 w 701128"/>
                    <a:gd name="connsiteY3" fmla="*/ 360044 h 360044"/>
                    <a:gd name="connsiteX4" fmla="*/ 0 w 701128"/>
                    <a:gd name="connsiteY4" fmla="*/ 242888 h 360044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59080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59080 h 388619"/>
                    <a:gd name="connsiteX0" fmla="*/ 0 w 701128"/>
                    <a:gd name="connsiteY0" fmla="*/ 269874 h 399413"/>
                    <a:gd name="connsiteX1" fmla="*/ 663028 w 701128"/>
                    <a:gd name="connsiteY1" fmla="*/ 0 h 399413"/>
                    <a:gd name="connsiteX2" fmla="*/ 701128 w 701128"/>
                    <a:gd name="connsiteY2" fmla="*/ 161288 h 399413"/>
                    <a:gd name="connsiteX3" fmla="*/ 9525 w 701128"/>
                    <a:gd name="connsiteY3" fmla="*/ 399413 h 399413"/>
                    <a:gd name="connsiteX4" fmla="*/ 0 w 701128"/>
                    <a:gd name="connsiteY4" fmla="*/ 269874 h 399413"/>
                    <a:gd name="connsiteX0" fmla="*/ 0 w 686841"/>
                    <a:gd name="connsiteY0" fmla="*/ 269874 h 399413"/>
                    <a:gd name="connsiteX1" fmla="*/ 663028 w 686841"/>
                    <a:gd name="connsiteY1" fmla="*/ 0 h 399413"/>
                    <a:gd name="connsiteX2" fmla="*/ 686841 w 686841"/>
                    <a:gd name="connsiteY2" fmla="*/ 172082 h 399413"/>
                    <a:gd name="connsiteX3" fmla="*/ 9525 w 686841"/>
                    <a:gd name="connsiteY3" fmla="*/ 399413 h 399413"/>
                    <a:gd name="connsiteX4" fmla="*/ 0 w 686841"/>
                    <a:gd name="connsiteY4" fmla="*/ 269874 h 399413"/>
                    <a:gd name="connsiteX0" fmla="*/ 0 w 686841"/>
                    <a:gd name="connsiteY0" fmla="*/ 275272 h 404811"/>
                    <a:gd name="connsiteX1" fmla="*/ 682078 w 686841"/>
                    <a:gd name="connsiteY1" fmla="*/ 0 h 404811"/>
                    <a:gd name="connsiteX2" fmla="*/ 686841 w 686841"/>
                    <a:gd name="connsiteY2" fmla="*/ 177480 h 404811"/>
                    <a:gd name="connsiteX3" fmla="*/ 9525 w 686841"/>
                    <a:gd name="connsiteY3" fmla="*/ 404811 h 404811"/>
                    <a:gd name="connsiteX4" fmla="*/ 0 w 686841"/>
                    <a:gd name="connsiteY4" fmla="*/ 275272 h 404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841" h="404811">
                      <a:moveTo>
                        <a:pt x="0" y="275272"/>
                      </a:moveTo>
                      <a:lnTo>
                        <a:pt x="682078" y="0"/>
                      </a:lnTo>
                      <a:lnTo>
                        <a:pt x="686841" y="177480"/>
                      </a:lnTo>
                      <a:lnTo>
                        <a:pt x="9525" y="404811"/>
                      </a:lnTo>
                      <a:lnTo>
                        <a:pt x="0" y="275272"/>
                      </a:lnTo>
                      <a:close/>
                    </a:path>
                  </a:pathLst>
                </a:custGeom>
                <a:solidFill>
                  <a:srgbClr val="DAA36D"/>
                </a:solidFill>
                <a:ln w="38100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Rectangle 44">
                  <a:extLst>
                    <a:ext uri="{FF2B5EF4-FFF2-40B4-BE49-F238E27FC236}">
                      <a16:creationId xmlns:a16="http://schemas.microsoft.com/office/drawing/2014/main" id="{6FE89DCF-5873-A515-D65B-17C629D8A1F2}"/>
                    </a:ext>
                  </a:extLst>
                </p:cNvPr>
                <p:cNvSpPr/>
                <p:nvPr/>
              </p:nvSpPr>
              <p:spPr>
                <a:xfrm flipV="1">
                  <a:off x="7886905" y="4891513"/>
                  <a:ext cx="686841" cy="357204"/>
                </a:xfrm>
                <a:custGeom>
                  <a:avLst/>
                  <a:gdLst>
                    <a:gd name="connsiteX0" fmla="*/ 0 w 391565"/>
                    <a:gd name="connsiteY0" fmla="*/ 0 h 45719"/>
                    <a:gd name="connsiteX1" fmla="*/ 391565 w 391565"/>
                    <a:gd name="connsiteY1" fmla="*/ 0 h 45719"/>
                    <a:gd name="connsiteX2" fmla="*/ 391565 w 391565"/>
                    <a:gd name="connsiteY2" fmla="*/ 45719 h 45719"/>
                    <a:gd name="connsiteX3" fmla="*/ 0 w 391565"/>
                    <a:gd name="connsiteY3" fmla="*/ 45719 h 45719"/>
                    <a:gd name="connsiteX4" fmla="*/ 0 w 391565"/>
                    <a:gd name="connsiteY4" fmla="*/ 0 h 45719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391565 w 701128"/>
                    <a:gd name="connsiteY2" fmla="*/ 288607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696365 w 701128"/>
                    <a:gd name="connsiteY2" fmla="*/ 126682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374332"/>
                    <a:gd name="connsiteX1" fmla="*/ 701128 w 701128"/>
                    <a:gd name="connsiteY1" fmla="*/ 0 h 374332"/>
                    <a:gd name="connsiteX2" fmla="*/ 696365 w 701128"/>
                    <a:gd name="connsiteY2" fmla="*/ 126682 h 374332"/>
                    <a:gd name="connsiteX3" fmla="*/ 9525 w 701128"/>
                    <a:gd name="connsiteY3" fmla="*/ 374332 h 374332"/>
                    <a:gd name="connsiteX4" fmla="*/ 0 w 701128"/>
                    <a:gd name="connsiteY4" fmla="*/ 242888 h 37433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696365 w 701128"/>
                    <a:gd name="connsiteY2" fmla="*/ 126682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701128 w 701128"/>
                    <a:gd name="connsiteY2" fmla="*/ 150494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60044"/>
                    <a:gd name="connsiteX1" fmla="*/ 701128 w 701128"/>
                    <a:gd name="connsiteY1" fmla="*/ 0 h 360044"/>
                    <a:gd name="connsiteX2" fmla="*/ 701128 w 701128"/>
                    <a:gd name="connsiteY2" fmla="*/ 150494 h 360044"/>
                    <a:gd name="connsiteX3" fmla="*/ 4763 w 701128"/>
                    <a:gd name="connsiteY3" fmla="*/ 360044 h 360044"/>
                    <a:gd name="connsiteX4" fmla="*/ 0 w 701128"/>
                    <a:gd name="connsiteY4" fmla="*/ 242888 h 360044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59080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59080 h 388619"/>
                    <a:gd name="connsiteX0" fmla="*/ 0 w 701128"/>
                    <a:gd name="connsiteY0" fmla="*/ 269874 h 399413"/>
                    <a:gd name="connsiteX1" fmla="*/ 663028 w 701128"/>
                    <a:gd name="connsiteY1" fmla="*/ 0 h 399413"/>
                    <a:gd name="connsiteX2" fmla="*/ 701128 w 701128"/>
                    <a:gd name="connsiteY2" fmla="*/ 161288 h 399413"/>
                    <a:gd name="connsiteX3" fmla="*/ 9525 w 701128"/>
                    <a:gd name="connsiteY3" fmla="*/ 399413 h 399413"/>
                    <a:gd name="connsiteX4" fmla="*/ 0 w 701128"/>
                    <a:gd name="connsiteY4" fmla="*/ 269874 h 399413"/>
                    <a:gd name="connsiteX0" fmla="*/ 0 w 686841"/>
                    <a:gd name="connsiteY0" fmla="*/ 269874 h 399413"/>
                    <a:gd name="connsiteX1" fmla="*/ 663028 w 686841"/>
                    <a:gd name="connsiteY1" fmla="*/ 0 h 399413"/>
                    <a:gd name="connsiteX2" fmla="*/ 686841 w 686841"/>
                    <a:gd name="connsiteY2" fmla="*/ 172082 h 399413"/>
                    <a:gd name="connsiteX3" fmla="*/ 9525 w 686841"/>
                    <a:gd name="connsiteY3" fmla="*/ 399413 h 399413"/>
                    <a:gd name="connsiteX4" fmla="*/ 0 w 686841"/>
                    <a:gd name="connsiteY4" fmla="*/ 269874 h 399413"/>
                    <a:gd name="connsiteX0" fmla="*/ 0 w 686841"/>
                    <a:gd name="connsiteY0" fmla="*/ 275272 h 404811"/>
                    <a:gd name="connsiteX1" fmla="*/ 682078 w 686841"/>
                    <a:gd name="connsiteY1" fmla="*/ 0 h 404811"/>
                    <a:gd name="connsiteX2" fmla="*/ 686841 w 686841"/>
                    <a:gd name="connsiteY2" fmla="*/ 177480 h 404811"/>
                    <a:gd name="connsiteX3" fmla="*/ 9525 w 686841"/>
                    <a:gd name="connsiteY3" fmla="*/ 404811 h 404811"/>
                    <a:gd name="connsiteX4" fmla="*/ 0 w 686841"/>
                    <a:gd name="connsiteY4" fmla="*/ 275272 h 404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841" h="404811">
                      <a:moveTo>
                        <a:pt x="0" y="275272"/>
                      </a:moveTo>
                      <a:lnTo>
                        <a:pt x="682078" y="0"/>
                      </a:lnTo>
                      <a:lnTo>
                        <a:pt x="686841" y="177480"/>
                      </a:lnTo>
                      <a:lnTo>
                        <a:pt x="9525" y="404811"/>
                      </a:lnTo>
                      <a:lnTo>
                        <a:pt x="0" y="275272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38100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F6A72CA-32FA-9AE3-6EB1-14D4EC6921D8}"/>
                    </a:ext>
                  </a:extLst>
                </p:cNvPr>
                <p:cNvSpPr/>
                <p:nvPr/>
              </p:nvSpPr>
              <p:spPr>
                <a:xfrm>
                  <a:off x="7873374" y="2109940"/>
                  <a:ext cx="45719" cy="2755894"/>
                </a:xfrm>
                <a:prstGeom prst="rect">
                  <a:avLst/>
                </a:prstGeom>
                <a:solidFill>
                  <a:srgbClr val="44180D"/>
                </a:solidFill>
                <a:ln w="12700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B3A29D6-1C4C-D714-F314-897875DFD8CF}"/>
                    </a:ext>
                  </a:extLst>
                </p:cNvPr>
                <p:cNvSpPr/>
                <p:nvPr/>
              </p:nvSpPr>
              <p:spPr>
                <a:xfrm>
                  <a:off x="8229817" y="2042162"/>
                  <a:ext cx="48566" cy="2927507"/>
                </a:xfrm>
                <a:prstGeom prst="rect">
                  <a:avLst/>
                </a:prstGeom>
                <a:solidFill>
                  <a:srgbClr val="44180D"/>
                </a:solidFill>
                <a:ln w="12700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18BF2D6-63FC-88E0-E825-EF7585045AAC}"/>
                    </a:ext>
                  </a:extLst>
                </p:cNvPr>
                <p:cNvSpPr/>
                <p:nvPr/>
              </p:nvSpPr>
              <p:spPr>
                <a:xfrm>
                  <a:off x="8172723" y="2006256"/>
                  <a:ext cx="77563" cy="304537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2700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ectangle 44">
                  <a:extLst>
                    <a:ext uri="{FF2B5EF4-FFF2-40B4-BE49-F238E27FC236}">
                      <a16:creationId xmlns:a16="http://schemas.microsoft.com/office/drawing/2014/main" id="{84CF6A02-20A3-E25E-39A9-B44BAD70B6DB}"/>
                    </a:ext>
                  </a:extLst>
                </p:cNvPr>
                <p:cNvSpPr/>
                <p:nvPr/>
              </p:nvSpPr>
              <p:spPr>
                <a:xfrm>
                  <a:off x="7883127" y="1864720"/>
                  <a:ext cx="673974" cy="347640"/>
                </a:xfrm>
                <a:custGeom>
                  <a:avLst/>
                  <a:gdLst>
                    <a:gd name="connsiteX0" fmla="*/ 0 w 391565"/>
                    <a:gd name="connsiteY0" fmla="*/ 0 h 45719"/>
                    <a:gd name="connsiteX1" fmla="*/ 391565 w 391565"/>
                    <a:gd name="connsiteY1" fmla="*/ 0 h 45719"/>
                    <a:gd name="connsiteX2" fmla="*/ 391565 w 391565"/>
                    <a:gd name="connsiteY2" fmla="*/ 45719 h 45719"/>
                    <a:gd name="connsiteX3" fmla="*/ 0 w 391565"/>
                    <a:gd name="connsiteY3" fmla="*/ 45719 h 45719"/>
                    <a:gd name="connsiteX4" fmla="*/ 0 w 391565"/>
                    <a:gd name="connsiteY4" fmla="*/ 0 h 45719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391565 w 701128"/>
                    <a:gd name="connsiteY2" fmla="*/ 288607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696365 w 701128"/>
                    <a:gd name="connsiteY2" fmla="*/ 126682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374332"/>
                    <a:gd name="connsiteX1" fmla="*/ 701128 w 701128"/>
                    <a:gd name="connsiteY1" fmla="*/ 0 h 374332"/>
                    <a:gd name="connsiteX2" fmla="*/ 696365 w 701128"/>
                    <a:gd name="connsiteY2" fmla="*/ 126682 h 374332"/>
                    <a:gd name="connsiteX3" fmla="*/ 9525 w 701128"/>
                    <a:gd name="connsiteY3" fmla="*/ 374332 h 374332"/>
                    <a:gd name="connsiteX4" fmla="*/ 0 w 701128"/>
                    <a:gd name="connsiteY4" fmla="*/ 242888 h 37433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696365 w 701128"/>
                    <a:gd name="connsiteY2" fmla="*/ 126682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701128 w 701128"/>
                    <a:gd name="connsiteY2" fmla="*/ 150494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60044"/>
                    <a:gd name="connsiteX1" fmla="*/ 701128 w 701128"/>
                    <a:gd name="connsiteY1" fmla="*/ 0 h 360044"/>
                    <a:gd name="connsiteX2" fmla="*/ 701128 w 701128"/>
                    <a:gd name="connsiteY2" fmla="*/ 150494 h 360044"/>
                    <a:gd name="connsiteX3" fmla="*/ 4763 w 701128"/>
                    <a:gd name="connsiteY3" fmla="*/ 360044 h 360044"/>
                    <a:gd name="connsiteX4" fmla="*/ 0 w 701128"/>
                    <a:gd name="connsiteY4" fmla="*/ 242888 h 360044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42508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37185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29199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1128" h="388619">
                      <a:moveTo>
                        <a:pt x="0" y="242888"/>
                      </a:moveTo>
                      <a:lnTo>
                        <a:pt x="701128" y="0"/>
                      </a:lnTo>
                      <a:lnTo>
                        <a:pt x="701128" y="129199"/>
                      </a:lnTo>
                      <a:lnTo>
                        <a:pt x="9525" y="388619"/>
                      </a:lnTo>
                      <a:lnTo>
                        <a:pt x="0" y="242888"/>
                      </a:lnTo>
                      <a:close/>
                    </a:path>
                  </a:pathLst>
                </a:custGeom>
                <a:solidFill>
                  <a:srgbClr val="44180D"/>
                </a:solidFill>
                <a:ln w="38100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Rectangle 62">
                  <a:extLst>
                    <a:ext uri="{FF2B5EF4-FFF2-40B4-BE49-F238E27FC236}">
                      <a16:creationId xmlns:a16="http://schemas.microsoft.com/office/drawing/2014/main" id="{8753093B-7BEC-246F-ABD5-9F8D0054D91F}"/>
                    </a:ext>
                  </a:extLst>
                </p:cNvPr>
                <p:cNvSpPr/>
                <p:nvPr/>
              </p:nvSpPr>
              <p:spPr>
                <a:xfrm>
                  <a:off x="7883235" y="3002890"/>
                  <a:ext cx="690511" cy="168961"/>
                </a:xfrm>
                <a:custGeom>
                  <a:avLst/>
                  <a:gdLst>
                    <a:gd name="connsiteX0" fmla="*/ 0 w 622249"/>
                    <a:gd name="connsiteY0" fmla="*/ 0 h 157056"/>
                    <a:gd name="connsiteX1" fmla="*/ 622249 w 622249"/>
                    <a:gd name="connsiteY1" fmla="*/ 0 h 157056"/>
                    <a:gd name="connsiteX2" fmla="*/ 622249 w 622249"/>
                    <a:gd name="connsiteY2" fmla="*/ 157056 h 157056"/>
                    <a:gd name="connsiteX3" fmla="*/ 0 w 622249"/>
                    <a:gd name="connsiteY3" fmla="*/ 157056 h 157056"/>
                    <a:gd name="connsiteX4" fmla="*/ 0 w 62224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0 w 628599"/>
                    <a:gd name="connsiteY3" fmla="*/ 157056 h 157056"/>
                    <a:gd name="connsiteX4" fmla="*/ 0 w 62859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19050 w 628599"/>
                    <a:gd name="connsiteY3" fmla="*/ 61806 h 157056"/>
                    <a:gd name="connsiteX4" fmla="*/ 0 w 628599"/>
                    <a:gd name="connsiteY4" fmla="*/ 0 h 157056"/>
                    <a:gd name="connsiteX0" fmla="*/ 0 w 704799"/>
                    <a:gd name="connsiteY0" fmla="*/ 0 h 172931"/>
                    <a:gd name="connsiteX1" fmla="*/ 62859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95250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695274"/>
                    <a:gd name="connsiteY0" fmla="*/ 0 h 169756"/>
                    <a:gd name="connsiteX1" fmla="*/ 688924 w 695274"/>
                    <a:gd name="connsiteY1" fmla="*/ 92075 h 169756"/>
                    <a:gd name="connsiteX2" fmla="*/ 695274 w 695274"/>
                    <a:gd name="connsiteY2" fmla="*/ 169756 h 169756"/>
                    <a:gd name="connsiteX3" fmla="*/ 9525 w 695274"/>
                    <a:gd name="connsiteY3" fmla="*/ 58631 h 169756"/>
                    <a:gd name="connsiteX4" fmla="*/ 0 w 695274"/>
                    <a:gd name="connsiteY4" fmla="*/ 0 h 169756"/>
                    <a:gd name="connsiteX0" fmla="*/ 3175 w 698449"/>
                    <a:gd name="connsiteY0" fmla="*/ 0 h 169756"/>
                    <a:gd name="connsiteX1" fmla="*/ 692099 w 698449"/>
                    <a:gd name="connsiteY1" fmla="*/ 92075 h 169756"/>
                    <a:gd name="connsiteX2" fmla="*/ 698449 w 698449"/>
                    <a:gd name="connsiteY2" fmla="*/ 169756 h 169756"/>
                    <a:gd name="connsiteX3" fmla="*/ 0 w 698449"/>
                    <a:gd name="connsiteY3" fmla="*/ 58631 h 169756"/>
                    <a:gd name="connsiteX4" fmla="*/ 3175 w 698449"/>
                    <a:gd name="connsiteY4" fmla="*/ 0 h 169756"/>
                    <a:gd name="connsiteX0" fmla="*/ 3175 w 698449"/>
                    <a:gd name="connsiteY0" fmla="*/ 105568 h 275324"/>
                    <a:gd name="connsiteX1" fmla="*/ 684956 w 698449"/>
                    <a:gd name="connsiteY1" fmla="*/ 0 h 275324"/>
                    <a:gd name="connsiteX2" fmla="*/ 698449 w 698449"/>
                    <a:gd name="connsiteY2" fmla="*/ 275324 h 275324"/>
                    <a:gd name="connsiteX3" fmla="*/ 0 w 698449"/>
                    <a:gd name="connsiteY3" fmla="*/ 164199 h 275324"/>
                    <a:gd name="connsiteX4" fmla="*/ 3175 w 698449"/>
                    <a:gd name="connsiteY4" fmla="*/ 105568 h 275324"/>
                    <a:gd name="connsiteX0" fmla="*/ 3175 w 686543"/>
                    <a:gd name="connsiteY0" fmla="*/ 105568 h 164199"/>
                    <a:gd name="connsiteX1" fmla="*/ 684956 w 686543"/>
                    <a:gd name="connsiteY1" fmla="*/ 0 h 164199"/>
                    <a:gd name="connsiteX2" fmla="*/ 686543 w 686543"/>
                    <a:gd name="connsiteY2" fmla="*/ 70536 h 164199"/>
                    <a:gd name="connsiteX3" fmla="*/ 0 w 686543"/>
                    <a:gd name="connsiteY3" fmla="*/ 164199 h 164199"/>
                    <a:gd name="connsiteX4" fmla="*/ 3175 w 686543"/>
                    <a:gd name="connsiteY4" fmla="*/ 105568 h 164199"/>
                    <a:gd name="connsiteX0" fmla="*/ 3175 w 686543"/>
                    <a:gd name="connsiteY0" fmla="*/ 105568 h 168961"/>
                    <a:gd name="connsiteX1" fmla="*/ 684956 w 686543"/>
                    <a:gd name="connsiteY1" fmla="*/ 0 h 168961"/>
                    <a:gd name="connsiteX2" fmla="*/ 686543 w 686543"/>
                    <a:gd name="connsiteY2" fmla="*/ 70536 h 168961"/>
                    <a:gd name="connsiteX3" fmla="*/ 0 w 686543"/>
                    <a:gd name="connsiteY3" fmla="*/ 168961 h 168961"/>
                    <a:gd name="connsiteX4" fmla="*/ 3175 w 686543"/>
                    <a:gd name="connsiteY4" fmla="*/ 105568 h 168961"/>
                    <a:gd name="connsiteX0" fmla="*/ 0 w 690511"/>
                    <a:gd name="connsiteY0" fmla="*/ 105568 h 168961"/>
                    <a:gd name="connsiteX1" fmla="*/ 688924 w 690511"/>
                    <a:gd name="connsiteY1" fmla="*/ 0 h 168961"/>
                    <a:gd name="connsiteX2" fmla="*/ 690511 w 690511"/>
                    <a:gd name="connsiteY2" fmla="*/ 70536 h 168961"/>
                    <a:gd name="connsiteX3" fmla="*/ 3968 w 690511"/>
                    <a:gd name="connsiteY3" fmla="*/ 168961 h 168961"/>
                    <a:gd name="connsiteX4" fmla="*/ 0 w 690511"/>
                    <a:gd name="connsiteY4" fmla="*/ 105568 h 168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0511" h="168961">
                      <a:moveTo>
                        <a:pt x="0" y="105568"/>
                      </a:moveTo>
                      <a:lnTo>
                        <a:pt x="688924" y="0"/>
                      </a:lnTo>
                      <a:lnTo>
                        <a:pt x="690511" y="70536"/>
                      </a:lnTo>
                      <a:lnTo>
                        <a:pt x="3968" y="168961"/>
                      </a:lnTo>
                      <a:lnTo>
                        <a:pt x="0" y="105568"/>
                      </a:lnTo>
                      <a:close/>
                    </a:path>
                  </a:pathLst>
                </a:custGeom>
                <a:solidFill>
                  <a:srgbClr val="44180D"/>
                </a:solidFill>
                <a:ln w="28575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ectangle 62">
                  <a:extLst>
                    <a:ext uri="{FF2B5EF4-FFF2-40B4-BE49-F238E27FC236}">
                      <a16:creationId xmlns:a16="http://schemas.microsoft.com/office/drawing/2014/main" id="{A3CC1AE8-F66A-425C-9DFA-A65A1A425F44}"/>
                    </a:ext>
                  </a:extLst>
                </p:cNvPr>
                <p:cNvSpPr/>
                <p:nvPr/>
              </p:nvSpPr>
              <p:spPr>
                <a:xfrm>
                  <a:off x="7874015" y="4066662"/>
                  <a:ext cx="698449" cy="169756"/>
                </a:xfrm>
                <a:custGeom>
                  <a:avLst/>
                  <a:gdLst>
                    <a:gd name="connsiteX0" fmla="*/ 0 w 622249"/>
                    <a:gd name="connsiteY0" fmla="*/ 0 h 157056"/>
                    <a:gd name="connsiteX1" fmla="*/ 622249 w 622249"/>
                    <a:gd name="connsiteY1" fmla="*/ 0 h 157056"/>
                    <a:gd name="connsiteX2" fmla="*/ 622249 w 622249"/>
                    <a:gd name="connsiteY2" fmla="*/ 157056 h 157056"/>
                    <a:gd name="connsiteX3" fmla="*/ 0 w 622249"/>
                    <a:gd name="connsiteY3" fmla="*/ 157056 h 157056"/>
                    <a:gd name="connsiteX4" fmla="*/ 0 w 62224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0 w 628599"/>
                    <a:gd name="connsiteY3" fmla="*/ 157056 h 157056"/>
                    <a:gd name="connsiteX4" fmla="*/ 0 w 62859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19050 w 628599"/>
                    <a:gd name="connsiteY3" fmla="*/ 61806 h 157056"/>
                    <a:gd name="connsiteX4" fmla="*/ 0 w 628599"/>
                    <a:gd name="connsiteY4" fmla="*/ 0 h 157056"/>
                    <a:gd name="connsiteX0" fmla="*/ 0 w 704799"/>
                    <a:gd name="connsiteY0" fmla="*/ 0 h 172931"/>
                    <a:gd name="connsiteX1" fmla="*/ 62859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95250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695274"/>
                    <a:gd name="connsiteY0" fmla="*/ 0 h 169756"/>
                    <a:gd name="connsiteX1" fmla="*/ 688924 w 695274"/>
                    <a:gd name="connsiteY1" fmla="*/ 92075 h 169756"/>
                    <a:gd name="connsiteX2" fmla="*/ 695274 w 695274"/>
                    <a:gd name="connsiteY2" fmla="*/ 169756 h 169756"/>
                    <a:gd name="connsiteX3" fmla="*/ 9525 w 695274"/>
                    <a:gd name="connsiteY3" fmla="*/ 58631 h 169756"/>
                    <a:gd name="connsiteX4" fmla="*/ 0 w 695274"/>
                    <a:gd name="connsiteY4" fmla="*/ 0 h 169756"/>
                    <a:gd name="connsiteX0" fmla="*/ 3175 w 698449"/>
                    <a:gd name="connsiteY0" fmla="*/ 0 h 169756"/>
                    <a:gd name="connsiteX1" fmla="*/ 692099 w 698449"/>
                    <a:gd name="connsiteY1" fmla="*/ 92075 h 169756"/>
                    <a:gd name="connsiteX2" fmla="*/ 698449 w 698449"/>
                    <a:gd name="connsiteY2" fmla="*/ 169756 h 169756"/>
                    <a:gd name="connsiteX3" fmla="*/ 0 w 698449"/>
                    <a:gd name="connsiteY3" fmla="*/ 58631 h 169756"/>
                    <a:gd name="connsiteX4" fmla="*/ 3175 w 698449"/>
                    <a:gd name="connsiteY4" fmla="*/ 0 h 169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8449" h="169756">
                      <a:moveTo>
                        <a:pt x="3175" y="0"/>
                      </a:moveTo>
                      <a:lnTo>
                        <a:pt x="692099" y="92075"/>
                      </a:lnTo>
                      <a:lnTo>
                        <a:pt x="698449" y="169756"/>
                      </a:lnTo>
                      <a:lnTo>
                        <a:pt x="0" y="58631"/>
                      </a:lnTo>
                      <a:lnTo>
                        <a:pt x="3175" y="0"/>
                      </a:lnTo>
                      <a:close/>
                    </a:path>
                  </a:pathLst>
                </a:custGeom>
                <a:solidFill>
                  <a:srgbClr val="44180D"/>
                </a:solidFill>
                <a:ln w="28575" cap="flat" cmpd="sng" algn="ctr">
                  <a:solidFill>
                    <a:srgbClr val="44180D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ectangle 42">
                  <a:extLst>
                    <a:ext uri="{FF2B5EF4-FFF2-40B4-BE49-F238E27FC236}">
                      <a16:creationId xmlns:a16="http://schemas.microsoft.com/office/drawing/2014/main" id="{E94B684E-9658-EC50-701A-493A2EEA3539}"/>
                    </a:ext>
                  </a:extLst>
                </p:cNvPr>
                <p:cNvSpPr/>
                <p:nvPr/>
              </p:nvSpPr>
              <p:spPr>
                <a:xfrm>
                  <a:off x="7870158" y="1802049"/>
                  <a:ext cx="710801" cy="3457256"/>
                </a:xfrm>
                <a:custGeom>
                  <a:avLst/>
                  <a:gdLst>
                    <a:gd name="connsiteX0" fmla="*/ 0 w 658413"/>
                    <a:gd name="connsiteY0" fmla="*/ 0 h 45719"/>
                    <a:gd name="connsiteX1" fmla="*/ 658413 w 658413"/>
                    <a:gd name="connsiteY1" fmla="*/ 0 h 45719"/>
                    <a:gd name="connsiteX2" fmla="*/ 658413 w 658413"/>
                    <a:gd name="connsiteY2" fmla="*/ 45719 h 45719"/>
                    <a:gd name="connsiteX3" fmla="*/ 0 w 658413"/>
                    <a:gd name="connsiteY3" fmla="*/ 45719 h 45719"/>
                    <a:gd name="connsiteX4" fmla="*/ 0 w 658413"/>
                    <a:gd name="connsiteY4" fmla="*/ 0 h 45719"/>
                    <a:gd name="connsiteX0" fmla="*/ 0 w 710801"/>
                    <a:gd name="connsiteY0" fmla="*/ 242887 h 288606"/>
                    <a:gd name="connsiteX1" fmla="*/ 710801 w 710801"/>
                    <a:gd name="connsiteY1" fmla="*/ 0 h 288606"/>
                    <a:gd name="connsiteX2" fmla="*/ 658413 w 710801"/>
                    <a:gd name="connsiteY2" fmla="*/ 288606 h 288606"/>
                    <a:gd name="connsiteX3" fmla="*/ 0 w 710801"/>
                    <a:gd name="connsiteY3" fmla="*/ 288606 h 288606"/>
                    <a:gd name="connsiteX4" fmla="*/ 0 w 710801"/>
                    <a:gd name="connsiteY4" fmla="*/ 242887 h 288606"/>
                    <a:gd name="connsiteX0" fmla="*/ 0 w 710801"/>
                    <a:gd name="connsiteY0" fmla="*/ 242887 h 1336356"/>
                    <a:gd name="connsiteX1" fmla="*/ 710801 w 710801"/>
                    <a:gd name="connsiteY1" fmla="*/ 0 h 1336356"/>
                    <a:gd name="connsiteX2" fmla="*/ 701276 w 710801"/>
                    <a:gd name="connsiteY2" fmla="*/ 1336356 h 1336356"/>
                    <a:gd name="connsiteX3" fmla="*/ 0 w 710801"/>
                    <a:gd name="connsiteY3" fmla="*/ 288606 h 1336356"/>
                    <a:gd name="connsiteX4" fmla="*/ 0 w 710801"/>
                    <a:gd name="connsiteY4" fmla="*/ 242887 h 1336356"/>
                    <a:gd name="connsiteX0" fmla="*/ 0 w 710801"/>
                    <a:gd name="connsiteY0" fmla="*/ 242887 h 1360169"/>
                    <a:gd name="connsiteX1" fmla="*/ 710801 w 710801"/>
                    <a:gd name="connsiteY1" fmla="*/ 0 h 1360169"/>
                    <a:gd name="connsiteX2" fmla="*/ 701276 w 710801"/>
                    <a:gd name="connsiteY2" fmla="*/ 1336356 h 1360169"/>
                    <a:gd name="connsiteX3" fmla="*/ 14288 w 710801"/>
                    <a:gd name="connsiteY3" fmla="*/ 1360169 h 1360169"/>
                    <a:gd name="connsiteX4" fmla="*/ 0 w 710801"/>
                    <a:gd name="connsiteY4" fmla="*/ 242887 h 1360169"/>
                    <a:gd name="connsiteX0" fmla="*/ 0 w 710801"/>
                    <a:gd name="connsiteY0" fmla="*/ 242887 h 3457256"/>
                    <a:gd name="connsiteX1" fmla="*/ 710801 w 710801"/>
                    <a:gd name="connsiteY1" fmla="*/ 0 h 3457256"/>
                    <a:gd name="connsiteX2" fmla="*/ 656826 w 710801"/>
                    <a:gd name="connsiteY2" fmla="*/ 3457256 h 3457256"/>
                    <a:gd name="connsiteX3" fmla="*/ 14288 w 710801"/>
                    <a:gd name="connsiteY3" fmla="*/ 1360169 h 3457256"/>
                    <a:gd name="connsiteX4" fmla="*/ 0 w 710801"/>
                    <a:gd name="connsiteY4" fmla="*/ 242887 h 3457256"/>
                    <a:gd name="connsiteX0" fmla="*/ 0 w 710801"/>
                    <a:gd name="connsiteY0" fmla="*/ 242887 h 3457256"/>
                    <a:gd name="connsiteX1" fmla="*/ 710801 w 710801"/>
                    <a:gd name="connsiteY1" fmla="*/ 0 h 3457256"/>
                    <a:gd name="connsiteX2" fmla="*/ 656826 w 710801"/>
                    <a:gd name="connsiteY2" fmla="*/ 3457256 h 3457256"/>
                    <a:gd name="connsiteX3" fmla="*/ 14288 w 710801"/>
                    <a:gd name="connsiteY3" fmla="*/ 3214369 h 3457256"/>
                    <a:gd name="connsiteX4" fmla="*/ 0 w 710801"/>
                    <a:gd name="connsiteY4" fmla="*/ 242887 h 3457256"/>
                    <a:gd name="connsiteX0" fmla="*/ 0 w 710801"/>
                    <a:gd name="connsiteY0" fmla="*/ 242887 h 3457256"/>
                    <a:gd name="connsiteX1" fmla="*/ 710801 w 710801"/>
                    <a:gd name="connsiteY1" fmla="*/ 0 h 3457256"/>
                    <a:gd name="connsiteX2" fmla="*/ 694926 w 710801"/>
                    <a:gd name="connsiteY2" fmla="*/ 3457256 h 3457256"/>
                    <a:gd name="connsiteX3" fmla="*/ 14288 w 710801"/>
                    <a:gd name="connsiteY3" fmla="*/ 3214369 h 3457256"/>
                    <a:gd name="connsiteX4" fmla="*/ 0 w 710801"/>
                    <a:gd name="connsiteY4" fmla="*/ 242887 h 3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0801" h="3457256">
                      <a:moveTo>
                        <a:pt x="0" y="242887"/>
                      </a:moveTo>
                      <a:lnTo>
                        <a:pt x="710801" y="0"/>
                      </a:lnTo>
                      <a:cubicBezTo>
                        <a:pt x="705509" y="1152419"/>
                        <a:pt x="700218" y="2304837"/>
                        <a:pt x="694926" y="3457256"/>
                      </a:cubicBezTo>
                      <a:lnTo>
                        <a:pt x="14288" y="3214369"/>
                      </a:lnTo>
                      <a:cubicBezTo>
                        <a:pt x="9525" y="2223875"/>
                        <a:pt x="4763" y="1233381"/>
                        <a:pt x="0" y="242887"/>
                      </a:cubicBezTo>
                      <a:close/>
                    </a:path>
                  </a:pathLst>
                </a:custGeom>
                <a:noFill/>
                <a:ln w="38100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Rectangle 44">
                  <a:extLst>
                    <a:ext uri="{FF2B5EF4-FFF2-40B4-BE49-F238E27FC236}">
                      <a16:creationId xmlns:a16="http://schemas.microsoft.com/office/drawing/2014/main" id="{DAFC0632-4584-099D-8ED5-0701A78F649B}"/>
                    </a:ext>
                  </a:extLst>
                </p:cNvPr>
                <p:cNvSpPr/>
                <p:nvPr/>
              </p:nvSpPr>
              <p:spPr>
                <a:xfrm>
                  <a:off x="7883127" y="1811947"/>
                  <a:ext cx="701128" cy="388619"/>
                </a:xfrm>
                <a:custGeom>
                  <a:avLst/>
                  <a:gdLst>
                    <a:gd name="connsiteX0" fmla="*/ 0 w 391565"/>
                    <a:gd name="connsiteY0" fmla="*/ 0 h 45719"/>
                    <a:gd name="connsiteX1" fmla="*/ 391565 w 391565"/>
                    <a:gd name="connsiteY1" fmla="*/ 0 h 45719"/>
                    <a:gd name="connsiteX2" fmla="*/ 391565 w 391565"/>
                    <a:gd name="connsiteY2" fmla="*/ 45719 h 45719"/>
                    <a:gd name="connsiteX3" fmla="*/ 0 w 391565"/>
                    <a:gd name="connsiteY3" fmla="*/ 45719 h 45719"/>
                    <a:gd name="connsiteX4" fmla="*/ 0 w 391565"/>
                    <a:gd name="connsiteY4" fmla="*/ 0 h 45719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391565 w 701128"/>
                    <a:gd name="connsiteY2" fmla="*/ 288607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288607"/>
                    <a:gd name="connsiteX1" fmla="*/ 701128 w 701128"/>
                    <a:gd name="connsiteY1" fmla="*/ 0 h 288607"/>
                    <a:gd name="connsiteX2" fmla="*/ 696365 w 701128"/>
                    <a:gd name="connsiteY2" fmla="*/ 126682 h 288607"/>
                    <a:gd name="connsiteX3" fmla="*/ 0 w 701128"/>
                    <a:gd name="connsiteY3" fmla="*/ 288607 h 288607"/>
                    <a:gd name="connsiteX4" fmla="*/ 0 w 701128"/>
                    <a:gd name="connsiteY4" fmla="*/ 242888 h 288607"/>
                    <a:gd name="connsiteX0" fmla="*/ 0 w 701128"/>
                    <a:gd name="connsiteY0" fmla="*/ 242888 h 374332"/>
                    <a:gd name="connsiteX1" fmla="*/ 701128 w 701128"/>
                    <a:gd name="connsiteY1" fmla="*/ 0 h 374332"/>
                    <a:gd name="connsiteX2" fmla="*/ 696365 w 701128"/>
                    <a:gd name="connsiteY2" fmla="*/ 126682 h 374332"/>
                    <a:gd name="connsiteX3" fmla="*/ 9525 w 701128"/>
                    <a:gd name="connsiteY3" fmla="*/ 374332 h 374332"/>
                    <a:gd name="connsiteX4" fmla="*/ 0 w 701128"/>
                    <a:gd name="connsiteY4" fmla="*/ 242888 h 37433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696365 w 701128"/>
                    <a:gd name="connsiteY2" fmla="*/ 126682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93382"/>
                    <a:gd name="connsiteX1" fmla="*/ 701128 w 701128"/>
                    <a:gd name="connsiteY1" fmla="*/ 0 h 393382"/>
                    <a:gd name="connsiteX2" fmla="*/ 701128 w 701128"/>
                    <a:gd name="connsiteY2" fmla="*/ 150494 h 393382"/>
                    <a:gd name="connsiteX3" fmla="*/ 9525 w 701128"/>
                    <a:gd name="connsiteY3" fmla="*/ 393382 h 393382"/>
                    <a:gd name="connsiteX4" fmla="*/ 0 w 701128"/>
                    <a:gd name="connsiteY4" fmla="*/ 242888 h 393382"/>
                    <a:gd name="connsiteX0" fmla="*/ 0 w 701128"/>
                    <a:gd name="connsiteY0" fmla="*/ 242888 h 360044"/>
                    <a:gd name="connsiteX1" fmla="*/ 701128 w 701128"/>
                    <a:gd name="connsiteY1" fmla="*/ 0 h 360044"/>
                    <a:gd name="connsiteX2" fmla="*/ 701128 w 701128"/>
                    <a:gd name="connsiteY2" fmla="*/ 150494 h 360044"/>
                    <a:gd name="connsiteX3" fmla="*/ 4763 w 701128"/>
                    <a:gd name="connsiteY3" fmla="*/ 360044 h 360044"/>
                    <a:gd name="connsiteX4" fmla="*/ 0 w 701128"/>
                    <a:gd name="connsiteY4" fmla="*/ 242888 h 360044"/>
                    <a:gd name="connsiteX0" fmla="*/ 0 w 701128"/>
                    <a:gd name="connsiteY0" fmla="*/ 242888 h 388619"/>
                    <a:gd name="connsiteX1" fmla="*/ 701128 w 701128"/>
                    <a:gd name="connsiteY1" fmla="*/ 0 h 388619"/>
                    <a:gd name="connsiteX2" fmla="*/ 701128 w 701128"/>
                    <a:gd name="connsiteY2" fmla="*/ 150494 h 388619"/>
                    <a:gd name="connsiteX3" fmla="*/ 9525 w 701128"/>
                    <a:gd name="connsiteY3" fmla="*/ 388619 h 388619"/>
                    <a:gd name="connsiteX4" fmla="*/ 0 w 701128"/>
                    <a:gd name="connsiteY4" fmla="*/ 242888 h 388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1128" h="388619">
                      <a:moveTo>
                        <a:pt x="0" y="242888"/>
                      </a:moveTo>
                      <a:lnTo>
                        <a:pt x="701128" y="0"/>
                      </a:lnTo>
                      <a:lnTo>
                        <a:pt x="701128" y="150494"/>
                      </a:lnTo>
                      <a:lnTo>
                        <a:pt x="9525" y="388619"/>
                      </a:lnTo>
                      <a:lnTo>
                        <a:pt x="0" y="242888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38100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Rectangle 62">
                  <a:extLst>
                    <a:ext uri="{FF2B5EF4-FFF2-40B4-BE49-F238E27FC236}">
                      <a16:creationId xmlns:a16="http://schemas.microsoft.com/office/drawing/2014/main" id="{BCAD8086-BA82-101A-FBBA-E6C4CD9BCFCC}"/>
                    </a:ext>
                  </a:extLst>
                </p:cNvPr>
                <p:cNvSpPr/>
                <p:nvPr/>
              </p:nvSpPr>
              <p:spPr>
                <a:xfrm>
                  <a:off x="7873681" y="4053226"/>
                  <a:ext cx="698449" cy="169756"/>
                </a:xfrm>
                <a:custGeom>
                  <a:avLst/>
                  <a:gdLst>
                    <a:gd name="connsiteX0" fmla="*/ 0 w 622249"/>
                    <a:gd name="connsiteY0" fmla="*/ 0 h 157056"/>
                    <a:gd name="connsiteX1" fmla="*/ 622249 w 622249"/>
                    <a:gd name="connsiteY1" fmla="*/ 0 h 157056"/>
                    <a:gd name="connsiteX2" fmla="*/ 622249 w 622249"/>
                    <a:gd name="connsiteY2" fmla="*/ 157056 h 157056"/>
                    <a:gd name="connsiteX3" fmla="*/ 0 w 622249"/>
                    <a:gd name="connsiteY3" fmla="*/ 157056 h 157056"/>
                    <a:gd name="connsiteX4" fmla="*/ 0 w 62224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0 w 628599"/>
                    <a:gd name="connsiteY3" fmla="*/ 157056 h 157056"/>
                    <a:gd name="connsiteX4" fmla="*/ 0 w 62859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19050 w 628599"/>
                    <a:gd name="connsiteY3" fmla="*/ 61806 h 157056"/>
                    <a:gd name="connsiteX4" fmla="*/ 0 w 628599"/>
                    <a:gd name="connsiteY4" fmla="*/ 0 h 157056"/>
                    <a:gd name="connsiteX0" fmla="*/ 0 w 704799"/>
                    <a:gd name="connsiteY0" fmla="*/ 0 h 172931"/>
                    <a:gd name="connsiteX1" fmla="*/ 62859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95250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695274"/>
                    <a:gd name="connsiteY0" fmla="*/ 0 h 169756"/>
                    <a:gd name="connsiteX1" fmla="*/ 688924 w 695274"/>
                    <a:gd name="connsiteY1" fmla="*/ 92075 h 169756"/>
                    <a:gd name="connsiteX2" fmla="*/ 695274 w 695274"/>
                    <a:gd name="connsiteY2" fmla="*/ 169756 h 169756"/>
                    <a:gd name="connsiteX3" fmla="*/ 9525 w 695274"/>
                    <a:gd name="connsiteY3" fmla="*/ 58631 h 169756"/>
                    <a:gd name="connsiteX4" fmla="*/ 0 w 695274"/>
                    <a:gd name="connsiteY4" fmla="*/ 0 h 169756"/>
                    <a:gd name="connsiteX0" fmla="*/ 3175 w 698449"/>
                    <a:gd name="connsiteY0" fmla="*/ 0 h 169756"/>
                    <a:gd name="connsiteX1" fmla="*/ 692099 w 698449"/>
                    <a:gd name="connsiteY1" fmla="*/ 92075 h 169756"/>
                    <a:gd name="connsiteX2" fmla="*/ 698449 w 698449"/>
                    <a:gd name="connsiteY2" fmla="*/ 169756 h 169756"/>
                    <a:gd name="connsiteX3" fmla="*/ 0 w 698449"/>
                    <a:gd name="connsiteY3" fmla="*/ 58631 h 169756"/>
                    <a:gd name="connsiteX4" fmla="*/ 3175 w 698449"/>
                    <a:gd name="connsiteY4" fmla="*/ 0 h 169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8449" h="169756">
                      <a:moveTo>
                        <a:pt x="3175" y="0"/>
                      </a:moveTo>
                      <a:lnTo>
                        <a:pt x="692099" y="92075"/>
                      </a:lnTo>
                      <a:lnTo>
                        <a:pt x="698449" y="169756"/>
                      </a:lnTo>
                      <a:lnTo>
                        <a:pt x="0" y="58631"/>
                      </a:lnTo>
                      <a:lnTo>
                        <a:pt x="3175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28575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Rectangle 62">
                  <a:extLst>
                    <a:ext uri="{FF2B5EF4-FFF2-40B4-BE49-F238E27FC236}">
                      <a16:creationId xmlns:a16="http://schemas.microsoft.com/office/drawing/2014/main" id="{851267DD-E05E-7C79-1718-379DE07F1165}"/>
                    </a:ext>
                  </a:extLst>
                </p:cNvPr>
                <p:cNvSpPr/>
                <p:nvPr/>
              </p:nvSpPr>
              <p:spPr>
                <a:xfrm>
                  <a:off x="7879159" y="2989489"/>
                  <a:ext cx="690511" cy="168961"/>
                </a:xfrm>
                <a:custGeom>
                  <a:avLst/>
                  <a:gdLst>
                    <a:gd name="connsiteX0" fmla="*/ 0 w 622249"/>
                    <a:gd name="connsiteY0" fmla="*/ 0 h 157056"/>
                    <a:gd name="connsiteX1" fmla="*/ 622249 w 622249"/>
                    <a:gd name="connsiteY1" fmla="*/ 0 h 157056"/>
                    <a:gd name="connsiteX2" fmla="*/ 622249 w 622249"/>
                    <a:gd name="connsiteY2" fmla="*/ 157056 h 157056"/>
                    <a:gd name="connsiteX3" fmla="*/ 0 w 622249"/>
                    <a:gd name="connsiteY3" fmla="*/ 157056 h 157056"/>
                    <a:gd name="connsiteX4" fmla="*/ 0 w 62224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0 w 628599"/>
                    <a:gd name="connsiteY3" fmla="*/ 157056 h 157056"/>
                    <a:gd name="connsiteX4" fmla="*/ 0 w 628599"/>
                    <a:gd name="connsiteY4" fmla="*/ 0 h 157056"/>
                    <a:gd name="connsiteX0" fmla="*/ 0 w 628599"/>
                    <a:gd name="connsiteY0" fmla="*/ 0 h 157056"/>
                    <a:gd name="connsiteX1" fmla="*/ 628599 w 628599"/>
                    <a:gd name="connsiteY1" fmla="*/ 79375 h 157056"/>
                    <a:gd name="connsiteX2" fmla="*/ 622249 w 628599"/>
                    <a:gd name="connsiteY2" fmla="*/ 157056 h 157056"/>
                    <a:gd name="connsiteX3" fmla="*/ 19050 w 628599"/>
                    <a:gd name="connsiteY3" fmla="*/ 61806 h 157056"/>
                    <a:gd name="connsiteX4" fmla="*/ 0 w 628599"/>
                    <a:gd name="connsiteY4" fmla="*/ 0 h 157056"/>
                    <a:gd name="connsiteX0" fmla="*/ 0 w 704799"/>
                    <a:gd name="connsiteY0" fmla="*/ 0 h 172931"/>
                    <a:gd name="connsiteX1" fmla="*/ 62859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79375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704799"/>
                    <a:gd name="connsiteY0" fmla="*/ 0 h 172931"/>
                    <a:gd name="connsiteX1" fmla="*/ 698449 w 704799"/>
                    <a:gd name="connsiteY1" fmla="*/ 95250 h 172931"/>
                    <a:gd name="connsiteX2" fmla="*/ 704799 w 704799"/>
                    <a:gd name="connsiteY2" fmla="*/ 172931 h 172931"/>
                    <a:gd name="connsiteX3" fmla="*/ 19050 w 704799"/>
                    <a:gd name="connsiteY3" fmla="*/ 61806 h 172931"/>
                    <a:gd name="connsiteX4" fmla="*/ 0 w 704799"/>
                    <a:gd name="connsiteY4" fmla="*/ 0 h 172931"/>
                    <a:gd name="connsiteX0" fmla="*/ 0 w 695274"/>
                    <a:gd name="connsiteY0" fmla="*/ 0 h 169756"/>
                    <a:gd name="connsiteX1" fmla="*/ 688924 w 695274"/>
                    <a:gd name="connsiteY1" fmla="*/ 92075 h 169756"/>
                    <a:gd name="connsiteX2" fmla="*/ 695274 w 695274"/>
                    <a:gd name="connsiteY2" fmla="*/ 169756 h 169756"/>
                    <a:gd name="connsiteX3" fmla="*/ 9525 w 695274"/>
                    <a:gd name="connsiteY3" fmla="*/ 58631 h 169756"/>
                    <a:gd name="connsiteX4" fmla="*/ 0 w 695274"/>
                    <a:gd name="connsiteY4" fmla="*/ 0 h 169756"/>
                    <a:gd name="connsiteX0" fmla="*/ 3175 w 698449"/>
                    <a:gd name="connsiteY0" fmla="*/ 0 h 169756"/>
                    <a:gd name="connsiteX1" fmla="*/ 692099 w 698449"/>
                    <a:gd name="connsiteY1" fmla="*/ 92075 h 169756"/>
                    <a:gd name="connsiteX2" fmla="*/ 698449 w 698449"/>
                    <a:gd name="connsiteY2" fmla="*/ 169756 h 169756"/>
                    <a:gd name="connsiteX3" fmla="*/ 0 w 698449"/>
                    <a:gd name="connsiteY3" fmla="*/ 58631 h 169756"/>
                    <a:gd name="connsiteX4" fmla="*/ 3175 w 698449"/>
                    <a:gd name="connsiteY4" fmla="*/ 0 h 169756"/>
                    <a:gd name="connsiteX0" fmla="*/ 3175 w 698449"/>
                    <a:gd name="connsiteY0" fmla="*/ 105568 h 275324"/>
                    <a:gd name="connsiteX1" fmla="*/ 684956 w 698449"/>
                    <a:gd name="connsiteY1" fmla="*/ 0 h 275324"/>
                    <a:gd name="connsiteX2" fmla="*/ 698449 w 698449"/>
                    <a:gd name="connsiteY2" fmla="*/ 275324 h 275324"/>
                    <a:gd name="connsiteX3" fmla="*/ 0 w 698449"/>
                    <a:gd name="connsiteY3" fmla="*/ 164199 h 275324"/>
                    <a:gd name="connsiteX4" fmla="*/ 3175 w 698449"/>
                    <a:gd name="connsiteY4" fmla="*/ 105568 h 275324"/>
                    <a:gd name="connsiteX0" fmla="*/ 3175 w 686543"/>
                    <a:gd name="connsiteY0" fmla="*/ 105568 h 164199"/>
                    <a:gd name="connsiteX1" fmla="*/ 684956 w 686543"/>
                    <a:gd name="connsiteY1" fmla="*/ 0 h 164199"/>
                    <a:gd name="connsiteX2" fmla="*/ 686543 w 686543"/>
                    <a:gd name="connsiteY2" fmla="*/ 70536 h 164199"/>
                    <a:gd name="connsiteX3" fmla="*/ 0 w 686543"/>
                    <a:gd name="connsiteY3" fmla="*/ 164199 h 164199"/>
                    <a:gd name="connsiteX4" fmla="*/ 3175 w 686543"/>
                    <a:gd name="connsiteY4" fmla="*/ 105568 h 164199"/>
                    <a:gd name="connsiteX0" fmla="*/ 3175 w 686543"/>
                    <a:gd name="connsiteY0" fmla="*/ 105568 h 168961"/>
                    <a:gd name="connsiteX1" fmla="*/ 684956 w 686543"/>
                    <a:gd name="connsiteY1" fmla="*/ 0 h 168961"/>
                    <a:gd name="connsiteX2" fmla="*/ 686543 w 686543"/>
                    <a:gd name="connsiteY2" fmla="*/ 70536 h 168961"/>
                    <a:gd name="connsiteX3" fmla="*/ 0 w 686543"/>
                    <a:gd name="connsiteY3" fmla="*/ 168961 h 168961"/>
                    <a:gd name="connsiteX4" fmla="*/ 3175 w 686543"/>
                    <a:gd name="connsiteY4" fmla="*/ 105568 h 168961"/>
                    <a:gd name="connsiteX0" fmla="*/ 0 w 690511"/>
                    <a:gd name="connsiteY0" fmla="*/ 105568 h 168961"/>
                    <a:gd name="connsiteX1" fmla="*/ 688924 w 690511"/>
                    <a:gd name="connsiteY1" fmla="*/ 0 h 168961"/>
                    <a:gd name="connsiteX2" fmla="*/ 690511 w 690511"/>
                    <a:gd name="connsiteY2" fmla="*/ 70536 h 168961"/>
                    <a:gd name="connsiteX3" fmla="*/ 3968 w 690511"/>
                    <a:gd name="connsiteY3" fmla="*/ 168961 h 168961"/>
                    <a:gd name="connsiteX4" fmla="*/ 0 w 690511"/>
                    <a:gd name="connsiteY4" fmla="*/ 105568 h 168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0511" h="168961">
                      <a:moveTo>
                        <a:pt x="0" y="105568"/>
                      </a:moveTo>
                      <a:lnTo>
                        <a:pt x="688924" y="0"/>
                      </a:lnTo>
                      <a:lnTo>
                        <a:pt x="690511" y="70536"/>
                      </a:lnTo>
                      <a:lnTo>
                        <a:pt x="3968" y="168961"/>
                      </a:lnTo>
                      <a:lnTo>
                        <a:pt x="0" y="105568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 w="28575" cap="flat" cmpd="sng" algn="ctr">
                  <a:solidFill>
                    <a:schemeClr val="accent6">
                      <a:lumMod val="20000"/>
                      <a:lumOff val="8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E5A041C0-95BD-8B3B-C29D-0DFA801413D3}"/>
                    </a:ext>
                  </a:extLst>
                </p:cNvPr>
                <p:cNvSpPr/>
                <p:nvPr/>
              </p:nvSpPr>
              <p:spPr>
                <a:xfrm>
                  <a:off x="8583786" y="1759934"/>
                  <a:ext cx="88029" cy="3537201"/>
                </a:xfrm>
                <a:prstGeom prst="roundRect">
                  <a:avLst/>
                </a:prstGeom>
                <a:solidFill>
                  <a:srgbClr val="DAA36D"/>
                </a:solidFill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CA5F41A-251D-328A-154B-73907698E9F2}"/>
              </a:ext>
            </a:extLst>
          </p:cNvPr>
          <p:cNvGrpSpPr/>
          <p:nvPr/>
        </p:nvGrpSpPr>
        <p:grpSpPr>
          <a:xfrm>
            <a:off x="3480083" y="5379490"/>
            <a:ext cx="2970830" cy="4849898"/>
            <a:chOff x="4274004" y="6206580"/>
            <a:chExt cx="1913663" cy="312406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9" name="Rectangle 42">
              <a:extLst>
                <a:ext uri="{FF2B5EF4-FFF2-40B4-BE49-F238E27FC236}">
                  <a16:creationId xmlns:a16="http://schemas.microsoft.com/office/drawing/2014/main" id="{6F204105-8CD9-9CC9-FDCD-B86A2587C79D}"/>
                </a:ext>
              </a:extLst>
            </p:cNvPr>
            <p:cNvSpPr/>
            <p:nvPr/>
          </p:nvSpPr>
          <p:spPr>
            <a:xfrm rot="5745827">
              <a:off x="5437288" y="6790581"/>
              <a:ext cx="226600" cy="117094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2">
              <a:extLst>
                <a:ext uri="{FF2B5EF4-FFF2-40B4-BE49-F238E27FC236}">
                  <a16:creationId xmlns:a16="http://schemas.microsoft.com/office/drawing/2014/main" id="{1B0DCF10-FC7F-AC25-3484-DDC5DE142A61}"/>
                </a:ext>
              </a:extLst>
            </p:cNvPr>
            <p:cNvSpPr/>
            <p:nvPr/>
          </p:nvSpPr>
          <p:spPr>
            <a:xfrm rot="5637734">
              <a:off x="5469161" y="6277316"/>
              <a:ext cx="186667" cy="115382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2">
              <a:extLst>
                <a:ext uri="{FF2B5EF4-FFF2-40B4-BE49-F238E27FC236}">
                  <a16:creationId xmlns:a16="http://schemas.microsoft.com/office/drawing/2014/main" id="{9AA0A07C-A1DD-DAEB-807B-CF878177AB30}"/>
                </a:ext>
              </a:extLst>
            </p:cNvPr>
            <p:cNvSpPr/>
            <p:nvPr/>
          </p:nvSpPr>
          <p:spPr>
            <a:xfrm rot="5682357">
              <a:off x="5391992" y="5773879"/>
              <a:ext cx="226600" cy="1242119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2">
              <a:extLst>
                <a:ext uri="{FF2B5EF4-FFF2-40B4-BE49-F238E27FC236}">
                  <a16:creationId xmlns:a16="http://schemas.microsoft.com/office/drawing/2014/main" id="{E0D7E226-720F-CD8F-769B-17C08731A448}"/>
                </a:ext>
              </a:extLst>
            </p:cNvPr>
            <p:cNvSpPr/>
            <p:nvPr/>
          </p:nvSpPr>
          <p:spPr>
            <a:xfrm>
              <a:off x="4860847" y="6206580"/>
              <a:ext cx="206454" cy="2515775"/>
            </a:xfrm>
            <a:prstGeom prst="roundRect">
              <a:avLst>
                <a:gd name="adj" fmla="val 4633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2">
              <a:extLst>
                <a:ext uri="{FF2B5EF4-FFF2-40B4-BE49-F238E27FC236}">
                  <a16:creationId xmlns:a16="http://schemas.microsoft.com/office/drawing/2014/main" id="{60BBBC73-AC7F-CB72-944E-39A17DD61E17}"/>
                </a:ext>
              </a:extLst>
            </p:cNvPr>
            <p:cNvSpPr/>
            <p:nvPr/>
          </p:nvSpPr>
          <p:spPr>
            <a:xfrm>
              <a:off x="6001443" y="6318798"/>
              <a:ext cx="186224" cy="2515775"/>
            </a:xfrm>
            <a:prstGeom prst="roundRect">
              <a:avLst>
                <a:gd name="adj" fmla="val 46337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42">
              <a:extLst>
                <a:ext uri="{FF2B5EF4-FFF2-40B4-BE49-F238E27FC236}">
                  <a16:creationId xmlns:a16="http://schemas.microsoft.com/office/drawing/2014/main" id="{C0F079C4-2AA6-017F-071E-8C0F90C10488}"/>
                </a:ext>
              </a:extLst>
            </p:cNvPr>
            <p:cNvSpPr/>
            <p:nvPr/>
          </p:nvSpPr>
          <p:spPr>
            <a:xfrm rot="5707529">
              <a:off x="5029352" y="7187468"/>
              <a:ext cx="237667" cy="1740364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42">
              <a:extLst>
                <a:ext uri="{FF2B5EF4-FFF2-40B4-BE49-F238E27FC236}">
                  <a16:creationId xmlns:a16="http://schemas.microsoft.com/office/drawing/2014/main" id="{80FC72F2-B6F5-7EB6-9684-5230B86D9247}"/>
                </a:ext>
              </a:extLst>
            </p:cNvPr>
            <p:cNvSpPr/>
            <p:nvPr/>
          </p:nvSpPr>
          <p:spPr>
            <a:xfrm rot="20382340" flipH="1">
              <a:off x="4286805" y="7662277"/>
              <a:ext cx="723793" cy="179635"/>
            </a:xfrm>
            <a:custGeom>
              <a:avLst/>
              <a:gdLst>
                <a:gd name="connsiteX0" fmla="*/ 0 w 237667"/>
                <a:gd name="connsiteY0" fmla="*/ 118834 h 1740364"/>
                <a:gd name="connsiteX1" fmla="*/ 118834 w 237667"/>
                <a:gd name="connsiteY1" fmla="*/ 0 h 1740364"/>
                <a:gd name="connsiteX2" fmla="*/ 118834 w 237667"/>
                <a:gd name="connsiteY2" fmla="*/ 0 h 1740364"/>
                <a:gd name="connsiteX3" fmla="*/ 237668 w 237667"/>
                <a:gd name="connsiteY3" fmla="*/ 118834 h 1740364"/>
                <a:gd name="connsiteX4" fmla="*/ 237667 w 237667"/>
                <a:gd name="connsiteY4" fmla="*/ 1621531 h 1740364"/>
                <a:gd name="connsiteX5" fmla="*/ 118833 w 237667"/>
                <a:gd name="connsiteY5" fmla="*/ 1740365 h 1740364"/>
                <a:gd name="connsiteX6" fmla="*/ 118834 w 237667"/>
                <a:gd name="connsiteY6" fmla="*/ 1740364 h 1740364"/>
                <a:gd name="connsiteX7" fmla="*/ 0 w 237667"/>
                <a:gd name="connsiteY7" fmla="*/ 1621530 h 1740364"/>
                <a:gd name="connsiteX8" fmla="*/ 0 w 237667"/>
                <a:gd name="connsiteY8" fmla="*/ 118834 h 1740364"/>
                <a:gd name="connsiteX0" fmla="*/ 230576 w 502928"/>
                <a:gd name="connsiteY0" fmla="*/ 118834 h 1740365"/>
                <a:gd name="connsiteX1" fmla="*/ 349410 w 502928"/>
                <a:gd name="connsiteY1" fmla="*/ 0 h 1740365"/>
                <a:gd name="connsiteX2" fmla="*/ 0 w 502928"/>
                <a:gd name="connsiteY2" fmla="*/ 369242 h 1740365"/>
                <a:gd name="connsiteX3" fmla="*/ 468244 w 502928"/>
                <a:gd name="connsiteY3" fmla="*/ 118834 h 1740365"/>
                <a:gd name="connsiteX4" fmla="*/ 468243 w 502928"/>
                <a:gd name="connsiteY4" fmla="*/ 1621531 h 1740365"/>
                <a:gd name="connsiteX5" fmla="*/ 349409 w 502928"/>
                <a:gd name="connsiteY5" fmla="*/ 1740365 h 1740365"/>
                <a:gd name="connsiteX6" fmla="*/ 349410 w 502928"/>
                <a:gd name="connsiteY6" fmla="*/ 1740364 h 1740365"/>
                <a:gd name="connsiteX7" fmla="*/ 230576 w 502928"/>
                <a:gd name="connsiteY7" fmla="*/ 1621530 h 1740365"/>
                <a:gd name="connsiteX8" fmla="*/ 230576 w 502928"/>
                <a:gd name="connsiteY8" fmla="*/ 118834 h 1740365"/>
                <a:gd name="connsiteX0" fmla="*/ 84205 w 502928"/>
                <a:gd name="connsiteY0" fmla="*/ 406109 h 1740365"/>
                <a:gd name="connsiteX1" fmla="*/ 349410 w 502928"/>
                <a:gd name="connsiteY1" fmla="*/ 0 h 1740365"/>
                <a:gd name="connsiteX2" fmla="*/ 0 w 502928"/>
                <a:gd name="connsiteY2" fmla="*/ 369242 h 1740365"/>
                <a:gd name="connsiteX3" fmla="*/ 468244 w 502928"/>
                <a:gd name="connsiteY3" fmla="*/ 118834 h 1740365"/>
                <a:gd name="connsiteX4" fmla="*/ 468243 w 502928"/>
                <a:gd name="connsiteY4" fmla="*/ 1621531 h 1740365"/>
                <a:gd name="connsiteX5" fmla="*/ 349409 w 502928"/>
                <a:gd name="connsiteY5" fmla="*/ 1740365 h 1740365"/>
                <a:gd name="connsiteX6" fmla="*/ 349410 w 502928"/>
                <a:gd name="connsiteY6" fmla="*/ 1740364 h 1740365"/>
                <a:gd name="connsiteX7" fmla="*/ 230576 w 502928"/>
                <a:gd name="connsiteY7" fmla="*/ 1621530 h 1740365"/>
                <a:gd name="connsiteX8" fmla="*/ 84205 w 502928"/>
                <a:gd name="connsiteY8" fmla="*/ 406109 h 1740365"/>
                <a:gd name="connsiteX0" fmla="*/ 84205 w 474829"/>
                <a:gd name="connsiteY0" fmla="*/ 406109 h 1785904"/>
                <a:gd name="connsiteX1" fmla="*/ 349410 w 474829"/>
                <a:gd name="connsiteY1" fmla="*/ 0 h 1785904"/>
                <a:gd name="connsiteX2" fmla="*/ 0 w 474829"/>
                <a:gd name="connsiteY2" fmla="*/ 369242 h 1785904"/>
                <a:gd name="connsiteX3" fmla="*/ 164180 w 474829"/>
                <a:gd name="connsiteY3" fmla="*/ 69602 h 1785904"/>
                <a:gd name="connsiteX4" fmla="*/ 468243 w 474829"/>
                <a:gd name="connsiteY4" fmla="*/ 1621531 h 1785904"/>
                <a:gd name="connsiteX5" fmla="*/ 349409 w 474829"/>
                <a:gd name="connsiteY5" fmla="*/ 1740365 h 1785904"/>
                <a:gd name="connsiteX6" fmla="*/ 349410 w 474829"/>
                <a:gd name="connsiteY6" fmla="*/ 1740364 h 1785904"/>
                <a:gd name="connsiteX7" fmla="*/ 230576 w 474829"/>
                <a:gd name="connsiteY7" fmla="*/ 1621530 h 1785904"/>
                <a:gd name="connsiteX8" fmla="*/ 84205 w 474829"/>
                <a:gd name="connsiteY8" fmla="*/ 406109 h 1785904"/>
                <a:gd name="connsiteX0" fmla="*/ 84205 w 484553"/>
                <a:gd name="connsiteY0" fmla="*/ 406109 h 1766678"/>
                <a:gd name="connsiteX1" fmla="*/ 349410 w 484553"/>
                <a:gd name="connsiteY1" fmla="*/ 0 h 1766678"/>
                <a:gd name="connsiteX2" fmla="*/ 0 w 484553"/>
                <a:gd name="connsiteY2" fmla="*/ 369242 h 1766678"/>
                <a:gd name="connsiteX3" fmla="*/ 468243 w 484553"/>
                <a:gd name="connsiteY3" fmla="*/ 1621531 h 1766678"/>
                <a:gd name="connsiteX4" fmla="*/ 349409 w 484553"/>
                <a:gd name="connsiteY4" fmla="*/ 1740365 h 1766678"/>
                <a:gd name="connsiteX5" fmla="*/ 349410 w 484553"/>
                <a:gd name="connsiteY5" fmla="*/ 1740364 h 1766678"/>
                <a:gd name="connsiteX6" fmla="*/ 230576 w 484553"/>
                <a:gd name="connsiteY6" fmla="*/ 1621530 h 1766678"/>
                <a:gd name="connsiteX7" fmla="*/ 84205 w 484553"/>
                <a:gd name="connsiteY7" fmla="*/ 406109 h 1766678"/>
                <a:gd name="connsiteX0" fmla="*/ 103827 w 504175"/>
                <a:gd name="connsiteY0" fmla="*/ 173703 h 1534272"/>
                <a:gd name="connsiteX1" fmla="*/ 19622 w 504175"/>
                <a:gd name="connsiteY1" fmla="*/ 136836 h 1534272"/>
                <a:gd name="connsiteX2" fmla="*/ 487865 w 504175"/>
                <a:gd name="connsiteY2" fmla="*/ 1389125 h 1534272"/>
                <a:gd name="connsiteX3" fmla="*/ 369031 w 504175"/>
                <a:gd name="connsiteY3" fmla="*/ 1507959 h 1534272"/>
                <a:gd name="connsiteX4" fmla="*/ 369032 w 504175"/>
                <a:gd name="connsiteY4" fmla="*/ 1507958 h 1534272"/>
                <a:gd name="connsiteX5" fmla="*/ 250198 w 504175"/>
                <a:gd name="connsiteY5" fmla="*/ 1389124 h 1534272"/>
                <a:gd name="connsiteX6" fmla="*/ 103827 w 504175"/>
                <a:gd name="connsiteY6" fmla="*/ 173703 h 1534272"/>
                <a:gd name="connsiteX0" fmla="*/ 0 w 395162"/>
                <a:gd name="connsiteY0" fmla="*/ 0 h 1358330"/>
                <a:gd name="connsiteX1" fmla="*/ 384038 w 395162"/>
                <a:gd name="connsiteY1" fmla="*/ 1215422 h 1358330"/>
                <a:gd name="connsiteX2" fmla="*/ 265204 w 395162"/>
                <a:gd name="connsiteY2" fmla="*/ 1334256 h 1358330"/>
                <a:gd name="connsiteX3" fmla="*/ 265205 w 395162"/>
                <a:gd name="connsiteY3" fmla="*/ 1334255 h 1358330"/>
                <a:gd name="connsiteX4" fmla="*/ 146371 w 395162"/>
                <a:gd name="connsiteY4" fmla="*/ 1215421 h 1358330"/>
                <a:gd name="connsiteX5" fmla="*/ 0 w 395162"/>
                <a:gd name="connsiteY5" fmla="*/ 0 h 1358330"/>
                <a:gd name="connsiteX0" fmla="*/ 0 w 495805"/>
                <a:gd name="connsiteY0" fmla="*/ 0 h 1423719"/>
                <a:gd name="connsiteX1" fmla="*/ 478823 w 495805"/>
                <a:gd name="connsiteY1" fmla="*/ 1277050 h 1423719"/>
                <a:gd name="connsiteX2" fmla="*/ 359989 w 495805"/>
                <a:gd name="connsiteY2" fmla="*/ 1395884 h 1423719"/>
                <a:gd name="connsiteX3" fmla="*/ 359990 w 495805"/>
                <a:gd name="connsiteY3" fmla="*/ 1395883 h 1423719"/>
                <a:gd name="connsiteX4" fmla="*/ 241156 w 495805"/>
                <a:gd name="connsiteY4" fmla="*/ 1277049 h 1423719"/>
                <a:gd name="connsiteX5" fmla="*/ 0 w 495805"/>
                <a:gd name="connsiteY5" fmla="*/ 0 h 1423719"/>
                <a:gd name="connsiteX0" fmla="*/ 0 w 359990"/>
                <a:gd name="connsiteY0" fmla="*/ 0 h 1395884"/>
                <a:gd name="connsiteX1" fmla="*/ 359989 w 359990"/>
                <a:gd name="connsiteY1" fmla="*/ 1395884 h 1395884"/>
                <a:gd name="connsiteX2" fmla="*/ 359990 w 359990"/>
                <a:gd name="connsiteY2" fmla="*/ 1395883 h 1395884"/>
                <a:gd name="connsiteX3" fmla="*/ 241156 w 359990"/>
                <a:gd name="connsiteY3" fmla="*/ 1277049 h 1395884"/>
                <a:gd name="connsiteX4" fmla="*/ 0 w 359990"/>
                <a:gd name="connsiteY4" fmla="*/ 0 h 1395884"/>
                <a:gd name="connsiteX0" fmla="*/ 0 w 359990"/>
                <a:gd name="connsiteY0" fmla="*/ 0 h 1395884"/>
                <a:gd name="connsiteX1" fmla="*/ 359989 w 359990"/>
                <a:gd name="connsiteY1" fmla="*/ 1395884 h 1395884"/>
                <a:gd name="connsiteX2" fmla="*/ 359990 w 359990"/>
                <a:gd name="connsiteY2" fmla="*/ 1395883 h 1395884"/>
                <a:gd name="connsiteX3" fmla="*/ 0 w 359990"/>
                <a:gd name="connsiteY3" fmla="*/ 0 h 1395884"/>
                <a:gd name="connsiteX0" fmla="*/ 0 w 443162"/>
                <a:gd name="connsiteY0" fmla="*/ 0 h 1395884"/>
                <a:gd name="connsiteX1" fmla="*/ 359989 w 443162"/>
                <a:gd name="connsiteY1" fmla="*/ 1395884 h 1395884"/>
                <a:gd name="connsiteX2" fmla="*/ 443162 w 443162"/>
                <a:gd name="connsiteY2" fmla="*/ 119700 h 1395884"/>
                <a:gd name="connsiteX3" fmla="*/ 0 w 443162"/>
                <a:gd name="connsiteY3" fmla="*/ 0 h 1395884"/>
                <a:gd name="connsiteX0" fmla="*/ 0 w 455328"/>
                <a:gd name="connsiteY0" fmla="*/ 68327 h 188027"/>
                <a:gd name="connsiteX1" fmla="*/ 455328 w 455328"/>
                <a:gd name="connsiteY1" fmla="*/ 110431 h 188027"/>
                <a:gd name="connsiteX2" fmla="*/ 443162 w 455328"/>
                <a:gd name="connsiteY2" fmla="*/ 188027 h 188027"/>
                <a:gd name="connsiteX3" fmla="*/ 0 w 455328"/>
                <a:gd name="connsiteY3" fmla="*/ 68327 h 188027"/>
                <a:gd name="connsiteX0" fmla="*/ 0 w 443162"/>
                <a:gd name="connsiteY0" fmla="*/ 0 h 252349"/>
                <a:gd name="connsiteX1" fmla="*/ 314799 w 443162"/>
                <a:gd name="connsiteY1" fmla="*/ 252349 h 252349"/>
                <a:gd name="connsiteX2" fmla="*/ 443162 w 443162"/>
                <a:gd name="connsiteY2" fmla="*/ 119700 h 252349"/>
                <a:gd name="connsiteX3" fmla="*/ 0 w 443162"/>
                <a:gd name="connsiteY3" fmla="*/ 0 h 252349"/>
                <a:gd name="connsiteX0" fmla="*/ 0 w 443162"/>
                <a:gd name="connsiteY0" fmla="*/ 0 h 119700"/>
                <a:gd name="connsiteX1" fmla="*/ 443162 w 443162"/>
                <a:gd name="connsiteY1" fmla="*/ 119700 h 119700"/>
                <a:gd name="connsiteX2" fmla="*/ 0 w 443162"/>
                <a:gd name="connsiteY2" fmla="*/ 0 h 119700"/>
                <a:gd name="connsiteX0" fmla="*/ 0 w 443162"/>
                <a:gd name="connsiteY0" fmla="*/ 0 h 208763"/>
                <a:gd name="connsiteX1" fmla="*/ 443162 w 443162"/>
                <a:gd name="connsiteY1" fmla="*/ 119700 h 208763"/>
                <a:gd name="connsiteX2" fmla="*/ 0 w 443162"/>
                <a:gd name="connsiteY2" fmla="*/ 0 h 208763"/>
                <a:gd name="connsiteX0" fmla="*/ 0 w 469241"/>
                <a:gd name="connsiteY0" fmla="*/ 0 h 208763"/>
                <a:gd name="connsiteX1" fmla="*/ 443162 w 469241"/>
                <a:gd name="connsiteY1" fmla="*/ 119700 h 208763"/>
                <a:gd name="connsiteX2" fmla="*/ 0 w 469241"/>
                <a:gd name="connsiteY2" fmla="*/ 0 h 208763"/>
                <a:gd name="connsiteX0" fmla="*/ 0 w 549563"/>
                <a:gd name="connsiteY0" fmla="*/ 0 h 277969"/>
                <a:gd name="connsiteX1" fmla="*/ 527000 w 549563"/>
                <a:gd name="connsiteY1" fmla="*/ 201437 h 277969"/>
                <a:gd name="connsiteX2" fmla="*/ 0 w 549563"/>
                <a:gd name="connsiteY2" fmla="*/ 0 h 277969"/>
                <a:gd name="connsiteX0" fmla="*/ 0 w 555659"/>
                <a:gd name="connsiteY0" fmla="*/ 0 h 277477"/>
                <a:gd name="connsiteX1" fmla="*/ 533324 w 555659"/>
                <a:gd name="connsiteY1" fmla="*/ 200870 h 277477"/>
                <a:gd name="connsiteX2" fmla="*/ 0 w 555659"/>
                <a:gd name="connsiteY2" fmla="*/ 0 h 277477"/>
                <a:gd name="connsiteX0" fmla="*/ 0 w 554884"/>
                <a:gd name="connsiteY0" fmla="*/ 18057 h 295534"/>
                <a:gd name="connsiteX1" fmla="*/ 533324 w 554884"/>
                <a:gd name="connsiteY1" fmla="*/ 218927 h 295534"/>
                <a:gd name="connsiteX2" fmla="*/ 0 w 554884"/>
                <a:gd name="connsiteY2" fmla="*/ 18057 h 295534"/>
                <a:gd name="connsiteX0" fmla="*/ 1988 w 556872"/>
                <a:gd name="connsiteY0" fmla="*/ 18057 h 295994"/>
                <a:gd name="connsiteX1" fmla="*/ 535312 w 556872"/>
                <a:gd name="connsiteY1" fmla="*/ 218927 h 295994"/>
                <a:gd name="connsiteX2" fmla="*/ 1988 w 556872"/>
                <a:gd name="connsiteY2" fmla="*/ 18057 h 295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6872" h="295994">
                  <a:moveTo>
                    <a:pt x="1988" y="18057"/>
                  </a:moveTo>
                  <a:cubicBezTo>
                    <a:pt x="-34839" y="61759"/>
                    <a:pt x="451067" y="460230"/>
                    <a:pt x="535312" y="218927"/>
                  </a:cubicBezTo>
                  <a:cubicBezTo>
                    <a:pt x="671064" y="140849"/>
                    <a:pt x="126281" y="-61076"/>
                    <a:pt x="1988" y="1805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431FB60-A60D-58AA-D8E9-DA94B9F84911}"/>
                </a:ext>
              </a:extLst>
            </p:cNvPr>
            <p:cNvSpPr/>
            <p:nvPr/>
          </p:nvSpPr>
          <p:spPr>
            <a:xfrm rot="342295">
              <a:off x="4412225" y="7611361"/>
              <a:ext cx="1744360" cy="363844"/>
            </a:xfrm>
            <a:custGeom>
              <a:avLst/>
              <a:gdLst>
                <a:gd name="connsiteX0" fmla="*/ 0 w 1147781"/>
                <a:gd name="connsiteY0" fmla="*/ 0 h 608374"/>
                <a:gd name="connsiteX1" fmla="*/ 1147781 w 1147781"/>
                <a:gd name="connsiteY1" fmla="*/ 0 h 608374"/>
                <a:gd name="connsiteX2" fmla="*/ 1147781 w 1147781"/>
                <a:gd name="connsiteY2" fmla="*/ 608374 h 608374"/>
                <a:gd name="connsiteX3" fmla="*/ 0 w 1147781"/>
                <a:gd name="connsiteY3" fmla="*/ 608374 h 608374"/>
                <a:gd name="connsiteX4" fmla="*/ 0 w 1147781"/>
                <a:gd name="connsiteY4" fmla="*/ 0 h 608374"/>
                <a:gd name="connsiteX0" fmla="*/ 0 w 1218859"/>
                <a:gd name="connsiteY0" fmla="*/ 0 h 649135"/>
                <a:gd name="connsiteX1" fmla="*/ 1218859 w 1218859"/>
                <a:gd name="connsiteY1" fmla="*/ 40761 h 649135"/>
                <a:gd name="connsiteX2" fmla="*/ 1218859 w 1218859"/>
                <a:gd name="connsiteY2" fmla="*/ 649135 h 649135"/>
                <a:gd name="connsiteX3" fmla="*/ 71078 w 1218859"/>
                <a:gd name="connsiteY3" fmla="*/ 649135 h 649135"/>
                <a:gd name="connsiteX4" fmla="*/ 0 w 1218859"/>
                <a:gd name="connsiteY4" fmla="*/ 0 h 649135"/>
                <a:gd name="connsiteX0" fmla="*/ 390476 w 1609335"/>
                <a:gd name="connsiteY0" fmla="*/ 0 h 649135"/>
                <a:gd name="connsiteX1" fmla="*/ 1609335 w 1609335"/>
                <a:gd name="connsiteY1" fmla="*/ 40761 h 649135"/>
                <a:gd name="connsiteX2" fmla="*/ 1609335 w 1609335"/>
                <a:gd name="connsiteY2" fmla="*/ 649135 h 649135"/>
                <a:gd name="connsiteX3" fmla="*/ 0 w 1609335"/>
                <a:gd name="connsiteY3" fmla="*/ 532513 h 649135"/>
                <a:gd name="connsiteX4" fmla="*/ 390476 w 1609335"/>
                <a:gd name="connsiteY4" fmla="*/ 0 h 649135"/>
                <a:gd name="connsiteX0" fmla="*/ 390476 w 1609335"/>
                <a:gd name="connsiteY0" fmla="*/ 25582 h 674717"/>
                <a:gd name="connsiteX1" fmla="*/ 1602707 w 1609335"/>
                <a:gd name="connsiteY1" fmla="*/ 0 h 674717"/>
                <a:gd name="connsiteX2" fmla="*/ 1609335 w 1609335"/>
                <a:gd name="connsiteY2" fmla="*/ 674717 h 674717"/>
                <a:gd name="connsiteX3" fmla="*/ 0 w 1609335"/>
                <a:gd name="connsiteY3" fmla="*/ 558095 h 674717"/>
                <a:gd name="connsiteX4" fmla="*/ 390476 w 1609335"/>
                <a:gd name="connsiteY4" fmla="*/ 25582 h 674717"/>
                <a:gd name="connsiteX0" fmla="*/ 390476 w 1602733"/>
                <a:gd name="connsiteY0" fmla="*/ 25582 h 640584"/>
                <a:gd name="connsiteX1" fmla="*/ 1602707 w 1602733"/>
                <a:gd name="connsiteY1" fmla="*/ 0 h 640584"/>
                <a:gd name="connsiteX2" fmla="*/ 1471912 w 1602733"/>
                <a:gd name="connsiteY2" fmla="*/ 640584 h 640584"/>
                <a:gd name="connsiteX3" fmla="*/ 0 w 1602733"/>
                <a:gd name="connsiteY3" fmla="*/ 558095 h 640584"/>
                <a:gd name="connsiteX4" fmla="*/ 390476 w 1602733"/>
                <a:gd name="connsiteY4" fmla="*/ 25582 h 640584"/>
                <a:gd name="connsiteX0" fmla="*/ 390476 w 1602731"/>
                <a:gd name="connsiteY0" fmla="*/ 25582 h 558095"/>
                <a:gd name="connsiteX1" fmla="*/ 1602707 w 1602731"/>
                <a:gd name="connsiteY1" fmla="*/ 0 h 558095"/>
                <a:gd name="connsiteX2" fmla="*/ 1460550 w 1602731"/>
                <a:gd name="connsiteY2" fmla="*/ 526850 h 558095"/>
                <a:gd name="connsiteX3" fmla="*/ 0 w 1602731"/>
                <a:gd name="connsiteY3" fmla="*/ 558095 h 558095"/>
                <a:gd name="connsiteX4" fmla="*/ 390476 w 1602731"/>
                <a:gd name="connsiteY4" fmla="*/ 25582 h 558095"/>
                <a:gd name="connsiteX0" fmla="*/ 436413 w 1602731"/>
                <a:gd name="connsiteY0" fmla="*/ 17808 h 558095"/>
                <a:gd name="connsiteX1" fmla="*/ 1602707 w 1602731"/>
                <a:gd name="connsiteY1" fmla="*/ 0 h 558095"/>
                <a:gd name="connsiteX2" fmla="*/ 1460550 w 1602731"/>
                <a:gd name="connsiteY2" fmla="*/ 526850 h 558095"/>
                <a:gd name="connsiteX3" fmla="*/ 0 w 1602731"/>
                <a:gd name="connsiteY3" fmla="*/ 558095 h 558095"/>
                <a:gd name="connsiteX4" fmla="*/ 436413 w 1602731"/>
                <a:gd name="connsiteY4" fmla="*/ 17808 h 558095"/>
                <a:gd name="connsiteX0" fmla="*/ 418900 w 1585218"/>
                <a:gd name="connsiteY0" fmla="*/ 17808 h 560044"/>
                <a:gd name="connsiteX1" fmla="*/ 1585194 w 1585218"/>
                <a:gd name="connsiteY1" fmla="*/ 0 h 560044"/>
                <a:gd name="connsiteX2" fmla="*/ 1443037 w 1585218"/>
                <a:gd name="connsiteY2" fmla="*/ 526850 h 560044"/>
                <a:gd name="connsiteX3" fmla="*/ 0 w 1585218"/>
                <a:gd name="connsiteY3" fmla="*/ 560043 h 560044"/>
                <a:gd name="connsiteX4" fmla="*/ 418900 w 1585218"/>
                <a:gd name="connsiteY4" fmla="*/ 17808 h 56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5218" h="560044">
                  <a:moveTo>
                    <a:pt x="418900" y="17808"/>
                  </a:moveTo>
                  <a:lnTo>
                    <a:pt x="1585194" y="0"/>
                  </a:lnTo>
                  <a:cubicBezTo>
                    <a:pt x="1587403" y="224906"/>
                    <a:pt x="1440828" y="301944"/>
                    <a:pt x="1443037" y="526850"/>
                  </a:cubicBezTo>
                  <a:lnTo>
                    <a:pt x="0" y="560043"/>
                  </a:lnTo>
                  <a:lnTo>
                    <a:pt x="418900" y="17808"/>
                  </a:lnTo>
                  <a:close/>
                </a:path>
              </a:pathLst>
            </a:custGeom>
            <a:grpFill/>
            <a:ln>
              <a:solidFill>
                <a:srgbClr val="5B2E1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42">
              <a:extLst>
                <a:ext uri="{FF2B5EF4-FFF2-40B4-BE49-F238E27FC236}">
                  <a16:creationId xmlns:a16="http://schemas.microsoft.com/office/drawing/2014/main" id="{90FE1107-9E60-2C4E-F02D-BC329284F41B}"/>
                </a:ext>
              </a:extLst>
            </p:cNvPr>
            <p:cNvSpPr/>
            <p:nvPr/>
          </p:nvSpPr>
          <p:spPr>
            <a:xfrm rot="5707529">
              <a:off x="5739608" y="7770892"/>
              <a:ext cx="556872" cy="295994"/>
            </a:xfrm>
            <a:custGeom>
              <a:avLst/>
              <a:gdLst>
                <a:gd name="connsiteX0" fmla="*/ 0 w 237667"/>
                <a:gd name="connsiteY0" fmla="*/ 118834 h 1740364"/>
                <a:gd name="connsiteX1" fmla="*/ 118834 w 237667"/>
                <a:gd name="connsiteY1" fmla="*/ 0 h 1740364"/>
                <a:gd name="connsiteX2" fmla="*/ 118834 w 237667"/>
                <a:gd name="connsiteY2" fmla="*/ 0 h 1740364"/>
                <a:gd name="connsiteX3" fmla="*/ 237668 w 237667"/>
                <a:gd name="connsiteY3" fmla="*/ 118834 h 1740364"/>
                <a:gd name="connsiteX4" fmla="*/ 237667 w 237667"/>
                <a:gd name="connsiteY4" fmla="*/ 1621531 h 1740364"/>
                <a:gd name="connsiteX5" fmla="*/ 118833 w 237667"/>
                <a:gd name="connsiteY5" fmla="*/ 1740365 h 1740364"/>
                <a:gd name="connsiteX6" fmla="*/ 118834 w 237667"/>
                <a:gd name="connsiteY6" fmla="*/ 1740364 h 1740364"/>
                <a:gd name="connsiteX7" fmla="*/ 0 w 237667"/>
                <a:gd name="connsiteY7" fmla="*/ 1621530 h 1740364"/>
                <a:gd name="connsiteX8" fmla="*/ 0 w 237667"/>
                <a:gd name="connsiteY8" fmla="*/ 118834 h 1740364"/>
                <a:gd name="connsiteX0" fmla="*/ 230576 w 502928"/>
                <a:gd name="connsiteY0" fmla="*/ 118834 h 1740365"/>
                <a:gd name="connsiteX1" fmla="*/ 349410 w 502928"/>
                <a:gd name="connsiteY1" fmla="*/ 0 h 1740365"/>
                <a:gd name="connsiteX2" fmla="*/ 0 w 502928"/>
                <a:gd name="connsiteY2" fmla="*/ 369242 h 1740365"/>
                <a:gd name="connsiteX3" fmla="*/ 468244 w 502928"/>
                <a:gd name="connsiteY3" fmla="*/ 118834 h 1740365"/>
                <a:gd name="connsiteX4" fmla="*/ 468243 w 502928"/>
                <a:gd name="connsiteY4" fmla="*/ 1621531 h 1740365"/>
                <a:gd name="connsiteX5" fmla="*/ 349409 w 502928"/>
                <a:gd name="connsiteY5" fmla="*/ 1740365 h 1740365"/>
                <a:gd name="connsiteX6" fmla="*/ 349410 w 502928"/>
                <a:gd name="connsiteY6" fmla="*/ 1740364 h 1740365"/>
                <a:gd name="connsiteX7" fmla="*/ 230576 w 502928"/>
                <a:gd name="connsiteY7" fmla="*/ 1621530 h 1740365"/>
                <a:gd name="connsiteX8" fmla="*/ 230576 w 502928"/>
                <a:gd name="connsiteY8" fmla="*/ 118834 h 1740365"/>
                <a:gd name="connsiteX0" fmla="*/ 84205 w 502928"/>
                <a:gd name="connsiteY0" fmla="*/ 406109 h 1740365"/>
                <a:gd name="connsiteX1" fmla="*/ 349410 w 502928"/>
                <a:gd name="connsiteY1" fmla="*/ 0 h 1740365"/>
                <a:gd name="connsiteX2" fmla="*/ 0 w 502928"/>
                <a:gd name="connsiteY2" fmla="*/ 369242 h 1740365"/>
                <a:gd name="connsiteX3" fmla="*/ 468244 w 502928"/>
                <a:gd name="connsiteY3" fmla="*/ 118834 h 1740365"/>
                <a:gd name="connsiteX4" fmla="*/ 468243 w 502928"/>
                <a:gd name="connsiteY4" fmla="*/ 1621531 h 1740365"/>
                <a:gd name="connsiteX5" fmla="*/ 349409 w 502928"/>
                <a:gd name="connsiteY5" fmla="*/ 1740365 h 1740365"/>
                <a:gd name="connsiteX6" fmla="*/ 349410 w 502928"/>
                <a:gd name="connsiteY6" fmla="*/ 1740364 h 1740365"/>
                <a:gd name="connsiteX7" fmla="*/ 230576 w 502928"/>
                <a:gd name="connsiteY7" fmla="*/ 1621530 h 1740365"/>
                <a:gd name="connsiteX8" fmla="*/ 84205 w 502928"/>
                <a:gd name="connsiteY8" fmla="*/ 406109 h 1740365"/>
                <a:gd name="connsiteX0" fmla="*/ 84205 w 474829"/>
                <a:gd name="connsiteY0" fmla="*/ 406109 h 1785904"/>
                <a:gd name="connsiteX1" fmla="*/ 349410 w 474829"/>
                <a:gd name="connsiteY1" fmla="*/ 0 h 1785904"/>
                <a:gd name="connsiteX2" fmla="*/ 0 w 474829"/>
                <a:gd name="connsiteY2" fmla="*/ 369242 h 1785904"/>
                <a:gd name="connsiteX3" fmla="*/ 164180 w 474829"/>
                <a:gd name="connsiteY3" fmla="*/ 69602 h 1785904"/>
                <a:gd name="connsiteX4" fmla="*/ 468243 w 474829"/>
                <a:gd name="connsiteY4" fmla="*/ 1621531 h 1785904"/>
                <a:gd name="connsiteX5" fmla="*/ 349409 w 474829"/>
                <a:gd name="connsiteY5" fmla="*/ 1740365 h 1785904"/>
                <a:gd name="connsiteX6" fmla="*/ 349410 w 474829"/>
                <a:gd name="connsiteY6" fmla="*/ 1740364 h 1785904"/>
                <a:gd name="connsiteX7" fmla="*/ 230576 w 474829"/>
                <a:gd name="connsiteY7" fmla="*/ 1621530 h 1785904"/>
                <a:gd name="connsiteX8" fmla="*/ 84205 w 474829"/>
                <a:gd name="connsiteY8" fmla="*/ 406109 h 1785904"/>
                <a:gd name="connsiteX0" fmla="*/ 84205 w 484553"/>
                <a:gd name="connsiteY0" fmla="*/ 406109 h 1766678"/>
                <a:gd name="connsiteX1" fmla="*/ 349410 w 484553"/>
                <a:gd name="connsiteY1" fmla="*/ 0 h 1766678"/>
                <a:gd name="connsiteX2" fmla="*/ 0 w 484553"/>
                <a:gd name="connsiteY2" fmla="*/ 369242 h 1766678"/>
                <a:gd name="connsiteX3" fmla="*/ 468243 w 484553"/>
                <a:gd name="connsiteY3" fmla="*/ 1621531 h 1766678"/>
                <a:gd name="connsiteX4" fmla="*/ 349409 w 484553"/>
                <a:gd name="connsiteY4" fmla="*/ 1740365 h 1766678"/>
                <a:gd name="connsiteX5" fmla="*/ 349410 w 484553"/>
                <a:gd name="connsiteY5" fmla="*/ 1740364 h 1766678"/>
                <a:gd name="connsiteX6" fmla="*/ 230576 w 484553"/>
                <a:gd name="connsiteY6" fmla="*/ 1621530 h 1766678"/>
                <a:gd name="connsiteX7" fmla="*/ 84205 w 484553"/>
                <a:gd name="connsiteY7" fmla="*/ 406109 h 1766678"/>
                <a:gd name="connsiteX0" fmla="*/ 103827 w 504175"/>
                <a:gd name="connsiteY0" fmla="*/ 173703 h 1534272"/>
                <a:gd name="connsiteX1" fmla="*/ 19622 w 504175"/>
                <a:gd name="connsiteY1" fmla="*/ 136836 h 1534272"/>
                <a:gd name="connsiteX2" fmla="*/ 487865 w 504175"/>
                <a:gd name="connsiteY2" fmla="*/ 1389125 h 1534272"/>
                <a:gd name="connsiteX3" fmla="*/ 369031 w 504175"/>
                <a:gd name="connsiteY3" fmla="*/ 1507959 h 1534272"/>
                <a:gd name="connsiteX4" fmla="*/ 369032 w 504175"/>
                <a:gd name="connsiteY4" fmla="*/ 1507958 h 1534272"/>
                <a:gd name="connsiteX5" fmla="*/ 250198 w 504175"/>
                <a:gd name="connsiteY5" fmla="*/ 1389124 h 1534272"/>
                <a:gd name="connsiteX6" fmla="*/ 103827 w 504175"/>
                <a:gd name="connsiteY6" fmla="*/ 173703 h 1534272"/>
                <a:gd name="connsiteX0" fmla="*/ 0 w 395162"/>
                <a:gd name="connsiteY0" fmla="*/ 0 h 1358330"/>
                <a:gd name="connsiteX1" fmla="*/ 384038 w 395162"/>
                <a:gd name="connsiteY1" fmla="*/ 1215422 h 1358330"/>
                <a:gd name="connsiteX2" fmla="*/ 265204 w 395162"/>
                <a:gd name="connsiteY2" fmla="*/ 1334256 h 1358330"/>
                <a:gd name="connsiteX3" fmla="*/ 265205 w 395162"/>
                <a:gd name="connsiteY3" fmla="*/ 1334255 h 1358330"/>
                <a:gd name="connsiteX4" fmla="*/ 146371 w 395162"/>
                <a:gd name="connsiteY4" fmla="*/ 1215421 h 1358330"/>
                <a:gd name="connsiteX5" fmla="*/ 0 w 395162"/>
                <a:gd name="connsiteY5" fmla="*/ 0 h 1358330"/>
                <a:gd name="connsiteX0" fmla="*/ 0 w 495805"/>
                <a:gd name="connsiteY0" fmla="*/ 0 h 1423719"/>
                <a:gd name="connsiteX1" fmla="*/ 478823 w 495805"/>
                <a:gd name="connsiteY1" fmla="*/ 1277050 h 1423719"/>
                <a:gd name="connsiteX2" fmla="*/ 359989 w 495805"/>
                <a:gd name="connsiteY2" fmla="*/ 1395884 h 1423719"/>
                <a:gd name="connsiteX3" fmla="*/ 359990 w 495805"/>
                <a:gd name="connsiteY3" fmla="*/ 1395883 h 1423719"/>
                <a:gd name="connsiteX4" fmla="*/ 241156 w 495805"/>
                <a:gd name="connsiteY4" fmla="*/ 1277049 h 1423719"/>
                <a:gd name="connsiteX5" fmla="*/ 0 w 495805"/>
                <a:gd name="connsiteY5" fmla="*/ 0 h 1423719"/>
                <a:gd name="connsiteX0" fmla="*/ 0 w 359990"/>
                <a:gd name="connsiteY0" fmla="*/ 0 h 1395884"/>
                <a:gd name="connsiteX1" fmla="*/ 359989 w 359990"/>
                <a:gd name="connsiteY1" fmla="*/ 1395884 h 1395884"/>
                <a:gd name="connsiteX2" fmla="*/ 359990 w 359990"/>
                <a:gd name="connsiteY2" fmla="*/ 1395883 h 1395884"/>
                <a:gd name="connsiteX3" fmla="*/ 241156 w 359990"/>
                <a:gd name="connsiteY3" fmla="*/ 1277049 h 1395884"/>
                <a:gd name="connsiteX4" fmla="*/ 0 w 359990"/>
                <a:gd name="connsiteY4" fmla="*/ 0 h 1395884"/>
                <a:gd name="connsiteX0" fmla="*/ 0 w 359990"/>
                <a:gd name="connsiteY0" fmla="*/ 0 h 1395884"/>
                <a:gd name="connsiteX1" fmla="*/ 359989 w 359990"/>
                <a:gd name="connsiteY1" fmla="*/ 1395884 h 1395884"/>
                <a:gd name="connsiteX2" fmla="*/ 359990 w 359990"/>
                <a:gd name="connsiteY2" fmla="*/ 1395883 h 1395884"/>
                <a:gd name="connsiteX3" fmla="*/ 0 w 359990"/>
                <a:gd name="connsiteY3" fmla="*/ 0 h 1395884"/>
                <a:gd name="connsiteX0" fmla="*/ 0 w 443162"/>
                <a:gd name="connsiteY0" fmla="*/ 0 h 1395884"/>
                <a:gd name="connsiteX1" fmla="*/ 359989 w 443162"/>
                <a:gd name="connsiteY1" fmla="*/ 1395884 h 1395884"/>
                <a:gd name="connsiteX2" fmla="*/ 443162 w 443162"/>
                <a:gd name="connsiteY2" fmla="*/ 119700 h 1395884"/>
                <a:gd name="connsiteX3" fmla="*/ 0 w 443162"/>
                <a:gd name="connsiteY3" fmla="*/ 0 h 1395884"/>
                <a:gd name="connsiteX0" fmla="*/ 0 w 455328"/>
                <a:gd name="connsiteY0" fmla="*/ 68327 h 188027"/>
                <a:gd name="connsiteX1" fmla="*/ 455328 w 455328"/>
                <a:gd name="connsiteY1" fmla="*/ 110431 h 188027"/>
                <a:gd name="connsiteX2" fmla="*/ 443162 w 455328"/>
                <a:gd name="connsiteY2" fmla="*/ 188027 h 188027"/>
                <a:gd name="connsiteX3" fmla="*/ 0 w 455328"/>
                <a:gd name="connsiteY3" fmla="*/ 68327 h 188027"/>
                <a:gd name="connsiteX0" fmla="*/ 0 w 443162"/>
                <a:gd name="connsiteY0" fmla="*/ 0 h 252349"/>
                <a:gd name="connsiteX1" fmla="*/ 314799 w 443162"/>
                <a:gd name="connsiteY1" fmla="*/ 252349 h 252349"/>
                <a:gd name="connsiteX2" fmla="*/ 443162 w 443162"/>
                <a:gd name="connsiteY2" fmla="*/ 119700 h 252349"/>
                <a:gd name="connsiteX3" fmla="*/ 0 w 443162"/>
                <a:gd name="connsiteY3" fmla="*/ 0 h 252349"/>
                <a:gd name="connsiteX0" fmla="*/ 0 w 443162"/>
                <a:gd name="connsiteY0" fmla="*/ 0 h 119700"/>
                <a:gd name="connsiteX1" fmla="*/ 443162 w 443162"/>
                <a:gd name="connsiteY1" fmla="*/ 119700 h 119700"/>
                <a:gd name="connsiteX2" fmla="*/ 0 w 443162"/>
                <a:gd name="connsiteY2" fmla="*/ 0 h 119700"/>
                <a:gd name="connsiteX0" fmla="*/ 0 w 443162"/>
                <a:gd name="connsiteY0" fmla="*/ 0 h 208763"/>
                <a:gd name="connsiteX1" fmla="*/ 443162 w 443162"/>
                <a:gd name="connsiteY1" fmla="*/ 119700 h 208763"/>
                <a:gd name="connsiteX2" fmla="*/ 0 w 443162"/>
                <a:gd name="connsiteY2" fmla="*/ 0 h 208763"/>
                <a:gd name="connsiteX0" fmla="*/ 0 w 469241"/>
                <a:gd name="connsiteY0" fmla="*/ 0 h 208763"/>
                <a:gd name="connsiteX1" fmla="*/ 443162 w 469241"/>
                <a:gd name="connsiteY1" fmla="*/ 119700 h 208763"/>
                <a:gd name="connsiteX2" fmla="*/ 0 w 469241"/>
                <a:gd name="connsiteY2" fmla="*/ 0 h 208763"/>
                <a:gd name="connsiteX0" fmla="*/ 0 w 549563"/>
                <a:gd name="connsiteY0" fmla="*/ 0 h 277969"/>
                <a:gd name="connsiteX1" fmla="*/ 527000 w 549563"/>
                <a:gd name="connsiteY1" fmla="*/ 201437 h 277969"/>
                <a:gd name="connsiteX2" fmla="*/ 0 w 549563"/>
                <a:gd name="connsiteY2" fmla="*/ 0 h 277969"/>
                <a:gd name="connsiteX0" fmla="*/ 0 w 555659"/>
                <a:gd name="connsiteY0" fmla="*/ 0 h 277477"/>
                <a:gd name="connsiteX1" fmla="*/ 533324 w 555659"/>
                <a:gd name="connsiteY1" fmla="*/ 200870 h 277477"/>
                <a:gd name="connsiteX2" fmla="*/ 0 w 555659"/>
                <a:gd name="connsiteY2" fmla="*/ 0 h 277477"/>
                <a:gd name="connsiteX0" fmla="*/ 0 w 554884"/>
                <a:gd name="connsiteY0" fmla="*/ 18057 h 295534"/>
                <a:gd name="connsiteX1" fmla="*/ 533324 w 554884"/>
                <a:gd name="connsiteY1" fmla="*/ 218927 h 295534"/>
                <a:gd name="connsiteX2" fmla="*/ 0 w 554884"/>
                <a:gd name="connsiteY2" fmla="*/ 18057 h 295534"/>
                <a:gd name="connsiteX0" fmla="*/ 1988 w 556872"/>
                <a:gd name="connsiteY0" fmla="*/ 18057 h 295994"/>
                <a:gd name="connsiteX1" fmla="*/ 535312 w 556872"/>
                <a:gd name="connsiteY1" fmla="*/ 218927 h 295994"/>
                <a:gd name="connsiteX2" fmla="*/ 1988 w 556872"/>
                <a:gd name="connsiteY2" fmla="*/ 18057 h 295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6872" h="295994">
                  <a:moveTo>
                    <a:pt x="1988" y="18057"/>
                  </a:moveTo>
                  <a:cubicBezTo>
                    <a:pt x="-34839" y="61759"/>
                    <a:pt x="451067" y="460230"/>
                    <a:pt x="535312" y="218927"/>
                  </a:cubicBezTo>
                  <a:cubicBezTo>
                    <a:pt x="671064" y="140849"/>
                    <a:pt x="126281" y="-61076"/>
                    <a:pt x="1988" y="18057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42">
              <a:extLst>
                <a:ext uri="{FF2B5EF4-FFF2-40B4-BE49-F238E27FC236}">
                  <a16:creationId xmlns:a16="http://schemas.microsoft.com/office/drawing/2014/main" id="{2CB3B49A-FF2D-7D0E-81DC-B00F5A01E8FE}"/>
                </a:ext>
              </a:extLst>
            </p:cNvPr>
            <p:cNvSpPr/>
            <p:nvPr/>
          </p:nvSpPr>
          <p:spPr>
            <a:xfrm>
              <a:off x="5784446" y="7988959"/>
              <a:ext cx="193153" cy="1341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42">
              <a:extLst>
                <a:ext uri="{FF2B5EF4-FFF2-40B4-BE49-F238E27FC236}">
                  <a16:creationId xmlns:a16="http://schemas.microsoft.com/office/drawing/2014/main" id="{E4D0B238-7D87-D579-0968-910A9CA4E8B5}"/>
                </a:ext>
              </a:extLst>
            </p:cNvPr>
            <p:cNvSpPr/>
            <p:nvPr/>
          </p:nvSpPr>
          <p:spPr>
            <a:xfrm>
              <a:off x="4274004" y="7877814"/>
              <a:ext cx="186667" cy="1242119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7451903-94E0-E956-C176-5B58B76D15DF}"/>
              </a:ext>
            </a:extLst>
          </p:cNvPr>
          <p:cNvGrpSpPr/>
          <p:nvPr/>
        </p:nvGrpSpPr>
        <p:grpSpPr>
          <a:xfrm flipH="1">
            <a:off x="3726048" y="4832192"/>
            <a:ext cx="3074011" cy="5129650"/>
            <a:chOff x="893394" y="3625287"/>
            <a:chExt cx="1562297" cy="2607028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306B197A-6657-4D52-008C-C8E0B25DEFC7}"/>
                </a:ext>
              </a:extLst>
            </p:cNvPr>
            <p:cNvGrpSpPr/>
            <p:nvPr/>
          </p:nvGrpSpPr>
          <p:grpSpPr>
            <a:xfrm>
              <a:off x="893394" y="3625287"/>
              <a:ext cx="1562297" cy="2607028"/>
              <a:chOff x="811597" y="2734776"/>
              <a:chExt cx="2435477" cy="4064115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AB6A095E-1A44-E1B5-B880-D61365DB193A}"/>
                  </a:ext>
                </a:extLst>
              </p:cNvPr>
              <p:cNvGrpSpPr/>
              <p:nvPr/>
            </p:nvGrpSpPr>
            <p:grpSpPr>
              <a:xfrm>
                <a:off x="811597" y="2735100"/>
                <a:ext cx="2435477" cy="4063791"/>
                <a:chOff x="3374247" y="4864319"/>
                <a:chExt cx="2793796" cy="4661675"/>
              </a:xfrm>
            </p:grpSpPr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0BAE89F4-1AD7-561E-EDE3-E627D79738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53257" y="7441296"/>
                  <a:ext cx="375086" cy="361517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E96C60B5-4C65-C830-B713-2EDC73480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23480" y="7370504"/>
                  <a:ext cx="375086" cy="361517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A583256-212D-9882-6AEA-09E2632D49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1649" y="7761370"/>
                  <a:ext cx="26238" cy="1694440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9097E340-F394-5965-B0BC-4938D810F2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05058" y="7692077"/>
                  <a:ext cx="76722" cy="1633607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A27931C4-0EA9-316C-C5CF-EBA3DD7AB8DB}"/>
                    </a:ext>
                  </a:extLst>
                </p:cNvPr>
                <p:cNvSpPr/>
                <p:nvPr/>
              </p:nvSpPr>
              <p:spPr>
                <a:xfrm>
                  <a:off x="3374247" y="4864319"/>
                  <a:ext cx="2793796" cy="2695677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D13C2F02-9E85-C15A-784C-0DDE05A27BFB}"/>
                    </a:ext>
                  </a:extLst>
                </p:cNvPr>
                <p:cNvSpPr/>
                <p:nvPr/>
              </p:nvSpPr>
              <p:spPr>
                <a:xfrm>
                  <a:off x="4468273" y="5794816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0" name="Rectangle: Top Corners Rounded 89">
                  <a:extLst>
                    <a:ext uri="{FF2B5EF4-FFF2-40B4-BE49-F238E27FC236}">
                      <a16:creationId xmlns:a16="http://schemas.microsoft.com/office/drawing/2014/main" id="{C0CE9FCB-D683-18F0-7DBF-7B161FD0E843}"/>
                    </a:ext>
                  </a:extLst>
                </p:cNvPr>
                <p:cNvSpPr/>
                <p:nvPr/>
              </p:nvSpPr>
              <p:spPr>
                <a:xfrm>
                  <a:off x="5205598" y="9167894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1" name="Rectangle: Top Corners Rounded 90">
                  <a:extLst>
                    <a:ext uri="{FF2B5EF4-FFF2-40B4-BE49-F238E27FC236}">
                      <a16:creationId xmlns:a16="http://schemas.microsoft.com/office/drawing/2014/main" id="{E48A99BA-C628-9AB9-FA9A-AFB827EA2249}"/>
                    </a:ext>
                  </a:extLst>
                </p:cNvPr>
                <p:cNvSpPr/>
                <p:nvPr/>
              </p:nvSpPr>
              <p:spPr>
                <a:xfrm>
                  <a:off x="4636479" y="9325684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D93B1DAE-BCE3-21A1-E6D0-14BA329A5F0C}"/>
                    </a:ext>
                  </a:extLst>
                </p:cNvPr>
                <p:cNvSpPr/>
                <p:nvPr/>
              </p:nvSpPr>
              <p:spPr>
                <a:xfrm rot="21407943">
                  <a:off x="3757273" y="6521587"/>
                  <a:ext cx="649909" cy="92397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9909" h="923977">
                      <a:moveTo>
                        <a:pt x="115393" y="0"/>
                      </a:moveTo>
                      <a:cubicBezTo>
                        <a:pt x="35224" y="148431"/>
                        <a:pt x="-44945" y="296863"/>
                        <a:pt x="29668" y="438150"/>
                      </a:cubicBezTo>
                      <a:cubicBezTo>
                        <a:pt x="104280" y="579438"/>
                        <a:pt x="459881" y="766763"/>
                        <a:pt x="563068" y="847725"/>
                      </a:cubicBezTo>
                      <a:cubicBezTo>
                        <a:pt x="666255" y="928687"/>
                        <a:pt x="648793" y="923925"/>
                        <a:pt x="648793" y="923925"/>
                      </a:cubicBezTo>
                      <a:lnTo>
                        <a:pt x="648793" y="92392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4578567A-C2C1-4CF8-ED82-BBC429D358F8}"/>
                    </a:ext>
                  </a:extLst>
                </p:cNvPr>
                <p:cNvSpPr/>
                <p:nvPr/>
              </p:nvSpPr>
              <p:spPr>
                <a:xfrm rot="18806474" flipH="1">
                  <a:off x="5589473" y="6792319"/>
                  <a:ext cx="620241" cy="485827"/>
                </a:xfrm>
                <a:custGeom>
                  <a:avLst/>
                  <a:gdLst>
                    <a:gd name="connsiteX0" fmla="*/ 115393 w 649909"/>
                    <a:gd name="connsiteY0" fmla="*/ 0 h 923977"/>
                    <a:gd name="connsiteX1" fmla="*/ 29668 w 649909"/>
                    <a:gd name="connsiteY1" fmla="*/ 438150 h 923977"/>
                    <a:gd name="connsiteX2" fmla="*/ 563068 w 649909"/>
                    <a:gd name="connsiteY2" fmla="*/ 847725 h 923977"/>
                    <a:gd name="connsiteX3" fmla="*/ 648793 w 649909"/>
                    <a:gd name="connsiteY3" fmla="*/ 923925 h 923977"/>
                    <a:gd name="connsiteX4" fmla="*/ 648793 w 649909"/>
                    <a:gd name="connsiteY4" fmla="*/ 923925 h 923977"/>
                    <a:gd name="connsiteX0" fmla="*/ 0 w 620241"/>
                    <a:gd name="connsiteY0" fmla="*/ 0 h 485827"/>
                    <a:gd name="connsiteX1" fmla="*/ 533400 w 620241"/>
                    <a:gd name="connsiteY1" fmla="*/ 409575 h 485827"/>
                    <a:gd name="connsiteX2" fmla="*/ 619125 w 620241"/>
                    <a:gd name="connsiteY2" fmla="*/ 485775 h 485827"/>
                    <a:gd name="connsiteX3" fmla="*/ 619125 w 620241"/>
                    <a:gd name="connsiteY3" fmla="*/ 485775 h 485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0241" h="485827">
                      <a:moveTo>
                        <a:pt x="0" y="0"/>
                      </a:moveTo>
                      <a:cubicBezTo>
                        <a:pt x="74612" y="141288"/>
                        <a:pt x="430213" y="328613"/>
                        <a:pt x="533400" y="409575"/>
                      </a:cubicBezTo>
                      <a:cubicBezTo>
                        <a:pt x="636587" y="490537"/>
                        <a:pt x="619125" y="485775"/>
                        <a:pt x="619125" y="485775"/>
                      </a:cubicBezTo>
                      <a:lnTo>
                        <a:pt x="619125" y="485775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70DC9A6E-595A-BC44-827E-33782012A996}"/>
                    </a:ext>
                  </a:extLst>
                </p:cNvPr>
                <p:cNvSpPr/>
                <p:nvPr/>
              </p:nvSpPr>
              <p:spPr>
                <a:xfrm rot="20548923">
                  <a:off x="5089990" y="6162953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961479D3-D3FF-2C46-A41B-6D93CE53C3B5}"/>
                    </a:ext>
                  </a:extLst>
                </p:cNvPr>
                <p:cNvSpPr/>
                <p:nvPr/>
              </p:nvSpPr>
              <p:spPr>
                <a:xfrm>
                  <a:off x="5350866" y="5794815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54D687E9-461B-051C-B972-E671BBEC82CE}"/>
                    </a:ext>
                  </a:extLst>
                </p:cNvPr>
                <p:cNvSpPr/>
                <p:nvPr/>
              </p:nvSpPr>
              <p:spPr>
                <a:xfrm>
                  <a:off x="4609151" y="5857615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FA3C5402-CA1E-D282-C74D-4E42F9F10192}"/>
                    </a:ext>
                  </a:extLst>
                </p:cNvPr>
                <p:cNvSpPr/>
                <p:nvPr/>
              </p:nvSpPr>
              <p:spPr>
                <a:xfrm>
                  <a:off x="5440338" y="5852372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312369E-DD27-82FD-EB88-427721B9D76A}"/>
                  </a:ext>
                </a:extLst>
              </p:cNvPr>
              <p:cNvGrpSpPr/>
              <p:nvPr/>
            </p:nvGrpSpPr>
            <p:grpSpPr>
              <a:xfrm flipH="1">
                <a:off x="949781" y="2734776"/>
                <a:ext cx="2258835" cy="641847"/>
                <a:chOff x="833728" y="1977275"/>
                <a:chExt cx="2258835" cy="641847"/>
              </a:xfrm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F71EF279-9BDD-F2E5-24C0-52087BFB2C8A}"/>
                    </a:ext>
                  </a:extLst>
                </p:cNvPr>
                <p:cNvSpPr/>
                <p:nvPr/>
              </p:nvSpPr>
              <p:spPr>
                <a:xfrm flipH="1">
                  <a:off x="833728" y="2467313"/>
                  <a:ext cx="2258835" cy="151809"/>
                </a:xfrm>
                <a:custGeom>
                  <a:avLst/>
                  <a:gdLst>
                    <a:gd name="connsiteX0" fmla="*/ 986183 w 1972366"/>
                    <a:gd name="connsiteY0" fmla="*/ 0 h 132556"/>
                    <a:gd name="connsiteX1" fmla="*/ 69274 w 1972366"/>
                    <a:gd name="connsiteY1" fmla="*/ 29221 h 132556"/>
                    <a:gd name="connsiteX2" fmla="*/ 36471 w 1972366"/>
                    <a:gd name="connsiteY2" fmla="*/ 32458 h 132556"/>
                    <a:gd name="connsiteX3" fmla="*/ 13888 w 1972366"/>
                    <a:gd name="connsiteY3" fmla="*/ 68325 h 132556"/>
                    <a:gd name="connsiteX4" fmla="*/ 0 w 1972366"/>
                    <a:gd name="connsiteY4" fmla="*/ 96142 h 132556"/>
                    <a:gd name="connsiteX5" fmla="*/ 13888 w 1972366"/>
                    <a:gd name="connsiteY5" fmla="*/ 97870 h 132556"/>
                    <a:gd name="connsiteX6" fmla="*/ 986183 w 1972366"/>
                    <a:gd name="connsiteY6" fmla="*/ 132556 h 132556"/>
                    <a:gd name="connsiteX7" fmla="*/ 1958478 w 1972366"/>
                    <a:gd name="connsiteY7" fmla="*/ 97870 h 132556"/>
                    <a:gd name="connsiteX8" fmla="*/ 1972366 w 1972366"/>
                    <a:gd name="connsiteY8" fmla="*/ 96142 h 132556"/>
                    <a:gd name="connsiteX9" fmla="*/ 1958478 w 1972366"/>
                    <a:gd name="connsiteY9" fmla="*/ 68325 h 132556"/>
                    <a:gd name="connsiteX10" fmla="*/ 1935895 w 1972366"/>
                    <a:gd name="connsiteY10" fmla="*/ 32458 h 132556"/>
                    <a:gd name="connsiteX11" fmla="*/ 1903092 w 1972366"/>
                    <a:gd name="connsiteY11" fmla="*/ 29221 h 132556"/>
                    <a:gd name="connsiteX12" fmla="*/ 986183 w 1972366"/>
                    <a:gd name="connsiteY12" fmla="*/ 0 h 13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72366" h="132556">
                      <a:moveTo>
                        <a:pt x="986183" y="0"/>
                      </a:moveTo>
                      <a:cubicBezTo>
                        <a:pt x="604501" y="0"/>
                        <a:pt x="267987" y="11592"/>
                        <a:pt x="69274" y="29221"/>
                      </a:cubicBezTo>
                      <a:lnTo>
                        <a:pt x="36471" y="32458"/>
                      </a:lnTo>
                      <a:lnTo>
                        <a:pt x="13888" y="68325"/>
                      </a:lnTo>
                      <a:lnTo>
                        <a:pt x="0" y="96142"/>
                      </a:lnTo>
                      <a:lnTo>
                        <a:pt x="13888" y="97870"/>
                      </a:lnTo>
                      <a:cubicBezTo>
                        <a:pt x="201135" y="118531"/>
                        <a:pt x="566333" y="132556"/>
                        <a:pt x="986183" y="132556"/>
                      </a:cubicBezTo>
                      <a:cubicBezTo>
                        <a:pt x="1406033" y="132556"/>
                        <a:pt x="1771231" y="118531"/>
                        <a:pt x="1958478" y="97870"/>
                      </a:cubicBezTo>
                      <a:lnTo>
                        <a:pt x="1972366" y="96142"/>
                      </a:lnTo>
                      <a:lnTo>
                        <a:pt x="1958478" y="68325"/>
                      </a:lnTo>
                      <a:lnTo>
                        <a:pt x="1935895" y="32458"/>
                      </a:lnTo>
                      <a:lnTo>
                        <a:pt x="1903092" y="29221"/>
                      </a:lnTo>
                      <a:cubicBezTo>
                        <a:pt x="1704380" y="11592"/>
                        <a:pt x="1367865" y="0"/>
                        <a:pt x="986183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E0039B9A-C34A-160A-1970-35466032CEDF}"/>
                    </a:ext>
                  </a:extLst>
                </p:cNvPr>
                <p:cNvSpPr/>
                <p:nvPr/>
              </p:nvSpPr>
              <p:spPr>
                <a:xfrm flipH="1">
                  <a:off x="870199" y="1977275"/>
                  <a:ext cx="2175300" cy="598383"/>
                </a:xfrm>
                <a:custGeom>
                  <a:avLst/>
                  <a:gdLst>
                    <a:gd name="connsiteX0" fmla="*/ 949712 w 1899424"/>
                    <a:gd name="connsiteY0" fmla="*/ 0 h 522495"/>
                    <a:gd name="connsiteX1" fmla="*/ 32803 w 1899424"/>
                    <a:gd name="connsiteY1" fmla="*/ 470394 h 522495"/>
                    <a:gd name="connsiteX2" fmla="*/ 0 w 1899424"/>
                    <a:gd name="connsiteY2" fmla="*/ 522495 h 522495"/>
                    <a:gd name="connsiteX3" fmla="*/ 32803 w 1899424"/>
                    <a:gd name="connsiteY3" fmla="*/ 519258 h 522495"/>
                    <a:gd name="connsiteX4" fmla="*/ 949712 w 1899424"/>
                    <a:gd name="connsiteY4" fmla="*/ 490037 h 522495"/>
                    <a:gd name="connsiteX5" fmla="*/ 1866621 w 1899424"/>
                    <a:gd name="connsiteY5" fmla="*/ 519258 h 522495"/>
                    <a:gd name="connsiteX6" fmla="*/ 1899424 w 1899424"/>
                    <a:gd name="connsiteY6" fmla="*/ 522495 h 522495"/>
                    <a:gd name="connsiteX7" fmla="*/ 1866621 w 1899424"/>
                    <a:gd name="connsiteY7" fmla="*/ 470394 h 522495"/>
                    <a:gd name="connsiteX8" fmla="*/ 949712 w 1899424"/>
                    <a:gd name="connsiteY8" fmla="*/ 0 h 52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9424" h="522495">
                      <a:moveTo>
                        <a:pt x="949712" y="0"/>
                      </a:moveTo>
                      <a:cubicBezTo>
                        <a:pt x="568030" y="0"/>
                        <a:pt x="231516" y="186592"/>
                        <a:pt x="32803" y="470394"/>
                      </a:cubicBezTo>
                      <a:lnTo>
                        <a:pt x="0" y="522495"/>
                      </a:lnTo>
                      <a:lnTo>
                        <a:pt x="32803" y="519258"/>
                      </a:lnTo>
                      <a:cubicBezTo>
                        <a:pt x="231516" y="501629"/>
                        <a:pt x="568030" y="490037"/>
                        <a:pt x="949712" y="490037"/>
                      </a:cubicBezTo>
                      <a:cubicBezTo>
                        <a:pt x="1331394" y="490037"/>
                        <a:pt x="1667909" y="501629"/>
                        <a:pt x="1866621" y="519258"/>
                      </a:cubicBezTo>
                      <a:lnTo>
                        <a:pt x="1899424" y="522495"/>
                      </a:lnTo>
                      <a:lnTo>
                        <a:pt x="1866621" y="470394"/>
                      </a:lnTo>
                      <a:cubicBezTo>
                        <a:pt x="1667909" y="186592"/>
                        <a:pt x="1331394" y="0"/>
                        <a:pt x="949712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9F93FFD0-8874-73F3-D17D-B696AD6F83DC}"/>
                    </a:ext>
                  </a:extLst>
                </p:cNvPr>
                <p:cNvSpPr/>
                <p:nvPr/>
              </p:nvSpPr>
              <p:spPr>
                <a:xfrm flipH="1">
                  <a:off x="1432708" y="2347203"/>
                  <a:ext cx="156043" cy="63684"/>
                </a:xfrm>
                <a:custGeom>
                  <a:avLst/>
                  <a:gdLst>
                    <a:gd name="connsiteX0" fmla="*/ 156042 w 156042"/>
                    <a:gd name="connsiteY0" fmla="*/ 0 h 63684"/>
                    <a:gd name="connsiteX1" fmla="*/ 133459 w 156042"/>
                    <a:gd name="connsiteY1" fmla="*/ 2228 h 63684"/>
                    <a:gd name="connsiteX2" fmla="*/ 0 w 156042"/>
                    <a:gd name="connsiteY2" fmla="*/ 33820 h 63684"/>
                    <a:gd name="connsiteX3" fmla="*/ 86896 w 156042"/>
                    <a:gd name="connsiteY3" fmla="*/ 59618 h 63684"/>
                    <a:gd name="connsiteX4" fmla="*/ 119571 w 156042"/>
                    <a:gd name="connsiteY4" fmla="*/ 63684 h 63684"/>
                    <a:gd name="connsiteX5" fmla="*/ 133459 w 156042"/>
                    <a:gd name="connsiteY5" fmla="*/ 35867 h 63684"/>
                    <a:gd name="connsiteX6" fmla="*/ 156042 w 156042"/>
                    <a:gd name="connsiteY6" fmla="*/ 0 h 6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6042" h="63684">
                      <a:moveTo>
                        <a:pt x="156042" y="0"/>
                      </a:moveTo>
                      <a:lnTo>
                        <a:pt x="133459" y="2228"/>
                      </a:lnTo>
                      <a:cubicBezTo>
                        <a:pt x="48346" y="11619"/>
                        <a:pt x="0" y="22381"/>
                        <a:pt x="0" y="33820"/>
                      </a:cubicBezTo>
                      <a:cubicBezTo>
                        <a:pt x="0" y="42971"/>
                        <a:pt x="30942" y="51689"/>
                        <a:pt x="86896" y="59618"/>
                      </a:cubicBezTo>
                      <a:lnTo>
                        <a:pt x="119571" y="63684"/>
                      </a:lnTo>
                      <a:lnTo>
                        <a:pt x="133459" y="35867"/>
                      </a:lnTo>
                      <a:lnTo>
                        <a:pt x="15604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3C12B149-85DC-B352-0324-9225158B129E}"/>
                </a:ext>
              </a:extLst>
            </p:cNvPr>
            <p:cNvSpPr/>
            <p:nvPr/>
          </p:nvSpPr>
          <p:spPr>
            <a:xfrm rot="20364936">
              <a:off x="1404125" y="4304606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A2766116-4A13-0CD1-4099-D290A4B44072}"/>
                </a:ext>
              </a:extLst>
            </p:cNvPr>
            <p:cNvSpPr/>
            <p:nvPr/>
          </p:nvSpPr>
          <p:spPr>
            <a:xfrm rot="20364936">
              <a:off x="1898048" y="4302297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653D0E5-B361-906B-2FCF-A594382E63C1}"/>
              </a:ext>
            </a:extLst>
          </p:cNvPr>
          <p:cNvGrpSpPr/>
          <p:nvPr/>
        </p:nvGrpSpPr>
        <p:grpSpPr>
          <a:xfrm>
            <a:off x="512655" y="7862108"/>
            <a:ext cx="5028188" cy="3461841"/>
            <a:chOff x="626004" y="7726481"/>
            <a:chExt cx="4417118" cy="3041127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659D77F-F30D-5111-50B9-2AACED674F4E}"/>
                </a:ext>
              </a:extLst>
            </p:cNvPr>
            <p:cNvSpPr/>
            <p:nvPr/>
          </p:nvSpPr>
          <p:spPr>
            <a:xfrm>
              <a:off x="2069413" y="10309794"/>
              <a:ext cx="1620781" cy="457814"/>
            </a:xfrm>
            <a:custGeom>
              <a:avLst/>
              <a:gdLst>
                <a:gd name="connsiteX0" fmla="*/ 0 w 1424940"/>
                <a:gd name="connsiteY0" fmla="*/ 140290 h 280579"/>
                <a:gd name="connsiteX1" fmla="*/ 712470 w 1424940"/>
                <a:gd name="connsiteY1" fmla="*/ 0 h 280579"/>
                <a:gd name="connsiteX2" fmla="*/ 1424940 w 1424940"/>
                <a:gd name="connsiteY2" fmla="*/ 140290 h 280579"/>
                <a:gd name="connsiteX3" fmla="*/ 712470 w 1424940"/>
                <a:gd name="connsiteY3" fmla="*/ 280580 h 280579"/>
                <a:gd name="connsiteX4" fmla="*/ 0 w 1424940"/>
                <a:gd name="connsiteY4" fmla="*/ 140290 h 280579"/>
                <a:gd name="connsiteX0" fmla="*/ 15 w 1424955"/>
                <a:gd name="connsiteY0" fmla="*/ 262210 h 402500"/>
                <a:gd name="connsiteX1" fmla="*/ 697245 w 1424955"/>
                <a:gd name="connsiteY1" fmla="*/ 0 h 402500"/>
                <a:gd name="connsiteX2" fmla="*/ 1424955 w 1424955"/>
                <a:gd name="connsiteY2" fmla="*/ 262210 h 402500"/>
                <a:gd name="connsiteX3" fmla="*/ 712485 w 1424955"/>
                <a:gd name="connsiteY3" fmla="*/ 402500 h 402500"/>
                <a:gd name="connsiteX4" fmla="*/ 15 w 1424955"/>
                <a:gd name="connsiteY4" fmla="*/ 262210 h 40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4955" h="402500">
                  <a:moveTo>
                    <a:pt x="15" y="262210"/>
                  </a:moveTo>
                  <a:cubicBezTo>
                    <a:pt x="-2525" y="195127"/>
                    <a:pt x="303759" y="0"/>
                    <a:pt x="697245" y="0"/>
                  </a:cubicBezTo>
                  <a:cubicBezTo>
                    <a:pt x="1090731" y="0"/>
                    <a:pt x="1424955" y="184730"/>
                    <a:pt x="1424955" y="262210"/>
                  </a:cubicBezTo>
                  <a:cubicBezTo>
                    <a:pt x="1424955" y="339690"/>
                    <a:pt x="1105971" y="402500"/>
                    <a:pt x="712485" y="402500"/>
                  </a:cubicBezTo>
                  <a:cubicBezTo>
                    <a:pt x="318999" y="402500"/>
                    <a:pt x="2555" y="329293"/>
                    <a:pt x="15" y="26221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ylinder 39">
              <a:extLst>
                <a:ext uri="{FF2B5EF4-FFF2-40B4-BE49-F238E27FC236}">
                  <a16:creationId xmlns:a16="http://schemas.microsoft.com/office/drawing/2014/main" id="{48110ED6-F9C7-1F84-DE4F-AD690A714095}"/>
                </a:ext>
              </a:extLst>
            </p:cNvPr>
            <p:cNvSpPr/>
            <p:nvPr/>
          </p:nvSpPr>
          <p:spPr>
            <a:xfrm>
              <a:off x="2681190" y="8290677"/>
              <a:ext cx="397246" cy="2288969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657CAC8-C99F-E982-91B6-B5244643BC50}"/>
                </a:ext>
              </a:extLst>
            </p:cNvPr>
            <p:cNvSpPr/>
            <p:nvPr/>
          </p:nvSpPr>
          <p:spPr>
            <a:xfrm>
              <a:off x="626004" y="7726481"/>
              <a:ext cx="4417118" cy="685760"/>
            </a:xfrm>
            <a:custGeom>
              <a:avLst/>
              <a:gdLst>
                <a:gd name="connsiteX0" fmla="*/ 2152529 w 4417118"/>
                <a:gd name="connsiteY0" fmla="*/ 191263 h 685760"/>
                <a:gd name="connsiteX1" fmla="*/ 2200434 w 4417118"/>
                <a:gd name="connsiteY1" fmla="*/ 192025 h 685760"/>
                <a:gd name="connsiteX2" fmla="*/ 2216305 w 4417118"/>
                <a:gd name="connsiteY2" fmla="*/ 191404 h 685760"/>
                <a:gd name="connsiteX3" fmla="*/ 836335 w 4417118"/>
                <a:gd name="connsiteY3" fmla="*/ 1267 h 685760"/>
                <a:gd name="connsiteX4" fmla="*/ 2216684 w 4417118"/>
                <a:gd name="connsiteY4" fmla="*/ 7913 h 685760"/>
                <a:gd name="connsiteX5" fmla="*/ 4404116 w 4417118"/>
                <a:gd name="connsiteY5" fmla="*/ 99659 h 685760"/>
                <a:gd name="connsiteX6" fmla="*/ 4379629 w 4417118"/>
                <a:gd name="connsiteY6" fmla="*/ 106779 h 685760"/>
                <a:gd name="connsiteX7" fmla="*/ 4417118 w 4417118"/>
                <a:gd name="connsiteY7" fmla="*/ 105313 h 685760"/>
                <a:gd name="connsiteX8" fmla="*/ 4417118 w 4417118"/>
                <a:gd name="connsiteY8" fmla="*/ 355289 h 685760"/>
                <a:gd name="connsiteX9" fmla="*/ 4391187 w 4417118"/>
                <a:gd name="connsiteY9" fmla="*/ 451639 h 685760"/>
                <a:gd name="connsiteX10" fmla="*/ 4362176 w 4417118"/>
                <a:gd name="connsiteY10" fmla="*/ 456390 h 685760"/>
                <a:gd name="connsiteX11" fmla="*/ 4395451 w 4417118"/>
                <a:gd name="connsiteY11" fmla="*/ 462571 h 685760"/>
                <a:gd name="connsiteX12" fmla="*/ 3165968 w 4417118"/>
                <a:gd name="connsiteY12" fmla="*/ 631330 h 685760"/>
                <a:gd name="connsiteX13" fmla="*/ 3137727 w 4417118"/>
                <a:gd name="connsiteY13" fmla="*/ 633520 h 685760"/>
                <a:gd name="connsiteX14" fmla="*/ 3035879 w 4417118"/>
                <a:gd name="connsiteY14" fmla="*/ 644767 h 685760"/>
                <a:gd name="connsiteX15" fmla="*/ 2195018 w 4417118"/>
                <a:gd name="connsiteY15" fmla="*/ 684974 h 685760"/>
                <a:gd name="connsiteX16" fmla="*/ 2173182 w 4417118"/>
                <a:gd name="connsiteY16" fmla="*/ 683624 h 685760"/>
                <a:gd name="connsiteX17" fmla="*/ 2130014 w 4417118"/>
                <a:gd name="connsiteY17" fmla="*/ 684325 h 685760"/>
                <a:gd name="connsiteX18" fmla="*/ 1496735 w 4417118"/>
                <a:gd name="connsiteY18" fmla="*/ 645019 h 685760"/>
                <a:gd name="connsiteX19" fmla="*/ 1239388 w 4417118"/>
                <a:gd name="connsiteY19" fmla="*/ 617081 h 685760"/>
                <a:gd name="connsiteX20" fmla="*/ 1062399 w 4417118"/>
                <a:gd name="connsiteY20" fmla="*/ 602164 h 685760"/>
                <a:gd name="connsiteX21" fmla="*/ 274479 w 4417118"/>
                <a:gd name="connsiteY21" fmla="*/ 476512 h 685760"/>
                <a:gd name="connsiteX22" fmla="*/ 265238 w 4417118"/>
                <a:gd name="connsiteY22" fmla="*/ 473954 h 685760"/>
                <a:gd name="connsiteX23" fmla="*/ 262680 w 4417118"/>
                <a:gd name="connsiteY23" fmla="*/ 473500 h 685760"/>
                <a:gd name="connsiteX24" fmla="*/ 37920 w 4417118"/>
                <a:gd name="connsiteY24" fmla="*/ 410568 h 685760"/>
                <a:gd name="connsiteX25" fmla="*/ 40608 w 4417118"/>
                <a:gd name="connsiteY25" fmla="*/ 410075 h 685760"/>
                <a:gd name="connsiteX26" fmla="*/ 29072 w 4417118"/>
                <a:gd name="connsiteY26" fmla="*/ 404056 h 685760"/>
                <a:gd name="connsiteX27" fmla="*/ 0 w 4417118"/>
                <a:gd name="connsiteY27" fmla="*/ 328204 h 685760"/>
                <a:gd name="connsiteX28" fmla="*/ 0 w 4417118"/>
                <a:gd name="connsiteY28" fmla="*/ 99897 h 685760"/>
                <a:gd name="connsiteX29" fmla="*/ 41476 w 4417118"/>
                <a:gd name="connsiteY29" fmla="*/ 99262 h 685760"/>
                <a:gd name="connsiteX30" fmla="*/ 13001 w 4417118"/>
                <a:gd name="connsiteY30" fmla="*/ 83407 h 685760"/>
                <a:gd name="connsiteX31" fmla="*/ 836335 w 4417118"/>
                <a:gd name="connsiteY31" fmla="*/ 1267 h 68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417118" h="685760">
                  <a:moveTo>
                    <a:pt x="2152529" y="191263"/>
                  </a:moveTo>
                  <a:lnTo>
                    <a:pt x="2200434" y="192025"/>
                  </a:lnTo>
                  <a:lnTo>
                    <a:pt x="2216305" y="191404"/>
                  </a:lnTo>
                  <a:close/>
                  <a:moveTo>
                    <a:pt x="836335" y="1267"/>
                  </a:moveTo>
                  <a:cubicBezTo>
                    <a:pt x="1297128" y="-3486"/>
                    <a:pt x="1850757" y="6559"/>
                    <a:pt x="2216684" y="7913"/>
                  </a:cubicBezTo>
                  <a:cubicBezTo>
                    <a:pt x="2948537" y="10621"/>
                    <a:pt x="4404116" y="48989"/>
                    <a:pt x="4404116" y="99659"/>
                  </a:cubicBezTo>
                  <a:lnTo>
                    <a:pt x="4379629" y="106779"/>
                  </a:lnTo>
                  <a:lnTo>
                    <a:pt x="4417118" y="105313"/>
                  </a:lnTo>
                  <a:lnTo>
                    <a:pt x="4417118" y="355289"/>
                  </a:lnTo>
                  <a:cubicBezTo>
                    <a:pt x="4417118" y="381577"/>
                    <a:pt x="4417475" y="451639"/>
                    <a:pt x="4391187" y="451639"/>
                  </a:cubicBezTo>
                  <a:lnTo>
                    <a:pt x="4362176" y="456390"/>
                  </a:lnTo>
                  <a:lnTo>
                    <a:pt x="4395451" y="462571"/>
                  </a:lnTo>
                  <a:cubicBezTo>
                    <a:pt x="4395451" y="494240"/>
                    <a:pt x="3794208" y="576331"/>
                    <a:pt x="3165968" y="631330"/>
                  </a:cubicBezTo>
                  <a:lnTo>
                    <a:pt x="3137727" y="633520"/>
                  </a:lnTo>
                  <a:lnTo>
                    <a:pt x="3035879" y="644767"/>
                  </a:lnTo>
                  <a:cubicBezTo>
                    <a:pt x="2747784" y="673024"/>
                    <a:pt x="2460736" y="689664"/>
                    <a:pt x="2195018" y="684974"/>
                  </a:cubicBezTo>
                  <a:lnTo>
                    <a:pt x="2173182" y="683624"/>
                  </a:lnTo>
                  <a:lnTo>
                    <a:pt x="2130014" y="684325"/>
                  </a:lnTo>
                  <a:cubicBezTo>
                    <a:pt x="1948450" y="682158"/>
                    <a:pt x="1726912" y="667131"/>
                    <a:pt x="1496735" y="645019"/>
                  </a:cubicBezTo>
                  <a:lnTo>
                    <a:pt x="1239388" y="617081"/>
                  </a:lnTo>
                  <a:lnTo>
                    <a:pt x="1062399" y="602164"/>
                  </a:lnTo>
                  <a:cubicBezTo>
                    <a:pt x="781952" y="572658"/>
                    <a:pt x="512552" y="533250"/>
                    <a:pt x="274479" y="476512"/>
                  </a:cubicBezTo>
                  <a:lnTo>
                    <a:pt x="265238" y="473954"/>
                  </a:lnTo>
                  <a:lnTo>
                    <a:pt x="262680" y="473500"/>
                  </a:lnTo>
                  <a:cubicBezTo>
                    <a:pt x="123285" y="446137"/>
                    <a:pt x="37920" y="423235"/>
                    <a:pt x="37920" y="410568"/>
                  </a:cubicBezTo>
                  <a:lnTo>
                    <a:pt x="40608" y="410075"/>
                  </a:lnTo>
                  <a:lnTo>
                    <a:pt x="29072" y="404056"/>
                  </a:lnTo>
                  <a:cubicBezTo>
                    <a:pt x="11987" y="386166"/>
                    <a:pt x="0" y="347921"/>
                    <a:pt x="0" y="328204"/>
                  </a:cubicBezTo>
                  <a:lnTo>
                    <a:pt x="0" y="99897"/>
                  </a:lnTo>
                  <a:lnTo>
                    <a:pt x="41476" y="99262"/>
                  </a:lnTo>
                  <a:lnTo>
                    <a:pt x="13001" y="83407"/>
                  </a:lnTo>
                  <a:cubicBezTo>
                    <a:pt x="7584" y="25570"/>
                    <a:pt x="375542" y="6020"/>
                    <a:pt x="836335" y="1267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93" name="Oval 192">
            <a:extLst>
              <a:ext uri="{FF2B5EF4-FFF2-40B4-BE49-F238E27FC236}">
                <a16:creationId xmlns:a16="http://schemas.microsoft.com/office/drawing/2014/main" id="{C0D2356B-352B-B45F-9AFB-2654A42DEEEB}"/>
              </a:ext>
            </a:extLst>
          </p:cNvPr>
          <p:cNvSpPr/>
          <p:nvPr/>
        </p:nvSpPr>
        <p:spPr>
          <a:xfrm>
            <a:off x="3131002" y="0"/>
            <a:ext cx="595046" cy="101600"/>
          </a:xfrm>
          <a:prstGeom prst="ellipse">
            <a:avLst/>
          </a:prstGeom>
          <a:solidFill>
            <a:srgbClr val="DAA36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9F56F235-1174-0109-6B5E-F989A5DCE614}"/>
              </a:ext>
            </a:extLst>
          </p:cNvPr>
          <p:cNvCxnSpPr>
            <a:stCxn id="193" idx="4"/>
          </p:cNvCxnSpPr>
          <p:nvPr/>
        </p:nvCxnSpPr>
        <p:spPr>
          <a:xfrm>
            <a:off x="3428525" y="101600"/>
            <a:ext cx="0" cy="86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Oval 195">
            <a:extLst>
              <a:ext uri="{FF2B5EF4-FFF2-40B4-BE49-F238E27FC236}">
                <a16:creationId xmlns:a16="http://schemas.microsoft.com/office/drawing/2014/main" id="{E44618C2-AE49-F6EB-3A1A-D67682659CF5}"/>
              </a:ext>
            </a:extLst>
          </p:cNvPr>
          <p:cNvSpPr/>
          <p:nvPr/>
        </p:nvSpPr>
        <p:spPr>
          <a:xfrm>
            <a:off x="3076601" y="797623"/>
            <a:ext cx="744021" cy="63528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711200">
              <a:schemeClr val="accent4">
                <a:lumMod val="20000"/>
                <a:lumOff val="8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92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hellotuners1@outlook.com</dc:creator>
  <cp:lastModifiedBy>hellotuners1@outlook.com</cp:lastModifiedBy>
  <cp:revision>8</cp:revision>
  <dcterms:created xsi:type="dcterms:W3CDTF">2024-12-22T04:05:59Z</dcterms:created>
  <dcterms:modified xsi:type="dcterms:W3CDTF">2024-12-22T18:03:12Z</dcterms:modified>
</cp:coreProperties>
</file>