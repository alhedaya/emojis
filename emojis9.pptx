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92" r:id="rId2"/>
    <p:sldId id="303" r:id="rId3"/>
    <p:sldId id="293" r:id="rId4"/>
    <p:sldId id="304" r:id="rId5"/>
    <p:sldId id="305" r:id="rId6"/>
    <p:sldId id="307" r:id="rId7"/>
    <p:sldId id="308" r:id="rId8"/>
    <p:sldId id="309" r:id="rId9"/>
    <p:sldId id="301" r:id="rId10"/>
    <p:sldId id="310" r:id="rId11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37" d="100"/>
          <a:sy n="37" d="100"/>
        </p:scale>
        <p:origin x="26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5CEC1-0805-4E3B-88E4-839869CCE3D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912A0-8BB9-4ED6-9017-F2E07F57C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8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3D6E2-104E-45F6-BD92-9D31F14498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75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1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4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0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9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3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13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8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4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8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5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1A6EA-1E24-4EFF-8FBC-CF3151685B41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5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4.mp3"/><Relationship Id="rId7" Type="http://schemas.openxmlformats.org/officeDocument/2006/relationships/image" Target="../media/image1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6.mp3"/><Relationship Id="rId7" Type="http://schemas.openxmlformats.org/officeDocument/2006/relationships/image" Target="../media/image1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6.mp3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media" Target="../media/media9.mp3"/><Relationship Id="rId7" Type="http://schemas.openxmlformats.org/officeDocument/2006/relationships/image" Target="../media/image1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9.mp3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10.mp3"/><Relationship Id="rId7" Type="http://schemas.openxmlformats.org/officeDocument/2006/relationships/image" Target="../media/image2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0.mp3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14783" y="-108486"/>
            <a:ext cx="6858000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9" name="intro-sound-bell-269297">
            <a:hlinkClick r:id="" action="ppaction://media"/>
            <a:extLst>
              <a:ext uri="{FF2B5EF4-FFF2-40B4-BE49-F238E27FC236}">
                <a16:creationId xmlns:a16="http://schemas.microsoft.com/office/drawing/2014/main" id="{C5AB9F7F-6874-4FB6-9B90-DB7D31EF37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52686" y="1423360"/>
            <a:ext cx="609600" cy="6096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1DA2BC0-1BD3-FBC2-3116-2B14677C2CDB}"/>
              </a:ext>
            </a:extLst>
          </p:cNvPr>
          <p:cNvGrpSpPr/>
          <p:nvPr/>
        </p:nvGrpSpPr>
        <p:grpSpPr>
          <a:xfrm>
            <a:off x="3001191" y="0"/>
            <a:ext cx="855617" cy="1327697"/>
            <a:chOff x="3001191" y="0"/>
            <a:chExt cx="855617" cy="132769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AF5C23-7D3E-AF2E-2110-8D4218F8F672}"/>
                </a:ext>
              </a:extLst>
            </p:cNvPr>
            <p:cNvGrpSpPr/>
            <p:nvPr/>
          </p:nvGrpSpPr>
          <p:grpSpPr>
            <a:xfrm>
              <a:off x="3103200" y="0"/>
              <a:ext cx="681166" cy="836023"/>
              <a:chOff x="3103200" y="0"/>
              <a:chExt cx="681166" cy="836023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45B2505-7EA2-287C-857D-C56F317C5820}"/>
                  </a:ext>
                </a:extLst>
              </p:cNvPr>
              <p:cNvSpPr/>
              <p:nvPr/>
            </p:nvSpPr>
            <p:spPr>
              <a:xfrm>
                <a:off x="3103200" y="0"/>
                <a:ext cx="681166" cy="7496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D9401F4-9735-983B-70FC-AF917249D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9000" y="37480"/>
                <a:ext cx="1824" cy="79854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1A28BEA-56A2-9332-1BFE-223AB5D627A9}"/>
                </a:ext>
              </a:extLst>
            </p:cNvPr>
            <p:cNvSpPr/>
            <p:nvPr/>
          </p:nvSpPr>
          <p:spPr>
            <a:xfrm>
              <a:off x="3001191" y="472080"/>
              <a:ext cx="855617" cy="8556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0A1F-8F2C-B3AD-8C17-0D91AAA874FF}"/>
              </a:ext>
            </a:extLst>
          </p:cNvPr>
          <p:cNvGrpSpPr/>
          <p:nvPr/>
        </p:nvGrpSpPr>
        <p:grpSpPr>
          <a:xfrm>
            <a:off x="99804" y="5445868"/>
            <a:ext cx="6658392" cy="3717037"/>
            <a:chOff x="3685243" y="4582551"/>
            <a:chExt cx="3758176" cy="2097996"/>
          </a:xfrm>
          <a:solidFill>
            <a:srgbClr val="E5BE97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0F8D60-404A-7EE8-3DBE-9DF95ADC4CEE}"/>
                </a:ext>
              </a:extLst>
            </p:cNvPr>
            <p:cNvSpPr/>
            <p:nvPr/>
          </p:nvSpPr>
          <p:spPr>
            <a:xfrm>
              <a:off x="3823318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AA548E-B507-938D-DD43-E15B29ACB3E0}"/>
                </a:ext>
              </a:extLst>
            </p:cNvPr>
            <p:cNvSpPr/>
            <p:nvPr/>
          </p:nvSpPr>
          <p:spPr>
            <a:xfrm>
              <a:off x="7209196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D69ABE-F03A-BEC8-7903-B6620CD83D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DC288A-384A-20D0-23EF-7B6733C8B740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70080D-BA42-FC27-521A-AE2631466B70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58D5AC9A-17AE-4DCC-6948-4793A146BCD3}"/>
                </a:ext>
              </a:extLst>
            </p:cNvPr>
            <p:cNvSpPr/>
            <p:nvPr/>
          </p:nvSpPr>
          <p:spPr>
            <a:xfrm>
              <a:off x="3689961" y="4582551"/>
              <a:ext cx="3736238" cy="428561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634778 w 3736238"/>
                <a:gd name="connsiteY1" fmla="*/ 309667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69710 w 3736238"/>
                <a:gd name="connsiteY0" fmla="*/ 14747 h 546530"/>
                <a:gd name="connsiteX1" fmla="*/ 3634778 w 3736238"/>
                <a:gd name="connsiteY1" fmla="*/ 0 h 546530"/>
                <a:gd name="connsiteX2" fmla="*/ 3736238 w 3736238"/>
                <a:gd name="connsiteY2" fmla="*/ 541450 h 546530"/>
                <a:gd name="connsiteX3" fmla="*/ 0 w 3736238"/>
                <a:gd name="connsiteY3" fmla="*/ 546530 h 546530"/>
                <a:gd name="connsiteX4" fmla="*/ 69710 w 3736238"/>
                <a:gd name="connsiteY4" fmla="*/ 14747 h 546530"/>
                <a:gd name="connsiteX0" fmla="*/ 69710 w 3736238"/>
                <a:gd name="connsiteY0" fmla="*/ 0 h 531783"/>
                <a:gd name="connsiteX1" fmla="*/ 3634778 w 3736238"/>
                <a:gd name="connsiteY1" fmla="*/ 58984 h 531783"/>
                <a:gd name="connsiteX2" fmla="*/ 3736238 w 3736238"/>
                <a:gd name="connsiteY2" fmla="*/ 526703 h 531783"/>
                <a:gd name="connsiteX3" fmla="*/ 0 w 3736238"/>
                <a:gd name="connsiteY3" fmla="*/ 531783 h 531783"/>
                <a:gd name="connsiteX4" fmla="*/ 69710 w 3736238"/>
                <a:gd name="connsiteY4" fmla="*/ 0 h 531783"/>
                <a:gd name="connsiteX0" fmla="*/ 69710 w 3736238"/>
                <a:gd name="connsiteY0" fmla="*/ 44238 h 472799"/>
                <a:gd name="connsiteX1" fmla="*/ 3634778 w 3736238"/>
                <a:gd name="connsiteY1" fmla="*/ 0 h 472799"/>
                <a:gd name="connsiteX2" fmla="*/ 3736238 w 3736238"/>
                <a:gd name="connsiteY2" fmla="*/ 467719 h 472799"/>
                <a:gd name="connsiteX3" fmla="*/ 0 w 3736238"/>
                <a:gd name="connsiteY3" fmla="*/ 472799 h 472799"/>
                <a:gd name="connsiteX4" fmla="*/ 69710 w 3736238"/>
                <a:gd name="connsiteY4" fmla="*/ 44238 h 472799"/>
                <a:gd name="connsiteX0" fmla="*/ 69710 w 3736238"/>
                <a:gd name="connsiteY0" fmla="*/ 0 h 428561"/>
                <a:gd name="connsiteX1" fmla="*/ 3634778 w 3736238"/>
                <a:gd name="connsiteY1" fmla="*/ 0 h 428561"/>
                <a:gd name="connsiteX2" fmla="*/ 3736238 w 3736238"/>
                <a:gd name="connsiteY2" fmla="*/ 423481 h 428561"/>
                <a:gd name="connsiteX3" fmla="*/ 0 w 3736238"/>
                <a:gd name="connsiteY3" fmla="*/ 428561 h 428561"/>
                <a:gd name="connsiteX4" fmla="*/ 69710 w 3736238"/>
                <a:gd name="connsiteY4" fmla="*/ 0 h 4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428561">
                  <a:moveTo>
                    <a:pt x="69710" y="0"/>
                  </a:moveTo>
                  <a:lnTo>
                    <a:pt x="3634778" y="0"/>
                  </a:lnTo>
                  <a:lnTo>
                    <a:pt x="3736238" y="423481"/>
                  </a:lnTo>
                  <a:lnTo>
                    <a:pt x="0" y="428561"/>
                  </a:lnTo>
                  <a:lnTo>
                    <a:pt x="6971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C17D3D2-E5FF-4057-188A-34B7C6066454}"/>
              </a:ext>
            </a:extLst>
          </p:cNvPr>
          <p:cNvGrpSpPr/>
          <p:nvPr/>
        </p:nvGrpSpPr>
        <p:grpSpPr>
          <a:xfrm>
            <a:off x="2799244" y="4186506"/>
            <a:ext cx="3780027" cy="1836070"/>
            <a:chOff x="1478648" y="3998540"/>
            <a:chExt cx="4857784" cy="2359568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D08AF7-DE72-CAEF-DB84-CB3A60D12B2B}"/>
                </a:ext>
              </a:extLst>
            </p:cNvPr>
            <p:cNvGrpSpPr/>
            <p:nvPr/>
          </p:nvGrpSpPr>
          <p:grpSpPr>
            <a:xfrm>
              <a:off x="1478648" y="3998540"/>
              <a:ext cx="4857784" cy="2359568"/>
              <a:chOff x="1471557" y="4090701"/>
              <a:chExt cx="4857784" cy="2359568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8FD13096-5B92-A435-BAF8-1A90CADD5A37}"/>
                  </a:ext>
                </a:extLst>
              </p:cNvPr>
              <p:cNvGrpSpPr/>
              <p:nvPr/>
            </p:nvGrpSpPr>
            <p:grpSpPr>
              <a:xfrm>
                <a:off x="1471557" y="4090701"/>
                <a:ext cx="4756134" cy="2359568"/>
                <a:chOff x="1001991" y="4809805"/>
                <a:chExt cx="5770988" cy="286304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2EEC2026-EAB3-9235-11D0-11CE9347998E}"/>
                    </a:ext>
                  </a:extLst>
                </p:cNvPr>
                <p:cNvGrpSpPr/>
                <p:nvPr/>
              </p:nvGrpSpPr>
              <p:grpSpPr>
                <a:xfrm>
                  <a:off x="1001991" y="4809805"/>
                  <a:ext cx="5770988" cy="2863047"/>
                  <a:chOff x="1001991" y="4809805"/>
                  <a:chExt cx="5770988" cy="2863047"/>
                </a:xfrm>
              </p:grpSpPr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F3F0D7F9-315C-E7AA-30F9-BC8B10E46B86}"/>
                      </a:ext>
                    </a:extLst>
                  </p:cNvPr>
                  <p:cNvGrpSpPr/>
                  <p:nvPr/>
                </p:nvGrpSpPr>
                <p:grpSpPr>
                  <a:xfrm>
                    <a:off x="1001991" y="4809805"/>
                    <a:ext cx="5770988" cy="2863047"/>
                    <a:chOff x="1001991" y="4809805"/>
                    <a:chExt cx="5770988" cy="2863047"/>
                  </a:xfrm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023DAE45-9EBA-FB81-20C9-30971C0709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1991" y="4809805"/>
                      <a:ext cx="5770988" cy="2863047"/>
                      <a:chOff x="1001991" y="4809805"/>
                      <a:chExt cx="5770988" cy="2863047"/>
                    </a:xfrm>
                  </p:grpSpPr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5DCDF083-47F4-7255-4541-ACB76E5ACD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1991" y="4809805"/>
                        <a:ext cx="5770988" cy="2863047"/>
                        <a:chOff x="1001991" y="4809805"/>
                        <a:chExt cx="5770988" cy="2863047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6AB92EFB-ABE4-66A1-DF6A-5AB932498B1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01991" y="4809805"/>
                          <a:ext cx="5770988" cy="2863047"/>
                          <a:chOff x="1001991" y="4809805"/>
                          <a:chExt cx="5770988" cy="2863047"/>
                        </a:xfrm>
                      </p:grpSpPr>
                      <p:grpSp>
                        <p:nvGrpSpPr>
                          <p:cNvPr id="36" name="Group 35">
                            <a:extLst>
                              <a:ext uri="{FF2B5EF4-FFF2-40B4-BE49-F238E27FC236}">
                                <a16:creationId xmlns:a16="http://schemas.microsoft.com/office/drawing/2014/main" id="{74B93FEB-D18E-CF19-3C51-A46BD7201D2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01991" y="4809805"/>
                            <a:ext cx="5770988" cy="2863047"/>
                            <a:chOff x="1001991" y="4809805"/>
                            <a:chExt cx="5770988" cy="2863047"/>
                          </a:xfrm>
                        </p:grpSpPr>
                        <p:grpSp>
                          <p:nvGrpSpPr>
                            <p:cNvPr id="32" name="Group 31">
                              <a:extLst>
                                <a:ext uri="{FF2B5EF4-FFF2-40B4-BE49-F238E27FC236}">
                                  <a16:creationId xmlns:a16="http://schemas.microsoft.com/office/drawing/2014/main" id="{3DD16C5F-8A16-C6C6-6F71-EED69067AC3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01991" y="4809805"/>
                              <a:ext cx="5770988" cy="2863047"/>
                              <a:chOff x="1001991" y="4809805"/>
                              <a:chExt cx="5770988" cy="2863047"/>
                            </a:xfrm>
                          </p:grpSpPr>
                          <p:grpSp>
                            <p:nvGrpSpPr>
                              <p:cNvPr id="26" name="Group 25">
                                <a:extLst>
                                  <a:ext uri="{FF2B5EF4-FFF2-40B4-BE49-F238E27FC236}">
                                    <a16:creationId xmlns:a16="http://schemas.microsoft.com/office/drawing/2014/main" id="{7580C2B1-9C3B-260F-8A58-5E5ED2CBCE6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001991" y="4809805"/>
                                <a:ext cx="5770988" cy="2863047"/>
                                <a:chOff x="1001991" y="4809805"/>
                                <a:chExt cx="5770988" cy="2863047"/>
                              </a:xfrm>
                            </p:grpSpPr>
                            <p:grpSp>
                              <p:nvGrpSpPr>
                                <p:cNvPr id="24" name="Group 23">
                                  <a:extLst>
                                    <a:ext uri="{FF2B5EF4-FFF2-40B4-BE49-F238E27FC236}">
                                      <a16:creationId xmlns:a16="http://schemas.microsoft.com/office/drawing/2014/main" id="{F70115B1-66D1-F812-C247-DE935E53ACD2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01991" y="4809805"/>
                                  <a:ext cx="5770988" cy="2863047"/>
                                  <a:chOff x="1001991" y="4809805"/>
                                  <a:chExt cx="5770988" cy="2863047"/>
                                </a:xfrm>
                              </p:grpSpPr>
                              <p:sp>
                                <p:nvSpPr>
                                  <p:cNvPr id="21" name="Rectangle: Rounded Corners 20">
                                    <a:extLst>
                                      <a:ext uri="{FF2B5EF4-FFF2-40B4-BE49-F238E27FC236}">
                                        <a16:creationId xmlns:a16="http://schemas.microsoft.com/office/drawing/2014/main" id="{874BBDB3-680C-46B4-6FE5-2CBFF469B6B3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04900" y="7513320"/>
                                    <a:ext cx="5535187" cy="66665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chemeClr val="tx1"/>
                                  </a:solidFill>
                                  <a:ln>
                                    <a:solidFill>
                                      <a:schemeClr val="bg1">
                                        <a:lumMod val="95000"/>
                                      </a:schemeClr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22" name="Rectangle: Rounded Corners 21">
                                    <a:extLst>
                                      <a:ext uri="{FF2B5EF4-FFF2-40B4-BE49-F238E27FC236}">
                                        <a16:creationId xmlns:a16="http://schemas.microsoft.com/office/drawing/2014/main" id="{9E1BEDE1-3D27-703D-0513-2F8A965DD763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211601" y="7582982"/>
                                    <a:ext cx="5391466" cy="89870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chemeClr val="tx1"/>
                                  </a:solidFill>
                                  <a:ln>
                                    <a:solidFill>
                                      <a:schemeClr val="bg1">
                                        <a:lumMod val="95000"/>
                                      </a:schemeClr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23" name="Rectangle: Rounded Corners 22">
                                    <a:extLst>
                                      <a:ext uri="{FF2B5EF4-FFF2-40B4-BE49-F238E27FC236}">
                                        <a16:creationId xmlns:a16="http://schemas.microsoft.com/office/drawing/2014/main" id="{C3E309D7-0B12-A1D1-01EC-E5D1A16EDFCC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01991" y="4809805"/>
                                    <a:ext cx="5770988" cy="2700799"/>
                                  </a:xfrm>
                                  <a:prstGeom prst="roundRect">
                                    <a:avLst>
                                      <a:gd name="adj" fmla="val 1554"/>
                                    </a:avLst>
                                  </a:prstGeom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25" name="Rectangle 24">
                                  <a:extLst>
                                    <a:ext uri="{FF2B5EF4-FFF2-40B4-BE49-F238E27FC236}">
                                      <a16:creationId xmlns:a16="http://schemas.microsoft.com/office/drawing/2014/main" id="{E0BCB33F-06B7-D8BF-CBA7-344E786AFF4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043940" y="4989799"/>
                                  <a:ext cx="4434840" cy="2346094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tx1"/>
                                </a:solidFill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31" name="Rectangle 30">
                                <a:extLst>
                                  <a:ext uri="{FF2B5EF4-FFF2-40B4-BE49-F238E27FC236}">
                                    <a16:creationId xmlns:a16="http://schemas.microsoft.com/office/drawing/2014/main" id="{9EBD12EA-5D52-CED6-33F2-20E855D562E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99637" y="4862143"/>
                                <a:ext cx="823221" cy="259526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34" name="Rectangle 33">
                              <a:extLst>
                                <a:ext uri="{FF2B5EF4-FFF2-40B4-BE49-F238E27FC236}">
                                  <a16:creationId xmlns:a16="http://schemas.microsoft.com/office/drawing/2014/main" id="{41D3E236-1170-BEFB-9C57-55A8DB27138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5395961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/>
                            </a:p>
                          </p:txBody>
                        </p:sp>
                        <p:sp>
                          <p:nvSpPr>
                            <p:cNvPr id="35" name="Rectangle 34">
                              <a:extLst>
                                <a:ext uri="{FF2B5EF4-FFF2-40B4-BE49-F238E27FC236}">
                                  <a16:creationId xmlns:a16="http://schemas.microsoft.com/office/drawing/2014/main" id="{4E30948F-8203-2AE2-6D82-13A8659C92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6619676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38" name="Rectangle: Rounded Corners 37">
                            <a:extLst>
                              <a:ext uri="{FF2B5EF4-FFF2-40B4-BE49-F238E27FC236}">
                                <a16:creationId xmlns:a16="http://schemas.microsoft.com/office/drawing/2014/main" id="{ED9F0712-4F0E-54BB-EF02-278DDA7A9C2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29592" y="4945537"/>
                            <a:ext cx="781941" cy="2019300"/>
                          </a:xfrm>
                          <a:prstGeom prst="roundRect">
                            <a:avLst>
                              <a:gd name="adj" fmla="val 8871"/>
                            </a:avLst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40" name="Rectangle: Rounded Corners 39">
                          <a:extLst>
                            <a:ext uri="{FF2B5EF4-FFF2-40B4-BE49-F238E27FC236}">
                              <a16:creationId xmlns:a16="http://schemas.microsoft.com/office/drawing/2014/main" id="{EF575B30-6E64-7EE9-F08F-F57AFE3BBAA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4645" y="6978182"/>
                          <a:ext cx="786203" cy="364443"/>
                        </a:xfrm>
                        <a:prstGeom prst="round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42" name="Oval 41">
                        <a:extLst>
                          <a:ext uri="{FF2B5EF4-FFF2-40B4-BE49-F238E27FC236}">
                            <a16:creationId xmlns:a16="http://schemas.microsoft.com/office/drawing/2014/main" id="{317505F4-F810-6DAF-A211-11638BE907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0826" y="7038227"/>
                        <a:ext cx="256252" cy="256252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872F2921-5D81-B6ED-A81E-EE1B847136B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046094" y="4973895"/>
                      <a:ext cx="4790554" cy="2394207"/>
                    </a:xfrm>
                    <a:custGeom>
                      <a:avLst/>
                      <a:gdLst>
                        <a:gd name="connsiteX0" fmla="*/ 0 w 442063"/>
                        <a:gd name="connsiteY0" fmla="*/ 0 h 2850251"/>
                        <a:gd name="connsiteX1" fmla="*/ 442063 w 442063"/>
                        <a:gd name="connsiteY1" fmla="*/ 0 h 2850251"/>
                        <a:gd name="connsiteX2" fmla="*/ 442063 w 442063"/>
                        <a:gd name="connsiteY2" fmla="*/ 2850251 h 2850251"/>
                        <a:gd name="connsiteX3" fmla="*/ 0 w 442063"/>
                        <a:gd name="connsiteY3" fmla="*/ 2850251 h 2850251"/>
                        <a:gd name="connsiteX4" fmla="*/ 0 w 44206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442063 w 929743"/>
                        <a:gd name="connsiteY2" fmla="*/ 285025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906883 w 929743"/>
                        <a:gd name="connsiteY2" fmla="*/ 251497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06883"/>
                        <a:gd name="connsiteY0" fmla="*/ 0 h 2850251"/>
                        <a:gd name="connsiteX1" fmla="*/ 868783 w 906883"/>
                        <a:gd name="connsiteY1" fmla="*/ 297180 h 2850251"/>
                        <a:gd name="connsiteX2" fmla="*/ 906883 w 906883"/>
                        <a:gd name="connsiteY2" fmla="*/ 2514971 h 2850251"/>
                        <a:gd name="connsiteX3" fmla="*/ 0 w 906883"/>
                        <a:gd name="connsiteY3" fmla="*/ 2850251 h 2850251"/>
                        <a:gd name="connsiteX4" fmla="*/ 0 w 906883"/>
                        <a:gd name="connsiteY4" fmla="*/ 0 h 2850251"/>
                        <a:gd name="connsiteX0" fmla="*/ 3175 w 906883"/>
                        <a:gd name="connsiteY0" fmla="*/ 0 h 2837551"/>
                        <a:gd name="connsiteX1" fmla="*/ 868783 w 906883"/>
                        <a:gd name="connsiteY1" fmla="*/ 2844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37551"/>
                        <a:gd name="connsiteX1" fmla="*/ 865608 w 906883"/>
                        <a:gd name="connsiteY1" fmla="*/ 2590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56601"/>
                        <a:gd name="connsiteX1" fmla="*/ 865608 w 906883"/>
                        <a:gd name="connsiteY1" fmla="*/ 259080 h 2856601"/>
                        <a:gd name="connsiteX2" fmla="*/ 906883 w 906883"/>
                        <a:gd name="connsiteY2" fmla="*/ 2502271 h 2856601"/>
                        <a:gd name="connsiteX3" fmla="*/ 0 w 906883"/>
                        <a:gd name="connsiteY3" fmla="*/ 2856601 h 2856601"/>
                        <a:gd name="connsiteX4" fmla="*/ 3175 w 906883"/>
                        <a:gd name="connsiteY4" fmla="*/ 0 h 2856601"/>
                        <a:gd name="connsiteX0" fmla="*/ 3175 w 939220"/>
                        <a:gd name="connsiteY0" fmla="*/ 0 h 2856601"/>
                        <a:gd name="connsiteX1" fmla="*/ 939220 w 939220"/>
                        <a:gd name="connsiteY1" fmla="*/ 243670 h 2856601"/>
                        <a:gd name="connsiteX2" fmla="*/ 906883 w 939220"/>
                        <a:gd name="connsiteY2" fmla="*/ 2502271 h 2856601"/>
                        <a:gd name="connsiteX3" fmla="*/ 0 w 939220"/>
                        <a:gd name="connsiteY3" fmla="*/ 2856601 h 2856601"/>
                        <a:gd name="connsiteX4" fmla="*/ 3175 w 939220"/>
                        <a:gd name="connsiteY4" fmla="*/ 0 h 2856601"/>
                        <a:gd name="connsiteX0" fmla="*/ 3175 w 943689"/>
                        <a:gd name="connsiteY0" fmla="*/ 0 h 2856601"/>
                        <a:gd name="connsiteX1" fmla="*/ 939220 w 943689"/>
                        <a:gd name="connsiteY1" fmla="*/ 243670 h 2856601"/>
                        <a:gd name="connsiteX2" fmla="*/ 943689 w 943689"/>
                        <a:gd name="connsiteY2" fmla="*/ 2579320 h 2856601"/>
                        <a:gd name="connsiteX3" fmla="*/ 0 w 943689"/>
                        <a:gd name="connsiteY3" fmla="*/ 2856601 h 2856601"/>
                        <a:gd name="connsiteX4" fmla="*/ 3175 w 943689"/>
                        <a:gd name="connsiteY4" fmla="*/ 0 h 2856601"/>
                        <a:gd name="connsiteX0" fmla="*/ 3175 w 943689"/>
                        <a:gd name="connsiteY0" fmla="*/ 0 h 2702502"/>
                        <a:gd name="connsiteX1" fmla="*/ 939220 w 943689"/>
                        <a:gd name="connsiteY1" fmla="*/ 243670 h 2702502"/>
                        <a:gd name="connsiteX2" fmla="*/ 943689 w 943689"/>
                        <a:gd name="connsiteY2" fmla="*/ 2579320 h 2702502"/>
                        <a:gd name="connsiteX3" fmla="*/ 0 w 943689"/>
                        <a:gd name="connsiteY3" fmla="*/ 2702502 h 2702502"/>
                        <a:gd name="connsiteX4" fmla="*/ 3175 w 943689"/>
                        <a:gd name="connsiteY4" fmla="*/ 0 h 2702502"/>
                        <a:gd name="connsiteX0" fmla="*/ 3175 w 943689"/>
                        <a:gd name="connsiteY0" fmla="*/ 0 h 2579320"/>
                        <a:gd name="connsiteX1" fmla="*/ 939220 w 943689"/>
                        <a:gd name="connsiteY1" fmla="*/ 243670 h 2579320"/>
                        <a:gd name="connsiteX2" fmla="*/ 943689 w 943689"/>
                        <a:gd name="connsiteY2" fmla="*/ 2579320 h 2579320"/>
                        <a:gd name="connsiteX3" fmla="*/ 0 w 943689"/>
                        <a:gd name="connsiteY3" fmla="*/ 2579223 h 2579320"/>
                        <a:gd name="connsiteX4" fmla="*/ 3175 w 943689"/>
                        <a:gd name="connsiteY4" fmla="*/ 0 h 2579320"/>
                        <a:gd name="connsiteX0" fmla="*/ 6 w 940520"/>
                        <a:gd name="connsiteY0" fmla="*/ 0 h 2594633"/>
                        <a:gd name="connsiteX1" fmla="*/ 936051 w 940520"/>
                        <a:gd name="connsiteY1" fmla="*/ 243670 h 2594633"/>
                        <a:gd name="connsiteX2" fmla="*/ 940520 w 940520"/>
                        <a:gd name="connsiteY2" fmla="*/ 2579320 h 2594633"/>
                        <a:gd name="connsiteX3" fmla="*/ 159391 w 940520"/>
                        <a:gd name="connsiteY3" fmla="*/ 2594633 h 2594633"/>
                        <a:gd name="connsiteX4" fmla="*/ 6 w 940520"/>
                        <a:gd name="connsiteY4" fmla="*/ 0 h 2594633"/>
                        <a:gd name="connsiteX0" fmla="*/ 6242 w 946756"/>
                        <a:gd name="connsiteY0" fmla="*/ 0 h 2594633"/>
                        <a:gd name="connsiteX1" fmla="*/ 942287 w 946756"/>
                        <a:gd name="connsiteY1" fmla="*/ 243670 h 2594633"/>
                        <a:gd name="connsiteX2" fmla="*/ 946756 w 946756"/>
                        <a:gd name="connsiteY2" fmla="*/ 2579320 h 2594633"/>
                        <a:gd name="connsiteX3" fmla="*/ 0 w 946756"/>
                        <a:gd name="connsiteY3" fmla="*/ 2594633 h 2594633"/>
                        <a:gd name="connsiteX4" fmla="*/ 6242 w 946756"/>
                        <a:gd name="connsiteY4" fmla="*/ 0 h 2594633"/>
                        <a:gd name="connsiteX0" fmla="*/ 6242 w 946756"/>
                        <a:gd name="connsiteY0" fmla="*/ 2888 h 2350963"/>
                        <a:gd name="connsiteX1" fmla="*/ 942287 w 946756"/>
                        <a:gd name="connsiteY1" fmla="*/ 0 h 2350963"/>
                        <a:gd name="connsiteX2" fmla="*/ 946756 w 946756"/>
                        <a:gd name="connsiteY2" fmla="*/ 2335650 h 2350963"/>
                        <a:gd name="connsiteX3" fmla="*/ 0 w 946756"/>
                        <a:gd name="connsiteY3" fmla="*/ 2350963 h 2350963"/>
                        <a:gd name="connsiteX4" fmla="*/ 6242 w 946756"/>
                        <a:gd name="connsiteY4" fmla="*/ 2888 h 2350963"/>
                        <a:gd name="connsiteX0" fmla="*/ 6242 w 946756"/>
                        <a:gd name="connsiteY0" fmla="*/ 0 h 2363485"/>
                        <a:gd name="connsiteX1" fmla="*/ 942287 w 946756"/>
                        <a:gd name="connsiteY1" fmla="*/ 12522 h 2363485"/>
                        <a:gd name="connsiteX2" fmla="*/ 946756 w 946756"/>
                        <a:gd name="connsiteY2" fmla="*/ 2348172 h 2363485"/>
                        <a:gd name="connsiteX3" fmla="*/ 0 w 946756"/>
                        <a:gd name="connsiteY3" fmla="*/ 2363485 h 2363485"/>
                        <a:gd name="connsiteX4" fmla="*/ 6242 w 946756"/>
                        <a:gd name="connsiteY4" fmla="*/ 0 h 2363485"/>
                        <a:gd name="connsiteX0" fmla="*/ 6242 w 942585"/>
                        <a:gd name="connsiteY0" fmla="*/ 0 h 2378992"/>
                        <a:gd name="connsiteX1" fmla="*/ 942287 w 942585"/>
                        <a:gd name="connsiteY1" fmla="*/ 12522 h 2378992"/>
                        <a:gd name="connsiteX2" fmla="*/ 940622 w 942585"/>
                        <a:gd name="connsiteY2" fmla="*/ 2378992 h 2378992"/>
                        <a:gd name="connsiteX3" fmla="*/ 0 w 942585"/>
                        <a:gd name="connsiteY3" fmla="*/ 2363485 h 2378992"/>
                        <a:gd name="connsiteX4" fmla="*/ 6242 w 942585"/>
                        <a:gd name="connsiteY4" fmla="*/ 0 h 2378992"/>
                        <a:gd name="connsiteX0" fmla="*/ 6242 w 947957"/>
                        <a:gd name="connsiteY0" fmla="*/ 0 h 2378992"/>
                        <a:gd name="connsiteX1" fmla="*/ 947808 w 947957"/>
                        <a:gd name="connsiteY1" fmla="*/ 12522 h 2378992"/>
                        <a:gd name="connsiteX2" fmla="*/ 940622 w 947957"/>
                        <a:gd name="connsiteY2" fmla="*/ 2378992 h 2378992"/>
                        <a:gd name="connsiteX3" fmla="*/ 0 w 947957"/>
                        <a:gd name="connsiteY3" fmla="*/ 2363485 h 2378992"/>
                        <a:gd name="connsiteX4" fmla="*/ 6242 w 947957"/>
                        <a:gd name="connsiteY4" fmla="*/ 0 h 2378992"/>
                        <a:gd name="connsiteX0" fmla="*/ 6242 w 949824"/>
                        <a:gd name="connsiteY0" fmla="*/ 0 h 2369746"/>
                        <a:gd name="connsiteX1" fmla="*/ 947808 w 949824"/>
                        <a:gd name="connsiteY1" fmla="*/ 12522 h 2369746"/>
                        <a:gd name="connsiteX2" fmla="*/ 949824 w 949824"/>
                        <a:gd name="connsiteY2" fmla="*/ 2369746 h 2369746"/>
                        <a:gd name="connsiteX3" fmla="*/ 0 w 949824"/>
                        <a:gd name="connsiteY3" fmla="*/ 2363485 h 2369746"/>
                        <a:gd name="connsiteX4" fmla="*/ 6242 w 949824"/>
                        <a:gd name="connsiteY4" fmla="*/ 0 h 2369746"/>
                        <a:gd name="connsiteX0" fmla="*/ 6242 w 949824"/>
                        <a:gd name="connsiteY0" fmla="*/ 0 h 2388238"/>
                        <a:gd name="connsiteX1" fmla="*/ 947808 w 949824"/>
                        <a:gd name="connsiteY1" fmla="*/ 31014 h 2388238"/>
                        <a:gd name="connsiteX2" fmla="*/ 949824 w 949824"/>
                        <a:gd name="connsiteY2" fmla="*/ 2388238 h 2388238"/>
                        <a:gd name="connsiteX3" fmla="*/ 0 w 949824"/>
                        <a:gd name="connsiteY3" fmla="*/ 2381977 h 2388238"/>
                        <a:gd name="connsiteX4" fmla="*/ 6242 w 949824"/>
                        <a:gd name="connsiteY4" fmla="*/ 0 h 2388238"/>
                        <a:gd name="connsiteX0" fmla="*/ 6242 w 951787"/>
                        <a:gd name="connsiteY0" fmla="*/ 5970 h 2394208"/>
                        <a:gd name="connsiteX1" fmla="*/ 951489 w 951787"/>
                        <a:gd name="connsiteY1" fmla="*/ 0 h 2394208"/>
                        <a:gd name="connsiteX2" fmla="*/ 949824 w 951787"/>
                        <a:gd name="connsiteY2" fmla="*/ 2394208 h 2394208"/>
                        <a:gd name="connsiteX3" fmla="*/ 0 w 951787"/>
                        <a:gd name="connsiteY3" fmla="*/ 2387947 h 2394208"/>
                        <a:gd name="connsiteX4" fmla="*/ 6242 w 951787"/>
                        <a:gd name="connsiteY4" fmla="*/ 5970 h 2394208"/>
                        <a:gd name="connsiteX0" fmla="*/ 6242 w 951787"/>
                        <a:gd name="connsiteY0" fmla="*/ 5970 h 2421946"/>
                        <a:gd name="connsiteX1" fmla="*/ 951489 w 951787"/>
                        <a:gd name="connsiteY1" fmla="*/ 0 h 2421946"/>
                        <a:gd name="connsiteX2" fmla="*/ 949824 w 951787"/>
                        <a:gd name="connsiteY2" fmla="*/ 2421946 h 2421946"/>
                        <a:gd name="connsiteX3" fmla="*/ 0 w 951787"/>
                        <a:gd name="connsiteY3" fmla="*/ 2387947 h 2421946"/>
                        <a:gd name="connsiteX4" fmla="*/ 6242 w 951787"/>
                        <a:gd name="connsiteY4" fmla="*/ 5970 h 2421946"/>
                        <a:gd name="connsiteX0" fmla="*/ 6242 w 953505"/>
                        <a:gd name="connsiteY0" fmla="*/ 5970 h 2394208"/>
                        <a:gd name="connsiteX1" fmla="*/ 951489 w 953505"/>
                        <a:gd name="connsiteY1" fmla="*/ 0 h 2394208"/>
                        <a:gd name="connsiteX2" fmla="*/ 953505 w 953505"/>
                        <a:gd name="connsiteY2" fmla="*/ 2394208 h 2394208"/>
                        <a:gd name="connsiteX3" fmla="*/ 0 w 953505"/>
                        <a:gd name="connsiteY3" fmla="*/ 2387947 h 2394208"/>
                        <a:gd name="connsiteX4" fmla="*/ 6242 w 953505"/>
                        <a:gd name="connsiteY4" fmla="*/ 5970 h 23942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53505" h="2394208">
                          <a:moveTo>
                            <a:pt x="6242" y="5970"/>
                          </a:moveTo>
                          <a:lnTo>
                            <a:pt x="951489" y="0"/>
                          </a:lnTo>
                          <a:cubicBezTo>
                            <a:pt x="952979" y="778550"/>
                            <a:pt x="952015" y="1615658"/>
                            <a:pt x="953505" y="2394208"/>
                          </a:cubicBezTo>
                          <a:lnTo>
                            <a:pt x="0" y="2387947"/>
                          </a:lnTo>
                          <a:cubicBezTo>
                            <a:pt x="1058" y="1442097"/>
                            <a:pt x="5184" y="951820"/>
                            <a:pt x="6242" y="597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D3A556CB-DA4C-92F0-76DF-DE2ED8EA54AB}"/>
                      </a:ext>
                    </a:extLst>
                  </p:cNvPr>
                  <p:cNvSpPr/>
                  <p:nvPr/>
                </p:nvSpPr>
                <p:spPr>
                  <a:xfrm>
                    <a:off x="1513240" y="5344348"/>
                    <a:ext cx="3724790" cy="1519704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8F647C9C-D7C4-3107-32A8-FEFE76C47009}"/>
                    </a:ext>
                  </a:extLst>
                </p:cNvPr>
                <p:cNvSpPr/>
                <p:nvPr/>
              </p:nvSpPr>
              <p:spPr>
                <a:xfrm>
                  <a:off x="2463798" y="6623938"/>
                  <a:ext cx="1849489" cy="8782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D41608FB-9E0F-587F-FE2D-5E6E1BA53C34}"/>
                    </a:ext>
                  </a:extLst>
                </p:cNvPr>
                <p:cNvSpPr/>
                <p:nvPr/>
              </p:nvSpPr>
              <p:spPr>
                <a:xfrm>
                  <a:off x="2569360" y="6520802"/>
                  <a:ext cx="1623676" cy="162091"/>
                </a:xfrm>
                <a:custGeom>
                  <a:avLst/>
                  <a:gdLst>
                    <a:gd name="connsiteX0" fmla="*/ 0 w 1041262"/>
                    <a:gd name="connsiteY0" fmla="*/ 28162 h 56324"/>
                    <a:gd name="connsiteX1" fmla="*/ 520631 w 1041262"/>
                    <a:gd name="connsiteY1" fmla="*/ 0 h 56324"/>
                    <a:gd name="connsiteX2" fmla="*/ 1041262 w 1041262"/>
                    <a:gd name="connsiteY2" fmla="*/ 28162 h 56324"/>
                    <a:gd name="connsiteX3" fmla="*/ 520631 w 1041262"/>
                    <a:gd name="connsiteY3" fmla="*/ 56324 h 56324"/>
                    <a:gd name="connsiteX4" fmla="*/ 0 w 1041262"/>
                    <a:gd name="connsiteY4" fmla="*/ 28162 h 56324"/>
                    <a:gd name="connsiteX0" fmla="*/ 0 w 1041262"/>
                    <a:gd name="connsiteY0" fmla="*/ 75787 h 103949"/>
                    <a:gd name="connsiteX1" fmla="*/ 520631 w 1041262"/>
                    <a:gd name="connsiteY1" fmla="*/ 0 h 103949"/>
                    <a:gd name="connsiteX2" fmla="*/ 1041262 w 1041262"/>
                    <a:gd name="connsiteY2" fmla="*/ 75787 h 103949"/>
                    <a:gd name="connsiteX3" fmla="*/ 520631 w 1041262"/>
                    <a:gd name="connsiteY3" fmla="*/ 103949 h 103949"/>
                    <a:gd name="connsiteX4" fmla="*/ 0 w 1041262"/>
                    <a:gd name="connsiteY4" fmla="*/ 75787 h 103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1262" h="103949">
                      <a:moveTo>
                        <a:pt x="0" y="75787"/>
                      </a:moveTo>
                      <a:cubicBezTo>
                        <a:pt x="0" y="58462"/>
                        <a:pt x="233094" y="0"/>
                        <a:pt x="520631" y="0"/>
                      </a:cubicBezTo>
                      <a:cubicBezTo>
                        <a:pt x="808168" y="0"/>
                        <a:pt x="1041262" y="60234"/>
                        <a:pt x="1041262" y="75787"/>
                      </a:cubicBezTo>
                      <a:cubicBezTo>
                        <a:pt x="1041262" y="91340"/>
                        <a:pt x="808168" y="103949"/>
                        <a:pt x="520631" y="103949"/>
                      </a:cubicBezTo>
                      <a:cubicBezTo>
                        <a:pt x="233094" y="103949"/>
                        <a:pt x="0" y="93112"/>
                        <a:pt x="0" y="75787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6D4FCB6-5293-B8E9-B7C6-348D69CD25EC}"/>
                  </a:ext>
                </a:extLst>
              </p:cNvPr>
              <p:cNvSpPr txBox="1"/>
              <p:nvPr/>
            </p:nvSpPr>
            <p:spPr>
              <a:xfrm>
                <a:off x="5584005" y="4402801"/>
                <a:ext cx="5837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1:00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6510495-C898-0A55-06AC-BFE7C9E62E6E}"/>
                  </a:ext>
                </a:extLst>
              </p:cNvPr>
              <p:cNvSpPr txBox="1"/>
              <p:nvPr/>
            </p:nvSpPr>
            <p:spPr>
              <a:xfrm>
                <a:off x="5593339" y="4724471"/>
                <a:ext cx="583711" cy="593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◤◥◣◢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1031056-8596-2D51-427C-B73556A6AD3D}"/>
                  </a:ext>
                </a:extLst>
              </p:cNvPr>
              <p:cNvSpPr txBox="1"/>
              <p:nvPr/>
            </p:nvSpPr>
            <p:spPr>
              <a:xfrm>
                <a:off x="5511926" y="5441497"/>
                <a:ext cx="8174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◔ ▶◼</a:t>
                </a:r>
              </a:p>
            </p:txBody>
          </p:sp>
        </p:grp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DBEF21D-D7FD-E0A0-18CC-90DA0D6716CD}"/>
                </a:ext>
              </a:extLst>
            </p:cNvPr>
            <p:cNvSpPr/>
            <p:nvPr/>
          </p:nvSpPr>
          <p:spPr>
            <a:xfrm>
              <a:off x="1887536" y="4438901"/>
              <a:ext cx="3069769" cy="1252457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AECCEEB-16E0-B536-A98F-2C0770EEC621}"/>
              </a:ext>
            </a:extLst>
          </p:cNvPr>
          <p:cNvGrpSpPr/>
          <p:nvPr/>
        </p:nvGrpSpPr>
        <p:grpSpPr>
          <a:xfrm flipH="1">
            <a:off x="-270527" y="3848427"/>
            <a:ext cx="3659880" cy="5763999"/>
            <a:chOff x="8494258" y="151226"/>
            <a:chExt cx="1511277" cy="2380132"/>
          </a:xfrm>
        </p:grpSpPr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B1408D46-AF26-181A-E099-AE0073FBBCEC}"/>
                </a:ext>
              </a:extLst>
            </p:cNvPr>
            <p:cNvSpPr/>
            <p:nvPr/>
          </p:nvSpPr>
          <p:spPr>
            <a:xfrm rot="3388037">
              <a:off x="8561586" y="1145802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0DE60AF-C4AC-80B2-5EDC-9CC5A4282E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8832" y="1494517"/>
              <a:ext cx="0" cy="986476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6CCA972-6342-06B5-9D1F-D4AA0C199514}"/>
                </a:ext>
              </a:extLst>
            </p:cNvPr>
            <p:cNvCxnSpPr>
              <a:cxnSpLocks/>
            </p:cNvCxnSpPr>
            <p:nvPr/>
          </p:nvCxnSpPr>
          <p:spPr>
            <a:xfrm>
              <a:off x="9052943" y="1494517"/>
              <a:ext cx="10182" cy="90895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5ECC6C1B-A67B-F010-1C47-E62399BA05F4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DA1A504-21EA-00E9-8E3C-2A0B3F916E96}"/>
                </a:ext>
              </a:extLst>
            </p:cNvPr>
            <p:cNvSpPr/>
            <p:nvPr/>
          </p:nvSpPr>
          <p:spPr>
            <a:xfrm flipH="1">
              <a:off x="9165568" y="726872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Rectangle: Top Corners Rounded 139">
              <a:extLst>
                <a:ext uri="{FF2B5EF4-FFF2-40B4-BE49-F238E27FC236}">
                  <a16:creationId xmlns:a16="http://schemas.microsoft.com/office/drawing/2014/main" id="{B9042118-7E7B-5378-F6A0-4D1888C7CBCB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Rectangle: Top Corners Rounded 140">
              <a:extLst>
                <a:ext uri="{FF2B5EF4-FFF2-40B4-BE49-F238E27FC236}">
                  <a16:creationId xmlns:a16="http://schemas.microsoft.com/office/drawing/2014/main" id="{30BD052B-DEA9-20BB-D1B4-3BB0327556DA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B1A4304-3AC6-0E6D-5994-63932BBA6C4A}"/>
                </a:ext>
              </a:extLst>
            </p:cNvPr>
            <p:cNvSpPr/>
            <p:nvPr/>
          </p:nvSpPr>
          <p:spPr>
            <a:xfrm rot="20295679" flipH="1">
              <a:off x="9214496" y="1113127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9C85E49-8ED2-05EF-57AE-60F66B69E3BF}"/>
                </a:ext>
              </a:extLst>
            </p:cNvPr>
            <p:cNvSpPr/>
            <p:nvPr/>
          </p:nvSpPr>
          <p:spPr>
            <a:xfrm flipH="1">
              <a:off x="8855506" y="99157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E6DA5A60-F7E8-669B-2C1A-DF028E14270F}"/>
                </a:ext>
              </a:extLst>
            </p:cNvPr>
            <p:cNvSpPr/>
            <p:nvPr/>
          </p:nvSpPr>
          <p:spPr>
            <a:xfrm flipH="1">
              <a:off x="8639786" y="726872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7A6FEBC4-3A1A-F819-C57C-78286E8D3808}"/>
                </a:ext>
              </a:extLst>
            </p:cNvPr>
            <p:cNvSpPr/>
            <p:nvPr/>
          </p:nvSpPr>
          <p:spPr>
            <a:xfrm flipH="1">
              <a:off x="9177717" y="764283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7A58219D-53E2-377D-7872-9313BE8B0FBF}"/>
                </a:ext>
              </a:extLst>
            </p:cNvPr>
            <p:cNvSpPr/>
            <p:nvPr/>
          </p:nvSpPr>
          <p:spPr>
            <a:xfrm flipH="1">
              <a:off x="8658034" y="76093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7E4E417-8D9C-8304-BB1B-E49D6679CA3E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2E09DE8-75AF-C3E3-83C3-4A958CD14803}"/>
                </a:ext>
              </a:extLst>
            </p:cNvPr>
            <p:cNvSpPr/>
            <p:nvPr/>
          </p:nvSpPr>
          <p:spPr>
            <a:xfrm rot="233026" flipH="1">
              <a:off x="8525223" y="450603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03888C31-A7CF-357F-3375-32D76BA94F87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6" name="Block Arc 155">
            <a:extLst>
              <a:ext uri="{FF2B5EF4-FFF2-40B4-BE49-F238E27FC236}">
                <a16:creationId xmlns:a16="http://schemas.microsoft.com/office/drawing/2014/main" id="{34967D15-597A-E1AA-1756-27017C5B7E16}"/>
              </a:ext>
            </a:extLst>
          </p:cNvPr>
          <p:cNvSpPr/>
          <p:nvPr/>
        </p:nvSpPr>
        <p:spPr>
          <a:xfrm rot="16200000">
            <a:off x="5421850" y="5006305"/>
            <a:ext cx="589933" cy="73839"/>
          </a:xfrm>
          <a:prstGeom prst="blockArc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1" name="Arc 160">
            <a:extLst>
              <a:ext uri="{FF2B5EF4-FFF2-40B4-BE49-F238E27FC236}">
                <a16:creationId xmlns:a16="http://schemas.microsoft.com/office/drawing/2014/main" id="{EAE9A0B2-E16B-ABE2-1138-332CD8FE4493}"/>
              </a:ext>
            </a:extLst>
          </p:cNvPr>
          <p:cNvSpPr/>
          <p:nvPr/>
        </p:nvSpPr>
        <p:spPr>
          <a:xfrm rot="8370732">
            <a:off x="2126981" y="6025904"/>
            <a:ext cx="411195" cy="41119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6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3" fill="hold"/>
                                        <p:tgtEl>
                                          <p:spTgt spid="2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14783" y="-108486"/>
            <a:ext cx="6858000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DA2BC0-1BD3-FBC2-3116-2B14677C2CDB}"/>
              </a:ext>
            </a:extLst>
          </p:cNvPr>
          <p:cNvGrpSpPr/>
          <p:nvPr/>
        </p:nvGrpSpPr>
        <p:grpSpPr>
          <a:xfrm>
            <a:off x="3001191" y="0"/>
            <a:ext cx="855617" cy="1327697"/>
            <a:chOff x="3001191" y="0"/>
            <a:chExt cx="855617" cy="132769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AF5C23-7D3E-AF2E-2110-8D4218F8F672}"/>
                </a:ext>
              </a:extLst>
            </p:cNvPr>
            <p:cNvGrpSpPr/>
            <p:nvPr/>
          </p:nvGrpSpPr>
          <p:grpSpPr>
            <a:xfrm>
              <a:off x="3103200" y="0"/>
              <a:ext cx="681166" cy="836023"/>
              <a:chOff x="3103200" y="0"/>
              <a:chExt cx="681166" cy="836023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45B2505-7EA2-287C-857D-C56F317C5820}"/>
                  </a:ext>
                </a:extLst>
              </p:cNvPr>
              <p:cNvSpPr/>
              <p:nvPr/>
            </p:nvSpPr>
            <p:spPr>
              <a:xfrm>
                <a:off x="3103200" y="0"/>
                <a:ext cx="681166" cy="7496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D9401F4-9735-983B-70FC-AF917249D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9000" y="37480"/>
                <a:ext cx="1824" cy="79854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1A28BEA-56A2-9332-1BFE-223AB5D627A9}"/>
                </a:ext>
              </a:extLst>
            </p:cNvPr>
            <p:cNvSpPr/>
            <p:nvPr/>
          </p:nvSpPr>
          <p:spPr>
            <a:xfrm>
              <a:off x="3001191" y="472080"/>
              <a:ext cx="855617" cy="8556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0A1F-8F2C-B3AD-8C17-0D91AAA874FF}"/>
              </a:ext>
            </a:extLst>
          </p:cNvPr>
          <p:cNvGrpSpPr/>
          <p:nvPr/>
        </p:nvGrpSpPr>
        <p:grpSpPr>
          <a:xfrm>
            <a:off x="99804" y="5445868"/>
            <a:ext cx="6658392" cy="3717037"/>
            <a:chOff x="3685243" y="4582551"/>
            <a:chExt cx="3758176" cy="2097996"/>
          </a:xfrm>
          <a:solidFill>
            <a:srgbClr val="E5BE97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0F8D60-404A-7EE8-3DBE-9DF95ADC4CEE}"/>
                </a:ext>
              </a:extLst>
            </p:cNvPr>
            <p:cNvSpPr/>
            <p:nvPr/>
          </p:nvSpPr>
          <p:spPr>
            <a:xfrm>
              <a:off x="3823318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AA548E-B507-938D-DD43-E15B29ACB3E0}"/>
                </a:ext>
              </a:extLst>
            </p:cNvPr>
            <p:cNvSpPr/>
            <p:nvPr/>
          </p:nvSpPr>
          <p:spPr>
            <a:xfrm>
              <a:off x="7209196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D69ABE-F03A-BEC8-7903-B6620CD83D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DC288A-384A-20D0-23EF-7B6733C8B740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70080D-BA42-FC27-521A-AE2631466B70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58D5AC9A-17AE-4DCC-6948-4793A146BCD3}"/>
                </a:ext>
              </a:extLst>
            </p:cNvPr>
            <p:cNvSpPr/>
            <p:nvPr/>
          </p:nvSpPr>
          <p:spPr>
            <a:xfrm>
              <a:off x="3689961" y="4582551"/>
              <a:ext cx="3736238" cy="428561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634778 w 3736238"/>
                <a:gd name="connsiteY1" fmla="*/ 309667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69710 w 3736238"/>
                <a:gd name="connsiteY0" fmla="*/ 14747 h 546530"/>
                <a:gd name="connsiteX1" fmla="*/ 3634778 w 3736238"/>
                <a:gd name="connsiteY1" fmla="*/ 0 h 546530"/>
                <a:gd name="connsiteX2" fmla="*/ 3736238 w 3736238"/>
                <a:gd name="connsiteY2" fmla="*/ 541450 h 546530"/>
                <a:gd name="connsiteX3" fmla="*/ 0 w 3736238"/>
                <a:gd name="connsiteY3" fmla="*/ 546530 h 546530"/>
                <a:gd name="connsiteX4" fmla="*/ 69710 w 3736238"/>
                <a:gd name="connsiteY4" fmla="*/ 14747 h 546530"/>
                <a:gd name="connsiteX0" fmla="*/ 69710 w 3736238"/>
                <a:gd name="connsiteY0" fmla="*/ 0 h 531783"/>
                <a:gd name="connsiteX1" fmla="*/ 3634778 w 3736238"/>
                <a:gd name="connsiteY1" fmla="*/ 58984 h 531783"/>
                <a:gd name="connsiteX2" fmla="*/ 3736238 w 3736238"/>
                <a:gd name="connsiteY2" fmla="*/ 526703 h 531783"/>
                <a:gd name="connsiteX3" fmla="*/ 0 w 3736238"/>
                <a:gd name="connsiteY3" fmla="*/ 531783 h 531783"/>
                <a:gd name="connsiteX4" fmla="*/ 69710 w 3736238"/>
                <a:gd name="connsiteY4" fmla="*/ 0 h 531783"/>
                <a:gd name="connsiteX0" fmla="*/ 69710 w 3736238"/>
                <a:gd name="connsiteY0" fmla="*/ 44238 h 472799"/>
                <a:gd name="connsiteX1" fmla="*/ 3634778 w 3736238"/>
                <a:gd name="connsiteY1" fmla="*/ 0 h 472799"/>
                <a:gd name="connsiteX2" fmla="*/ 3736238 w 3736238"/>
                <a:gd name="connsiteY2" fmla="*/ 467719 h 472799"/>
                <a:gd name="connsiteX3" fmla="*/ 0 w 3736238"/>
                <a:gd name="connsiteY3" fmla="*/ 472799 h 472799"/>
                <a:gd name="connsiteX4" fmla="*/ 69710 w 3736238"/>
                <a:gd name="connsiteY4" fmla="*/ 44238 h 472799"/>
                <a:gd name="connsiteX0" fmla="*/ 69710 w 3736238"/>
                <a:gd name="connsiteY0" fmla="*/ 0 h 428561"/>
                <a:gd name="connsiteX1" fmla="*/ 3634778 w 3736238"/>
                <a:gd name="connsiteY1" fmla="*/ 0 h 428561"/>
                <a:gd name="connsiteX2" fmla="*/ 3736238 w 3736238"/>
                <a:gd name="connsiteY2" fmla="*/ 423481 h 428561"/>
                <a:gd name="connsiteX3" fmla="*/ 0 w 3736238"/>
                <a:gd name="connsiteY3" fmla="*/ 428561 h 428561"/>
                <a:gd name="connsiteX4" fmla="*/ 69710 w 3736238"/>
                <a:gd name="connsiteY4" fmla="*/ 0 h 4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428561">
                  <a:moveTo>
                    <a:pt x="69710" y="0"/>
                  </a:moveTo>
                  <a:lnTo>
                    <a:pt x="3634778" y="0"/>
                  </a:lnTo>
                  <a:lnTo>
                    <a:pt x="3736238" y="423481"/>
                  </a:lnTo>
                  <a:lnTo>
                    <a:pt x="0" y="428561"/>
                  </a:lnTo>
                  <a:lnTo>
                    <a:pt x="6971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7266742-9E5A-DDAC-04B7-77E12478916C}"/>
              </a:ext>
            </a:extLst>
          </p:cNvPr>
          <p:cNvGrpSpPr/>
          <p:nvPr/>
        </p:nvGrpSpPr>
        <p:grpSpPr>
          <a:xfrm>
            <a:off x="952840" y="3635647"/>
            <a:ext cx="4843014" cy="2352798"/>
            <a:chOff x="1478648" y="3998541"/>
            <a:chExt cx="4843014" cy="235279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7F2870-B162-EA65-0E9E-365030851BD6}"/>
                </a:ext>
              </a:extLst>
            </p:cNvPr>
            <p:cNvGrpSpPr/>
            <p:nvPr/>
          </p:nvGrpSpPr>
          <p:grpSpPr>
            <a:xfrm>
              <a:off x="1478648" y="3998541"/>
              <a:ext cx="4843014" cy="2352798"/>
              <a:chOff x="1471557" y="4090702"/>
              <a:chExt cx="4843014" cy="2352798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567B7E3-2866-A329-B626-1156A756BF4B}"/>
                  </a:ext>
                </a:extLst>
              </p:cNvPr>
              <p:cNvGrpSpPr/>
              <p:nvPr/>
            </p:nvGrpSpPr>
            <p:grpSpPr>
              <a:xfrm>
                <a:off x="1471557" y="4090702"/>
                <a:ext cx="4756134" cy="2352798"/>
                <a:chOff x="1001991" y="4809805"/>
                <a:chExt cx="5770988" cy="2854832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12FD1EC-A244-DB59-4A61-F6CD009CB09E}"/>
                    </a:ext>
                  </a:extLst>
                </p:cNvPr>
                <p:cNvGrpSpPr/>
                <p:nvPr/>
              </p:nvGrpSpPr>
              <p:grpSpPr>
                <a:xfrm>
                  <a:off x="1001991" y="4809805"/>
                  <a:ext cx="5770988" cy="2854832"/>
                  <a:chOff x="1001991" y="4809805"/>
                  <a:chExt cx="5770988" cy="2854832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43BC62BB-1934-C3CD-5042-5F96651D0982}"/>
                      </a:ext>
                    </a:extLst>
                  </p:cNvPr>
                  <p:cNvGrpSpPr/>
                  <p:nvPr/>
                </p:nvGrpSpPr>
                <p:grpSpPr>
                  <a:xfrm>
                    <a:off x="1001991" y="4809805"/>
                    <a:ext cx="5770988" cy="2854832"/>
                    <a:chOff x="1001991" y="4809805"/>
                    <a:chExt cx="5770988" cy="2854832"/>
                  </a:xfrm>
                </p:grpSpPr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9663F653-1DCC-02CC-03E9-9FFD594158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1991" y="4809805"/>
                      <a:ext cx="5770988" cy="2854832"/>
                      <a:chOff x="1001991" y="4809805"/>
                      <a:chExt cx="5770988" cy="2854832"/>
                    </a:xfrm>
                  </p:grpSpPr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26C187D0-ED56-38BD-5F76-1267CD78F7C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1991" y="4809805"/>
                        <a:ext cx="5770988" cy="2854832"/>
                        <a:chOff x="1001991" y="4809805"/>
                        <a:chExt cx="5770988" cy="2854832"/>
                      </a:xfrm>
                    </p:grpSpPr>
                    <p:grpSp>
                      <p:nvGrpSpPr>
                        <p:cNvPr id="48" name="Group 47">
                          <a:extLst>
                            <a:ext uri="{FF2B5EF4-FFF2-40B4-BE49-F238E27FC236}">
                              <a16:creationId xmlns:a16="http://schemas.microsoft.com/office/drawing/2014/main" id="{602A28A4-CB8D-A1C7-DA0A-4AF9989F262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01991" y="4809805"/>
                          <a:ext cx="5770988" cy="2854832"/>
                          <a:chOff x="1001991" y="4809805"/>
                          <a:chExt cx="5770988" cy="2854832"/>
                        </a:xfrm>
                      </p:grpSpPr>
                      <p:grpSp>
                        <p:nvGrpSpPr>
                          <p:cNvPr id="50" name="Group 49">
                            <a:extLst>
                              <a:ext uri="{FF2B5EF4-FFF2-40B4-BE49-F238E27FC236}">
                                <a16:creationId xmlns:a16="http://schemas.microsoft.com/office/drawing/2014/main" id="{A85A833D-9DD2-2E27-E4F1-2D101395256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01991" y="4809805"/>
                            <a:ext cx="5770988" cy="2854832"/>
                            <a:chOff x="1001991" y="4809805"/>
                            <a:chExt cx="5770988" cy="2854832"/>
                          </a:xfrm>
                        </p:grpSpPr>
                        <p:grpSp>
                          <p:nvGrpSpPr>
                            <p:cNvPr id="52" name="Group 51">
                              <a:extLst>
                                <a:ext uri="{FF2B5EF4-FFF2-40B4-BE49-F238E27FC236}">
                                  <a16:creationId xmlns:a16="http://schemas.microsoft.com/office/drawing/2014/main" id="{94E67888-81E0-1FC5-9D46-7AC7E1BEFDB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01991" y="4809805"/>
                              <a:ext cx="5770988" cy="2854832"/>
                              <a:chOff x="1001991" y="4809805"/>
                              <a:chExt cx="5770988" cy="2854832"/>
                            </a:xfrm>
                          </p:grpSpPr>
                          <p:grpSp>
                            <p:nvGrpSpPr>
                              <p:cNvPr id="57" name="Group 56">
                                <a:extLst>
                                  <a:ext uri="{FF2B5EF4-FFF2-40B4-BE49-F238E27FC236}">
                                    <a16:creationId xmlns:a16="http://schemas.microsoft.com/office/drawing/2014/main" id="{A4A464A3-9CA2-9ADB-F8B3-A351F425918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001991" y="4809805"/>
                                <a:ext cx="5770988" cy="2854832"/>
                                <a:chOff x="1001991" y="4809805"/>
                                <a:chExt cx="5770988" cy="2854832"/>
                              </a:xfrm>
                            </p:grpSpPr>
                            <p:grpSp>
                              <p:nvGrpSpPr>
                                <p:cNvPr id="59" name="Group 58">
                                  <a:extLst>
                                    <a:ext uri="{FF2B5EF4-FFF2-40B4-BE49-F238E27FC236}">
                                      <a16:creationId xmlns:a16="http://schemas.microsoft.com/office/drawing/2014/main" id="{B45AD9F4-C291-956A-79C7-470BEA091E3F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01991" y="4809805"/>
                                  <a:ext cx="5770988" cy="2854832"/>
                                  <a:chOff x="1001991" y="4809805"/>
                                  <a:chExt cx="5770988" cy="2854832"/>
                                </a:xfrm>
                              </p:grpSpPr>
                              <p:sp>
                                <p:nvSpPr>
                                  <p:cNvPr id="61" name="Rectangle: Rounded Corners 60">
                                    <a:extLst>
                                      <a:ext uri="{FF2B5EF4-FFF2-40B4-BE49-F238E27FC236}">
                                        <a16:creationId xmlns:a16="http://schemas.microsoft.com/office/drawing/2014/main" id="{8AF352DF-3C11-6C14-D553-3828DC9E20F4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04900" y="7513320"/>
                                    <a:ext cx="5247053" cy="63687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ysClr val="windowText" lastClr="000000"/>
                                  </a:solidFill>
                                  <a:ln w="12700" cap="flat" cmpd="sng" algn="ctr">
                                    <a:solidFill>
                                      <a:sysClr val="window" lastClr="FFFFFF">
                                        <a:lumMod val="95000"/>
                                      </a:sys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32" name="Rectangle: Rounded Corners 131">
                                    <a:extLst>
                                      <a:ext uri="{FF2B5EF4-FFF2-40B4-BE49-F238E27FC236}">
                                        <a16:creationId xmlns:a16="http://schemas.microsoft.com/office/drawing/2014/main" id="{A37961A5-90B5-DA75-0CC6-445F5D09940B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211602" y="7582982"/>
                                    <a:ext cx="5068513" cy="81655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ysClr val="windowText" lastClr="000000"/>
                                  </a:solidFill>
                                  <a:ln w="12700" cap="flat" cmpd="sng" algn="ctr">
                                    <a:solidFill>
                                      <a:sysClr val="window" lastClr="FFFFFF">
                                        <a:lumMod val="95000"/>
                                      </a:sys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46" name="Rectangle: Rounded Corners 145">
                                    <a:extLst>
                                      <a:ext uri="{FF2B5EF4-FFF2-40B4-BE49-F238E27FC236}">
                                        <a16:creationId xmlns:a16="http://schemas.microsoft.com/office/drawing/2014/main" id="{2C8E57AB-A196-1B62-2096-C5C00F8BF6FC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01991" y="4809805"/>
                                    <a:ext cx="5770988" cy="2700799"/>
                                  </a:xfrm>
                                  <a:prstGeom prst="roundRect">
                                    <a:avLst>
                                      <a:gd name="adj" fmla="val 1554"/>
                                    </a:avLst>
                                  </a:prstGeom>
                                  <a:solidFill>
                                    <a:sysClr val="window" lastClr="FFFFFF">
                                      <a:lumMod val="95000"/>
                                    </a:sysClr>
                                  </a:solidFill>
                                  <a:ln w="12700" cap="flat" cmpd="sng" algn="ctr">
                                    <a:solidFill>
                                      <a:srgbClr val="4472C4">
                                        <a:shade val="15000"/>
                                      </a:srgb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60" name="Rectangle 59">
                                  <a:extLst>
                                    <a:ext uri="{FF2B5EF4-FFF2-40B4-BE49-F238E27FC236}">
                                      <a16:creationId xmlns:a16="http://schemas.microsoft.com/office/drawing/2014/main" id="{C3DAF532-CB52-3FD0-F9F1-162881C7E53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043940" y="4989799"/>
                                  <a:ext cx="4434840" cy="2346094"/>
                                </a:xfrm>
                                <a:prstGeom prst="rect">
                                  <a:avLst/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tlCol="0" anchor="ctr"/>
                                <a:lstStyle/>
                                <a:p>
                                  <a:pPr marL="0" marR="0" lvl="0" indent="0" algn="ctr" defTabSz="914400" eaLnBrk="1" fontAlgn="auto" latinLnBrk="0" hangingPunct="1">
                                    <a:lnSpc>
                                      <a:spcPct val="100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  <a:tabLst/>
                                    <a:defRPr/>
                                  </a:pPr>
                                  <a:endParaRPr kumimoji="0" lang="en-US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58" name="Rectangle 57">
                                <a:extLst>
                                  <a:ext uri="{FF2B5EF4-FFF2-40B4-BE49-F238E27FC236}">
                                    <a16:creationId xmlns:a16="http://schemas.microsoft.com/office/drawing/2014/main" id="{AC91E1FE-2277-FD1A-1343-815B0460A57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99637" y="4862143"/>
                                <a:ext cx="823221" cy="2595263"/>
                              </a:xfrm>
                              <a:prstGeom prst="rect">
                                <a:avLst/>
                              </a:prstGeom>
                              <a:noFill/>
                              <a:ln w="12700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8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55" name="Rectangle 54">
                              <a:extLst>
                                <a:ext uri="{FF2B5EF4-FFF2-40B4-BE49-F238E27FC236}">
                                  <a16:creationId xmlns:a16="http://schemas.microsoft.com/office/drawing/2014/main" id="{603F47A7-C86C-39F6-942D-4BDCE856FCF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5395961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</a:endParaRPr>
                            </a:p>
                          </p:txBody>
                        </p:sp>
                        <p:sp>
                          <p:nvSpPr>
                            <p:cNvPr id="56" name="Rectangle 55">
                              <a:extLst>
                                <a:ext uri="{FF2B5EF4-FFF2-40B4-BE49-F238E27FC236}">
                                  <a16:creationId xmlns:a16="http://schemas.microsoft.com/office/drawing/2014/main" id="{9622F0AD-07C9-7A0B-F674-AF01931A43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6619676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1" name="Rectangle: Rounded Corners 50">
                            <a:extLst>
                              <a:ext uri="{FF2B5EF4-FFF2-40B4-BE49-F238E27FC236}">
                                <a16:creationId xmlns:a16="http://schemas.microsoft.com/office/drawing/2014/main" id="{8A09A107-4C6B-6D1F-4FFF-2AFC706AE0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29592" y="4945537"/>
                            <a:ext cx="781941" cy="2019300"/>
                          </a:xfrm>
                          <a:prstGeom prst="roundRect">
                            <a:avLst>
                              <a:gd name="adj" fmla="val 8871"/>
                            </a:avLst>
                          </a:prstGeom>
                          <a:noFill/>
                          <a:ln w="12700" cap="flat" cmpd="sng" algn="ctr">
                            <a:solidFill>
                              <a:sysClr val="windowText" lastClr="000000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</a:endParaRPr>
                          </a:p>
                        </p:txBody>
                      </p:sp>
                    </p:grpSp>
                    <p:sp>
                      <p:nvSpPr>
                        <p:cNvPr id="49" name="Rectangle: Rounded Corners 48">
                          <a:extLst>
                            <a:ext uri="{FF2B5EF4-FFF2-40B4-BE49-F238E27FC236}">
                              <a16:creationId xmlns:a16="http://schemas.microsoft.com/office/drawing/2014/main" id="{04DAFDC0-DA78-47CE-0708-D1634A680B1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4645" y="6978182"/>
                          <a:ext cx="786203" cy="364443"/>
                        </a:xfrm>
                        <a:prstGeom prst="roundRect">
                          <a:avLst/>
                        </a:prstGeom>
                        <a:noFill/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</a:endParaRPr>
                        </a:p>
                      </p:txBody>
                    </p:sp>
                  </p:grpSp>
                  <p:sp>
                    <p:nvSpPr>
                      <p:cNvPr id="47" name="Oval 46">
                        <a:extLst>
                          <a:ext uri="{FF2B5EF4-FFF2-40B4-BE49-F238E27FC236}">
                            <a16:creationId xmlns:a16="http://schemas.microsoft.com/office/drawing/2014/main" id="{7941F956-DF48-6C43-DD68-77B2C1AF5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0826" y="7038227"/>
                        <a:ext cx="256252" cy="256252"/>
                      </a:xfrm>
                      <a:prstGeom prst="ellipse">
                        <a:avLst/>
                      </a:prstGeom>
                      <a:solidFill>
                        <a:sysClr val="windowText" lastClr="000000"/>
                      </a:solidFill>
                      <a:ln w="12700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33" name="Rectangle 43">
                      <a:extLst>
                        <a:ext uri="{FF2B5EF4-FFF2-40B4-BE49-F238E27FC236}">
                          <a16:creationId xmlns:a16="http://schemas.microsoft.com/office/drawing/2014/main" id="{668138BC-1073-D385-4339-8C9FF4A8E26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046094" y="4973895"/>
                      <a:ext cx="4790554" cy="2394207"/>
                    </a:xfrm>
                    <a:custGeom>
                      <a:avLst/>
                      <a:gdLst>
                        <a:gd name="connsiteX0" fmla="*/ 0 w 442063"/>
                        <a:gd name="connsiteY0" fmla="*/ 0 h 2850251"/>
                        <a:gd name="connsiteX1" fmla="*/ 442063 w 442063"/>
                        <a:gd name="connsiteY1" fmla="*/ 0 h 2850251"/>
                        <a:gd name="connsiteX2" fmla="*/ 442063 w 442063"/>
                        <a:gd name="connsiteY2" fmla="*/ 2850251 h 2850251"/>
                        <a:gd name="connsiteX3" fmla="*/ 0 w 442063"/>
                        <a:gd name="connsiteY3" fmla="*/ 2850251 h 2850251"/>
                        <a:gd name="connsiteX4" fmla="*/ 0 w 44206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442063 w 929743"/>
                        <a:gd name="connsiteY2" fmla="*/ 285025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906883 w 929743"/>
                        <a:gd name="connsiteY2" fmla="*/ 251497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06883"/>
                        <a:gd name="connsiteY0" fmla="*/ 0 h 2850251"/>
                        <a:gd name="connsiteX1" fmla="*/ 868783 w 906883"/>
                        <a:gd name="connsiteY1" fmla="*/ 297180 h 2850251"/>
                        <a:gd name="connsiteX2" fmla="*/ 906883 w 906883"/>
                        <a:gd name="connsiteY2" fmla="*/ 2514971 h 2850251"/>
                        <a:gd name="connsiteX3" fmla="*/ 0 w 906883"/>
                        <a:gd name="connsiteY3" fmla="*/ 2850251 h 2850251"/>
                        <a:gd name="connsiteX4" fmla="*/ 0 w 906883"/>
                        <a:gd name="connsiteY4" fmla="*/ 0 h 2850251"/>
                        <a:gd name="connsiteX0" fmla="*/ 3175 w 906883"/>
                        <a:gd name="connsiteY0" fmla="*/ 0 h 2837551"/>
                        <a:gd name="connsiteX1" fmla="*/ 868783 w 906883"/>
                        <a:gd name="connsiteY1" fmla="*/ 2844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37551"/>
                        <a:gd name="connsiteX1" fmla="*/ 865608 w 906883"/>
                        <a:gd name="connsiteY1" fmla="*/ 2590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56601"/>
                        <a:gd name="connsiteX1" fmla="*/ 865608 w 906883"/>
                        <a:gd name="connsiteY1" fmla="*/ 259080 h 2856601"/>
                        <a:gd name="connsiteX2" fmla="*/ 906883 w 906883"/>
                        <a:gd name="connsiteY2" fmla="*/ 2502271 h 2856601"/>
                        <a:gd name="connsiteX3" fmla="*/ 0 w 906883"/>
                        <a:gd name="connsiteY3" fmla="*/ 2856601 h 2856601"/>
                        <a:gd name="connsiteX4" fmla="*/ 3175 w 906883"/>
                        <a:gd name="connsiteY4" fmla="*/ 0 h 2856601"/>
                        <a:gd name="connsiteX0" fmla="*/ 3175 w 939220"/>
                        <a:gd name="connsiteY0" fmla="*/ 0 h 2856601"/>
                        <a:gd name="connsiteX1" fmla="*/ 939220 w 939220"/>
                        <a:gd name="connsiteY1" fmla="*/ 243670 h 2856601"/>
                        <a:gd name="connsiteX2" fmla="*/ 906883 w 939220"/>
                        <a:gd name="connsiteY2" fmla="*/ 2502271 h 2856601"/>
                        <a:gd name="connsiteX3" fmla="*/ 0 w 939220"/>
                        <a:gd name="connsiteY3" fmla="*/ 2856601 h 2856601"/>
                        <a:gd name="connsiteX4" fmla="*/ 3175 w 939220"/>
                        <a:gd name="connsiteY4" fmla="*/ 0 h 2856601"/>
                        <a:gd name="connsiteX0" fmla="*/ 3175 w 943689"/>
                        <a:gd name="connsiteY0" fmla="*/ 0 h 2856601"/>
                        <a:gd name="connsiteX1" fmla="*/ 939220 w 943689"/>
                        <a:gd name="connsiteY1" fmla="*/ 243670 h 2856601"/>
                        <a:gd name="connsiteX2" fmla="*/ 943689 w 943689"/>
                        <a:gd name="connsiteY2" fmla="*/ 2579320 h 2856601"/>
                        <a:gd name="connsiteX3" fmla="*/ 0 w 943689"/>
                        <a:gd name="connsiteY3" fmla="*/ 2856601 h 2856601"/>
                        <a:gd name="connsiteX4" fmla="*/ 3175 w 943689"/>
                        <a:gd name="connsiteY4" fmla="*/ 0 h 2856601"/>
                        <a:gd name="connsiteX0" fmla="*/ 3175 w 943689"/>
                        <a:gd name="connsiteY0" fmla="*/ 0 h 2702502"/>
                        <a:gd name="connsiteX1" fmla="*/ 939220 w 943689"/>
                        <a:gd name="connsiteY1" fmla="*/ 243670 h 2702502"/>
                        <a:gd name="connsiteX2" fmla="*/ 943689 w 943689"/>
                        <a:gd name="connsiteY2" fmla="*/ 2579320 h 2702502"/>
                        <a:gd name="connsiteX3" fmla="*/ 0 w 943689"/>
                        <a:gd name="connsiteY3" fmla="*/ 2702502 h 2702502"/>
                        <a:gd name="connsiteX4" fmla="*/ 3175 w 943689"/>
                        <a:gd name="connsiteY4" fmla="*/ 0 h 2702502"/>
                        <a:gd name="connsiteX0" fmla="*/ 3175 w 943689"/>
                        <a:gd name="connsiteY0" fmla="*/ 0 h 2579320"/>
                        <a:gd name="connsiteX1" fmla="*/ 939220 w 943689"/>
                        <a:gd name="connsiteY1" fmla="*/ 243670 h 2579320"/>
                        <a:gd name="connsiteX2" fmla="*/ 943689 w 943689"/>
                        <a:gd name="connsiteY2" fmla="*/ 2579320 h 2579320"/>
                        <a:gd name="connsiteX3" fmla="*/ 0 w 943689"/>
                        <a:gd name="connsiteY3" fmla="*/ 2579223 h 2579320"/>
                        <a:gd name="connsiteX4" fmla="*/ 3175 w 943689"/>
                        <a:gd name="connsiteY4" fmla="*/ 0 h 2579320"/>
                        <a:gd name="connsiteX0" fmla="*/ 6 w 940520"/>
                        <a:gd name="connsiteY0" fmla="*/ 0 h 2594633"/>
                        <a:gd name="connsiteX1" fmla="*/ 936051 w 940520"/>
                        <a:gd name="connsiteY1" fmla="*/ 243670 h 2594633"/>
                        <a:gd name="connsiteX2" fmla="*/ 940520 w 940520"/>
                        <a:gd name="connsiteY2" fmla="*/ 2579320 h 2594633"/>
                        <a:gd name="connsiteX3" fmla="*/ 159391 w 940520"/>
                        <a:gd name="connsiteY3" fmla="*/ 2594633 h 2594633"/>
                        <a:gd name="connsiteX4" fmla="*/ 6 w 940520"/>
                        <a:gd name="connsiteY4" fmla="*/ 0 h 2594633"/>
                        <a:gd name="connsiteX0" fmla="*/ 6242 w 946756"/>
                        <a:gd name="connsiteY0" fmla="*/ 0 h 2594633"/>
                        <a:gd name="connsiteX1" fmla="*/ 942287 w 946756"/>
                        <a:gd name="connsiteY1" fmla="*/ 243670 h 2594633"/>
                        <a:gd name="connsiteX2" fmla="*/ 946756 w 946756"/>
                        <a:gd name="connsiteY2" fmla="*/ 2579320 h 2594633"/>
                        <a:gd name="connsiteX3" fmla="*/ 0 w 946756"/>
                        <a:gd name="connsiteY3" fmla="*/ 2594633 h 2594633"/>
                        <a:gd name="connsiteX4" fmla="*/ 6242 w 946756"/>
                        <a:gd name="connsiteY4" fmla="*/ 0 h 2594633"/>
                        <a:gd name="connsiteX0" fmla="*/ 6242 w 946756"/>
                        <a:gd name="connsiteY0" fmla="*/ 2888 h 2350963"/>
                        <a:gd name="connsiteX1" fmla="*/ 942287 w 946756"/>
                        <a:gd name="connsiteY1" fmla="*/ 0 h 2350963"/>
                        <a:gd name="connsiteX2" fmla="*/ 946756 w 946756"/>
                        <a:gd name="connsiteY2" fmla="*/ 2335650 h 2350963"/>
                        <a:gd name="connsiteX3" fmla="*/ 0 w 946756"/>
                        <a:gd name="connsiteY3" fmla="*/ 2350963 h 2350963"/>
                        <a:gd name="connsiteX4" fmla="*/ 6242 w 946756"/>
                        <a:gd name="connsiteY4" fmla="*/ 2888 h 2350963"/>
                        <a:gd name="connsiteX0" fmla="*/ 6242 w 946756"/>
                        <a:gd name="connsiteY0" fmla="*/ 0 h 2363485"/>
                        <a:gd name="connsiteX1" fmla="*/ 942287 w 946756"/>
                        <a:gd name="connsiteY1" fmla="*/ 12522 h 2363485"/>
                        <a:gd name="connsiteX2" fmla="*/ 946756 w 946756"/>
                        <a:gd name="connsiteY2" fmla="*/ 2348172 h 2363485"/>
                        <a:gd name="connsiteX3" fmla="*/ 0 w 946756"/>
                        <a:gd name="connsiteY3" fmla="*/ 2363485 h 2363485"/>
                        <a:gd name="connsiteX4" fmla="*/ 6242 w 946756"/>
                        <a:gd name="connsiteY4" fmla="*/ 0 h 2363485"/>
                        <a:gd name="connsiteX0" fmla="*/ 6242 w 942585"/>
                        <a:gd name="connsiteY0" fmla="*/ 0 h 2378992"/>
                        <a:gd name="connsiteX1" fmla="*/ 942287 w 942585"/>
                        <a:gd name="connsiteY1" fmla="*/ 12522 h 2378992"/>
                        <a:gd name="connsiteX2" fmla="*/ 940622 w 942585"/>
                        <a:gd name="connsiteY2" fmla="*/ 2378992 h 2378992"/>
                        <a:gd name="connsiteX3" fmla="*/ 0 w 942585"/>
                        <a:gd name="connsiteY3" fmla="*/ 2363485 h 2378992"/>
                        <a:gd name="connsiteX4" fmla="*/ 6242 w 942585"/>
                        <a:gd name="connsiteY4" fmla="*/ 0 h 2378992"/>
                        <a:gd name="connsiteX0" fmla="*/ 6242 w 947957"/>
                        <a:gd name="connsiteY0" fmla="*/ 0 h 2378992"/>
                        <a:gd name="connsiteX1" fmla="*/ 947808 w 947957"/>
                        <a:gd name="connsiteY1" fmla="*/ 12522 h 2378992"/>
                        <a:gd name="connsiteX2" fmla="*/ 940622 w 947957"/>
                        <a:gd name="connsiteY2" fmla="*/ 2378992 h 2378992"/>
                        <a:gd name="connsiteX3" fmla="*/ 0 w 947957"/>
                        <a:gd name="connsiteY3" fmla="*/ 2363485 h 2378992"/>
                        <a:gd name="connsiteX4" fmla="*/ 6242 w 947957"/>
                        <a:gd name="connsiteY4" fmla="*/ 0 h 2378992"/>
                        <a:gd name="connsiteX0" fmla="*/ 6242 w 949824"/>
                        <a:gd name="connsiteY0" fmla="*/ 0 h 2369746"/>
                        <a:gd name="connsiteX1" fmla="*/ 947808 w 949824"/>
                        <a:gd name="connsiteY1" fmla="*/ 12522 h 2369746"/>
                        <a:gd name="connsiteX2" fmla="*/ 949824 w 949824"/>
                        <a:gd name="connsiteY2" fmla="*/ 2369746 h 2369746"/>
                        <a:gd name="connsiteX3" fmla="*/ 0 w 949824"/>
                        <a:gd name="connsiteY3" fmla="*/ 2363485 h 2369746"/>
                        <a:gd name="connsiteX4" fmla="*/ 6242 w 949824"/>
                        <a:gd name="connsiteY4" fmla="*/ 0 h 2369746"/>
                        <a:gd name="connsiteX0" fmla="*/ 6242 w 949824"/>
                        <a:gd name="connsiteY0" fmla="*/ 0 h 2388238"/>
                        <a:gd name="connsiteX1" fmla="*/ 947808 w 949824"/>
                        <a:gd name="connsiteY1" fmla="*/ 31014 h 2388238"/>
                        <a:gd name="connsiteX2" fmla="*/ 949824 w 949824"/>
                        <a:gd name="connsiteY2" fmla="*/ 2388238 h 2388238"/>
                        <a:gd name="connsiteX3" fmla="*/ 0 w 949824"/>
                        <a:gd name="connsiteY3" fmla="*/ 2381977 h 2388238"/>
                        <a:gd name="connsiteX4" fmla="*/ 6242 w 949824"/>
                        <a:gd name="connsiteY4" fmla="*/ 0 h 2388238"/>
                        <a:gd name="connsiteX0" fmla="*/ 6242 w 951787"/>
                        <a:gd name="connsiteY0" fmla="*/ 5970 h 2394208"/>
                        <a:gd name="connsiteX1" fmla="*/ 951489 w 951787"/>
                        <a:gd name="connsiteY1" fmla="*/ 0 h 2394208"/>
                        <a:gd name="connsiteX2" fmla="*/ 949824 w 951787"/>
                        <a:gd name="connsiteY2" fmla="*/ 2394208 h 2394208"/>
                        <a:gd name="connsiteX3" fmla="*/ 0 w 951787"/>
                        <a:gd name="connsiteY3" fmla="*/ 2387947 h 2394208"/>
                        <a:gd name="connsiteX4" fmla="*/ 6242 w 951787"/>
                        <a:gd name="connsiteY4" fmla="*/ 5970 h 2394208"/>
                        <a:gd name="connsiteX0" fmla="*/ 6242 w 951787"/>
                        <a:gd name="connsiteY0" fmla="*/ 5970 h 2421946"/>
                        <a:gd name="connsiteX1" fmla="*/ 951489 w 951787"/>
                        <a:gd name="connsiteY1" fmla="*/ 0 h 2421946"/>
                        <a:gd name="connsiteX2" fmla="*/ 949824 w 951787"/>
                        <a:gd name="connsiteY2" fmla="*/ 2421946 h 2421946"/>
                        <a:gd name="connsiteX3" fmla="*/ 0 w 951787"/>
                        <a:gd name="connsiteY3" fmla="*/ 2387947 h 2421946"/>
                        <a:gd name="connsiteX4" fmla="*/ 6242 w 951787"/>
                        <a:gd name="connsiteY4" fmla="*/ 5970 h 2421946"/>
                        <a:gd name="connsiteX0" fmla="*/ 6242 w 953505"/>
                        <a:gd name="connsiteY0" fmla="*/ 5970 h 2394208"/>
                        <a:gd name="connsiteX1" fmla="*/ 951489 w 953505"/>
                        <a:gd name="connsiteY1" fmla="*/ 0 h 2394208"/>
                        <a:gd name="connsiteX2" fmla="*/ 953505 w 953505"/>
                        <a:gd name="connsiteY2" fmla="*/ 2394208 h 2394208"/>
                        <a:gd name="connsiteX3" fmla="*/ 0 w 953505"/>
                        <a:gd name="connsiteY3" fmla="*/ 2387947 h 2394208"/>
                        <a:gd name="connsiteX4" fmla="*/ 6242 w 953505"/>
                        <a:gd name="connsiteY4" fmla="*/ 5970 h 23942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53505" h="2394208">
                          <a:moveTo>
                            <a:pt x="6242" y="5970"/>
                          </a:moveTo>
                          <a:lnTo>
                            <a:pt x="951489" y="0"/>
                          </a:lnTo>
                          <a:cubicBezTo>
                            <a:pt x="952979" y="778550"/>
                            <a:pt x="952015" y="1615658"/>
                            <a:pt x="953505" y="2394208"/>
                          </a:cubicBezTo>
                          <a:lnTo>
                            <a:pt x="0" y="2387947"/>
                          </a:lnTo>
                          <a:cubicBezTo>
                            <a:pt x="1058" y="1442097"/>
                            <a:pt x="5184" y="951820"/>
                            <a:pt x="6242" y="5970"/>
                          </a:cubicBez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D6931AB6-F624-8083-FE17-EFEA5686C6DD}"/>
                      </a:ext>
                    </a:extLst>
                  </p:cNvPr>
                  <p:cNvSpPr/>
                  <p:nvPr/>
                </p:nvSpPr>
                <p:spPr>
                  <a:xfrm>
                    <a:off x="1513240" y="5344348"/>
                    <a:ext cx="3724790" cy="1519704"/>
                  </a:xfrm>
                  <a:prstGeom prst="rect">
                    <a:avLst/>
                  </a:prstGeom>
                  <a:solidFill>
                    <a:srgbClr val="FFC000">
                      <a:lumMod val="40000"/>
                      <a:lumOff val="60000"/>
                    </a:srgbClr>
                  </a:solidFill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C175DA19-42BE-BDEA-9705-151C7189AA84}"/>
                    </a:ext>
                  </a:extLst>
                </p:cNvPr>
                <p:cNvSpPr/>
                <p:nvPr/>
              </p:nvSpPr>
              <p:spPr>
                <a:xfrm>
                  <a:off x="2463798" y="6623938"/>
                  <a:ext cx="1849489" cy="8782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8A55DDEC-183C-C33D-439C-9567C13F8B06}"/>
                    </a:ext>
                  </a:extLst>
                </p:cNvPr>
                <p:cNvSpPr/>
                <p:nvPr/>
              </p:nvSpPr>
              <p:spPr>
                <a:xfrm>
                  <a:off x="2622894" y="6455157"/>
                  <a:ext cx="1544150" cy="220360"/>
                </a:xfrm>
                <a:custGeom>
                  <a:avLst/>
                  <a:gdLst>
                    <a:gd name="connsiteX0" fmla="*/ 0 w 1524248"/>
                    <a:gd name="connsiteY0" fmla="*/ 36192 h 72384"/>
                    <a:gd name="connsiteX1" fmla="*/ 762124 w 1524248"/>
                    <a:gd name="connsiteY1" fmla="*/ 0 h 72384"/>
                    <a:gd name="connsiteX2" fmla="*/ 1524248 w 1524248"/>
                    <a:gd name="connsiteY2" fmla="*/ 36192 h 72384"/>
                    <a:gd name="connsiteX3" fmla="*/ 762124 w 1524248"/>
                    <a:gd name="connsiteY3" fmla="*/ 72384 h 72384"/>
                    <a:gd name="connsiteX4" fmla="*/ 0 w 1524248"/>
                    <a:gd name="connsiteY4" fmla="*/ 36192 h 72384"/>
                    <a:gd name="connsiteX0" fmla="*/ 50 w 1524298"/>
                    <a:gd name="connsiteY0" fmla="*/ 181335 h 217527"/>
                    <a:gd name="connsiteX1" fmla="*/ 791203 w 1524298"/>
                    <a:gd name="connsiteY1" fmla="*/ 0 h 217527"/>
                    <a:gd name="connsiteX2" fmla="*/ 1524298 w 1524298"/>
                    <a:gd name="connsiteY2" fmla="*/ 181335 h 217527"/>
                    <a:gd name="connsiteX3" fmla="*/ 762174 w 1524298"/>
                    <a:gd name="connsiteY3" fmla="*/ 217527 h 217527"/>
                    <a:gd name="connsiteX4" fmla="*/ 50 w 1524298"/>
                    <a:gd name="connsiteY4" fmla="*/ 181335 h 217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298" h="217527">
                      <a:moveTo>
                        <a:pt x="50" y="181335"/>
                      </a:moveTo>
                      <a:cubicBezTo>
                        <a:pt x="4888" y="145080"/>
                        <a:pt x="370294" y="0"/>
                        <a:pt x="791203" y="0"/>
                      </a:cubicBezTo>
                      <a:cubicBezTo>
                        <a:pt x="1212112" y="0"/>
                        <a:pt x="1524298" y="161347"/>
                        <a:pt x="1524298" y="181335"/>
                      </a:cubicBezTo>
                      <a:cubicBezTo>
                        <a:pt x="1524298" y="201323"/>
                        <a:pt x="1183083" y="217527"/>
                        <a:pt x="762174" y="217527"/>
                      </a:cubicBezTo>
                      <a:cubicBezTo>
                        <a:pt x="341265" y="217527"/>
                        <a:pt x="-4788" y="217590"/>
                        <a:pt x="50" y="181335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F3E831-E301-4C3A-44B5-6EE62C2E6381}"/>
                  </a:ext>
                </a:extLst>
              </p:cNvPr>
              <p:cNvSpPr txBox="1"/>
              <p:nvPr/>
            </p:nvSpPr>
            <p:spPr>
              <a:xfrm>
                <a:off x="5569894" y="4323142"/>
                <a:ext cx="5837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1:00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68FE94-34FD-7DA1-E861-9B5D73B801F6}"/>
                  </a:ext>
                </a:extLst>
              </p:cNvPr>
              <p:cNvSpPr txBox="1"/>
              <p:nvPr/>
            </p:nvSpPr>
            <p:spPr>
              <a:xfrm>
                <a:off x="5593339" y="4724471"/>
                <a:ext cx="5837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◤◥◣◢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376173-4340-6B23-6E90-04E709DB2DFB}"/>
                  </a:ext>
                </a:extLst>
              </p:cNvPr>
              <p:cNvSpPr txBox="1"/>
              <p:nvPr/>
            </p:nvSpPr>
            <p:spPr>
              <a:xfrm>
                <a:off x="5497156" y="5343587"/>
                <a:ext cx="8174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◔ ▶◼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225375-E11B-2C19-D370-F3D0F9726F3D}"/>
                </a:ext>
              </a:extLst>
            </p:cNvPr>
            <p:cNvSpPr/>
            <p:nvPr/>
          </p:nvSpPr>
          <p:spPr>
            <a:xfrm>
              <a:off x="1905945" y="4453470"/>
              <a:ext cx="3069769" cy="1252458"/>
            </a:xfrm>
            <a:prstGeom prst="rect">
              <a:avLst/>
            </a:prstGeom>
            <a:solidFill>
              <a:sysClr val="windowText" lastClr="000000">
                <a:alpha val="70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55" name="microwave-beep-44673">
            <a:hlinkClick r:id="" action="ppaction://media"/>
            <a:extLst>
              <a:ext uri="{FF2B5EF4-FFF2-40B4-BE49-F238E27FC236}">
                <a16:creationId xmlns:a16="http://schemas.microsoft.com/office/drawing/2014/main" id="{232C94E8-F209-A1B4-2D9B-CE1E2D1DB2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sp>
        <p:nvSpPr>
          <p:cNvPr id="156" name="Block Arc 155">
            <a:extLst>
              <a:ext uri="{FF2B5EF4-FFF2-40B4-BE49-F238E27FC236}">
                <a16:creationId xmlns:a16="http://schemas.microsoft.com/office/drawing/2014/main" id="{1645A7F0-42C1-E33E-363F-0C9581FBC85D}"/>
              </a:ext>
            </a:extLst>
          </p:cNvPr>
          <p:cNvSpPr/>
          <p:nvPr/>
        </p:nvSpPr>
        <p:spPr>
          <a:xfrm rot="16200000">
            <a:off x="4252604" y="4643391"/>
            <a:ext cx="914400" cy="114451"/>
          </a:xfrm>
          <a:prstGeom prst="blockArc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60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2" fill="hold"/>
                                        <p:tgtEl>
                                          <p:spTgt spid="1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E2A20E5-BB8A-51AA-89BE-E00159A6D7D8}"/>
              </a:ext>
            </a:extLst>
          </p:cNvPr>
          <p:cNvGrpSpPr/>
          <p:nvPr/>
        </p:nvGrpSpPr>
        <p:grpSpPr>
          <a:xfrm flipH="1">
            <a:off x="463781" y="3291515"/>
            <a:ext cx="4105108" cy="6465195"/>
            <a:chOff x="8494258" y="151226"/>
            <a:chExt cx="1511277" cy="2380132"/>
          </a:xfrm>
        </p:grpSpPr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62E0AE8-5005-A073-C691-AC0AAD2E89B9}"/>
                </a:ext>
              </a:extLst>
            </p:cNvPr>
            <p:cNvSpPr/>
            <p:nvPr/>
          </p:nvSpPr>
          <p:spPr>
            <a:xfrm rot="1279100">
              <a:off x="8648131" y="1349608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96B9984A-4151-A95A-45BC-76A82734DFE0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32" y="1626113"/>
              <a:ext cx="0" cy="85488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A90F7C8-F072-E7BD-7304-B638EE5C9772}"/>
                </a:ext>
              </a:extLst>
            </p:cNvPr>
            <p:cNvCxnSpPr>
              <a:cxnSpLocks/>
            </p:cNvCxnSpPr>
            <p:nvPr/>
          </p:nvCxnSpPr>
          <p:spPr>
            <a:xfrm>
              <a:off x="9041139" y="1626113"/>
              <a:ext cx="21986" cy="77736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FA69D37-0072-C26B-B9FB-A182BEE57585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1A4ED34-2889-CF8D-19F3-26B3FE7A5628}"/>
                </a:ext>
              </a:extLst>
            </p:cNvPr>
            <p:cNvSpPr/>
            <p:nvPr/>
          </p:nvSpPr>
          <p:spPr>
            <a:xfrm flipH="1">
              <a:off x="9351201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8" name="Rectangle: Top Corners Rounded 267">
              <a:extLst>
                <a:ext uri="{FF2B5EF4-FFF2-40B4-BE49-F238E27FC236}">
                  <a16:creationId xmlns:a16="http://schemas.microsoft.com/office/drawing/2014/main" id="{CB81097D-B65F-24E0-0F5B-C3D70006C6B8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9" name="Rectangle: Top Corners Rounded 268">
              <a:extLst>
                <a:ext uri="{FF2B5EF4-FFF2-40B4-BE49-F238E27FC236}">
                  <a16:creationId xmlns:a16="http://schemas.microsoft.com/office/drawing/2014/main" id="{1CFF8177-3490-851F-E589-AAEC9B2D6EC2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77C98C2-387F-E29D-9242-4A19A18315A0}"/>
                </a:ext>
              </a:extLst>
            </p:cNvPr>
            <p:cNvSpPr/>
            <p:nvPr/>
          </p:nvSpPr>
          <p:spPr>
            <a:xfrm rot="20295679" flipH="1">
              <a:off x="9454270" y="1154643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AF2FA5-D37D-6931-9104-A24F1238FF57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FCF83AC-9064-B5E6-A598-0EF45376A58E}"/>
                </a:ext>
              </a:extLst>
            </p:cNvPr>
            <p:cNvSpPr/>
            <p:nvPr/>
          </p:nvSpPr>
          <p:spPr>
            <a:xfrm flipH="1">
              <a:off x="8825419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92681AB-3CCE-6A25-2033-130E4A53B3BB}"/>
                </a:ext>
              </a:extLst>
            </p:cNvPr>
            <p:cNvSpPr/>
            <p:nvPr/>
          </p:nvSpPr>
          <p:spPr>
            <a:xfrm flipH="1">
              <a:off x="9363350" y="734412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8580D082-4DF2-9088-0480-79A841EB4D83}"/>
                </a:ext>
              </a:extLst>
            </p:cNvPr>
            <p:cNvSpPr/>
            <p:nvPr/>
          </p:nvSpPr>
          <p:spPr>
            <a:xfrm flipH="1">
              <a:off x="8851247" y="738034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387448C-0EF7-0619-F931-D91567EEEE87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8CF329-D37B-AEB3-6390-42F102994E83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F91D7F1-7B75-4445-3D6F-989B53F82720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B1B4B6-912D-91E7-0B8B-CA11D4C7451E}"/>
              </a:ext>
            </a:extLst>
          </p:cNvPr>
          <p:cNvGrpSpPr/>
          <p:nvPr/>
        </p:nvGrpSpPr>
        <p:grpSpPr>
          <a:xfrm>
            <a:off x="8537744" y="5781800"/>
            <a:ext cx="10283040" cy="6399846"/>
            <a:chOff x="1355894" y="5483338"/>
            <a:chExt cx="10283040" cy="6399846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28D7DA9-1A9C-CF13-5366-885F0A84492F}"/>
                </a:ext>
              </a:extLst>
            </p:cNvPr>
            <p:cNvGrpSpPr/>
            <p:nvPr/>
          </p:nvGrpSpPr>
          <p:grpSpPr>
            <a:xfrm flipH="1">
              <a:off x="8376694" y="5483338"/>
              <a:ext cx="3192485" cy="3250492"/>
              <a:chOff x="1037066" y="3573580"/>
              <a:chExt cx="1418627" cy="1444403"/>
            </a:xfrm>
          </p:grpSpPr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D01DEFE1-E88C-0D67-2C7C-830762C81927}"/>
                  </a:ext>
                </a:extLst>
              </p:cNvPr>
              <p:cNvGrpSpPr/>
              <p:nvPr/>
            </p:nvGrpSpPr>
            <p:grpSpPr>
              <a:xfrm>
                <a:off x="1037066" y="3573580"/>
                <a:ext cx="1418627" cy="1444403"/>
                <a:chOff x="1035568" y="2654171"/>
                <a:chExt cx="2211507" cy="2251689"/>
              </a:xfrm>
            </p:grpSpPr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0AFB646B-9D9B-2B9E-8EDE-05651094D48E}"/>
                    </a:ext>
                  </a:extLst>
                </p:cNvPr>
                <p:cNvGrpSpPr/>
                <p:nvPr/>
              </p:nvGrpSpPr>
              <p:grpSpPr>
                <a:xfrm>
                  <a:off x="1035568" y="2772023"/>
                  <a:ext cx="2211507" cy="2133837"/>
                  <a:chOff x="3631168" y="4906674"/>
                  <a:chExt cx="2536874" cy="2447778"/>
                </a:xfrm>
              </p:grpSpPr>
              <p:sp>
                <p:nvSpPr>
                  <p:cNvPr id="247" name="Oval 246">
                    <a:extLst>
                      <a:ext uri="{FF2B5EF4-FFF2-40B4-BE49-F238E27FC236}">
                        <a16:creationId xmlns:a16="http://schemas.microsoft.com/office/drawing/2014/main" id="{E89108A3-AA4B-162B-100D-B2BD6AB91566}"/>
                      </a:ext>
                    </a:extLst>
                  </p:cNvPr>
                  <p:cNvSpPr/>
                  <p:nvPr/>
                </p:nvSpPr>
                <p:spPr>
                  <a:xfrm>
                    <a:off x="3631168" y="4906674"/>
                    <a:ext cx="2536874" cy="2447778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154901DD-6C4A-8F6D-8A18-25DDEEFF44D0}"/>
                      </a:ext>
                    </a:extLst>
                  </p:cNvPr>
                  <p:cNvSpPr/>
                  <p:nvPr/>
                </p:nvSpPr>
                <p:spPr>
                  <a:xfrm>
                    <a:off x="4468273" y="5794816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F4721FA4-E6AD-BD0F-5211-66D08657353B}"/>
                      </a:ext>
                    </a:extLst>
                  </p:cNvPr>
                  <p:cNvSpPr/>
                  <p:nvPr/>
                </p:nvSpPr>
                <p:spPr>
                  <a:xfrm rot="20548923">
                    <a:off x="5089990" y="6162953"/>
                    <a:ext cx="184935" cy="190500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7CF09FC-AF2D-E6F6-7E16-829CCA3FEA5F}"/>
                      </a:ext>
                    </a:extLst>
                  </p:cNvPr>
                  <p:cNvSpPr/>
                  <p:nvPr/>
                </p:nvSpPr>
                <p:spPr>
                  <a:xfrm>
                    <a:off x="5350866" y="5794815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4" name="Oval 253">
                    <a:extLst>
                      <a:ext uri="{FF2B5EF4-FFF2-40B4-BE49-F238E27FC236}">
                        <a16:creationId xmlns:a16="http://schemas.microsoft.com/office/drawing/2014/main" id="{99034302-3709-9440-79B6-500BF8B873F0}"/>
                      </a:ext>
                    </a:extLst>
                  </p:cNvPr>
                  <p:cNvSpPr/>
                  <p:nvPr/>
                </p:nvSpPr>
                <p:spPr>
                  <a:xfrm>
                    <a:off x="4609151" y="5857615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FB9A0D61-5F9C-C48C-AB00-AA0F0392D6BF}"/>
                      </a:ext>
                    </a:extLst>
                  </p:cNvPr>
                  <p:cNvSpPr/>
                  <p:nvPr/>
                </p:nvSpPr>
                <p:spPr>
                  <a:xfrm>
                    <a:off x="5440338" y="5852372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5994BB79-2636-0B68-EC69-2144C844F3C5}"/>
                    </a:ext>
                  </a:extLst>
                </p:cNvPr>
                <p:cNvGrpSpPr/>
                <p:nvPr/>
              </p:nvGrpSpPr>
              <p:grpSpPr>
                <a:xfrm flipH="1">
                  <a:off x="1155138" y="2654171"/>
                  <a:ext cx="1972366" cy="622593"/>
                  <a:chOff x="914840" y="1896670"/>
                  <a:chExt cx="1972366" cy="622593"/>
                </a:xfrm>
              </p:grpSpPr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F08E827F-BBE8-916A-F7F5-70A698E3DAEF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0" y="2386707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3" name="Freeform: Shape 242">
                    <a:extLst>
                      <a:ext uri="{FF2B5EF4-FFF2-40B4-BE49-F238E27FC236}">
                        <a16:creationId xmlns:a16="http://schemas.microsoft.com/office/drawing/2014/main" id="{DC48BAFE-8963-AE27-3D03-DA304FB13817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70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A0EFAED0-A19B-4C74-E4BE-90FC15B4BF61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237" name="Arc 236">
                <a:extLst>
                  <a:ext uri="{FF2B5EF4-FFF2-40B4-BE49-F238E27FC236}">
                    <a16:creationId xmlns:a16="http://schemas.microsoft.com/office/drawing/2014/main" id="{C0847247-C8C6-8D8B-AFF2-AD382ED0AA3A}"/>
                  </a:ext>
                </a:extLst>
              </p:cNvPr>
              <p:cNvSpPr/>
              <p:nvPr/>
            </p:nvSpPr>
            <p:spPr>
              <a:xfrm rot="20364936">
                <a:off x="1404125" y="4304606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F25573AA-A6E0-99B2-6905-62BBE20A243A}"/>
                  </a:ext>
                </a:extLst>
              </p:cNvPr>
              <p:cNvSpPr/>
              <p:nvPr/>
            </p:nvSpPr>
            <p:spPr>
              <a:xfrm rot="20364936">
                <a:off x="1898048" y="4302297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Arc 238">
                <a:extLst>
                  <a:ext uri="{FF2B5EF4-FFF2-40B4-BE49-F238E27FC236}">
                    <a16:creationId xmlns:a16="http://schemas.microsoft.com/office/drawing/2014/main" id="{7924F984-3420-03D5-800E-28DC2E348773}"/>
                  </a:ext>
                </a:extLst>
              </p:cNvPr>
              <p:cNvSpPr/>
              <p:nvPr/>
            </p:nvSpPr>
            <p:spPr>
              <a:xfrm rot="10320247">
                <a:off x="1771428" y="4514880"/>
                <a:ext cx="143119" cy="60986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226B627-BB5A-91AF-CD46-4DE76AB119F5}"/>
                </a:ext>
              </a:extLst>
            </p:cNvPr>
            <p:cNvGrpSpPr/>
            <p:nvPr/>
          </p:nvGrpSpPr>
          <p:grpSpPr>
            <a:xfrm>
              <a:off x="1355894" y="5860009"/>
              <a:ext cx="10283040" cy="6023175"/>
              <a:chOff x="1355894" y="5860009"/>
              <a:chExt cx="10283040" cy="6023175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75E2661A-C5FB-DA5A-5340-5AC5D63F1CB5}"/>
                  </a:ext>
                </a:extLst>
              </p:cNvPr>
              <p:cNvGrpSpPr/>
              <p:nvPr/>
            </p:nvGrpSpPr>
            <p:grpSpPr>
              <a:xfrm>
                <a:off x="4509253" y="5860009"/>
                <a:ext cx="2019959" cy="2887255"/>
                <a:chOff x="3685243" y="1308751"/>
                <a:chExt cx="3758176" cy="5371796"/>
              </a:xfrm>
              <a:solidFill>
                <a:srgbClr val="E5BE97"/>
              </a:solidFill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2A56050A-EADC-874E-AB7E-C31A7C8480C0}"/>
                    </a:ext>
                  </a:extLst>
                </p:cNvPr>
                <p:cNvSpPr/>
                <p:nvPr/>
              </p:nvSpPr>
              <p:spPr>
                <a:xfrm>
                  <a:off x="3685991" y="5156143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063639F7-68C0-3935-6FC5-D4E42707C679}"/>
                    </a:ext>
                  </a:extLst>
                </p:cNvPr>
                <p:cNvSpPr/>
                <p:nvPr/>
              </p:nvSpPr>
              <p:spPr>
                <a:xfrm>
                  <a:off x="7343108" y="5138201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E77B3AF6-0E67-B93F-C25C-52541ABD1537}"/>
                    </a:ext>
                  </a:extLst>
                </p:cNvPr>
                <p:cNvSpPr/>
                <p:nvPr/>
              </p:nvSpPr>
              <p:spPr>
                <a:xfrm>
                  <a:off x="4246877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6B9857C2-6F5E-4C64-B09D-046B0850FDF0}"/>
                    </a:ext>
                  </a:extLst>
                </p:cNvPr>
                <p:cNvSpPr/>
                <p:nvPr/>
              </p:nvSpPr>
              <p:spPr>
                <a:xfrm>
                  <a:off x="6883136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754F3882-9112-33A2-F024-70CE4BB0F626}"/>
                    </a:ext>
                  </a:extLst>
                </p:cNvPr>
                <p:cNvSpPr/>
                <p:nvPr/>
              </p:nvSpPr>
              <p:spPr>
                <a:xfrm>
                  <a:off x="4208354" y="4166209"/>
                  <a:ext cx="2711953" cy="116525"/>
                </a:xfrm>
                <a:prstGeom prst="rect">
                  <a:avLst/>
                </a:pr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Rectangle 40">
                  <a:extLst>
                    <a:ext uri="{FF2B5EF4-FFF2-40B4-BE49-F238E27FC236}">
                      <a16:creationId xmlns:a16="http://schemas.microsoft.com/office/drawing/2014/main" id="{20CCF8E5-4A21-C090-59D0-02048B6B94C9}"/>
                    </a:ext>
                  </a:extLst>
                </p:cNvPr>
                <p:cNvSpPr/>
                <p:nvPr/>
              </p:nvSpPr>
              <p:spPr>
                <a:xfrm flipH="1">
                  <a:off x="3688501" y="4171376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9283 h 847090"/>
                    <a:gd name="connsiteX1" fmla="*/ 28744 w 549897"/>
                    <a:gd name="connsiteY1" fmla="*/ 0 h 847090"/>
                    <a:gd name="connsiteX2" fmla="*/ 549897 w 549897"/>
                    <a:gd name="connsiteY2" fmla="*/ 847090 h 847090"/>
                    <a:gd name="connsiteX3" fmla="*/ 435428 w 549897"/>
                    <a:gd name="connsiteY3" fmla="*/ 847090 h 847090"/>
                    <a:gd name="connsiteX4" fmla="*/ 0 w 549897"/>
                    <a:gd name="connsiteY4" fmla="*/ 69283 h 847090"/>
                    <a:gd name="connsiteX0" fmla="*/ 0 w 530847"/>
                    <a:gd name="connsiteY0" fmla="*/ 102621 h 847090"/>
                    <a:gd name="connsiteX1" fmla="*/ 9694 w 530847"/>
                    <a:gd name="connsiteY1" fmla="*/ 0 h 847090"/>
                    <a:gd name="connsiteX2" fmla="*/ 530847 w 530847"/>
                    <a:gd name="connsiteY2" fmla="*/ 847090 h 847090"/>
                    <a:gd name="connsiteX3" fmla="*/ 416378 w 530847"/>
                    <a:gd name="connsiteY3" fmla="*/ 847090 h 847090"/>
                    <a:gd name="connsiteX4" fmla="*/ 0 w 530847"/>
                    <a:gd name="connsiteY4" fmla="*/ 102621 h 847090"/>
                    <a:gd name="connsiteX0" fmla="*/ 0 w 530847"/>
                    <a:gd name="connsiteY0" fmla="*/ 102621 h 854234"/>
                    <a:gd name="connsiteX1" fmla="*/ 9694 w 530847"/>
                    <a:gd name="connsiteY1" fmla="*/ 0 h 854234"/>
                    <a:gd name="connsiteX2" fmla="*/ 530847 w 530847"/>
                    <a:gd name="connsiteY2" fmla="*/ 847090 h 854234"/>
                    <a:gd name="connsiteX3" fmla="*/ 418759 w 530847"/>
                    <a:gd name="connsiteY3" fmla="*/ 854234 h 854234"/>
                    <a:gd name="connsiteX4" fmla="*/ 0 w 530847"/>
                    <a:gd name="connsiteY4" fmla="*/ 102621 h 854234"/>
                    <a:gd name="connsiteX0" fmla="*/ 0 w 530847"/>
                    <a:gd name="connsiteY0" fmla="*/ 102621 h 992346"/>
                    <a:gd name="connsiteX1" fmla="*/ 9694 w 530847"/>
                    <a:gd name="connsiteY1" fmla="*/ 0 h 992346"/>
                    <a:gd name="connsiteX2" fmla="*/ 530847 w 530847"/>
                    <a:gd name="connsiteY2" fmla="*/ 847090 h 992346"/>
                    <a:gd name="connsiteX3" fmla="*/ 525916 w 530847"/>
                    <a:gd name="connsiteY3" fmla="*/ 992346 h 992346"/>
                    <a:gd name="connsiteX4" fmla="*/ 0 w 530847"/>
                    <a:gd name="connsiteY4" fmla="*/ 102621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2621"/>
                      </a:moveTo>
                      <a:lnTo>
                        <a:pt x="9694" y="0"/>
                      </a:lnTo>
                      <a:lnTo>
                        <a:pt x="530847" y="847090"/>
                      </a:lnTo>
                      <a:lnTo>
                        <a:pt x="525916" y="992346"/>
                      </a:lnTo>
                      <a:lnTo>
                        <a:pt x="0" y="102621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Rectangle 40">
                  <a:extLst>
                    <a:ext uri="{FF2B5EF4-FFF2-40B4-BE49-F238E27FC236}">
                      <a16:creationId xmlns:a16="http://schemas.microsoft.com/office/drawing/2014/main" id="{5472D289-C1E1-1CF7-4356-332E8B029B40}"/>
                    </a:ext>
                  </a:extLst>
                </p:cNvPr>
                <p:cNvSpPr/>
                <p:nvPr/>
              </p:nvSpPr>
              <p:spPr>
                <a:xfrm>
                  <a:off x="6904124" y="4175173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5314 h 843121"/>
                    <a:gd name="connsiteX1" fmla="*/ 66844 w 549897"/>
                    <a:gd name="connsiteY1" fmla="*/ 0 h 843121"/>
                    <a:gd name="connsiteX2" fmla="*/ 549897 w 549897"/>
                    <a:gd name="connsiteY2" fmla="*/ 843121 h 843121"/>
                    <a:gd name="connsiteX3" fmla="*/ 435428 w 549897"/>
                    <a:gd name="connsiteY3" fmla="*/ 843121 h 843121"/>
                    <a:gd name="connsiteX4" fmla="*/ 0 w 549897"/>
                    <a:gd name="connsiteY4" fmla="*/ 65314 h 843121"/>
                    <a:gd name="connsiteX0" fmla="*/ 0 w 505447"/>
                    <a:gd name="connsiteY0" fmla="*/ 103414 h 843121"/>
                    <a:gd name="connsiteX1" fmla="*/ 22394 w 505447"/>
                    <a:gd name="connsiteY1" fmla="*/ 0 h 843121"/>
                    <a:gd name="connsiteX2" fmla="*/ 505447 w 505447"/>
                    <a:gd name="connsiteY2" fmla="*/ 843121 h 843121"/>
                    <a:gd name="connsiteX3" fmla="*/ 390978 w 505447"/>
                    <a:gd name="connsiteY3" fmla="*/ 843121 h 843121"/>
                    <a:gd name="connsiteX4" fmla="*/ 0 w 505447"/>
                    <a:gd name="connsiteY4" fmla="*/ 103414 h 843121"/>
                    <a:gd name="connsiteX0" fmla="*/ 0 w 499097"/>
                    <a:gd name="connsiteY0" fmla="*/ 106589 h 843121"/>
                    <a:gd name="connsiteX1" fmla="*/ 16044 w 499097"/>
                    <a:gd name="connsiteY1" fmla="*/ 0 h 843121"/>
                    <a:gd name="connsiteX2" fmla="*/ 499097 w 499097"/>
                    <a:gd name="connsiteY2" fmla="*/ 843121 h 843121"/>
                    <a:gd name="connsiteX3" fmla="*/ 384628 w 499097"/>
                    <a:gd name="connsiteY3" fmla="*/ 843121 h 843121"/>
                    <a:gd name="connsiteX4" fmla="*/ 0 w 499097"/>
                    <a:gd name="connsiteY4" fmla="*/ 106589 h 843121"/>
                    <a:gd name="connsiteX0" fmla="*/ 0 w 530847"/>
                    <a:gd name="connsiteY0" fmla="*/ 106589 h 843121"/>
                    <a:gd name="connsiteX1" fmla="*/ 16044 w 530847"/>
                    <a:gd name="connsiteY1" fmla="*/ 0 h 843121"/>
                    <a:gd name="connsiteX2" fmla="*/ 530847 w 530847"/>
                    <a:gd name="connsiteY2" fmla="*/ 843121 h 843121"/>
                    <a:gd name="connsiteX3" fmla="*/ 384628 w 530847"/>
                    <a:gd name="connsiteY3" fmla="*/ 843121 h 843121"/>
                    <a:gd name="connsiteX4" fmla="*/ 0 w 530847"/>
                    <a:gd name="connsiteY4" fmla="*/ 106589 h 843121"/>
                    <a:gd name="connsiteX0" fmla="*/ 0 w 530847"/>
                    <a:gd name="connsiteY0" fmla="*/ 106589 h 992346"/>
                    <a:gd name="connsiteX1" fmla="*/ 16044 w 530847"/>
                    <a:gd name="connsiteY1" fmla="*/ 0 h 992346"/>
                    <a:gd name="connsiteX2" fmla="*/ 530847 w 530847"/>
                    <a:gd name="connsiteY2" fmla="*/ 843121 h 992346"/>
                    <a:gd name="connsiteX3" fmla="*/ 530678 w 530847"/>
                    <a:gd name="connsiteY3" fmla="*/ 992346 h 992346"/>
                    <a:gd name="connsiteX4" fmla="*/ 0 w 530847"/>
                    <a:gd name="connsiteY4" fmla="*/ 106589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6589"/>
                      </a:moveTo>
                      <a:lnTo>
                        <a:pt x="16044" y="0"/>
                      </a:lnTo>
                      <a:lnTo>
                        <a:pt x="530847" y="843121"/>
                      </a:lnTo>
                      <a:cubicBezTo>
                        <a:pt x="530791" y="892863"/>
                        <a:pt x="530734" y="942604"/>
                        <a:pt x="530678" y="992346"/>
                      </a:cubicBezTo>
                      <a:lnTo>
                        <a:pt x="0" y="106589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C16793EE-D080-DDBC-FC7B-077C27E6E938}"/>
                    </a:ext>
                  </a:extLst>
                </p:cNvPr>
                <p:cNvSpPr/>
                <p:nvPr/>
              </p:nvSpPr>
              <p:spPr>
                <a:xfrm>
                  <a:off x="3685243" y="5010210"/>
                  <a:ext cx="3758176" cy="16037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63500" dist="50800" dir="16200000">
                    <a:srgbClr val="E5BE97">
                      <a:alpha val="50000"/>
                    </a:srgb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Rectangle 41">
                  <a:extLst>
                    <a:ext uri="{FF2B5EF4-FFF2-40B4-BE49-F238E27FC236}">
                      <a16:creationId xmlns:a16="http://schemas.microsoft.com/office/drawing/2014/main" id="{893E4494-7DA3-6AA4-B5B7-BA23A8BE7C8E}"/>
                    </a:ext>
                  </a:extLst>
                </p:cNvPr>
                <p:cNvSpPr/>
                <p:nvPr/>
              </p:nvSpPr>
              <p:spPr>
                <a:xfrm>
                  <a:off x="3689961" y="4154915"/>
                  <a:ext cx="3736238" cy="85619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6238" h="856197">
                      <a:moveTo>
                        <a:pt x="482600" y="0"/>
                      </a:moveTo>
                      <a:lnTo>
                        <a:pt x="3221888" y="0"/>
                      </a:lnTo>
                      <a:lnTo>
                        <a:pt x="3736238" y="851117"/>
                      </a:lnTo>
                      <a:lnTo>
                        <a:pt x="0" y="856197"/>
                      </a:lnTo>
                      <a:lnTo>
                        <a:pt x="4826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Rectangle 41">
                  <a:extLst>
                    <a:ext uri="{FF2B5EF4-FFF2-40B4-BE49-F238E27FC236}">
                      <a16:creationId xmlns:a16="http://schemas.microsoft.com/office/drawing/2014/main" id="{576CB754-41B4-B744-C5DF-364979E7C96F}"/>
                    </a:ext>
                  </a:extLst>
                </p:cNvPr>
                <p:cNvSpPr/>
                <p:nvPr/>
              </p:nvSpPr>
              <p:spPr>
                <a:xfrm>
                  <a:off x="4154382" y="1308751"/>
                  <a:ext cx="2762996" cy="283252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290859"/>
                    <a:gd name="connsiteY0" fmla="*/ 0 h 900601"/>
                    <a:gd name="connsiteX1" fmla="*/ 3221888 w 3290859"/>
                    <a:gd name="connsiteY1" fmla="*/ 0 h 900601"/>
                    <a:gd name="connsiteX2" fmla="*/ 3290859 w 3290859"/>
                    <a:gd name="connsiteY2" fmla="*/ 900601 h 900601"/>
                    <a:gd name="connsiteX3" fmla="*/ 0 w 3290859"/>
                    <a:gd name="connsiteY3" fmla="*/ 856197 h 900601"/>
                    <a:gd name="connsiteX4" fmla="*/ 482600 w 3290859"/>
                    <a:gd name="connsiteY4" fmla="*/ 0 h 900601"/>
                    <a:gd name="connsiteX0" fmla="*/ 482600 w 3257868"/>
                    <a:gd name="connsiteY0" fmla="*/ 0 h 856197"/>
                    <a:gd name="connsiteX1" fmla="*/ 3221888 w 3257868"/>
                    <a:gd name="connsiteY1" fmla="*/ 0 h 856197"/>
                    <a:gd name="connsiteX2" fmla="*/ 3257868 w 3257868"/>
                    <a:gd name="connsiteY2" fmla="*/ 818125 h 856197"/>
                    <a:gd name="connsiteX3" fmla="*/ 0 w 3257868"/>
                    <a:gd name="connsiteY3" fmla="*/ 856197 h 856197"/>
                    <a:gd name="connsiteX4" fmla="*/ 482600 w 3257868"/>
                    <a:gd name="connsiteY4" fmla="*/ 0 h 856197"/>
                    <a:gd name="connsiteX0" fmla="*/ 482600 w 3257868"/>
                    <a:gd name="connsiteY0" fmla="*/ 610334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482600 w 3257868"/>
                    <a:gd name="connsiteY4" fmla="*/ 610334 h 1466531"/>
                    <a:gd name="connsiteX0" fmla="*/ 1043449 w 3257868"/>
                    <a:gd name="connsiteY0" fmla="*/ 148458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1043449 w 3257868"/>
                    <a:gd name="connsiteY4" fmla="*/ 148458 h 1466531"/>
                    <a:gd name="connsiteX0" fmla="*/ 598067 w 2812486"/>
                    <a:gd name="connsiteY0" fmla="*/ 148458 h 1450034"/>
                    <a:gd name="connsiteX1" fmla="*/ 2661035 w 2812486"/>
                    <a:gd name="connsiteY1" fmla="*/ 0 h 1450034"/>
                    <a:gd name="connsiteX2" fmla="*/ 2812486 w 2812486"/>
                    <a:gd name="connsiteY2" fmla="*/ 1428459 h 1450034"/>
                    <a:gd name="connsiteX3" fmla="*/ 0 w 2812486"/>
                    <a:gd name="connsiteY3" fmla="*/ 1450034 h 1450034"/>
                    <a:gd name="connsiteX4" fmla="*/ 598067 w 2812486"/>
                    <a:gd name="connsiteY4" fmla="*/ 148458 h 1450034"/>
                    <a:gd name="connsiteX0" fmla="*/ 598067 w 2779495"/>
                    <a:gd name="connsiteY0" fmla="*/ 148458 h 1469697"/>
                    <a:gd name="connsiteX1" fmla="*/ 2661035 w 2779495"/>
                    <a:gd name="connsiteY1" fmla="*/ 0 h 1469697"/>
                    <a:gd name="connsiteX2" fmla="*/ 2779495 w 2779495"/>
                    <a:gd name="connsiteY2" fmla="*/ 1469697 h 1469697"/>
                    <a:gd name="connsiteX3" fmla="*/ 0 w 2779495"/>
                    <a:gd name="connsiteY3" fmla="*/ 1450034 h 1469697"/>
                    <a:gd name="connsiteX4" fmla="*/ 598067 w 2779495"/>
                    <a:gd name="connsiteY4" fmla="*/ 148458 h 1469697"/>
                    <a:gd name="connsiteX0" fmla="*/ 581570 w 2762998"/>
                    <a:gd name="connsiteY0" fmla="*/ 148458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581570 w 2762998"/>
                    <a:gd name="connsiteY4" fmla="*/ 148458 h 1469697"/>
                    <a:gd name="connsiteX0" fmla="*/ 177425 w 2762998"/>
                    <a:gd name="connsiteY0" fmla="*/ 16494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177425 w 2762998"/>
                    <a:gd name="connsiteY4" fmla="*/ 16494 h 1469697"/>
                    <a:gd name="connsiteX0" fmla="*/ 177425 w 2762998"/>
                    <a:gd name="connsiteY0" fmla="*/ 8247 h 1461450"/>
                    <a:gd name="connsiteX1" fmla="*/ 2496076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177425 w 2762998"/>
                    <a:gd name="connsiteY0" fmla="*/ 8247 h 1461450"/>
                    <a:gd name="connsiteX1" fmla="*/ 2652785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62998" h="1461450">
                      <a:moveTo>
                        <a:pt x="177425" y="8247"/>
                      </a:moveTo>
                      <a:lnTo>
                        <a:pt x="2652785" y="0"/>
                      </a:lnTo>
                      <a:lnTo>
                        <a:pt x="2762998" y="1461450"/>
                      </a:lnTo>
                      <a:lnTo>
                        <a:pt x="0" y="1458284"/>
                      </a:lnTo>
                      <a:lnTo>
                        <a:pt x="177425" y="8247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1B3414D5-6E4C-DF8F-E0E8-C7D4E785A00A}"/>
                  </a:ext>
                </a:extLst>
              </p:cNvPr>
              <p:cNvGrpSpPr/>
              <p:nvPr/>
            </p:nvGrpSpPr>
            <p:grpSpPr>
              <a:xfrm>
                <a:off x="8549478" y="6598818"/>
                <a:ext cx="3089456" cy="3814890"/>
                <a:chOff x="3685243" y="1414202"/>
                <a:chExt cx="4264905" cy="5266345"/>
              </a:xfrm>
              <a:solidFill>
                <a:srgbClr val="E5BE97"/>
              </a:solidFill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908ECE98-9A14-3C3C-9641-C8F04B0DE5D1}"/>
                    </a:ext>
                  </a:extLst>
                </p:cNvPr>
                <p:cNvSpPr/>
                <p:nvPr/>
              </p:nvSpPr>
              <p:spPr>
                <a:xfrm>
                  <a:off x="3685991" y="5156143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EECF2420-A184-891A-306A-641291EB6F32}"/>
                    </a:ext>
                  </a:extLst>
                </p:cNvPr>
                <p:cNvSpPr/>
                <p:nvPr/>
              </p:nvSpPr>
              <p:spPr>
                <a:xfrm>
                  <a:off x="7343108" y="5138201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3EB237A3-7E3D-5BA1-7185-123E6962E319}"/>
                    </a:ext>
                  </a:extLst>
                </p:cNvPr>
                <p:cNvSpPr/>
                <p:nvPr/>
              </p:nvSpPr>
              <p:spPr>
                <a:xfrm>
                  <a:off x="4246877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08C3BDFB-B70E-FB33-9B83-5ACBDF8F31A3}"/>
                    </a:ext>
                  </a:extLst>
                </p:cNvPr>
                <p:cNvSpPr/>
                <p:nvPr/>
              </p:nvSpPr>
              <p:spPr>
                <a:xfrm>
                  <a:off x="6883136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AA50A857-91FA-9D08-081D-2826C553B5CC}"/>
                    </a:ext>
                  </a:extLst>
                </p:cNvPr>
                <p:cNvSpPr/>
                <p:nvPr/>
              </p:nvSpPr>
              <p:spPr>
                <a:xfrm>
                  <a:off x="4208354" y="4166209"/>
                  <a:ext cx="2711953" cy="116525"/>
                </a:xfrm>
                <a:prstGeom prst="rect">
                  <a:avLst/>
                </a:pr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Rectangle 40">
                  <a:extLst>
                    <a:ext uri="{FF2B5EF4-FFF2-40B4-BE49-F238E27FC236}">
                      <a16:creationId xmlns:a16="http://schemas.microsoft.com/office/drawing/2014/main" id="{1F8A68F1-DCAF-491A-8838-F04303287E6D}"/>
                    </a:ext>
                  </a:extLst>
                </p:cNvPr>
                <p:cNvSpPr/>
                <p:nvPr/>
              </p:nvSpPr>
              <p:spPr>
                <a:xfrm flipH="1">
                  <a:off x="3688501" y="4171376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9283 h 847090"/>
                    <a:gd name="connsiteX1" fmla="*/ 28744 w 549897"/>
                    <a:gd name="connsiteY1" fmla="*/ 0 h 847090"/>
                    <a:gd name="connsiteX2" fmla="*/ 549897 w 549897"/>
                    <a:gd name="connsiteY2" fmla="*/ 847090 h 847090"/>
                    <a:gd name="connsiteX3" fmla="*/ 435428 w 549897"/>
                    <a:gd name="connsiteY3" fmla="*/ 847090 h 847090"/>
                    <a:gd name="connsiteX4" fmla="*/ 0 w 549897"/>
                    <a:gd name="connsiteY4" fmla="*/ 69283 h 847090"/>
                    <a:gd name="connsiteX0" fmla="*/ 0 w 530847"/>
                    <a:gd name="connsiteY0" fmla="*/ 102621 h 847090"/>
                    <a:gd name="connsiteX1" fmla="*/ 9694 w 530847"/>
                    <a:gd name="connsiteY1" fmla="*/ 0 h 847090"/>
                    <a:gd name="connsiteX2" fmla="*/ 530847 w 530847"/>
                    <a:gd name="connsiteY2" fmla="*/ 847090 h 847090"/>
                    <a:gd name="connsiteX3" fmla="*/ 416378 w 530847"/>
                    <a:gd name="connsiteY3" fmla="*/ 847090 h 847090"/>
                    <a:gd name="connsiteX4" fmla="*/ 0 w 530847"/>
                    <a:gd name="connsiteY4" fmla="*/ 102621 h 847090"/>
                    <a:gd name="connsiteX0" fmla="*/ 0 w 530847"/>
                    <a:gd name="connsiteY0" fmla="*/ 102621 h 854234"/>
                    <a:gd name="connsiteX1" fmla="*/ 9694 w 530847"/>
                    <a:gd name="connsiteY1" fmla="*/ 0 h 854234"/>
                    <a:gd name="connsiteX2" fmla="*/ 530847 w 530847"/>
                    <a:gd name="connsiteY2" fmla="*/ 847090 h 854234"/>
                    <a:gd name="connsiteX3" fmla="*/ 418759 w 530847"/>
                    <a:gd name="connsiteY3" fmla="*/ 854234 h 854234"/>
                    <a:gd name="connsiteX4" fmla="*/ 0 w 530847"/>
                    <a:gd name="connsiteY4" fmla="*/ 102621 h 854234"/>
                    <a:gd name="connsiteX0" fmla="*/ 0 w 530847"/>
                    <a:gd name="connsiteY0" fmla="*/ 102621 h 992346"/>
                    <a:gd name="connsiteX1" fmla="*/ 9694 w 530847"/>
                    <a:gd name="connsiteY1" fmla="*/ 0 h 992346"/>
                    <a:gd name="connsiteX2" fmla="*/ 530847 w 530847"/>
                    <a:gd name="connsiteY2" fmla="*/ 847090 h 992346"/>
                    <a:gd name="connsiteX3" fmla="*/ 525916 w 530847"/>
                    <a:gd name="connsiteY3" fmla="*/ 992346 h 992346"/>
                    <a:gd name="connsiteX4" fmla="*/ 0 w 530847"/>
                    <a:gd name="connsiteY4" fmla="*/ 102621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2621"/>
                      </a:moveTo>
                      <a:lnTo>
                        <a:pt x="9694" y="0"/>
                      </a:lnTo>
                      <a:lnTo>
                        <a:pt x="530847" y="847090"/>
                      </a:lnTo>
                      <a:lnTo>
                        <a:pt x="525916" y="992346"/>
                      </a:lnTo>
                      <a:lnTo>
                        <a:pt x="0" y="102621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Rectangle 40">
                  <a:extLst>
                    <a:ext uri="{FF2B5EF4-FFF2-40B4-BE49-F238E27FC236}">
                      <a16:creationId xmlns:a16="http://schemas.microsoft.com/office/drawing/2014/main" id="{BD3DB2B9-54C0-BFB3-BFF6-BFE389C44634}"/>
                    </a:ext>
                  </a:extLst>
                </p:cNvPr>
                <p:cNvSpPr/>
                <p:nvPr/>
              </p:nvSpPr>
              <p:spPr>
                <a:xfrm>
                  <a:off x="6904124" y="4175173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5314 h 843121"/>
                    <a:gd name="connsiteX1" fmla="*/ 66844 w 549897"/>
                    <a:gd name="connsiteY1" fmla="*/ 0 h 843121"/>
                    <a:gd name="connsiteX2" fmla="*/ 549897 w 549897"/>
                    <a:gd name="connsiteY2" fmla="*/ 843121 h 843121"/>
                    <a:gd name="connsiteX3" fmla="*/ 435428 w 549897"/>
                    <a:gd name="connsiteY3" fmla="*/ 843121 h 843121"/>
                    <a:gd name="connsiteX4" fmla="*/ 0 w 549897"/>
                    <a:gd name="connsiteY4" fmla="*/ 65314 h 843121"/>
                    <a:gd name="connsiteX0" fmla="*/ 0 w 505447"/>
                    <a:gd name="connsiteY0" fmla="*/ 103414 h 843121"/>
                    <a:gd name="connsiteX1" fmla="*/ 22394 w 505447"/>
                    <a:gd name="connsiteY1" fmla="*/ 0 h 843121"/>
                    <a:gd name="connsiteX2" fmla="*/ 505447 w 505447"/>
                    <a:gd name="connsiteY2" fmla="*/ 843121 h 843121"/>
                    <a:gd name="connsiteX3" fmla="*/ 390978 w 505447"/>
                    <a:gd name="connsiteY3" fmla="*/ 843121 h 843121"/>
                    <a:gd name="connsiteX4" fmla="*/ 0 w 505447"/>
                    <a:gd name="connsiteY4" fmla="*/ 103414 h 843121"/>
                    <a:gd name="connsiteX0" fmla="*/ 0 w 499097"/>
                    <a:gd name="connsiteY0" fmla="*/ 106589 h 843121"/>
                    <a:gd name="connsiteX1" fmla="*/ 16044 w 499097"/>
                    <a:gd name="connsiteY1" fmla="*/ 0 h 843121"/>
                    <a:gd name="connsiteX2" fmla="*/ 499097 w 499097"/>
                    <a:gd name="connsiteY2" fmla="*/ 843121 h 843121"/>
                    <a:gd name="connsiteX3" fmla="*/ 384628 w 499097"/>
                    <a:gd name="connsiteY3" fmla="*/ 843121 h 843121"/>
                    <a:gd name="connsiteX4" fmla="*/ 0 w 499097"/>
                    <a:gd name="connsiteY4" fmla="*/ 106589 h 843121"/>
                    <a:gd name="connsiteX0" fmla="*/ 0 w 530847"/>
                    <a:gd name="connsiteY0" fmla="*/ 106589 h 843121"/>
                    <a:gd name="connsiteX1" fmla="*/ 16044 w 530847"/>
                    <a:gd name="connsiteY1" fmla="*/ 0 h 843121"/>
                    <a:gd name="connsiteX2" fmla="*/ 530847 w 530847"/>
                    <a:gd name="connsiteY2" fmla="*/ 843121 h 843121"/>
                    <a:gd name="connsiteX3" fmla="*/ 384628 w 530847"/>
                    <a:gd name="connsiteY3" fmla="*/ 843121 h 843121"/>
                    <a:gd name="connsiteX4" fmla="*/ 0 w 530847"/>
                    <a:gd name="connsiteY4" fmla="*/ 106589 h 843121"/>
                    <a:gd name="connsiteX0" fmla="*/ 0 w 530847"/>
                    <a:gd name="connsiteY0" fmla="*/ 106589 h 992346"/>
                    <a:gd name="connsiteX1" fmla="*/ 16044 w 530847"/>
                    <a:gd name="connsiteY1" fmla="*/ 0 h 992346"/>
                    <a:gd name="connsiteX2" fmla="*/ 530847 w 530847"/>
                    <a:gd name="connsiteY2" fmla="*/ 843121 h 992346"/>
                    <a:gd name="connsiteX3" fmla="*/ 530678 w 530847"/>
                    <a:gd name="connsiteY3" fmla="*/ 992346 h 992346"/>
                    <a:gd name="connsiteX4" fmla="*/ 0 w 530847"/>
                    <a:gd name="connsiteY4" fmla="*/ 106589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6589"/>
                      </a:moveTo>
                      <a:lnTo>
                        <a:pt x="16044" y="0"/>
                      </a:lnTo>
                      <a:lnTo>
                        <a:pt x="530847" y="843121"/>
                      </a:lnTo>
                      <a:cubicBezTo>
                        <a:pt x="530791" y="892863"/>
                        <a:pt x="530734" y="942604"/>
                        <a:pt x="530678" y="992346"/>
                      </a:cubicBezTo>
                      <a:lnTo>
                        <a:pt x="0" y="106589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295E9BB0-3D19-58A6-9E61-21F8E1681CCD}"/>
                    </a:ext>
                  </a:extLst>
                </p:cNvPr>
                <p:cNvSpPr/>
                <p:nvPr/>
              </p:nvSpPr>
              <p:spPr>
                <a:xfrm>
                  <a:off x="3685243" y="5010210"/>
                  <a:ext cx="3758176" cy="16037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63500" dist="50800" dir="16200000">
                    <a:srgbClr val="E5BE97">
                      <a:alpha val="50000"/>
                    </a:srgb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 41">
                  <a:extLst>
                    <a:ext uri="{FF2B5EF4-FFF2-40B4-BE49-F238E27FC236}">
                      <a16:creationId xmlns:a16="http://schemas.microsoft.com/office/drawing/2014/main" id="{2151D446-E61B-C332-D78F-DFB1EC4B7DE8}"/>
                    </a:ext>
                  </a:extLst>
                </p:cNvPr>
                <p:cNvSpPr/>
                <p:nvPr/>
              </p:nvSpPr>
              <p:spPr>
                <a:xfrm>
                  <a:off x="3689962" y="4154915"/>
                  <a:ext cx="3736237" cy="85619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6238" h="856197">
                      <a:moveTo>
                        <a:pt x="482600" y="0"/>
                      </a:moveTo>
                      <a:lnTo>
                        <a:pt x="3221888" y="0"/>
                      </a:lnTo>
                      <a:lnTo>
                        <a:pt x="3736238" y="851117"/>
                      </a:lnTo>
                      <a:lnTo>
                        <a:pt x="0" y="856197"/>
                      </a:lnTo>
                      <a:lnTo>
                        <a:pt x="4826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Rectangle 41">
                  <a:extLst>
                    <a:ext uri="{FF2B5EF4-FFF2-40B4-BE49-F238E27FC236}">
                      <a16:creationId xmlns:a16="http://schemas.microsoft.com/office/drawing/2014/main" id="{1CC34EAE-BD7C-21C7-7030-7B5B74CB88FA}"/>
                    </a:ext>
                  </a:extLst>
                </p:cNvPr>
                <p:cNvSpPr/>
                <p:nvPr/>
              </p:nvSpPr>
              <p:spPr>
                <a:xfrm>
                  <a:off x="6938676" y="1414202"/>
                  <a:ext cx="1011472" cy="3575339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290859"/>
                    <a:gd name="connsiteY0" fmla="*/ 0 h 900601"/>
                    <a:gd name="connsiteX1" fmla="*/ 3221888 w 3290859"/>
                    <a:gd name="connsiteY1" fmla="*/ 0 h 900601"/>
                    <a:gd name="connsiteX2" fmla="*/ 3290859 w 3290859"/>
                    <a:gd name="connsiteY2" fmla="*/ 900601 h 900601"/>
                    <a:gd name="connsiteX3" fmla="*/ 0 w 3290859"/>
                    <a:gd name="connsiteY3" fmla="*/ 856197 h 900601"/>
                    <a:gd name="connsiteX4" fmla="*/ 482600 w 3290859"/>
                    <a:gd name="connsiteY4" fmla="*/ 0 h 900601"/>
                    <a:gd name="connsiteX0" fmla="*/ 482600 w 3257868"/>
                    <a:gd name="connsiteY0" fmla="*/ 0 h 856197"/>
                    <a:gd name="connsiteX1" fmla="*/ 3221888 w 3257868"/>
                    <a:gd name="connsiteY1" fmla="*/ 0 h 856197"/>
                    <a:gd name="connsiteX2" fmla="*/ 3257868 w 3257868"/>
                    <a:gd name="connsiteY2" fmla="*/ 818125 h 856197"/>
                    <a:gd name="connsiteX3" fmla="*/ 0 w 3257868"/>
                    <a:gd name="connsiteY3" fmla="*/ 856197 h 856197"/>
                    <a:gd name="connsiteX4" fmla="*/ 482600 w 3257868"/>
                    <a:gd name="connsiteY4" fmla="*/ 0 h 856197"/>
                    <a:gd name="connsiteX0" fmla="*/ 482600 w 3257868"/>
                    <a:gd name="connsiteY0" fmla="*/ 610334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482600 w 3257868"/>
                    <a:gd name="connsiteY4" fmla="*/ 610334 h 1466531"/>
                    <a:gd name="connsiteX0" fmla="*/ 1043449 w 3257868"/>
                    <a:gd name="connsiteY0" fmla="*/ 148458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1043449 w 3257868"/>
                    <a:gd name="connsiteY4" fmla="*/ 148458 h 1466531"/>
                    <a:gd name="connsiteX0" fmla="*/ 598067 w 2812486"/>
                    <a:gd name="connsiteY0" fmla="*/ 148458 h 1450034"/>
                    <a:gd name="connsiteX1" fmla="*/ 2661035 w 2812486"/>
                    <a:gd name="connsiteY1" fmla="*/ 0 h 1450034"/>
                    <a:gd name="connsiteX2" fmla="*/ 2812486 w 2812486"/>
                    <a:gd name="connsiteY2" fmla="*/ 1428459 h 1450034"/>
                    <a:gd name="connsiteX3" fmla="*/ 0 w 2812486"/>
                    <a:gd name="connsiteY3" fmla="*/ 1450034 h 1450034"/>
                    <a:gd name="connsiteX4" fmla="*/ 598067 w 2812486"/>
                    <a:gd name="connsiteY4" fmla="*/ 148458 h 1450034"/>
                    <a:gd name="connsiteX0" fmla="*/ 598067 w 2779495"/>
                    <a:gd name="connsiteY0" fmla="*/ 148458 h 1469697"/>
                    <a:gd name="connsiteX1" fmla="*/ 2661035 w 2779495"/>
                    <a:gd name="connsiteY1" fmla="*/ 0 h 1469697"/>
                    <a:gd name="connsiteX2" fmla="*/ 2779495 w 2779495"/>
                    <a:gd name="connsiteY2" fmla="*/ 1469697 h 1469697"/>
                    <a:gd name="connsiteX3" fmla="*/ 0 w 2779495"/>
                    <a:gd name="connsiteY3" fmla="*/ 1450034 h 1469697"/>
                    <a:gd name="connsiteX4" fmla="*/ 598067 w 2779495"/>
                    <a:gd name="connsiteY4" fmla="*/ 148458 h 1469697"/>
                    <a:gd name="connsiteX0" fmla="*/ 581570 w 2762998"/>
                    <a:gd name="connsiteY0" fmla="*/ 148458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581570 w 2762998"/>
                    <a:gd name="connsiteY4" fmla="*/ 148458 h 1469697"/>
                    <a:gd name="connsiteX0" fmla="*/ 177425 w 2762998"/>
                    <a:gd name="connsiteY0" fmla="*/ 16494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177425 w 2762998"/>
                    <a:gd name="connsiteY4" fmla="*/ 16494 h 1469697"/>
                    <a:gd name="connsiteX0" fmla="*/ 177425 w 2762998"/>
                    <a:gd name="connsiteY0" fmla="*/ 8247 h 1461450"/>
                    <a:gd name="connsiteX1" fmla="*/ 2496076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177425 w 2762998"/>
                    <a:gd name="connsiteY0" fmla="*/ 8247 h 1461450"/>
                    <a:gd name="connsiteX1" fmla="*/ 2652785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0 w 2585573"/>
                    <a:gd name="connsiteY0" fmla="*/ 8247 h 1461450"/>
                    <a:gd name="connsiteX1" fmla="*/ 2475360 w 2585573"/>
                    <a:gd name="connsiteY1" fmla="*/ 0 h 1461450"/>
                    <a:gd name="connsiteX2" fmla="*/ 2585573 w 2585573"/>
                    <a:gd name="connsiteY2" fmla="*/ 1461450 h 1461450"/>
                    <a:gd name="connsiteX3" fmla="*/ 1397905 w 2585573"/>
                    <a:gd name="connsiteY3" fmla="*/ 1441261 h 1461450"/>
                    <a:gd name="connsiteX4" fmla="*/ 0 w 2585573"/>
                    <a:gd name="connsiteY4" fmla="*/ 8247 h 1461450"/>
                    <a:gd name="connsiteX0" fmla="*/ 0 w 2475360"/>
                    <a:gd name="connsiteY0" fmla="*/ 8247 h 1830257"/>
                    <a:gd name="connsiteX1" fmla="*/ 2475360 w 2475360"/>
                    <a:gd name="connsiteY1" fmla="*/ 0 h 1830257"/>
                    <a:gd name="connsiteX2" fmla="*/ 1958741 w 2475360"/>
                    <a:gd name="connsiteY2" fmla="*/ 1830257 h 1830257"/>
                    <a:gd name="connsiteX3" fmla="*/ 1397905 w 2475360"/>
                    <a:gd name="connsiteY3" fmla="*/ 1441261 h 1830257"/>
                    <a:gd name="connsiteX4" fmla="*/ 0 w 2475360"/>
                    <a:gd name="connsiteY4" fmla="*/ 8247 h 1830257"/>
                    <a:gd name="connsiteX0" fmla="*/ 0 w 2475360"/>
                    <a:gd name="connsiteY0" fmla="*/ 8247 h 1830257"/>
                    <a:gd name="connsiteX1" fmla="*/ 2475360 w 2475360"/>
                    <a:gd name="connsiteY1" fmla="*/ 0 h 1830257"/>
                    <a:gd name="connsiteX2" fmla="*/ 1958741 w 2475360"/>
                    <a:gd name="connsiteY2" fmla="*/ 1830257 h 1830257"/>
                    <a:gd name="connsiteX3" fmla="*/ 1507875 w 2475360"/>
                    <a:gd name="connsiteY3" fmla="*/ 1418566 h 1830257"/>
                    <a:gd name="connsiteX4" fmla="*/ 0 w 2475360"/>
                    <a:gd name="connsiteY4" fmla="*/ 8247 h 1830257"/>
                    <a:gd name="connsiteX0" fmla="*/ 361625 w 967485"/>
                    <a:gd name="connsiteY0" fmla="*/ 0 h 1839032"/>
                    <a:gd name="connsiteX1" fmla="*/ 967485 w 967485"/>
                    <a:gd name="connsiteY1" fmla="*/ 8775 h 1839032"/>
                    <a:gd name="connsiteX2" fmla="*/ 450866 w 967485"/>
                    <a:gd name="connsiteY2" fmla="*/ 1839032 h 1839032"/>
                    <a:gd name="connsiteX3" fmla="*/ 0 w 967485"/>
                    <a:gd name="connsiteY3" fmla="*/ 1427341 h 1839032"/>
                    <a:gd name="connsiteX4" fmla="*/ 361625 w 967485"/>
                    <a:gd name="connsiteY4" fmla="*/ 0 h 1839032"/>
                    <a:gd name="connsiteX0" fmla="*/ 427607 w 967485"/>
                    <a:gd name="connsiteY0" fmla="*/ 0 h 1844706"/>
                    <a:gd name="connsiteX1" fmla="*/ 967485 w 967485"/>
                    <a:gd name="connsiteY1" fmla="*/ 14449 h 1844706"/>
                    <a:gd name="connsiteX2" fmla="*/ 450866 w 967485"/>
                    <a:gd name="connsiteY2" fmla="*/ 1844706 h 1844706"/>
                    <a:gd name="connsiteX3" fmla="*/ 0 w 967485"/>
                    <a:gd name="connsiteY3" fmla="*/ 1433015 h 1844706"/>
                    <a:gd name="connsiteX4" fmla="*/ 427607 w 967485"/>
                    <a:gd name="connsiteY4" fmla="*/ 0 h 1844706"/>
                    <a:gd name="connsiteX0" fmla="*/ 471595 w 1011473"/>
                    <a:gd name="connsiteY0" fmla="*/ 0 h 1844706"/>
                    <a:gd name="connsiteX1" fmla="*/ 1011473 w 1011473"/>
                    <a:gd name="connsiteY1" fmla="*/ 14449 h 1844706"/>
                    <a:gd name="connsiteX2" fmla="*/ 494854 w 1011473"/>
                    <a:gd name="connsiteY2" fmla="*/ 1844706 h 1844706"/>
                    <a:gd name="connsiteX3" fmla="*/ 0 w 1011473"/>
                    <a:gd name="connsiteY3" fmla="*/ 1410319 h 1844706"/>
                    <a:gd name="connsiteX4" fmla="*/ 471595 w 1011473"/>
                    <a:gd name="connsiteY4" fmla="*/ 0 h 1844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1473" h="1844706">
                      <a:moveTo>
                        <a:pt x="471595" y="0"/>
                      </a:moveTo>
                      <a:lnTo>
                        <a:pt x="1011473" y="14449"/>
                      </a:lnTo>
                      <a:lnTo>
                        <a:pt x="494854" y="1844706"/>
                      </a:lnTo>
                      <a:lnTo>
                        <a:pt x="0" y="1410319"/>
                      </a:lnTo>
                      <a:lnTo>
                        <a:pt x="471595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DA4331D6-9678-B9A2-5C78-716AF76FBE8D}"/>
                  </a:ext>
                </a:extLst>
              </p:cNvPr>
              <p:cNvGrpSpPr/>
              <p:nvPr/>
            </p:nvGrpSpPr>
            <p:grpSpPr>
              <a:xfrm flipH="1">
                <a:off x="1355894" y="6540822"/>
                <a:ext cx="3089456" cy="3814890"/>
                <a:chOff x="3685243" y="1414202"/>
                <a:chExt cx="4264905" cy="5266345"/>
              </a:xfrm>
              <a:solidFill>
                <a:srgbClr val="E5BE97"/>
              </a:solidFill>
            </p:grpSpPr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356CF789-1DF6-1DF6-E565-D9713A19D4CE}"/>
                    </a:ext>
                  </a:extLst>
                </p:cNvPr>
                <p:cNvSpPr/>
                <p:nvPr/>
              </p:nvSpPr>
              <p:spPr>
                <a:xfrm>
                  <a:off x="3685991" y="5156143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50FD148F-6A67-0DDC-A97B-4C2C7D577B42}"/>
                    </a:ext>
                  </a:extLst>
                </p:cNvPr>
                <p:cNvSpPr/>
                <p:nvPr/>
              </p:nvSpPr>
              <p:spPr>
                <a:xfrm>
                  <a:off x="7343108" y="5138201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BCEB6221-FA75-755B-E04E-53EB2971A174}"/>
                    </a:ext>
                  </a:extLst>
                </p:cNvPr>
                <p:cNvSpPr/>
                <p:nvPr/>
              </p:nvSpPr>
              <p:spPr>
                <a:xfrm>
                  <a:off x="4246877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0DA7946F-B1C7-47B6-D097-2CEE81BEA6A2}"/>
                    </a:ext>
                  </a:extLst>
                </p:cNvPr>
                <p:cNvSpPr/>
                <p:nvPr/>
              </p:nvSpPr>
              <p:spPr>
                <a:xfrm>
                  <a:off x="6883136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0D3EF713-6D36-7C45-9D19-A47225955CDD}"/>
                    </a:ext>
                  </a:extLst>
                </p:cNvPr>
                <p:cNvSpPr/>
                <p:nvPr/>
              </p:nvSpPr>
              <p:spPr>
                <a:xfrm>
                  <a:off x="4208354" y="4166209"/>
                  <a:ext cx="2711953" cy="116525"/>
                </a:xfrm>
                <a:prstGeom prst="rect">
                  <a:avLst/>
                </a:pr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Rectangle 40">
                  <a:extLst>
                    <a:ext uri="{FF2B5EF4-FFF2-40B4-BE49-F238E27FC236}">
                      <a16:creationId xmlns:a16="http://schemas.microsoft.com/office/drawing/2014/main" id="{6CC0ADCE-D5AF-F7FE-2ADF-256921EBDCE6}"/>
                    </a:ext>
                  </a:extLst>
                </p:cNvPr>
                <p:cNvSpPr/>
                <p:nvPr/>
              </p:nvSpPr>
              <p:spPr>
                <a:xfrm flipH="1">
                  <a:off x="3688501" y="4171376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9283 h 847090"/>
                    <a:gd name="connsiteX1" fmla="*/ 28744 w 549897"/>
                    <a:gd name="connsiteY1" fmla="*/ 0 h 847090"/>
                    <a:gd name="connsiteX2" fmla="*/ 549897 w 549897"/>
                    <a:gd name="connsiteY2" fmla="*/ 847090 h 847090"/>
                    <a:gd name="connsiteX3" fmla="*/ 435428 w 549897"/>
                    <a:gd name="connsiteY3" fmla="*/ 847090 h 847090"/>
                    <a:gd name="connsiteX4" fmla="*/ 0 w 549897"/>
                    <a:gd name="connsiteY4" fmla="*/ 69283 h 847090"/>
                    <a:gd name="connsiteX0" fmla="*/ 0 w 530847"/>
                    <a:gd name="connsiteY0" fmla="*/ 102621 h 847090"/>
                    <a:gd name="connsiteX1" fmla="*/ 9694 w 530847"/>
                    <a:gd name="connsiteY1" fmla="*/ 0 h 847090"/>
                    <a:gd name="connsiteX2" fmla="*/ 530847 w 530847"/>
                    <a:gd name="connsiteY2" fmla="*/ 847090 h 847090"/>
                    <a:gd name="connsiteX3" fmla="*/ 416378 w 530847"/>
                    <a:gd name="connsiteY3" fmla="*/ 847090 h 847090"/>
                    <a:gd name="connsiteX4" fmla="*/ 0 w 530847"/>
                    <a:gd name="connsiteY4" fmla="*/ 102621 h 847090"/>
                    <a:gd name="connsiteX0" fmla="*/ 0 w 530847"/>
                    <a:gd name="connsiteY0" fmla="*/ 102621 h 854234"/>
                    <a:gd name="connsiteX1" fmla="*/ 9694 w 530847"/>
                    <a:gd name="connsiteY1" fmla="*/ 0 h 854234"/>
                    <a:gd name="connsiteX2" fmla="*/ 530847 w 530847"/>
                    <a:gd name="connsiteY2" fmla="*/ 847090 h 854234"/>
                    <a:gd name="connsiteX3" fmla="*/ 418759 w 530847"/>
                    <a:gd name="connsiteY3" fmla="*/ 854234 h 854234"/>
                    <a:gd name="connsiteX4" fmla="*/ 0 w 530847"/>
                    <a:gd name="connsiteY4" fmla="*/ 102621 h 854234"/>
                    <a:gd name="connsiteX0" fmla="*/ 0 w 530847"/>
                    <a:gd name="connsiteY0" fmla="*/ 102621 h 992346"/>
                    <a:gd name="connsiteX1" fmla="*/ 9694 w 530847"/>
                    <a:gd name="connsiteY1" fmla="*/ 0 h 992346"/>
                    <a:gd name="connsiteX2" fmla="*/ 530847 w 530847"/>
                    <a:gd name="connsiteY2" fmla="*/ 847090 h 992346"/>
                    <a:gd name="connsiteX3" fmla="*/ 525916 w 530847"/>
                    <a:gd name="connsiteY3" fmla="*/ 992346 h 992346"/>
                    <a:gd name="connsiteX4" fmla="*/ 0 w 530847"/>
                    <a:gd name="connsiteY4" fmla="*/ 102621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2621"/>
                      </a:moveTo>
                      <a:lnTo>
                        <a:pt x="9694" y="0"/>
                      </a:lnTo>
                      <a:lnTo>
                        <a:pt x="530847" y="847090"/>
                      </a:lnTo>
                      <a:lnTo>
                        <a:pt x="525916" y="992346"/>
                      </a:lnTo>
                      <a:lnTo>
                        <a:pt x="0" y="102621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Rectangle 40">
                  <a:extLst>
                    <a:ext uri="{FF2B5EF4-FFF2-40B4-BE49-F238E27FC236}">
                      <a16:creationId xmlns:a16="http://schemas.microsoft.com/office/drawing/2014/main" id="{9CC087BA-30AB-272E-A7EE-8D9F3233501F}"/>
                    </a:ext>
                  </a:extLst>
                </p:cNvPr>
                <p:cNvSpPr/>
                <p:nvPr/>
              </p:nvSpPr>
              <p:spPr>
                <a:xfrm>
                  <a:off x="6904124" y="4175173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5314 h 843121"/>
                    <a:gd name="connsiteX1" fmla="*/ 66844 w 549897"/>
                    <a:gd name="connsiteY1" fmla="*/ 0 h 843121"/>
                    <a:gd name="connsiteX2" fmla="*/ 549897 w 549897"/>
                    <a:gd name="connsiteY2" fmla="*/ 843121 h 843121"/>
                    <a:gd name="connsiteX3" fmla="*/ 435428 w 549897"/>
                    <a:gd name="connsiteY3" fmla="*/ 843121 h 843121"/>
                    <a:gd name="connsiteX4" fmla="*/ 0 w 549897"/>
                    <a:gd name="connsiteY4" fmla="*/ 65314 h 843121"/>
                    <a:gd name="connsiteX0" fmla="*/ 0 w 505447"/>
                    <a:gd name="connsiteY0" fmla="*/ 103414 h 843121"/>
                    <a:gd name="connsiteX1" fmla="*/ 22394 w 505447"/>
                    <a:gd name="connsiteY1" fmla="*/ 0 h 843121"/>
                    <a:gd name="connsiteX2" fmla="*/ 505447 w 505447"/>
                    <a:gd name="connsiteY2" fmla="*/ 843121 h 843121"/>
                    <a:gd name="connsiteX3" fmla="*/ 390978 w 505447"/>
                    <a:gd name="connsiteY3" fmla="*/ 843121 h 843121"/>
                    <a:gd name="connsiteX4" fmla="*/ 0 w 505447"/>
                    <a:gd name="connsiteY4" fmla="*/ 103414 h 843121"/>
                    <a:gd name="connsiteX0" fmla="*/ 0 w 499097"/>
                    <a:gd name="connsiteY0" fmla="*/ 106589 h 843121"/>
                    <a:gd name="connsiteX1" fmla="*/ 16044 w 499097"/>
                    <a:gd name="connsiteY1" fmla="*/ 0 h 843121"/>
                    <a:gd name="connsiteX2" fmla="*/ 499097 w 499097"/>
                    <a:gd name="connsiteY2" fmla="*/ 843121 h 843121"/>
                    <a:gd name="connsiteX3" fmla="*/ 384628 w 499097"/>
                    <a:gd name="connsiteY3" fmla="*/ 843121 h 843121"/>
                    <a:gd name="connsiteX4" fmla="*/ 0 w 499097"/>
                    <a:gd name="connsiteY4" fmla="*/ 106589 h 843121"/>
                    <a:gd name="connsiteX0" fmla="*/ 0 w 530847"/>
                    <a:gd name="connsiteY0" fmla="*/ 106589 h 843121"/>
                    <a:gd name="connsiteX1" fmla="*/ 16044 w 530847"/>
                    <a:gd name="connsiteY1" fmla="*/ 0 h 843121"/>
                    <a:gd name="connsiteX2" fmla="*/ 530847 w 530847"/>
                    <a:gd name="connsiteY2" fmla="*/ 843121 h 843121"/>
                    <a:gd name="connsiteX3" fmla="*/ 384628 w 530847"/>
                    <a:gd name="connsiteY3" fmla="*/ 843121 h 843121"/>
                    <a:gd name="connsiteX4" fmla="*/ 0 w 530847"/>
                    <a:gd name="connsiteY4" fmla="*/ 106589 h 843121"/>
                    <a:gd name="connsiteX0" fmla="*/ 0 w 530847"/>
                    <a:gd name="connsiteY0" fmla="*/ 106589 h 992346"/>
                    <a:gd name="connsiteX1" fmla="*/ 16044 w 530847"/>
                    <a:gd name="connsiteY1" fmla="*/ 0 h 992346"/>
                    <a:gd name="connsiteX2" fmla="*/ 530847 w 530847"/>
                    <a:gd name="connsiteY2" fmla="*/ 843121 h 992346"/>
                    <a:gd name="connsiteX3" fmla="*/ 530678 w 530847"/>
                    <a:gd name="connsiteY3" fmla="*/ 992346 h 992346"/>
                    <a:gd name="connsiteX4" fmla="*/ 0 w 530847"/>
                    <a:gd name="connsiteY4" fmla="*/ 106589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6589"/>
                      </a:moveTo>
                      <a:lnTo>
                        <a:pt x="16044" y="0"/>
                      </a:lnTo>
                      <a:lnTo>
                        <a:pt x="530847" y="843121"/>
                      </a:lnTo>
                      <a:cubicBezTo>
                        <a:pt x="530791" y="892863"/>
                        <a:pt x="530734" y="942604"/>
                        <a:pt x="530678" y="992346"/>
                      </a:cubicBezTo>
                      <a:lnTo>
                        <a:pt x="0" y="106589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B4EF098A-88C7-8684-9674-2E0467BFCF07}"/>
                    </a:ext>
                  </a:extLst>
                </p:cNvPr>
                <p:cNvSpPr/>
                <p:nvPr/>
              </p:nvSpPr>
              <p:spPr>
                <a:xfrm>
                  <a:off x="3685243" y="5010210"/>
                  <a:ext cx="3758176" cy="16037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63500" dist="50800" dir="16200000">
                    <a:srgbClr val="E5BE97">
                      <a:alpha val="50000"/>
                    </a:srgb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Rectangle 41">
                  <a:extLst>
                    <a:ext uri="{FF2B5EF4-FFF2-40B4-BE49-F238E27FC236}">
                      <a16:creationId xmlns:a16="http://schemas.microsoft.com/office/drawing/2014/main" id="{884F3D93-E3F3-B7F0-B892-758851FDF7B6}"/>
                    </a:ext>
                  </a:extLst>
                </p:cNvPr>
                <p:cNvSpPr/>
                <p:nvPr/>
              </p:nvSpPr>
              <p:spPr>
                <a:xfrm>
                  <a:off x="3689961" y="4154915"/>
                  <a:ext cx="3736238" cy="85619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6238" h="856197">
                      <a:moveTo>
                        <a:pt x="482600" y="0"/>
                      </a:moveTo>
                      <a:lnTo>
                        <a:pt x="3221888" y="0"/>
                      </a:lnTo>
                      <a:lnTo>
                        <a:pt x="3736238" y="851117"/>
                      </a:lnTo>
                      <a:lnTo>
                        <a:pt x="0" y="856197"/>
                      </a:lnTo>
                      <a:lnTo>
                        <a:pt x="4826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Rectangle 41">
                  <a:extLst>
                    <a:ext uri="{FF2B5EF4-FFF2-40B4-BE49-F238E27FC236}">
                      <a16:creationId xmlns:a16="http://schemas.microsoft.com/office/drawing/2014/main" id="{B8787A3E-630F-E04D-3DFC-5E5387FE23C3}"/>
                    </a:ext>
                  </a:extLst>
                </p:cNvPr>
                <p:cNvSpPr/>
                <p:nvPr/>
              </p:nvSpPr>
              <p:spPr>
                <a:xfrm>
                  <a:off x="6938676" y="1414202"/>
                  <a:ext cx="1011472" cy="3575339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290859"/>
                    <a:gd name="connsiteY0" fmla="*/ 0 h 900601"/>
                    <a:gd name="connsiteX1" fmla="*/ 3221888 w 3290859"/>
                    <a:gd name="connsiteY1" fmla="*/ 0 h 900601"/>
                    <a:gd name="connsiteX2" fmla="*/ 3290859 w 3290859"/>
                    <a:gd name="connsiteY2" fmla="*/ 900601 h 900601"/>
                    <a:gd name="connsiteX3" fmla="*/ 0 w 3290859"/>
                    <a:gd name="connsiteY3" fmla="*/ 856197 h 900601"/>
                    <a:gd name="connsiteX4" fmla="*/ 482600 w 3290859"/>
                    <a:gd name="connsiteY4" fmla="*/ 0 h 900601"/>
                    <a:gd name="connsiteX0" fmla="*/ 482600 w 3257868"/>
                    <a:gd name="connsiteY0" fmla="*/ 0 h 856197"/>
                    <a:gd name="connsiteX1" fmla="*/ 3221888 w 3257868"/>
                    <a:gd name="connsiteY1" fmla="*/ 0 h 856197"/>
                    <a:gd name="connsiteX2" fmla="*/ 3257868 w 3257868"/>
                    <a:gd name="connsiteY2" fmla="*/ 818125 h 856197"/>
                    <a:gd name="connsiteX3" fmla="*/ 0 w 3257868"/>
                    <a:gd name="connsiteY3" fmla="*/ 856197 h 856197"/>
                    <a:gd name="connsiteX4" fmla="*/ 482600 w 3257868"/>
                    <a:gd name="connsiteY4" fmla="*/ 0 h 856197"/>
                    <a:gd name="connsiteX0" fmla="*/ 482600 w 3257868"/>
                    <a:gd name="connsiteY0" fmla="*/ 610334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482600 w 3257868"/>
                    <a:gd name="connsiteY4" fmla="*/ 610334 h 1466531"/>
                    <a:gd name="connsiteX0" fmla="*/ 1043449 w 3257868"/>
                    <a:gd name="connsiteY0" fmla="*/ 148458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1043449 w 3257868"/>
                    <a:gd name="connsiteY4" fmla="*/ 148458 h 1466531"/>
                    <a:gd name="connsiteX0" fmla="*/ 598067 w 2812486"/>
                    <a:gd name="connsiteY0" fmla="*/ 148458 h 1450034"/>
                    <a:gd name="connsiteX1" fmla="*/ 2661035 w 2812486"/>
                    <a:gd name="connsiteY1" fmla="*/ 0 h 1450034"/>
                    <a:gd name="connsiteX2" fmla="*/ 2812486 w 2812486"/>
                    <a:gd name="connsiteY2" fmla="*/ 1428459 h 1450034"/>
                    <a:gd name="connsiteX3" fmla="*/ 0 w 2812486"/>
                    <a:gd name="connsiteY3" fmla="*/ 1450034 h 1450034"/>
                    <a:gd name="connsiteX4" fmla="*/ 598067 w 2812486"/>
                    <a:gd name="connsiteY4" fmla="*/ 148458 h 1450034"/>
                    <a:gd name="connsiteX0" fmla="*/ 598067 w 2779495"/>
                    <a:gd name="connsiteY0" fmla="*/ 148458 h 1469697"/>
                    <a:gd name="connsiteX1" fmla="*/ 2661035 w 2779495"/>
                    <a:gd name="connsiteY1" fmla="*/ 0 h 1469697"/>
                    <a:gd name="connsiteX2" fmla="*/ 2779495 w 2779495"/>
                    <a:gd name="connsiteY2" fmla="*/ 1469697 h 1469697"/>
                    <a:gd name="connsiteX3" fmla="*/ 0 w 2779495"/>
                    <a:gd name="connsiteY3" fmla="*/ 1450034 h 1469697"/>
                    <a:gd name="connsiteX4" fmla="*/ 598067 w 2779495"/>
                    <a:gd name="connsiteY4" fmla="*/ 148458 h 1469697"/>
                    <a:gd name="connsiteX0" fmla="*/ 581570 w 2762998"/>
                    <a:gd name="connsiteY0" fmla="*/ 148458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581570 w 2762998"/>
                    <a:gd name="connsiteY4" fmla="*/ 148458 h 1469697"/>
                    <a:gd name="connsiteX0" fmla="*/ 177425 w 2762998"/>
                    <a:gd name="connsiteY0" fmla="*/ 16494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177425 w 2762998"/>
                    <a:gd name="connsiteY4" fmla="*/ 16494 h 1469697"/>
                    <a:gd name="connsiteX0" fmla="*/ 177425 w 2762998"/>
                    <a:gd name="connsiteY0" fmla="*/ 8247 h 1461450"/>
                    <a:gd name="connsiteX1" fmla="*/ 2496076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177425 w 2762998"/>
                    <a:gd name="connsiteY0" fmla="*/ 8247 h 1461450"/>
                    <a:gd name="connsiteX1" fmla="*/ 2652785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0 w 2585573"/>
                    <a:gd name="connsiteY0" fmla="*/ 8247 h 1461450"/>
                    <a:gd name="connsiteX1" fmla="*/ 2475360 w 2585573"/>
                    <a:gd name="connsiteY1" fmla="*/ 0 h 1461450"/>
                    <a:gd name="connsiteX2" fmla="*/ 2585573 w 2585573"/>
                    <a:gd name="connsiteY2" fmla="*/ 1461450 h 1461450"/>
                    <a:gd name="connsiteX3" fmla="*/ 1397905 w 2585573"/>
                    <a:gd name="connsiteY3" fmla="*/ 1441261 h 1461450"/>
                    <a:gd name="connsiteX4" fmla="*/ 0 w 2585573"/>
                    <a:gd name="connsiteY4" fmla="*/ 8247 h 1461450"/>
                    <a:gd name="connsiteX0" fmla="*/ 0 w 2475360"/>
                    <a:gd name="connsiteY0" fmla="*/ 8247 h 1830257"/>
                    <a:gd name="connsiteX1" fmla="*/ 2475360 w 2475360"/>
                    <a:gd name="connsiteY1" fmla="*/ 0 h 1830257"/>
                    <a:gd name="connsiteX2" fmla="*/ 1958741 w 2475360"/>
                    <a:gd name="connsiteY2" fmla="*/ 1830257 h 1830257"/>
                    <a:gd name="connsiteX3" fmla="*/ 1397905 w 2475360"/>
                    <a:gd name="connsiteY3" fmla="*/ 1441261 h 1830257"/>
                    <a:gd name="connsiteX4" fmla="*/ 0 w 2475360"/>
                    <a:gd name="connsiteY4" fmla="*/ 8247 h 1830257"/>
                    <a:gd name="connsiteX0" fmla="*/ 0 w 2475360"/>
                    <a:gd name="connsiteY0" fmla="*/ 8247 h 1830257"/>
                    <a:gd name="connsiteX1" fmla="*/ 2475360 w 2475360"/>
                    <a:gd name="connsiteY1" fmla="*/ 0 h 1830257"/>
                    <a:gd name="connsiteX2" fmla="*/ 1958741 w 2475360"/>
                    <a:gd name="connsiteY2" fmla="*/ 1830257 h 1830257"/>
                    <a:gd name="connsiteX3" fmla="*/ 1507875 w 2475360"/>
                    <a:gd name="connsiteY3" fmla="*/ 1418566 h 1830257"/>
                    <a:gd name="connsiteX4" fmla="*/ 0 w 2475360"/>
                    <a:gd name="connsiteY4" fmla="*/ 8247 h 1830257"/>
                    <a:gd name="connsiteX0" fmla="*/ 361625 w 967485"/>
                    <a:gd name="connsiteY0" fmla="*/ 0 h 1839032"/>
                    <a:gd name="connsiteX1" fmla="*/ 967485 w 967485"/>
                    <a:gd name="connsiteY1" fmla="*/ 8775 h 1839032"/>
                    <a:gd name="connsiteX2" fmla="*/ 450866 w 967485"/>
                    <a:gd name="connsiteY2" fmla="*/ 1839032 h 1839032"/>
                    <a:gd name="connsiteX3" fmla="*/ 0 w 967485"/>
                    <a:gd name="connsiteY3" fmla="*/ 1427341 h 1839032"/>
                    <a:gd name="connsiteX4" fmla="*/ 361625 w 967485"/>
                    <a:gd name="connsiteY4" fmla="*/ 0 h 1839032"/>
                    <a:gd name="connsiteX0" fmla="*/ 427607 w 967485"/>
                    <a:gd name="connsiteY0" fmla="*/ 0 h 1844706"/>
                    <a:gd name="connsiteX1" fmla="*/ 967485 w 967485"/>
                    <a:gd name="connsiteY1" fmla="*/ 14449 h 1844706"/>
                    <a:gd name="connsiteX2" fmla="*/ 450866 w 967485"/>
                    <a:gd name="connsiteY2" fmla="*/ 1844706 h 1844706"/>
                    <a:gd name="connsiteX3" fmla="*/ 0 w 967485"/>
                    <a:gd name="connsiteY3" fmla="*/ 1433015 h 1844706"/>
                    <a:gd name="connsiteX4" fmla="*/ 427607 w 967485"/>
                    <a:gd name="connsiteY4" fmla="*/ 0 h 1844706"/>
                    <a:gd name="connsiteX0" fmla="*/ 471595 w 1011473"/>
                    <a:gd name="connsiteY0" fmla="*/ 0 h 1844706"/>
                    <a:gd name="connsiteX1" fmla="*/ 1011473 w 1011473"/>
                    <a:gd name="connsiteY1" fmla="*/ 14449 h 1844706"/>
                    <a:gd name="connsiteX2" fmla="*/ 494854 w 1011473"/>
                    <a:gd name="connsiteY2" fmla="*/ 1844706 h 1844706"/>
                    <a:gd name="connsiteX3" fmla="*/ 0 w 1011473"/>
                    <a:gd name="connsiteY3" fmla="*/ 1410319 h 1844706"/>
                    <a:gd name="connsiteX4" fmla="*/ 471595 w 1011473"/>
                    <a:gd name="connsiteY4" fmla="*/ 0 h 1844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1473" h="1844706">
                      <a:moveTo>
                        <a:pt x="471595" y="0"/>
                      </a:moveTo>
                      <a:lnTo>
                        <a:pt x="1011473" y="14449"/>
                      </a:lnTo>
                      <a:lnTo>
                        <a:pt x="494854" y="1844706"/>
                      </a:lnTo>
                      <a:lnTo>
                        <a:pt x="0" y="1410319"/>
                      </a:lnTo>
                      <a:lnTo>
                        <a:pt x="471595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E5A01534-0A84-612B-6A29-14723DA977D6}"/>
                  </a:ext>
                </a:extLst>
              </p:cNvPr>
              <p:cNvGrpSpPr/>
              <p:nvPr/>
            </p:nvGrpSpPr>
            <p:grpSpPr>
              <a:xfrm>
                <a:off x="8717727" y="8570101"/>
                <a:ext cx="1456504" cy="1522908"/>
                <a:chOff x="10127150" y="4575203"/>
                <a:chExt cx="918640" cy="960522"/>
              </a:xfrm>
            </p:grpSpPr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970AAD13-EA36-21BD-ADF5-8427773E24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67732" y="4818159"/>
                  <a:ext cx="19885" cy="673312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841C3579-C533-8FEC-192D-57B18F633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46960" y="4740309"/>
                  <a:ext cx="19319" cy="683047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59" name="Rectangle: Top Corners Rounded 258">
                  <a:extLst>
                    <a:ext uri="{FF2B5EF4-FFF2-40B4-BE49-F238E27FC236}">
                      <a16:creationId xmlns:a16="http://schemas.microsoft.com/office/drawing/2014/main" id="{123C561E-0986-8F92-4FC9-CD3AE6E867E9}"/>
                    </a:ext>
                  </a:extLst>
                </p:cNvPr>
                <p:cNvSpPr/>
                <p:nvPr/>
              </p:nvSpPr>
              <p:spPr>
                <a:xfrm flipH="1">
                  <a:off x="10127150" y="5338933"/>
                  <a:ext cx="350446" cy="10485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Rectangle: Top Corners Rounded 259">
                  <a:extLst>
                    <a:ext uri="{FF2B5EF4-FFF2-40B4-BE49-F238E27FC236}">
                      <a16:creationId xmlns:a16="http://schemas.microsoft.com/office/drawing/2014/main" id="{252739BD-65C0-E505-D147-9F39A2940370}"/>
                    </a:ext>
                  </a:extLst>
                </p:cNvPr>
                <p:cNvSpPr/>
                <p:nvPr/>
              </p:nvSpPr>
              <p:spPr>
                <a:xfrm flipH="1">
                  <a:off x="10438075" y="5430873"/>
                  <a:ext cx="350446" cy="10485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64698E7F-F376-FDF8-D93A-D167CA9FAF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328057" y="4575203"/>
                  <a:ext cx="393346" cy="185500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B42CD470-4FB4-A29F-124D-CAC1551622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652444" y="4645642"/>
                  <a:ext cx="393346" cy="185500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4B41975-83E4-22F1-93DB-D450338A1E9D}"/>
                  </a:ext>
                </a:extLst>
              </p:cNvPr>
              <p:cNvGrpSpPr/>
              <p:nvPr/>
            </p:nvGrpSpPr>
            <p:grpSpPr>
              <a:xfrm>
                <a:off x="2018513" y="7181342"/>
                <a:ext cx="6996408" cy="4701842"/>
                <a:chOff x="3685243" y="4154915"/>
                <a:chExt cx="3758176" cy="2525632"/>
              </a:xfrm>
              <a:solidFill>
                <a:srgbClr val="E5BE97"/>
              </a:solidFill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E4F3FFE-6BC1-7559-B3A5-B19259FEA829}"/>
                    </a:ext>
                  </a:extLst>
                </p:cNvPr>
                <p:cNvSpPr/>
                <p:nvPr/>
              </p:nvSpPr>
              <p:spPr>
                <a:xfrm>
                  <a:off x="3685991" y="5156143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BFE86726-7525-25BD-D879-C64D02A5863C}"/>
                    </a:ext>
                  </a:extLst>
                </p:cNvPr>
                <p:cNvSpPr/>
                <p:nvPr/>
              </p:nvSpPr>
              <p:spPr>
                <a:xfrm>
                  <a:off x="7343108" y="5138201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04FCC12-A1F4-C0E0-E468-BC945D11B77E}"/>
                    </a:ext>
                  </a:extLst>
                </p:cNvPr>
                <p:cNvSpPr/>
                <p:nvPr/>
              </p:nvSpPr>
              <p:spPr>
                <a:xfrm>
                  <a:off x="4208354" y="4166209"/>
                  <a:ext cx="2711953" cy="116525"/>
                </a:xfrm>
                <a:prstGeom prst="rect">
                  <a:avLst/>
                </a:pr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Rectangle 40">
                  <a:extLst>
                    <a:ext uri="{FF2B5EF4-FFF2-40B4-BE49-F238E27FC236}">
                      <a16:creationId xmlns:a16="http://schemas.microsoft.com/office/drawing/2014/main" id="{05681724-5722-52DE-3035-53EA87677C6E}"/>
                    </a:ext>
                  </a:extLst>
                </p:cNvPr>
                <p:cNvSpPr/>
                <p:nvPr/>
              </p:nvSpPr>
              <p:spPr>
                <a:xfrm flipH="1">
                  <a:off x="3688501" y="4171376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9283 h 847090"/>
                    <a:gd name="connsiteX1" fmla="*/ 28744 w 549897"/>
                    <a:gd name="connsiteY1" fmla="*/ 0 h 847090"/>
                    <a:gd name="connsiteX2" fmla="*/ 549897 w 549897"/>
                    <a:gd name="connsiteY2" fmla="*/ 847090 h 847090"/>
                    <a:gd name="connsiteX3" fmla="*/ 435428 w 549897"/>
                    <a:gd name="connsiteY3" fmla="*/ 847090 h 847090"/>
                    <a:gd name="connsiteX4" fmla="*/ 0 w 549897"/>
                    <a:gd name="connsiteY4" fmla="*/ 69283 h 847090"/>
                    <a:gd name="connsiteX0" fmla="*/ 0 w 530847"/>
                    <a:gd name="connsiteY0" fmla="*/ 102621 h 847090"/>
                    <a:gd name="connsiteX1" fmla="*/ 9694 w 530847"/>
                    <a:gd name="connsiteY1" fmla="*/ 0 h 847090"/>
                    <a:gd name="connsiteX2" fmla="*/ 530847 w 530847"/>
                    <a:gd name="connsiteY2" fmla="*/ 847090 h 847090"/>
                    <a:gd name="connsiteX3" fmla="*/ 416378 w 530847"/>
                    <a:gd name="connsiteY3" fmla="*/ 847090 h 847090"/>
                    <a:gd name="connsiteX4" fmla="*/ 0 w 530847"/>
                    <a:gd name="connsiteY4" fmla="*/ 102621 h 847090"/>
                    <a:gd name="connsiteX0" fmla="*/ 0 w 530847"/>
                    <a:gd name="connsiteY0" fmla="*/ 102621 h 854234"/>
                    <a:gd name="connsiteX1" fmla="*/ 9694 w 530847"/>
                    <a:gd name="connsiteY1" fmla="*/ 0 h 854234"/>
                    <a:gd name="connsiteX2" fmla="*/ 530847 w 530847"/>
                    <a:gd name="connsiteY2" fmla="*/ 847090 h 854234"/>
                    <a:gd name="connsiteX3" fmla="*/ 418759 w 530847"/>
                    <a:gd name="connsiteY3" fmla="*/ 854234 h 854234"/>
                    <a:gd name="connsiteX4" fmla="*/ 0 w 530847"/>
                    <a:gd name="connsiteY4" fmla="*/ 102621 h 854234"/>
                    <a:gd name="connsiteX0" fmla="*/ 0 w 530847"/>
                    <a:gd name="connsiteY0" fmla="*/ 102621 h 992346"/>
                    <a:gd name="connsiteX1" fmla="*/ 9694 w 530847"/>
                    <a:gd name="connsiteY1" fmla="*/ 0 h 992346"/>
                    <a:gd name="connsiteX2" fmla="*/ 530847 w 530847"/>
                    <a:gd name="connsiteY2" fmla="*/ 847090 h 992346"/>
                    <a:gd name="connsiteX3" fmla="*/ 525916 w 530847"/>
                    <a:gd name="connsiteY3" fmla="*/ 992346 h 992346"/>
                    <a:gd name="connsiteX4" fmla="*/ 0 w 530847"/>
                    <a:gd name="connsiteY4" fmla="*/ 102621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2621"/>
                      </a:moveTo>
                      <a:lnTo>
                        <a:pt x="9694" y="0"/>
                      </a:lnTo>
                      <a:lnTo>
                        <a:pt x="530847" y="847090"/>
                      </a:lnTo>
                      <a:lnTo>
                        <a:pt x="525916" y="992346"/>
                      </a:lnTo>
                      <a:lnTo>
                        <a:pt x="0" y="102621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Rectangle 40">
                  <a:extLst>
                    <a:ext uri="{FF2B5EF4-FFF2-40B4-BE49-F238E27FC236}">
                      <a16:creationId xmlns:a16="http://schemas.microsoft.com/office/drawing/2014/main" id="{C2472DB1-58BD-12F3-F68E-5FA53A726AA7}"/>
                    </a:ext>
                  </a:extLst>
                </p:cNvPr>
                <p:cNvSpPr/>
                <p:nvPr/>
              </p:nvSpPr>
              <p:spPr>
                <a:xfrm>
                  <a:off x="6904124" y="4175173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5314 h 843121"/>
                    <a:gd name="connsiteX1" fmla="*/ 66844 w 549897"/>
                    <a:gd name="connsiteY1" fmla="*/ 0 h 843121"/>
                    <a:gd name="connsiteX2" fmla="*/ 549897 w 549897"/>
                    <a:gd name="connsiteY2" fmla="*/ 843121 h 843121"/>
                    <a:gd name="connsiteX3" fmla="*/ 435428 w 549897"/>
                    <a:gd name="connsiteY3" fmla="*/ 843121 h 843121"/>
                    <a:gd name="connsiteX4" fmla="*/ 0 w 549897"/>
                    <a:gd name="connsiteY4" fmla="*/ 65314 h 843121"/>
                    <a:gd name="connsiteX0" fmla="*/ 0 w 505447"/>
                    <a:gd name="connsiteY0" fmla="*/ 103414 h 843121"/>
                    <a:gd name="connsiteX1" fmla="*/ 22394 w 505447"/>
                    <a:gd name="connsiteY1" fmla="*/ 0 h 843121"/>
                    <a:gd name="connsiteX2" fmla="*/ 505447 w 505447"/>
                    <a:gd name="connsiteY2" fmla="*/ 843121 h 843121"/>
                    <a:gd name="connsiteX3" fmla="*/ 390978 w 505447"/>
                    <a:gd name="connsiteY3" fmla="*/ 843121 h 843121"/>
                    <a:gd name="connsiteX4" fmla="*/ 0 w 505447"/>
                    <a:gd name="connsiteY4" fmla="*/ 103414 h 843121"/>
                    <a:gd name="connsiteX0" fmla="*/ 0 w 499097"/>
                    <a:gd name="connsiteY0" fmla="*/ 106589 h 843121"/>
                    <a:gd name="connsiteX1" fmla="*/ 16044 w 499097"/>
                    <a:gd name="connsiteY1" fmla="*/ 0 h 843121"/>
                    <a:gd name="connsiteX2" fmla="*/ 499097 w 499097"/>
                    <a:gd name="connsiteY2" fmla="*/ 843121 h 843121"/>
                    <a:gd name="connsiteX3" fmla="*/ 384628 w 499097"/>
                    <a:gd name="connsiteY3" fmla="*/ 843121 h 843121"/>
                    <a:gd name="connsiteX4" fmla="*/ 0 w 499097"/>
                    <a:gd name="connsiteY4" fmla="*/ 106589 h 843121"/>
                    <a:gd name="connsiteX0" fmla="*/ 0 w 530847"/>
                    <a:gd name="connsiteY0" fmla="*/ 106589 h 843121"/>
                    <a:gd name="connsiteX1" fmla="*/ 16044 w 530847"/>
                    <a:gd name="connsiteY1" fmla="*/ 0 h 843121"/>
                    <a:gd name="connsiteX2" fmla="*/ 530847 w 530847"/>
                    <a:gd name="connsiteY2" fmla="*/ 843121 h 843121"/>
                    <a:gd name="connsiteX3" fmla="*/ 384628 w 530847"/>
                    <a:gd name="connsiteY3" fmla="*/ 843121 h 843121"/>
                    <a:gd name="connsiteX4" fmla="*/ 0 w 530847"/>
                    <a:gd name="connsiteY4" fmla="*/ 106589 h 843121"/>
                    <a:gd name="connsiteX0" fmla="*/ 0 w 530847"/>
                    <a:gd name="connsiteY0" fmla="*/ 106589 h 992346"/>
                    <a:gd name="connsiteX1" fmla="*/ 16044 w 530847"/>
                    <a:gd name="connsiteY1" fmla="*/ 0 h 992346"/>
                    <a:gd name="connsiteX2" fmla="*/ 530847 w 530847"/>
                    <a:gd name="connsiteY2" fmla="*/ 843121 h 992346"/>
                    <a:gd name="connsiteX3" fmla="*/ 530678 w 530847"/>
                    <a:gd name="connsiteY3" fmla="*/ 992346 h 992346"/>
                    <a:gd name="connsiteX4" fmla="*/ 0 w 530847"/>
                    <a:gd name="connsiteY4" fmla="*/ 106589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6589"/>
                      </a:moveTo>
                      <a:lnTo>
                        <a:pt x="16044" y="0"/>
                      </a:lnTo>
                      <a:lnTo>
                        <a:pt x="530847" y="843121"/>
                      </a:lnTo>
                      <a:cubicBezTo>
                        <a:pt x="530791" y="892863"/>
                        <a:pt x="530734" y="942604"/>
                        <a:pt x="530678" y="992346"/>
                      </a:cubicBezTo>
                      <a:lnTo>
                        <a:pt x="0" y="106589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BD265569-A63F-6D38-6F61-BFFFCDF816EB}"/>
                    </a:ext>
                  </a:extLst>
                </p:cNvPr>
                <p:cNvSpPr/>
                <p:nvPr/>
              </p:nvSpPr>
              <p:spPr>
                <a:xfrm>
                  <a:off x="3685243" y="5010210"/>
                  <a:ext cx="3758176" cy="16037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63500" dist="50800" dir="16200000">
                    <a:srgbClr val="E5BE97">
                      <a:alpha val="50000"/>
                    </a:srgb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 41">
                  <a:extLst>
                    <a:ext uri="{FF2B5EF4-FFF2-40B4-BE49-F238E27FC236}">
                      <a16:creationId xmlns:a16="http://schemas.microsoft.com/office/drawing/2014/main" id="{6F7DA882-6671-0716-DA62-5FB3029313DB}"/>
                    </a:ext>
                  </a:extLst>
                </p:cNvPr>
                <p:cNvSpPr/>
                <p:nvPr/>
              </p:nvSpPr>
              <p:spPr>
                <a:xfrm>
                  <a:off x="3689961" y="4154915"/>
                  <a:ext cx="3736238" cy="85619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6238" h="856197">
                      <a:moveTo>
                        <a:pt x="482600" y="0"/>
                      </a:moveTo>
                      <a:lnTo>
                        <a:pt x="3221888" y="0"/>
                      </a:lnTo>
                      <a:lnTo>
                        <a:pt x="3736238" y="851117"/>
                      </a:lnTo>
                      <a:lnTo>
                        <a:pt x="0" y="856197"/>
                      </a:lnTo>
                      <a:lnTo>
                        <a:pt x="4826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pic>
        <p:nvPicPr>
          <p:cNvPr id="3" name="emojimouth">
            <a:hlinkClick r:id="" action="ppaction://media"/>
            <a:extLst>
              <a:ext uri="{FF2B5EF4-FFF2-40B4-BE49-F238E27FC236}">
                <a16:creationId xmlns:a16="http://schemas.microsoft.com/office/drawing/2014/main" id="{819D49AE-B394-E7F6-4803-69D18C1AF2D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>
            <a:off x="2724556" y="6044259"/>
            <a:ext cx="299110" cy="218820"/>
          </a:xfrm>
          <a:prstGeom prst="rect">
            <a:avLst/>
          </a:prstGeom>
        </p:spPr>
      </p:pic>
      <p:pic>
        <p:nvPicPr>
          <p:cNvPr id="17" name="ttsMP3.com_VoiceText_2024-12-23_23-14-5">
            <a:hlinkClick r:id="" action="ppaction://media"/>
            <a:extLst>
              <a:ext uri="{FF2B5EF4-FFF2-40B4-BE49-F238E27FC236}">
                <a16:creationId xmlns:a16="http://schemas.microsoft.com/office/drawing/2014/main" id="{13EB482C-2E88-B41A-9CD7-B997FBF0CE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4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32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14783" y="-108486"/>
            <a:ext cx="6858000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DA2BC0-1BD3-FBC2-3116-2B14677C2CDB}"/>
              </a:ext>
            </a:extLst>
          </p:cNvPr>
          <p:cNvGrpSpPr/>
          <p:nvPr/>
        </p:nvGrpSpPr>
        <p:grpSpPr>
          <a:xfrm>
            <a:off x="3001191" y="0"/>
            <a:ext cx="855617" cy="1327697"/>
            <a:chOff x="3001191" y="0"/>
            <a:chExt cx="855617" cy="132769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AF5C23-7D3E-AF2E-2110-8D4218F8F672}"/>
                </a:ext>
              </a:extLst>
            </p:cNvPr>
            <p:cNvGrpSpPr/>
            <p:nvPr/>
          </p:nvGrpSpPr>
          <p:grpSpPr>
            <a:xfrm>
              <a:off x="3103200" y="0"/>
              <a:ext cx="681166" cy="836023"/>
              <a:chOff x="3103200" y="0"/>
              <a:chExt cx="681166" cy="836023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45B2505-7EA2-287C-857D-C56F317C5820}"/>
                  </a:ext>
                </a:extLst>
              </p:cNvPr>
              <p:cNvSpPr/>
              <p:nvPr/>
            </p:nvSpPr>
            <p:spPr>
              <a:xfrm>
                <a:off x="3103200" y="0"/>
                <a:ext cx="681166" cy="7496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D9401F4-9735-983B-70FC-AF917249D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9000" y="37480"/>
                <a:ext cx="1824" cy="79854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1A28BEA-56A2-9332-1BFE-223AB5D627A9}"/>
                </a:ext>
              </a:extLst>
            </p:cNvPr>
            <p:cNvSpPr/>
            <p:nvPr/>
          </p:nvSpPr>
          <p:spPr>
            <a:xfrm>
              <a:off x="3001191" y="472080"/>
              <a:ext cx="855617" cy="8556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0A1F-8F2C-B3AD-8C17-0D91AAA874FF}"/>
              </a:ext>
            </a:extLst>
          </p:cNvPr>
          <p:cNvGrpSpPr/>
          <p:nvPr/>
        </p:nvGrpSpPr>
        <p:grpSpPr>
          <a:xfrm>
            <a:off x="99804" y="5445868"/>
            <a:ext cx="6658392" cy="3717037"/>
            <a:chOff x="3685243" y="4582551"/>
            <a:chExt cx="3758176" cy="2097996"/>
          </a:xfrm>
          <a:solidFill>
            <a:srgbClr val="E5BE97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0F8D60-404A-7EE8-3DBE-9DF95ADC4CEE}"/>
                </a:ext>
              </a:extLst>
            </p:cNvPr>
            <p:cNvSpPr/>
            <p:nvPr/>
          </p:nvSpPr>
          <p:spPr>
            <a:xfrm>
              <a:off x="3823318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AA548E-B507-938D-DD43-E15B29ACB3E0}"/>
                </a:ext>
              </a:extLst>
            </p:cNvPr>
            <p:cNvSpPr/>
            <p:nvPr/>
          </p:nvSpPr>
          <p:spPr>
            <a:xfrm>
              <a:off x="7209196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D69ABE-F03A-BEC8-7903-B6620CD83D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DC288A-384A-20D0-23EF-7B6733C8B740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70080D-BA42-FC27-521A-AE2631466B70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58D5AC9A-17AE-4DCC-6948-4793A146BCD3}"/>
                </a:ext>
              </a:extLst>
            </p:cNvPr>
            <p:cNvSpPr/>
            <p:nvPr/>
          </p:nvSpPr>
          <p:spPr>
            <a:xfrm>
              <a:off x="3689961" y="4582551"/>
              <a:ext cx="3736238" cy="428561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634778 w 3736238"/>
                <a:gd name="connsiteY1" fmla="*/ 309667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69710 w 3736238"/>
                <a:gd name="connsiteY0" fmla="*/ 14747 h 546530"/>
                <a:gd name="connsiteX1" fmla="*/ 3634778 w 3736238"/>
                <a:gd name="connsiteY1" fmla="*/ 0 h 546530"/>
                <a:gd name="connsiteX2" fmla="*/ 3736238 w 3736238"/>
                <a:gd name="connsiteY2" fmla="*/ 541450 h 546530"/>
                <a:gd name="connsiteX3" fmla="*/ 0 w 3736238"/>
                <a:gd name="connsiteY3" fmla="*/ 546530 h 546530"/>
                <a:gd name="connsiteX4" fmla="*/ 69710 w 3736238"/>
                <a:gd name="connsiteY4" fmla="*/ 14747 h 546530"/>
                <a:gd name="connsiteX0" fmla="*/ 69710 w 3736238"/>
                <a:gd name="connsiteY0" fmla="*/ 0 h 531783"/>
                <a:gd name="connsiteX1" fmla="*/ 3634778 w 3736238"/>
                <a:gd name="connsiteY1" fmla="*/ 58984 h 531783"/>
                <a:gd name="connsiteX2" fmla="*/ 3736238 w 3736238"/>
                <a:gd name="connsiteY2" fmla="*/ 526703 h 531783"/>
                <a:gd name="connsiteX3" fmla="*/ 0 w 3736238"/>
                <a:gd name="connsiteY3" fmla="*/ 531783 h 531783"/>
                <a:gd name="connsiteX4" fmla="*/ 69710 w 3736238"/>
                <a:gd name="connsiteY4" fmla="*/ 0 h 531783"/>
                <a:gd name="connsiteX0" fmla="*/ 69710 w 3736238"/>
                <a:gd name="connsiteY0" fmla="*/ 44238 h 472799"/>
                <a:gd name="connsiteX1" fmla="*/ 3634778 w 3736238"/>
                <a:gd name="connsiteY1" fmla="*/ 0 h 472799"/>
                <a:gd name="connsiteX2" fmla="*/ 3736238 w 3736238"/>
                <a:gd name="connsiteY2" fmla="*/ 467719 h 472799"/>
                <a:gd name="connsiteX3" fmla="*/ 0 w 3736238"/>
                <a:gd name="connsiteY3" fmla="*/ 472799 h 472799"/>
                <a:gd name="connsiteX4" fmla="*/ 69710 w 3736238"/>
                <a:gd name="connsiteY4" fmla="*/ 44238 h 472799"/>
                <a:gd name="connsiteX0" fmla="*/ 69710 w 3736238"/>
                <a:gd name="connsiteY0" fmla="*/ 0 h 428561"/>
                <a:gd name="connsiteX1" fmla="*/ 3634778 w 3736238"/>
                <a:gd name="connsiteY1" fmla="*/ 0 h 428561"/>
                <a:gd name="connsiteX2" fmla="*/ 3736238 w 3736238"/>
                <a:gd name="connsiteY2" fmla="*/ 423481 h 428561"/>
                <a:gd name="connsiteX3" fmla="*/ 0 w 3736238"/>
                <a:gd name="connsiteY3" fmla="*/ 428561 h 428561"/>
                <a:gd name="connsiteX4" fmla="*/ 69710 w 3736238"/>
                <a:gd name="connsiteY4" fmla="*/ 0 h 4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428561">
                  <a:moveTo>
                    <a:pt x="69710" y="0"/>
                  </a:moveTo>
                  <a:lnTo>
                    <a:pt x="3634778" y="0"/>
                  </a:lnTo>
                  <a:lnTo>
                    <a:pt x="3736238" y="423481"/>
                  </a:lnTo>
                  <a:lnTo>
                    <a:pt x="0" y="428561"/>
                  </a:lnTo>
                  <a:lnTo>
                    <a:pt x="6971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7266742-9E5A-DDAC-04B7-77E12478916C}"/>
              </a:ext>
            </a:extLst>
          </p:cNvPr>
          <p:cNvGrpSpPr/>
          <p:nvPr/>
        </p:nvGrpSpPr>
        <p:grpSpPr>
          <a:xfrm>
            <a:off x="952840" y="3635647"/>
            <a:ext cx="4843014" cy="2352798"/>
            <a:chOff x="1478648" y="3998541"/>
            <a:chExt cx="4843014" cy="235279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7F2870-B162-EA65-0E9E-365030851BD6}"/>
                </a:ext>
              </a:extLst>
            </p:cNvPr>
            <p:cNvGrpSpPr/>
            <p:nvPr/>
          </p:nvGrpSpPr>
          <p:grpSpPr>
            <a:xfrm>
              <a:off x="1478648" y="3998541"/>
              <a:ext cx="4843014" cy="2352798"/>
              <a:chOff x="1471557" y="4090702"/>
              <a:chExt cx="4843014" cy="2352798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567B7E3-2866-A329-B626-1156A756BF4B}"/>
                  </a:ext>
                </a:extLst>
              </p:cNvPr>
              <p:cNvGrpSpPr/>
              <p:nvPr/>
            </p:nvGrpSpPr>
            <p:grpSpPr>
              <a:xfrm>
                <a:off x="1471557" y="4090702"/>
                <a:ext cx="4756134" cy="2352798"/>
                <a:chOff x="1001991" y="4809805"/>
                <a:chExt cx="5770988" cy="2854832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12FD1EC-A244-DB59-4A61-F6CD009CB09E}"/>
                    </a:ext>
                  </a:extLst>
                </p:cNvPr>
                <p:cNvGrpSpPr/>
                <p:nvPr/>
              </p:nvGrpSpPr>
              <p:grpSpPr>
                <a:xfrm>
                  <a:off x="1001991" y="4809805"/>
                  <a:ext cx="5770988" cy="2854832"/>
                  <a:chOff x="1001991" y="4809805"/>
                  <a:chExt cx="5770988" cy="2854832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43BC62BB-1934-C3CD-5042-5F96651D0982}"/>
                      </a:ext>
                    </a:extLst>
                  </p:cNvPr>
                  <p:cNvGrpSpPr/>
                  <p:nvPr/>
                </p:nvGrpSpPr>
                <p:grpSpPr>
                  <a:xfrm>
                    <a:off x="1001991" y="4809805"/>
                    <a:ext cx="5770988" cy="2854832"/>
                    <a:chOff x="1001991" y="4809805"/>
                    <a:chExt cx="5770988" cy="2854832"/>
                  </a:xfrm>
                </p:grpSpPr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9663F653-1DCC-02CC-03E9-9FFD594158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1991" y="4809805"/>
                      <a:ext cx="5770988" cy="2854832"/>
                      <a:chOff x="1001991" y="4809805"/>
                      <a:chExt cx="5770988" cy="2854832"/>
                    </a:xfrm>
                  </p:grpSpPr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26C187D0-ED56-38BD-5F76-1267CD78F7C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1991" y="4809805"/>
                        <a:ext cx="5770988" cy="2854832"/>
                        <a:chOff x="1001991" y="4809805"/>
                        <a:chExt cx="5770988" cy="2854832"/>
                      </a:xfrm>
                    </p:grpSpPr>
                    <p:grpSp>
                      <p:nvGrpSpPr>
                        <p:cNvPr id="48" name="Group 47">
                          <a:extLst>
                            <a:ext uri="{FF2B5EF4-FFF2-40B4-BE49-F238E27FC236}">
                              <a16:creationId xmlns:a16="http://schemas.microsoft.com/office/drawing/2014/main" id="{602A28A4-CB8D-A1C7-DA0A-4AF9989F262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01991" y="4809805"/>
                          <a:ext cx="5770988" cy="2854832"/>
                          <a:chOff x="1001991" y="4809805"/>
                          <a:chExt cx="5770988" cy="2854832"/>
                        </a:xfrm>
                      </p:grpSpPr>
                      <p:grpSp>
                        <p:nvGrpSpPr>
                          <p:cNvPr id="50" name="Group 49">
                            <a:extLst>
                              <a:ext uri="{FF2B5EF4-FFF2-40B4-BE49-F238E27FC236}">
                                <a16:creationId xmlns:a16="http://schemas.microsoft.com/office/drawing/2014/main" id="{A85A833D-9DD2-2E27-E4F1-2D101395256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01991" y="4809805"/>
                            <a:ext cx="5770988" cy="2854832"/>
                            <a:chOff x="1001991" y="4809805"/>
                            <a:chExt cx="5770988" cy="2854832"/>
                          </a:xfrm>
                        </p:grpSpPr>
                        <p:grpSp>
                          <p:nvGrpSpPr>
                            <p:cNvPr id="52" name="Group 51">
                              <a:extLst>
                                <a:ext uri="{FF2B5EF4-FFF2-40B4-BE49-F238E27FC236}">
                                  <a16:creationId xmlns:a16="http://schemas.microsoft.com/office/drawing/2014/main" id="{94E67888-81E0-1FC5-9D46-7AC7E1BEFDB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01991" y="4809805"/>
                              <a:ext cx="5770988" cy="2854832"/>
                              <a:chOff x="1001991" y="4809805"/>
                              <a:chExt cx="5770988" cy="2854832"/>
                            </a:xfrm>
                          </p:grpSpPr>
                          <p:grpSp>
                            <p:nvGrpSpPr>
                              <p:cNvPr id="57" name="Group 56">
                                <a:extLst>
                                  <a:ext uri="{FF2B5EF4-FFF2-40B4-BE49-F238E27FC236}">
                                    <a16:creationId xmlns:a16="http://schemas.microsoft.com/office/drawing/2014/main" id="{A4A464A3-9CA2-9ADB-F8B3-A351F425918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001991" y="4809805"/>
                                <a:ext cx="5770988" cy="2854832"/>
                                <a:chOff x="1001991" y="4809805"/>
                                <a:chExt cx="5770988" cy="2854832"/>
                              </a:xfrm>
                            </p:grpSpPr>
                            <p:grpSp>
                              <p:nvGrpSpPr>
                                <p:cNvPr id="59" name="Group 58">
                                  <a:extLst>
                                    <a:ext uri="{FF2B5EF4-FFF2-40B4-BE49-F238E27FC236}">
                                      <a16:creationId xmlns:a16="http://schemas.microsoft.com/office/drawing/2014/main" id="{B45AD9F4-C291-956A-79C7-470BEA091E3F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01991" y="4809805"/>
                                  <a:ext cx="5770988" cy="2854832"/>
                                  <a:chOff x="1001991" y="4809805"/>
                                  <a:chExt cx="5770988" cy="2854832"/>
                                </a:xfrm>
                              </p:grpSpPr>
                              <p:sp>
                                <p:nvSpPr>
                                  <p:cNvPr id="61" name="Rectangle: Rounded Corners 60">
                                    <a:extLst>
                                      <a:ext uri="{FF2B5EF4-FFF2-40B4-BE49-F238E27FC236}">
                                        <a16:creationId xmlns:a16="http://schemas.microsoft.com/office/drawing/2014/main" id="{8AF352DF-3C11-6C14-D553-3828DC9E20F4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04900" y="7513320"/>
                                    <a:ext cx="5247053" cy="63687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ysClr val="windowText" lastClr="000000"/>
                                  </a:solidFill>
                                  <a:ln w="12700" cap="flat" cmpd="sng" algn="ctr">
                                    <a:solidFill>
                                      <a:sysClr val="window" lastClr="FFFFFF">
                                        <a:lumMod val="95000"/>
                                      </a:sys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32" name="Rectangle: Rounded Corners 131">
                                    <a:extLst>
                                      <a:ext uri="{FF2B5EF4-FFF2-40B4-BE49-F238E27FC236}">
                                        <a16:creationId xmlns:a16="http://schemas.microsoft.com/office/drawing/2014/main" id="{A37961A5-90B5-DA75-0CC6-445F5D09940B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211602" y="7582982"/>
                                    <a:ext cx="5068513" cy="81655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ysClr val="windowText" lastClr="000000"/>
                                  </a:solidFill>
                                  <a:ln w="12700" cap="flat" cmpd="sng" algn="ctr">
                                    <a:solidFill>
                                      <a:sysClr val="window" lastClr="FFFFFF">
                                        <a:lumMod val="95000"/>
                                      </a:sys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46" name="Rectangle: Rounded Corners 145">
                                    <a:extLst>
                                      <a:ext uri="{FF2B5EF4-FFF2-40B4-BE49-F238E27FC236}">
                                        <a16:creationId xmlns:a16="http://schemas.microsoft.com/office/drawing/2014/main" id="{2C8E57AB-A196-1B62-2096-C5C00F8BF6FC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01991" y="4809805"/>
                                    <a:ext cx="5770988" cy="2700799"/>
                                  </a:xfrm>
                                  <a:prstGeom prst="roundRect">
                                    <a:avLst>
                                      <a:gd name="adj" fmla="val 1554"/>
                                    </a:avLst>
                                  </a:prstGeom>
                                  <a:solidFill>
                                    <a:sysClr val="window" lastClr="FFFFFF">
                                      <a:lumMod val="95000"/>
                                    </a:sysClr>
                                  </a:solidFill>
                                  <a:ln w="12700" cap="flat" cmpd="sng" algn="ctr">
                                    <a:solidFill>
                                      <a:srgbClr val="4472C4">
                                        <a:shade val="15000"/>
                                      </a:srgb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60" name="Rectangle 59">
                                  <a:extLst>
                                    <a:ext uri="{FF2B5EF4-FFF2-40B4-BE49-F238E27FC236}">
                                      <a16:creationId xmlns:a16="http://schemas.microsoft.com/office/drawing/2014/main" id="{C3DAF532-CB52-3FD0-F9F1-162881C7E53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043940" y="4989799"/>
                                  <a:ext cx="4434840" cy="2346094"/>
                                </a:xfrm>
                                <a:prstGeom prst="rect">
                                  <a:avLst/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tlCol="0" anchor="ctr"/>
                                <a:lstStyle/>
                                <a:p>
                                  <a:pPr marL="0" marR="0" lvl="0" indent="0" algn="ctr" defTabSz="914400" eaLnBrk="1" fontAlgn="auto" latinLnBrk="0" hangingPunct="1">
                                    <a:lnSpc>
                                      <a:spcPct val="100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  <a:tabLst/>
                                    <a:defRPr/>
                                  </a:pPr>
                                  <a:endParaRPr kumimoji="0" lang="en-US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58" name="Rectangle 57">
                                <a:extLst>
                                  <a:ext uri="{FF2B5EF4-FFF2-40B4-BE49-F238E27FC236}">
                                    <a16:creationId xmlns:a16="http://schemas.microsoft.com/office/drawing/2014/main" id="{AC91E1FE-2277-FD1A-1343-815B0460A57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99637" y="4862143"/>
                                <a:ext cx="823221" cy="2595263"/>
                              </a:xfrm>
                              <a:prstGeom prst="rect">
                                <a:avLst/>
                              </a:prstGeom>
                              <a:noFill/>
                              <a:ln w="12700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8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55" name="Rectangle 54">
                              <a:extLst>
                                <a:ext uri="{FF2B5EF4-FFF2-40B4-BE49-F238E27FC236}">
                                  <a16:creationId xmlns:a16="http://schemas.microsoft.com/office/drawing/2014/main" id="{603F47A7-C86C-39F6-942D-4BDCE856FCF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5395961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</a:endParaRPr>
                            </a:p>
                          </p:txBody>
                        </p:sp>
                        <p:sp>
                          <p:nvSpPr>
                            <p:cNvPr id="56" name="Rectangle 55">
                              <a:extLst>
                                <a:ext uri="{FF2B5EF4-FFF2-40B4-BE49-F238E27FC236}">
                                  <a16:creationId xmlns:a16="http://schemas.microsoft.com/office/drawing/2014/main" id="{9622F0AD-07C9-7A0B-F674-AF01931A43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6619676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1" name="Rectangle: Rounded Corners 50">
                            <a:extLst>
                              <a:ext uri="{FF2B5EF4-FFF2-40B4-BE49-F238E27FC236}">
                                <a16:creationId xmlns:a16="http://schemas.microsoft.com/office/drawing/2014/main" id="{8A09A107-4C6B-6D1F-4FFF-2AFC706AE0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29592" y="4945537"/>
                            <a:ext cx="781941" cy="2019300"/>
                          </a:xfrm>
                          <a:prstGeom prst="roundRect">
                            <a:avLst>
                              <a:gd name="adj" fmla="val 8871"/>
                            </a:avLst>
                          </a:prstGeom>
                          <a:noFill/>
                          <a:ln w="12700" cap="flat" cmpd="sng" algn="ctr">
                            <a:solidFill>
                              <a:sysClr val="windowText" lastClr="000000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</a:endParaRPr>
                          </a:p>
                        </p:txBody>
                      </p:sp>
                    </p:grpSp>
                    <p:sp>
                      <p:nvSpPr>
                        <p:cNvPr id="49" name="Rectangle: Rounded Corners 48">
                          <a:extLst>
                            <a:ext uri="{FF2B5EF4-FFF2-40B4-BE49-F238E27FC236}">
                              <a16:creationId xmlns:a16="http://schemas.microsoft.com/office/drawing/2014/main" id="{04DAFDC0-DA78-47CE-0708-D1634A680B1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4645" y="6978182"/>
                          <a:ext cx="786203" cy="364443"/>
                        </a:xfrm>
                        <a:prstGeom prst="roundRect">
                          <a:avLst/>
                        </a:prstGeom>
                        <a:noFill/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</a:endParaRPr>
                        </a:p>
                      </p:txBody>
                    </p:sp>
                  </p:grpSp>
                  <p:sp>
                    <p:nvSpPr>
                      <p:cNvPr id="47" name="Oval 46">
                        <a:extLst>
                          <a:ext uri="{FF2B5EF4-FFF2-40B4-BE49-F238E27FC236}">
                            <a16:creationId xmlns:a16="http://schemas.microsoft.com/office/drawing/2014/main" id="{7941F956-DF48-6C43-DD68-77B2C1AF5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0826" y="7038227"/>
                        <a:ext cx="256252" cy="256252"/>
                      </a:xfrm>
                      <a:prstGeom prst="ellipse">
                        <a:avLst/>
                      </a:prstGeom>
                      <a:solidFill>
                        <a:sysClr val="windowText" lastClr="000000"/>
                      </a:solidFill>
                      <a:ln w="12700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33" name="Rectangle 43">
                      <a:extLst>
                        <a:ext uri="{FF2B5EF4-FFF2-40B4-BE49-F238E27FC236}">
                          <a16:creationId xmlns:a16="http://schemas.microsoft.com/office/drawing/2014/main" id="{668138BC-1073-D385-4339-8C9FF4A8E26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046094" y="4973895"/>
                      <a:ext cx="4790554" cy="2394207"/>
                    </a:xfrm>
                    <a:custGeom>
                      <a:avLst/>
                      <a:gdLst>
                        <a:gd name="connsiteX0" fmla="*/ 0 w 442063"/>
                        <a:gd name="connsiteY0" fmla="*/ 0 h 2850251"/>
                        <a:gd name="connsiteX1" fmla="*/ 442063 w 442063"/>
                        <a:gd name="connsiteY1" fmla="*/ 0 h 2850251"/>
                        <a:gd name="connsiteX2" fmla="*/ 442063 w 442063"/>
                        <a:gd name="connsiteY2" fmla="*/ 2850251 h 2850251"/>
                        <a:gd name="connsiteX3" fmla="*/ 0 w 442063"/>
                        <a:gd name="connsiteY3" fmla="*/ 2850251 h 2850251"/>
                        <a:gd name="connsiteX4" fmla="*/ 0 w 44206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442063 w 929743"/>
                        <a:gd name="connsiteY2" fmla="*/ 285025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906883 w 929743"/>
                        <a:gd name="connsiteY2" fmla="*/ 251497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06883"/>
                        <a:gd name="connsiteY0" fmla="*/ 0 h 2850251"/>
                        <a:gd name="connsiteX1" fmla="*/ 868783 w 906883"/>
                        <a:gd name="connsiteY1" fmla="*/ 297180 h 2850251"/>
                        <a:gd name="connsiteX2" fmla="*/ 906883 w 906883"/>
                        <a:gd name="connsiteY2" fmla="*/ 2514971 h 2850251"/>
                        <a:gd name="connsiteX3" fmla="*/ 0 w 906883"/>
                        <a:gd name="connsiteY3" fmla="*/ 2850251 h 2850251"/>
                        <a:gd name="connsiteX4" fmla="*/ 0 w 906883"/>
                        <a:gd name="connsiteY4" fmla="*/ 0 h 2850251"/>
                        <a:gd name="connsiteX0" fmla="*/ 3175 w 906883"/>
                        <a:gd name="connsiteY0" fmla="*/ 0 h 2837551"/>
                        <a:gd name="connsiteX1" fmla="*/ 868783 w 906883"/>
                        <a:gd name="connsiteY1" fmla="*/ 2844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37551"/>
                        <a:gd name="connsiteX1" fmla="*/ 865608 w 906883"/>
                        <a:gd name="connsiteY1" fmla="*/ 2590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56601"/>
                        <a:gd name="connsiteX1" fmla="*/ 865608 w 906883"/>
                        <a:gd name="connsiteY1" fmla="*/ 259080 h 2856601"/>
                        <a:gd name="connsiteX2" fmla="*/ 906883 w 906883"/>
                        <a:gd name="connsiteY2" fmla="*/ 2502271 h 2856601"/>
                        <a:gd name="connsiteX3" fmla="*/ 0 w 906883"/>
                        <a:gd name="connsiteY3" fmla="*/ 2856601 h 2856601"/>
                        <a:gd name="connsiteX4" fmla="*/ 3175 w 906883"/>
                        <a:gd name="connsiteY4" fmla="*/ 0 h 2856601"/>
                        <a:gd name="connsiteX0" fmla="*/ 3175 w 939220"/>
                        <a:gd name="connsiteY0" fmla="*/ 0 h 2856601"/>
                        <a:gd name="connsiteX1" fmla="*/ 939220 w 939220"/>
                        <a:gd name="connsiteY1" fmla="*/ 243670 h 2856601"/>
                        <a:gd name="connsiteX2" fmla="*/ 906883 w 939220"/>
                        <a:gd name="connsiteY2" fmla="*/ 2502271 h 2856601"/>
                        <a:gd name="connsiteX3" fmla="*/ 0 w 939220"/>
                        <a:gd name="connsiteY3" fmla="*/ 2856601 h 2856601"/>
                        <a:gd name="connsiteX4" fmla="*/ 3175 w 939220"/>
                        <a:gd name="connsiteY4" fmla="*/ 0 h 2856601"/>
                        <a:gd name="connsiteX0" fmla="*/ 3175 w 943689"/>
                        <a:gd name="connsiteY0" fmla="*/ 0 h 2856601"/>
                        <a:gd name="connsiteX1" fmla="*/ 939220 w 943689"/>
                        <a:gd name="connsiteY1" fmla="*/ 243670 h 2856601"/>
                        <a:gd name="connsiteX2" fmla="*/ 943689 w 943689"/>
                        <a:gd name="connsiteY2" fmla="*/ 2579320 h 2856601"/>
                        <a:gd name="connsiteX3" fmla="*/ 0 w 943689"/>
                        <a:gd name="connsiteY3" fmla="*/ 2856601 h 2856601"/>
                        <a:gd name="connsiteX4" fmla="*/ 3175 w 943689"/>
                        <a:gd name="connsiteY4" fmla="*/ 0 h 2856601"/>
                        <a:gd name="connsiteX0" fmla="*/ 3175 w 943689"/>
                        <a:gd name="connsiteY0" fmla="*/ 0 h 2702502"/>
                        <a:gd name="connsiteX1" fmla="*/ 939220 w 943689"/>
                        <a:gd name="connsiteY1" fmla="*/ 243670 h 2702502"/>
                        <a:gd name="connsiteX2" fmla="*/ 943689 w 943689"/>
                        <a:gd name="connsiteY2" fmla="*/ 2579320 h 2702502"/>
                        <a:gd name="connsiteX3" fmla="*/ 0 w 943689"/>
                        <a:gd name="connsiteY3" fmla="*/ 2702502 h 2702502"/>
                        <a:gd name="connsiteX4" fmla="*/ 3175 w 943689"/>
                        <a:gd name="connsiteY4" fmla="*/ 0 h 2702502"/>
                        <a:gd name="connsiteX0" fmla="*/ 3175 w 943689"/>
                        <a:gd name="connsiteY0" fmla="*/ 0 h 2579320"/>
                        <a:gd name="connsiteX1" fmla="*/ 939220 w 943689"/>
                        <a:gd name="connsiteY1" fmla="*/ 243670 h 2579320"/>
                        <a:gd name="connsiteX2" fmla="*/ 943689 w 943689"/>
                        <a:gd name="connsiteY2" fmla="*/ 2579320 h 2579320"/>
                        <a:gd name="connsiteX3" fmla="*/ 0 w 943689"/>
                        <a:gd name="connsiteY3" fmla="*/ 2579223 h 2579320"/>
                        <a:gd name="connsiteX4" fmla="*/ 3175 w 943689"/>
                        <a:gd name="connsiteY4" fmla="*/ 0 h 2579320"/>
                        <a:gd name="connsiteX0" fmla="*/ 6 w 940520"/>
                        <a:gd name="connsiteY0" fmla="*/ 0 h 2594633"/>
                        <a:gd name="connsiteX1" fmla="*/ 936051 w 940520"/>
                        <a:gd name="connsiteY1" fmla="*/ 243670 h 2594633"/>
                        <a:gd name="connsiteX2" fmla="*/ 940520 w 940520"/>
                        <a:gd name="connsiteY2" fmla="*/ 2579320 h 2594633"/>
                        <a:gd name="connsiteX3" fmla="*/ 159391 w 940520"/>
                        <a:gd name="connsiteY3" fmla="*/ 2594633 h 2594633"/>
                        <a:gd name="connsiteX4" fmla="*/ 6 w 940520"/>
                        <a:gd name="connsiteY4" fmla="*/ 0 h 2594633"/>
                        <a:gd name="connsiteX0" fmla="*/ 6242 w 946756"/>
                        <a:gd name="connsiteY0" fmla="*/ 0 h 2594633"/>
                        <a:gd name="connsiteX1" fmla="*/ 942287 w 946756"/>
                        <a:gd name="connsiteY1" fmla="*/ 243670 h 2594633"/>
                        <a:gd name="connsiteX2" fmla="*/ 946756 w 946756"/>
                        <a:gd name="connsiteY2" fmla="*/ 2579320 h 2594633"/>
                        <a:gd name="connsiteX3" fmla="*/ 0 w 946756"/>
                        <a:gd name="connsiteY3" fmla="*/ 2594633 h 2594633"/>
                        <a:gd name="connsiteX4" fmla="*/ 6242 w 946756"/>
                        <a:gd name="connsiteY4" fmla="*/ 0 h 2594633"/>
                        <a:gd name="connsiteX0" fmla="*/ 6242 w 946756"/>
                        <a:gd name="connsiteY0" fmla="*/ 2888 h 2350963"/>
                        <a:gd name="connsiteX1" fmla="*/ 942287 w 946756"/>
                        <a:gd name="connsiteY1" fmla="*/ 0 h 2350963"/>
                        <a:gd name="connsiteX2" fmla="*/ 946756 w 946756"/>
                        <a:gd name="connsiteY2" fmla="*/ 2335650 h 2350963"/>
                        <a:gd name="connsiteX3" fmla="*/ 0 w 946756"/>
                        <a:gd name="connsiteY3" fmla="*/ 2350963 h 2350963"/>
                        <a:gd name="connsiteX4" fmla="*/ 6242 w 946756"/>
                        <a:gd name="connsiteY4" fmla="*/ 2888 h 2350963"/>
                        <a:gd name="connsiteX0" fmla="*/ 6242 w 946756"/>
                        <a:gd name="connsiteY0" fmla="*/ 0 h 2363485"/>
                        <a:gd name="connsiteX1" fmla="*/ 942287 w 946756"/>
                        <a:gd name="connsiteY1" fmla="*/ 12522 h 2363485"/>
                        <a:gd name="connsiteX2" fmla="*/ 946756 w 946756"/>
                        <a:gd name="connsiteY2" fmla="*/ 2348172 h 2363485"/>
                        <a:gd name="connsiteX3" fmla="*/ 0 w 946756"/>
                        <a:gd name="connsiteY3" fmla="*/ 2363485 h 2363485"/>
                        <a:gd name="connsiteX4" fmla="*/ 6242 w 946756"/>
                        <a:gd name="connsiteY4" fmla="*/ 0 h 2363485"/>
                        <a:gd name="connsiteX0" fmla="*/ 6242 w 942585"/>
                        <a:gd name="connsiteY0" fmla="*/ 0 h 2378992"/>
                        <a:gd name="connsiteX1" fmla="*/ 942287 w 942585"/>
                        <a:gd name="connsiteY1" fmla="*/ 12522 h 2378992"/>
                        <a:gd name="connsiteX2" fmla="*/ 940622 w 942585"/>
                        <a:gd name="connsiteY2" fmla="*/ 2378992 h 2378992"/>
                        <a:gd name="connsiteX3" fmla="*/ 0 w 942585"/>
                        <a:gd name="connsiteY3" fmla="*/ 2363485 h 2378992"/>
                        <a:gd name="connsiteX4" fmla="*/ 6242 w 942585"/>
                        <a:gd name="connsiteY4" fmla="*/ 0 h 2378992"/>
                        <a:gd name="connsiteX0" fmla="*/ 6242 w 947957"/>
                        <a:gd name="connsiteY0" fmla="*/ 0 h 2378992"/>
                        <a:gd name="connsiteX1" fmla="*/ 947808 w 947957"/>
                        <a:gd name="connsiteY1" fmla="*/ 12522 h 2378992"/>
                        <a:gd name="connsiteX2" fmla="*/ 940622 w 947957"/>
                        <a:gd name="connsiteY2" fmla="*/ 2378992 h 2378992"/>
                        <a:gd name="connsiteX3" fmla="*/ 0 w 947957"/>
                        <a:gd name="connsiteY3" fmla="*/ 2363485 h 2378992"/>
                        <a:gd name="connsiteX4" fmla="*/ 6242 w 947957"/>
                        <a:gd name="connsiteY4" fmla="*/ 0 h 2378992"/>
                        <a:gd name="connsiteX0" fmla="*/ 6242 w 949824"/>
                        <a:gd name="connsiteY0" fmla="*/ 0 h 2369746"/>
                        <a:gd name="connsiteX1" fmla="*/ 947808 w 949824"/>
                        <a:gd name="connsiteY1" fmla="*/ 12522 h 2369746"/>
                        <a:gd name="connsiteX2" fmla="*/ 949824 w 949824"/>
                        <a:gd name="connsiteY2" fmla="*/ 2369746 h 2369746"/>
                        <a:gd name="connsiteX3" fmla="*/ 0 w 949824"/>
                        <a:gd name="connsiteY3" fmla="*/ 2363485 h 2369746"/>
                        <a:gd name="connsiteX4" fmla="*/ 6242 w 949824"/>
                        <a:gd name="connsiteY4" fmla="*/ 0 h 2369746"/>
                        <a:gd name="connsiteX0" fmla="*/ 6242 w 949824"/>
                        <a:gd name="connsiteY0" fmla="*/ 0 h 2388238"/>
                        <a:gd name="connsiteX1" fmla="*/ 947808 w 949824"/>
                        <a:gd name="connsiteY1" fmla="*/ 31014 h 2388238"/>
                        <a:gd name="connsiteX2" fmla="*/ 949824 w 949824"/>
                        <a:gd name="connsiteY2" fmla="*/ 2388238 h 2388238"/>
                        <a:gd name="connsiteX3" fmla="*/ 0 w 949824"/>
                        <a:gd name="connsiteY3" fmla="*/ 2381977 h 2388238"/>
                        <a:gd name="connsiteX4" fmla="*/ 6242 w 949824"/>
                        <a:gd name="connsiteY4" fmla="*/ 0 h 2388238"/>
                        <a:gd name="connsiteX0" fmla="*/ 6242 w 951787"/>
                        <a:gd name="connsiteY0" fmla="*/ 5970 h 2394208"/>
                        <a:gd name="connsiteX1" fmla="*/ 951489 w 951787"/>
                        <a:gd name="connsiteY1" fmla="*/ 0 h 2394208"/>
                        <a:gd name="connsiteX2" fmla="*/ 949824 w 951787"/>
                        <a:gd name="connsiteY2" fmla="*/ 2394208 h 2394208"/>
                        <a:gd name="connsiteX3" fmla="*/ 0 w 951787"/>
                        <a:gd name="connsiteY3" fmla="*/ 2387947 h 2394208"/>
                        <a:gd name="connsiteX4" fmla="*/ 6242 w 951787"/>
                        <a:gd name="connsiteY4" fmla="*/ 5970 h 2394208"/>
                        <a:gd name="connsiteX0" fmla="*/ 6242 w 951787"/>
                        <a:gd name="connsiteY0" fmla="*/ 5970 h 2421946"/>
                        <a:gd name="connsiteX1" fmla="*/ 951489 w 951787"/>
                        <a:gd name="connsiteY1" fmla="*/ 0 h 2421946"/>
                        <a:gd name="connsiteX2" fmla="*/ 949824 w 951787"/>
                        <a:gd name="connsiteY2" fmla="*/ 2421946 h 2421946"/>
                        <a:gd name="connsiteX3" fmla="*/ 0 w 951787"/>
                        <a:gd name="connsiteY3" fmla="*/ 2387947 h 2421946"/>
                        <a:gd name="connsiteX4" fmla="*/ 6242 w 951787"/>
                        <a:gd name="connsiteY4" fmla="*/ 5970 h 2421946"/>
                        <a:gd name="connsiteX0" fmla="*/ 6242 w 953505"/>
                        <a:gd name="connsiteY0" fmla="*/ 5970 h 2394208"/>
                        <a:gd name="connsiteX1" fmla="*/ 951489 w 953505"/>
                        <a:gd name="connsiteY1" fmla="*/ 0 h 2394208"/>
                        <a:gd name="connsiteX2" fmla="*/ 953505 w 953505"/>
                        <a:gd name="connsiteY2" fmla="*/ 2394208 h 2394208"/>
                        <a:gd name="connsiteX3" fmla="*/ 0 w 953505"/>
                        <a:gd name="connsiteY3" fmla="*/ 2387947 h 2394208"/>
                        <a:gd name="connsiteX4" fmla="*/ 6242 w 953505"/>
                        <a:gd name="connsiteY4" fmla="*/ 5970 h 23942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53505" h="2394208">
                          <a:moveTo>
                            <a:pt x="6242" y="5970"/>
                          </a:moveTo>
                          <a:lnTo>
                            <a:pt x="951489" y="0"/>
                          </a:lnTo>
                          <a:cubicBezTo>
                            <a:pt x="952979" y="778550"/>
                            <a:pt x="952015" y="1615658"/>
                            <a:pt x="953505" y="2394208"/>
                          </a:cubicBezTo>
                          <a:lnTo>
                            <a:pt x="0" y="2387947"/>
                          </a:lnTo>
                          <a:cubicBezTo>
                            <a:pt x="1058" y="1442097"/>
                            <a:pt x="5184" y="951820"/>
                            <a:pt x="6242" y="5970"/>
                          </a:cubicBez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D6931AB6-F624-8083-FE17-EFEA5686C6DD}"/>
                      </a:ext>
                    </a:extLst>
                  </p:cNvPr>
                  <p:cNvSpPr/>
                  <p:nvPr/>
                </p:nvSpPr>
                <p:spPr>
                  <a:xfrm>
                    <a:off x="1513240" y="5344348"/>
                    <a:ext cx="3724790" cy="1519704"/>
                  </a:xfrm>
                  <a:prstGeom prst="rect">
                    <a:avLst/>
                  </a:prstGeom>
                  <a:solidFill>
                    <a:srgbClr val="FFC000">
                      <a:lumMod val="40000"/>
                      <a:lumOff val="60000"/>
                    </a:srgbClr>
                  </a:solidFill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C175DA19-42BE-BDEA-9705-151C7189AA84}"/>
                    </a:ext>
                  </a:extLst>
                </p:cNvPr>
                <p:cNvSpPr/>
                <p:nvPr/>
              </p:nvSpPr>
              <p:spPr>
                <a:xfrm>
                  <a:off x="2463798" y="6623938"/>
                  <a:ext cx="1849489" cy="8782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8A55DDEC-183C-C33D-439C-9567C13F8B06}"/>
                    </a:ext>
                  </a:extLst>
                </p:cNvPr>
                <p:cNvSpPr/>
                <p:nvPr/>
              </p:nvSpPr>
              <p:spPr>
                <a:xfrm>
                  <a:off x="2622894" y="6455157"/>
                  <a:ext cx="1544150" cy="220360"/>
                </a:xfrm>
                <a:custGeom>
                  <a:avLst/>
                  <a:gdLst>
                    <a:gd name="connsiteX0" fmla="*/ 0 w 1524248"/>
                    <a:gd name="connsiteY0" fmla="*/ 36192 h 72384"/>
                    <a:gd name="connsiteX1" fmla="*/ 762124 w 1524248"/>
                    <a:gd name="connsiteY1" fmla="*/ 0 h 72384"/>
                    <a:gd name="connsiteX2" fmla="*/ 1524248 w 1524248"/>
                    <a:gd name="connsiteY2" fmla="*/ 36192 h 72384"/>
                    <a:gd name="connsiteX3" fmla="*/ 762124 w 1524248"/>
                    <a:gd name="connsiteY3" fmla="*/ 72384 h 72384"/>
                    <a:gd name="connsiteX4" fmla="*/ 0 w 1524248"/>
                    <a:gd name="connsiteY4" fmla="*/ 36192 h 72384"/>
                    <a:gd name="connsiteX0" fmla="*/ 50 w 1524298"/>
                    <a:gd name="connsiteY0" fmla="*/ 181335 h 217527"/>
                    <a:gd name="connsiteX1" fmla="*/ 791203 w 1524298"/>
                    <a:gd name="connsiteY1" fmla="*/ 0 h 217527"/>
                    <a:gd name="connsiteX2" fmla="*/ 1524298 w 1524298"/>
                    <a:gd name="connsiteY2" fmla="*/ 181335 h 217527"/>
                    <a:gd name="connsiteX3" fmla="*/ 762174 w 1524298"/>
                    <a:gd name="connsiteY3" fmla="*/ 217527 h 217527"/>
                    <a:gd name="connsiteX4" fmla="*/ 50 w 1524298"/>
                    <a:gd name="connsiteY4" fmla="*/ 181335 h 217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298" h="217527">
                      <a:moveTo>
                        <a:pt x="50" y="181335"/>
                      </a:moveTo>
                      <a:cubicBezTo>
                        <a:pt x="4888" y="145080"/>
                        <a:pt x="370294" y="0"/>
                        <a:pt x="791203" y="0"/>
                      </a:cubicBezTo>
                      <a:cubicBezTo>
                        <a:pt x="1212112" y="0"/>
                        <a:pt x="1524298" y="161347"/>
                        <a:pt x="1524298" y="181335"/>
                      </a:cubicBezTo>
                      <a:cubicBezTo>
                        <a:pt x="1524298" y="201323"/>
                        <a:pt x="1183083" y="217527"/>
                        <a:pt x="762174" y="217527"/>
                      </a:cubicBezTo>
                      <a:cubicBezTo>
                        <a:pt x="341265" y="217527"/>
                        <a:pt x="-4788" y="217590"/>
                        <a:pt x="50" y="181335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F3E831-E301-4C3A-44B5-6EE62C2E6381}"/>
                  </a:ext>
                </a:extLst>
              </p:cNvPr>
              <p:cNvSpPr txBox="1"/>
              <p:nvPr/>
            </p:nvSpPr>
            <p:spPr>
              <a:xfrm>
                <a:off x="5569894" y="4323142"/>
                <a:ext cx="5837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1:00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68FE94-34FD-7DA1-E861-9B5D73B801F6}"/>
                  </a:ext>
                </a:extLst>
              </p:cNvPr>
              <p:cNvSpPr txBox="1"/>
              <p:nvPr/>
            </p:nvSpPr>
            <p:spPr>
              <a:xfrm>
                <a:off x="5593339" y="4724471"/>
                <a:ext cx="5837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◤◥◣◢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376173-4340-6B23-6E90-04E709DB2DFB}"/>
                  </a:ext>
                </a:extLst>
              </p:cNvPr>
              <p:cNvSpPr txBox="1"/>
              <p:nvPr/>
            </p:nvSpPr>
            <p:spPr>
              <a:xfrm>
                <a:off x="5497156" y="5343587"/>
                <a:ext cx="8174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◔ ▶◼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225375-E11B-2C19-D370-F3D0F9726F3D}"/>
                </a:ext>
              </a:extLst>
            </p:cNvPr>
            <p:cNvSpPr/>
            <p:nvPr/>
          </p:nvSpPr>
          <p:spPr>
            <a:xfrm>
              <a:off x="1905945" y="4452189"/>
              <a:ext cx="3069769" cy="1252458"/>
            </a:xfrm>
            <a:prstGeom prst="rect">
              <a:avLst/>
            </a:prstGeom>
            <a:solidFill>
              <a:sysClr val="windowText" lastClr="000000">
                <a:alpha val="70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1" name="microwave-oven-beeps-36087">
            <a:hlinkClick r:id="" action="ppaction://media"/>
            <a:extLst>
              <a:ext uri="{FF2B5EF4-FFF2-40B4-BE49-F238E27FC236}">
                <a16:creationId xmlns:a16="http://schemas.microsoft.com/office/drawing/2014/main" id="{2FFD9DC4-29D0-9108-43BD-ACEE38C518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sp>
        <p:nvSpPr>
          <p:cNvPr id="22" name="Block Arc 21">
            <a:extLst>
              <a:ext uri="{FF2B5EF4-FFF2-40B4-BE49-F238E27FC236}">
                <a16:creationId xmlns:a16="http://schemas.microsoft.com/office/drawing/2014/main" id="{658143A8-B28D-1A8A-2B67-F84837BD7328}"/>
              </a:ext>
            </a:extLst>
          </p:cNvPr>
          <p:cNvSpPr/>
          <p:nvPr/>
        </p:nvSpPr>
        <p:spPr>
          <a:xfrm rot="16200000">
            <a:off x="4251184" y="4624717"/>
            <a:ext cx="914400" cy="114451"/>
          </a:xfrm>
          <a:prstGeom prst="blockArc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56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84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E2A20E5-BB8A-51AA-89BE-E00159A6D7D8}"/>
              </a:ext>
            </a:extLst>
          </p:cNvPr>
          <p:cNvGrpSpPr/>
          <p:nvPr/>
        </p:nvGrpSpPr>
        <p:grpSpPr>
          <a:xfrm flipH="1">
            <a:off x="2718389" y="3781795"/>
            <a:ext cx="4105108" cy="6458844"/>
            <a:chOff x="8494258" y="151226"/>
            <a:chExt cx="1511277" cy="2377794"/>
          </a:xfrm>
        </p:grpSpPr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62E0AE8-5005-A073-C691-AC0AAD2E89B9}"/>
                </a:ext>
              </a:extLst>
            </p:cNvPr>
            <p:cNvSpPr/>
            <p:nvPr/>
          </p:nvSpPr>
          <p:spPr>
            <a:xfrm rot="1279100">
              <a:off x="8788463" y="1285840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96B9984A-4151-A95A-45BC-76A82734DFE0}"/>
                </a:ext>
              </a:extLst>
            </p:cNvPr>
            <p:cNvCxnSpPr>
              <a:cxnSpLocks/>
            </p:cNvCxnSpPr>
            <p:nvPr/>
          </p:nvCxnSpPr>
          <p:spPr>
            <a:xfrm>
              <a:off x="9266268" y="1623775"/>
              <a:ext cx="0" cy="85488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A90F7C8-F072-E7BD-7304-B638EE5C9772}"/>
                </a:ext>
              </a:extLst>
            </p:cNvPr>
            <p:cNvCxnSpPr>
              <a:cxnSpLocks/>
            </p:cNvCxnSpPr>
            <p:nvPr/>
          </p:nvCxnSpPr>
          <p:spPr>
            <a:xfrm>
              <a:off x="9149625" y="1561960"/>
              <a:ext cx="21986" cy="77736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FA69D37-0072-C26B-B9FB-A182BEE57585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1A4ED34-2889-CF8D-19F3-26B3FE7A5628}"/>
                </a:ext>
              </a:extLst>
            </p:cNvPr>
            <p:cNvSpPr/>
            <p:nvPr/>
          </p:nvSpPr>
          <p:spPr>
            <a:xfrm flipH="1">
              <a:off x="9171253" y="659222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8" name="Rectangle: Top Corners Rounded 267">
              <a:extLst>
                <a:ext uri="{FF2B5EF4-FFF2-40B4-BE49-F238E27FC236}">
                  <a16:creationId xmlns:a16="http://schemas.microsoft.com/office/drawing/2014/main" id="{CB81097D-B65F-24E0-0F5B-C3D70006C6B8}"/>
                </a:ext>
              </a:extLst>
            </p:cNvPr>
            <p:cNvSpPr/>
            <p:nvPr/>
          </p:nvSpPr>
          <p:spPr>
            <a:xfrm flipH="1">
              <a:off x="8899464" y="2243240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9" name="Rectangle: Top Corners Rounded 268">
              <a:extLst>
                <a:ext uri="{FF2B5EF4-FFF2-40B4-BE49-F238E27FC236}">
                  <a16:creationId xmlns:a16="http://schemas.microsoft.com/office/drawing/2014/main" id="{1CFF8177-3490-851F-E589-AAEC9B2D6EC2}"/>
                </a:ext>
              </a:extLst>
            </p:cNvPr>
            <p:cNvSpPr/>
            <p:nvPr/>
          </p:nvSpPr>
          <p:spPr>
            <a:xfrm flipH="1">
              <a:off x="8982270" y="2409691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77C98C2-387F-E29D-9242-4A19A18315A0}"/>
                </a:ext>
              </a:extLst>
            </p:cNvPr>
            <p:cNvSpPr/>
            <p:nvPr/>
          </p:nvSpPr>
          <p:spPr>
            <a:xfrm rot="20295679" flipH="1">
              <a:off x="9161355" y="1162603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AF2FA5-D37D-6931-9104-A24F1238FF57}"/>
                </a:ext>
              </a:extLst>
            </p:cNvPr>
            <p:cNvSpPr/>
            <p:nvPr/>
          </p:nvSpPr>
          <p:spPr>
            <a:xfrm flipH="1">
              <a:off x="8861191" y="923921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FCF83AC-9064-B5E6-A598-0EF45376A58E}"/>
                </a:ext>
              </a:extLst>
            </p:cNvPr>
            <p:cNvSpPr/>
            <p:nvPr/>
          </p:nvSpPr>
          <p:spPr>
            <a:xfrm flipH="1">
              <a:off x="8645471" y="659222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92681AB-3CCE-6A25-2033-130E4A53B3BB}"/>
                </a:ext>
              </a:extLst>
            </p:cNvPr>
            <p:cNvSpPr/>
            <p:nvPr/>
          </p:nvSpPr>
          <p:spPr>
            <a:xfrm flipH="1">
              <a:off x="9183402" y="696633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8580D082-4DF2-9088-0480-79A841EB4D83}"/>
                </a:ext>
              </a:extLst>
            </p:cNvPr>
            <p:cNvSpPr/>
            <p:nvPr/>
          </p:nvSpPr>
          <p:spPr>
            <a:xfrm flipH="1">
              <a:off x="8671299" y="70025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387448C-0EF7-0619-F931-D91567EEEE87}"/>
                </a:ext>
              </a:extLst>
            </p:cNvPr>
            <p:cNvSpPr/>
            <p:nvPr/>
          </p:nvSpPr>
          <p:spPr>
            <a:xfrm rot="21354287">
              <a:off x="9585359" y="365310"/>
              <a:ext cx="383890" cy="359102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8CF329-D37B-AEB3-6390-42F102994E83}"/>
                </a:ext>
              </a:extLst>
            </p:cNvPr>
            <p:cNvSpPr/>
            <p:nvPr/>
          </p:nvSpPr>
          <p:spPr>
            <a:xfrm rot="233026" flipH="1">
              <a:off x="8532022" y="447809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F91D7F1-7B75-4445-3D6F-989B53F82720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B1B4B6-912D-91E7-0B8B-CA11D4C7451E}"/>
              </a:ext>
            </a:extLst>
          </p:cNvPr>
          <p:cNvGrpSpPr/>
          <p:nvPr/>
        </p:nvGrpSpPr>
        <p:grpSpPr>
          <a:xfrm>
            <a:off x="8537744" y="5781800"/>
            <a:ext cx="10283040" cy="6399846"/>
            <a:chOff x="1355894" y="5483338"/>
            <a:chExt cx="10283040" cy="6399846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28D7DA9-1A9C-CF13-5366-885F0A84492F}"/>
                </a:ext>
              </a:extLst>
            </p:cNvPr>
            <p:cNvGrpSpPr/>
            <p:nvPr/>
          </p:nvGrpSpPr>
          <p:grpSpPr>
            <a:xfrm flipH="1">
              <a:off x="8376694" y="5483338"/>
              <a:ext cx="3192485" cy="3250492"/>
              <a:chOff x="1037066" y="3573580"/>
              <a:chExt cx="1418627" cy="1444403"/>
            </a:xfrm>
          </p:grpSpPr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D01DEFE1-E88C-0D67-2C7C-830762C81927}"/>
                  </a:ext>
                </a:extLst>
              </p:cNvPr>
              <p:cNvGrpSpPr/>
              <p:nvPr/>
            </p:nvGrpSpPr>
            <p:grpSpPr>
              <a:xfrm>
                <a:off x="1037066" y="3573580"/>
                <a:ext cx="1418627" cy="1444403"/>
                <a:chOff x="1035568" y="2654171"/>
                <a:chExt cx="2211507" cy="2251689"/>
              </a:xfrm>
            </p:grpSpPr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0AFB646B-9D9B-2B9E-8EDE-05651094D48E}"/>
                    </a:ext>
                  </a:extLst>
                </p:cNvPr>
                <p:cNvGrpSpPr/>
                <p:nvPr/>
              </p:nvGrpSpPr>
              <p:grpSpPr>
                <a:xfrm>
                  <a:off x="1035568" y="2772023"/>
                  <a:ext cx="2211507" cy="2133837"/>
                  <a:chOff x="3631168" y="4906674"/>
                  <a:chExt cx="2536874" cy="2447778"/>
                </a:xfrm>
              </p:grpSpPr>
              <p:sp>
                <p:nvSpPr>
                  <p:cNvPr id="247" name="Oval 246">
                    <a:extLst>
                      <a:ext uri="{FF2B5EF4-FFF2-40B4-BE49-F238E27FC236}">
                        <a16:creationId xmlns:a16="http://schemas.microsoft.com/office/drawing/2014/main" id="{E89108A3-AA4B-162B-100D-B2BD6AB91566}"/>
                      </a:ext>
                    </a:extLst>
                  </p:cNvPr>
                  <p:cNvSpPr/>
                  <p:nvPr/>
                </p:nvSpPr>
                <p:spPr>
                  <a:xfrm>
                    <a:off x="3631168" y="4906674"/>
                    <a:ext cx="2536874" cy="2447778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154901DD-6C4A-8F6D-8A18-25DDEEFF44D0}"/>
                      </a:ext>
                    </a:extLst>
                  </p:cNvPr>
                  <p:cNvSpPr/>
                  <p:nvPr/>
                </p:nvSpPr>
                <p:spPr>
                  <a:xfrm>
                    <a:off x="4468273" y="5794816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F4721FA4-E6AD-BD0F-5211-66D08657353B}"/>
                      </a:ext>
                    </a:extLst>
                  </p:cNvPr>
                  <p:cNvSpPr/>
                  <p:nvPr/>
                </p:nvSpPr>
                <p:spPr>
                  <a:xfrm rot="20548923">
                    <a:off x="5089990" y="6162953"/>
                    <a:ext cx="184935" cy="190500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7CF09FC-AF2D-E6F6-7E16-829CCA3FEA5F}"/>
                      </a:ext>
                    </a:extLst>
                  </p:cNvPr>
                  <p:cNvSpPr/>
                  <p:nvPr/>
                </p:nvSpPr>
                <p:spPr>
                  <a:xfrm>
                    <a:off x="5350866" y="5794815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4" name="Oval 253">
                    <a:extLst>
                      <a:ext uri="{FF2B5EF4-FFF2-40B4-BE49-F238E27FC236}">
                        <a16:creationId xmlns:a16="http://schemas.microsoft.com/office/drawing/2014/main" id="{99034302-3709-9440-79B6-500BF8B873F0}"/>
                      </a:ext>
                    </a:extLst>
                  </p:cNvPr>
                  <p:cNvSpPr/>
                  <p:nvPr/>
                </p:nvSpPr>
                <p:spPr>
                  <a:xfrm>
                    <a:off x="4609151" y="5857615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FB9A0D61-5F9C-C48C-AB00-AA0F0392D6BF}"/>
                      </a:ext>
                    </a:extLst>
                  </p:cNvPr>
                  <p:cNvSpPr/>
                  <p:nvPr/>
                </p:nvSpPr>
                <p:spPr>
                  <a:xfrm>
                    <a:off x="5440338" y="5852372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5994BB79-2636-0B68-EC69-2144C844F3C5}"/>
                    </a:ext>
                  </a:extLst>
                </p:cNvPr>
                <p:cNvGrpSpPr/>
                <p:nvPr/>
              </p:nvGrpSpPr>
              <p:grpSpPr>
                <a:xfrm flipH="1">
                  <a:off x="1155138" y="2654171"/>
                  <a:ext cx="1972366" cy="622593"/>
                  <a:chOff x="914840" y="1896670"/>
                  <a:chExt cx="1972366" cy="622593"/>
                </a:xfrm>
              </p:grpSpPr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F08E827F-BBE8-916A-F7F5-70A698E3DAEF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0" y="2386707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3" name="Freeform: Shape 242">
                    <a:extLst>
                      <a:ext uri="{FF2B5EF4-FFF2-40B4-BE49-F238E27FC236}">
                        <a16:creationId xmlns:a16="http://schemas.microsoft.com/office/drawing/2014/main" id="{DC48BAFE-8963-AE27-3D03-DA304FB13817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70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A0EFAED0-A19B-4C74-E4BE-90FC15B4BF61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237" name="Arc 236">
                <a:extLst>
                  <a:ext uri="{FF2B5EF4-FFF2-40B4-BE49-F238E27FC236}">
                    <a16:creationId xmlns:a16="http://schemas.microsoft.com/office/drawing/2014/main" id="{C0847247-C8C6-8D8B-AFF2-AD382ED0AA3A}"/>
                  </a:ext>
                </a:extLst>
              </p:cNvPr>
              <p:cNvSpPr/>
              <p:nvPr/>
            </p:nvSpPr>
            <p:spPr>
              <a:xfrm rot="20364936">
                <a:off x="1404125" y="4304606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F25573AA-A6E0-99B2-6905-62BBE20A243A}"/>
                  </a:ext>
                </a:extLst>
              </p:cNvPr>
              <p:cNvSpPr/>
              <p:nvPr/>
            </p:nvSpPr>
            <p:spPr>
              <a:xfrm rot="20364936">
                <a:off x="1898048" y="4302297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Arc 238">
                <a:extLst>
                  <a:ext uri="{FF2B5EF4-FFF2-40B4-BE49-F238E27FC236}">
                    <a16:creationId xmlns:a16="http://schemas.microsoft.com/office/drawing/2014/main" id="{7924F984-3420-03D5-800E-28DC2E348773}"/>
                  </a:ext>
                </a:extLst>
              </p:cNvPr>
              <p:cNvSpPr/>
              <p:nvPr/>
            </p:nvSpPr>
            <p:spPr>
              <a:xfrm rot="10320247">
                <a:off x="1771428" y="4514880"/>
                <a:ext cx="143119" cy="60986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226B627-BB5A-91AF-CD46-4DE76AB119F5}"/>
                </a:ext>
              </a:extLst>
            </p:cNvPr>
            <p:cNvGrpSpPr/>
            <p:nvPr/>
          </p:nvGrpSpPr>
          <p:grpSpPr>
            <a:xfrm>
              <a:off x="1355894" y="5860009"/>
              <a:ext cx="10283040" cy="6023175"/>
              <a:chOff x="1355894" y="5860009"/>
              <a:chExt cx="10283040" cy="6023175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75E2661A-C5FB-DA5A-5340-5AC5D63F1CB5}"/>
                  </a:ext>
                </a:extLst>
              </p:cNvPr>
              <p:cNvGrpSpPr/>
              <p:nvPr/>
            </p:nvGrpSpPr>
            <p:grpSpPr>
              <a:xfrm>
                <a:off x="4509253" y="5860009"/>
                <a:ext cx="2019959" cy="2887255"/>
                <a:chOff x="3685243" y="1308751"/>
                <a:chExt cx="3758176" cy="5371796"/>
              </a:xfrm>
              <a:solidFill>
                <a:srgbClr val="E5BE97"/>
              </a:solidFill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2A56050A-EADC-874E-AB7E-C31A7C8480C0}"/>
                    </a:ext>
                  </a:extLst>
                </p:cNvPr>
                <p:cNvSpPr/>
                <p:nvPr/>
              </p:nvSpPr>
              <p:spPr>
                <a:xfrm>
                  <a:off x="3685991" y="5156143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063639F7-68C0-3935-6FC5-D4E42707C679}"/>
                    </a:ext>
                  </a:extLst>
                </p:cNvPr>
                <p:cNvSpPr/>
                <p:nvPr/>
              </p:nvSpPr>
              <p:spPr>
                <a:xfrm>
                  <a:off x="7343108" y="5138201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E77B3AF6-0E67-B93F-C25C-52541ABD1537}"/>
                    </a:ext>
                  </a:extLst>
                </p:cNvPr>
                <p:cNvSpPr/>
                <p:nvPr/>
              </p:nvSpPr>
              <p:spPr>
                <a:xfrm>
                  <a:off x="4246877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6B9857C2-6F5E-4C64-B09D-046B0850FDF0}"/>
                    </a:ext>
                  </a:extLst>
                </p:cNvPr>
                <p:cNvSpPr/>
                <p:nvPr/>
              </p:nvSpPr>
              <p:spPr>
                <a:xfrm>
                  <a:off x="6883136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754F3882-9112-33A2-F024-70CE4BB0F626}"/>
                    </a:ext>
                  </a:extLst>
                </p:cNvPr>
                <p:cNvSpPr/>
                <p:nvPr/>
              </p:nvSpPr>
              <p:spPr>
                <a:xfrm>
                  <a:off x="4208354" y="4166209"/>
                  <a:ext cx="2711953" cy="116525"/>
                </a:xfrm>
                <a:prstGeom prst="rect">
                  <a:avLst/>
                </a:pr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Rectangle 40">
                  <a:extLst>
                    <a:ext uri="{FF2B5EF4-FFF2-40B4-BE49-F238E27FC236}">
                      <a16:creationId xmlns:a16="http://schemas.microsoft.com/office/drawing/2014/main" id="{20CCF8E5-4A21-C090-59D0-02048B6B94C9}"/>
                    </a:ext>
                  </a:extLst>
                </p:cNvPr>
                <p:cNvSpPr/>
                <p:nvPr/>
              </p:nvSpPr>
              <p:spPr>
                <a:xfrm flipH="1">
                  <a:off x="3688501" y="4171376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9283 h 847090"/>
                    <a:gd name="connsiteX1" fmla="*/ 28744 w 549897"/>
                    <a:gd name="connsiteY1" fmla="*/ 0 h 847090"/>
                    <a:gd name="connsiteX2" fmla="*/ 549897 w 549897"/>
                    <a:gd name="connsiteY2" fmla="*/ 847090 h 847090"/>
                    <a:gd name="connsiteX3" fmla="*/ 435428 w 549897"/>
                    <a:gd name="connsiteY3" fmla="*/ 847090 h 847090"/>
                    <a:gd name="connsiteX4" fmla="*/ 0 w 549897"/>
                    <a:gd name="connsiteY4" fmla="*/ 69283 h 847090"/>
                    <a:gd name="connsiteX0" fmla="*/ 0 w 530847"/>
                    <a:gd name="connsiteY0" fmla="*/ 102621 h 847090"/>
                    <a:gd name="connsiteX1" fmla="*/ 9694 w 530847"/>
                    <a:gd name="connsiteY1" fmla="*/ 0 h 847090"/>
                    <a:gd name="connsiteX2" fmla="*/ 530847 w 530847"/>
                    <a:gd name="connsiteY2" fmla="*/ 847090 h 847090"/>
                    <a:gd name="connsiteX3" fmla="*/ 416378 w 530847"/>
                    <a:gd name="connsiteY3" fmla="*/ 847090 h 847090"/>
                    <a:gd name="connsiteX4" fmla="*/ 0 w 530847"/>
                    <a:gd name="connsiteY4" fmla="*/ 102621 h 847090"/>
                    <a:gd name="connsiteX0" fmla="*/ 0 w 530847"/>
                    <a:gd name="connsiteY0" fmla="*/ 102621 h 854234"/>
                    <a:gd name="connsiteX1" fmla="*/ 9694 w 530847"/>
                    <a:gd name="connsiteY1" fmla="*/ 0 h 854234"/>
                    <a:gd name="connsiteX2" fmla="*/ 530847 w 530847"/>
                    <a:gd name="connsiteY2" fmla="*/ 847090 h 854234"/>
                    <a:gd name="connsiteX3" fmla="*/ 418759 w 530847"/>
                    <a:gd name="connsiteY3" fmla="*/ 854234 h 854234"/>
                    <a:gd name="connsiteX4" fmla="*/ 0 w 530847"/>
                    <a:gd name="connsiteY4" fmla="*/ 102621 h 854234"/>
                    <a:gd name="connsiteX0" fmla="*/ 0 w 530847"/>
                    <a:gd name="connsiteY0" fmla="*/ 102621 h 992346"/>
                    <a:gd name="connsiteX1" fmla="*/ 9694 w 530847"/>
                    <a:gd name="connsiteY1" fmla="*/ 0 h 992346"/>
                    <a:gd name="connsiteX2" fmla="*/ 530847 w 530847"/>
                    <a:gd name="connsiteY2" fmla="*/ 847090 h 992346"/>
                    <a:gd name="connsiteX3" fmla="*/ 525916 w 530847"/>
                    <a:gd name="connsiteY3" fmla="*/ 992346 h 992346"/>
                    <a:gd name="connsiteX4" fmla="*/ 0 w 530847"/>
                    <a:gd name="connsiteY4" fmla="*/ 102621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2621"/>
                      </a:moveTo>
                      <a:lnTo>
                        <a:pt x="9694" y="0"/>
                      </a:lnTo>
                      <a:lnTo>
                        <a:pt x="530847" y="847090"/>
                      </a:lnTo>
                      <a:lnTo>
                        <a:pt x="525916" y="992346"/>
                      </a:lnTo>
                      <a:lnTo>
                        <a:pt x="0" y="102621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Rectangle 40">
                  <a:extLst>
                    <a:ext uri="{FF2B5EF4-FFF2-40B4-BE49-F238E27FC236}">
                      <a16:creationId xmlns:a16="http://schemas.microsoft.com/office/drawing/2014/main" id="{5472D289-C1E1-1CF7-4356-332E8B029B40}"/>
                    </a:ext>
                  </a:extLst>
                </p:cNvPr>
                <p:cNvSpPr/>
                <p:nvPr/>
              </p:nvSpPr>
              <p:spPr>
                <a:xfrm>
                  <a:off x="6904124" y="4175173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5314 h 843121"/>
                    <a:gd name="connsiteX1" fmla="*/ 66844 w 549897"/>
                    <a:gd name="connsiteY1" fmla="*/ 0 h 843121"/>
                    <a:gd name="connsiteX2" fmla="*/ 549897 w 549897"/>
                    <a:gd name="connsiteY2" fmla="*/ 843121 h 843121"/>
                    <a:gd name="connsiteX3" fmla="*/ 435428 w 549897"/>
                    <a:gd name="connsiteY3" fmla="*/ 843121 h 843121"/>
                    <a:gd name="connsiteX4" fmla="*/ 0 w 549897"/>
                    <a:gd name="connsiteY4" fmla="*/ 65314 h 843121"/>
                    <a:gd name="connsiteX0" fmla="*/ 0 w 505447"/>
                    <a:gd name="connsiteY0" fmla="*/ 103414 h 843121"/>
                    <a:gd name="connsiteX1" fmla="*/ 22394 w 505447"/>
                    <a:gd name="connsiteY1" fmla="*/ 0 h 843121"/>
                    <a:gd name="connsiteX2" fmla="*/ 505447 w 505447"/>
                    <a:gd name="connsiteY2" fmla="*/ 843121 h 843121"/>
                    <a:gd name="connsiteX3" fmla="*/ 390978 w 505447"/>
                    <a:gd name="connsiteY3" fmla="*/ 843121 h 843121"/>
                    <a:gd name="connsiteX4" fmla="*/ 0 w 505447"/>
                    <a:gd name="connsiteY4" fmla="*/ 103414 h 843121"/>
                    <a:gd name="connsiteX0" fmla="*/ 0 w 499097"/>
                    <a:gd name="connsiteY0" fmla="*/ 106589 h 843121"/>
                    <a:gd name="connsiteX1" fmla="*/ 16044 w 499097"/>
                    <a:gd name="connsiteY1" fmla="*/ 0 h 843121"/>
                    <a:gd name="connsiteX2" fmla="*/ 499097 w 499097"/>
                    <a:gd name="connsiteY2" fmla="*/ 843121 h 843121"/>
                    <a:gd name="connsiteX3" fmla="*/ 384628 w 499097"/>
                    <a:gd name="connsiteY3" fmla="*/ 843121 h 843121"/>
                    <a:gd name="connsiteX4" fmla="*/ 0 w 499097"/>
                    <a:gd name="connsiteY4" fmla="*/ 106589 h 843121"/>
                    <a:gd name="connsiteX0" fmla="*/ 0 w 530847"/>
                    <a:gd name="connsiteY0" fmla="*/ 106589 h 843121"/>
                    <a:gd name="connsiteX1" fmla="*/ 16044 w 530847"/>
                    <a:gd name="connsiteY1" fmla="*/ 0 h 843121"/>
                    <a:gd name="connsiteX2" fmla="*/ 530847 w 530847"/>
                    <a:gd name="connsiteY2" fmla="*/ 843121 h 843121"/>
                    <a:gd name="connsiteX3" fmla="*/ 384628 w 530847"/>
                    <a:gd name="connsiteY3" fmla="*/ 843121 h 843121"/>
                    <a:gd name="connsiteX4" fmla="*/ 0 w 530847"/>
                    <a:gd name="connsiteY4" fmla="*/ 106589 h 843121"/>
                    <a:gd name="connsiteX0" fmla="*/ 0 w 530847"/>
                    <a:gd name="connsiteY0" fmla="*/ 106589 h 992346"/>
                    <a:gd name="connsiteX1" fmla="*/ 16044 w 530847"/>
                    <a:gd name="connsiteY1" fmla="*/ 0 h 992346"/>
                    <a:gd name="connsiteX2" fmla="*/ 530847 w 530847"/>
                    <a:gd name="connsiteY2" fmla="*/ 843121 h 992346"/>
                    <a:gd name="connsiteX3" fmla="*/ 530678 w 530847"/>
                    <a:gd name="connsiteY3" fmla="*/ 992346 h 992346"/>
                    <a:gd name="connsiteX4" fmla="*/ 0 w 530847"/>
                    <a:gd name="connsiteY4" fmla="*/ 106589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6589"/>
                      </a:moveTo>
                      <a:lnTo>
                        <a:pt x="16044" y="0"/>
                      </a:lnTo>
                      <a:lnTo>
                        <a:pt x="530847" y="843121"/>
                      </a:lnTo>
                      <a:cubicBezTo>
                        <a:pt x="530791" y="892863"/>
                        <a:pt x="530734" y="942604"/>
                        <a:pt x="530678" y="992346"/>
                      </a:cubicBezTo>
                      <a:lnTo>
                        <a:pt x="0" y="106589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C16793EE-D080-DDBC-FC7B-077C27E6E938}"/>
                    </a:ext>
                  </a:extLst>
                </p:cNvPr>
                <p:cNvSpPr/>
                <p:nvPr/>
              </p:nvSpPr>
              <p:spPr>
                <a:xfrm>
                  <a:off x="3685243" y="5010210"/>
                  <a:ext cx="3758176" cy="16037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63500" dist="50800" dir="16200000">
                    <a:srgbClr val="E5BE97">
                      <a:alpha val="50000"/>
                    </a:srgb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Rectangle 41">
                  <a:extLst>
                    <a:ext uri="{FF2B5EF4-FFF2-40B4-BE49-F238E27FC236}">
                      <a16:creationId xmlns:a16="http://schemas.microsoft.com/office/drawing/2014/main" id="{893E4494-7DA3-6AA4-B5B7-BA23A8BE7C8E}"/>
                    </a:ext>
                  </a:extLst>
                </p:cNvPr>
                <p:cNvSpPr/>
                <p:nvPr/>
              </p:nvSpPr>
              <p:spPr>
                <a:xfrm>
                  <a:off x="3689961" y="4154915"/>
                  <a:ext cx="3736238" cy="85619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6238" h="856197">
                      <a:moveTo>
                        <a:pt x="482600" y="0"/>
                      </a:moveTo>
                      <a:lnTo>
                        <a:pt x="3221888" y="0"/>
                      </a:lnTo>
                      <a:lnTo>
                        <a:pt x="3736238" y="851117"/>
                      </a:lnTo>
                      <a:lnTo>
                        <a:pt x="0" y="856197"/>
                      </a:lnTo>
                      <a:lnTo>
                        <a:pt x="4826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Rectangle 41">
                  <a:extLst>
                    <a:ext uri="{FF2B5EF4-FFF2-40B4-BE49-F238E27FC236}">
                      <a16:creationId xmlns:a16="http://schemas.microsoft.com/office/drawing/2014/main" id="{576CB754-41B4-B744-C5DF-364979E7C96F}"/>
                    </a:ext>
                  </a:extLst>
                </p:cNvPr>
                <p:cNvSpPr/>
                <p:nvPr/>
              </p:nvSpPr>
              <p:spPr>
                <a:xfrm>
                  <a:off x="4154382" y="1308751"/>
                  <a:ext cx="2762996" cy="283252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290859"/>
                    <a:gd name="connsiteY0" fmla="*/ 0 h 900601"/>
                    <a:gd name="connsiteX1" fmla="*/ 3221888 w 3290859"/>
                    <a:gd name="connsiteY1" fmla="*/ 0 h 900601"/>
                    <a:gd name="connsiteX2" fmla="*/ 3290859 w 3290859"/>
                    <a:gd name="connsiteY2" fmla="*/ 900601 h 900601"/>
                    <a:gd name="connsiteX3" fmla="*/ 0 w 3290859"/>
                    <a:gd name="connsiteY3" fmla="*/ 856197 h 900601"/>
                    <a:gd name="connsiteX4" fmla="*/ 482600 w 3290859"/>
                    <a:gd name="connsiteY4" fmla="*/ 0 h 900601"/>
                    <a:gd name="connsiteX0" fmla="*/ 482600 w 3257868"/>
                    <a:gd name="connsiteY0" fmla="*/ 0 h 856197"/>
                    <a:gd name="connsiteX1" fmla="*/ 3221888 w 3257868"/>
                    <a:gd name="connsiteY1" fmla="*/ 0 h 856197"/>
                    <a:gd name="connsiteX2" fmla="*/ 3257868 w 3257868"/>
                    <a:gd name="connsiteY2" fmla="*/ 818125 h 856197"/>
                    <a:gd name="connsiteX3" fmla="*/ 0 w 3257868"/>
                    <a:gd name="connsiteY3" fmla="*/ 856197 h 856197"/>
                    <a:gd name="connsiteX4" fmla="*/ 482600 w 3257868"/>
                    <a:gd name="connsiteY4" fmla="*/ 0 h 856197"/>
                    <a:gd name="connsiteX0" fmla="*/ 482600 w 3257868"/>
                    <a:gd name="connsiteY0" fmla="*/ 610334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482600 w 3257868"/>
                    <a:gd name="connsiteY4" fmla="*/ 610334 h 1466531"/>
                    <a:gd name="connsiteX0" fmla="*/ 1043449 w 3257868"/>
                    <a:gd name="connsiteY0" fmla="*/ 148458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1043449 w 3257868"/>
                    <a:gd name="connsiteY4" fmla="*/ 148458 h 1466531"/>
                    <a:gd name="connsiteX0" fmla="*/ 598067 w 2812486"/>
                    <a:gd name="connsiteY0" fmla="*/ 148458 h 1450034"/>
                    <a:gd name="connsiteX1" fmla="*/ 2661035 w 2812486"/>
                    <a:gd name="connsiteY1" fmla="*/ 0 h 1450034"/>
                    <a:gd name="connsiteX2" fmla="*/ 2812486 w 2812486"/>
                    <a:gd name="connsiteY2" fmla="*/ 1428459 h 1450034"/>
                    <a:gd name="connsiteX3" fmla="*/ 0 w 2812486"/>
                    <a:gd name="connsiteY3" fmla="*/ 1450034 h 1450034"/>
                    <a:gd name="connsiteX4" fmla="*/ 598067 w 2812486"/>
                    <a:gd name="connsiteY4" fmla="*/ 148458 h 1450034"/>
                    <a:gd name="connsiteX0" fmla="*/ 598067 w 2779495"/>
                    <a:gd name="connsiteY0" fmla="*/ 148458 h 1469697"/>
                    <a:gd name="connsiteX1" fmla="*/ 2661035 w 2779495"/>
                    <a:gd name="connsiteY1" fmla="*/ 0 h 1469697"/>
                    <a:gd name="connsiteX2" fmla="*/ 2779495 w 2779495"/>
                    <a:gd name="connsiteY2" fmla="*/ 1469697 h 1469697"/>
                    <a:gd name="connsiteX3" fmla="*/ 0 w 2779495"/>
                    <a:gd name="connsiteY3" fmla="*/ 1450034 h 1469697"/>
                    <a:gd name="connsiteX4" fmla="*/ 598067 w 2779495"/>
                    <a:gd name="connsiteY4" fmla="*/ 148458 h 1469697"/>
                    <a:gd name="connsiteX0" fmla="*/ 581570 w 2762998"/>
                    <a:gd name="connsiteY0" fmla="*/ 148458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581570 w 2762998"/>
                    <a:gd name="connsiteY4" fmla="*/ 148458 h 1469697"/>
                    <a:gd name="connsiteX0" fmla="*/ 177425 w 2762998"/>
                    <a:gd name="connsiteY0" fmla="*/ 16494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177425 w 2762998"/>
                    <a:gd name="connsiteY4" fmla="*/ 16494 h 1469697"/>
                    <a:gd name="connsiteX0" fmla="*/ 177425 w 2762998"/>
                    <a:gd name="connsiteY0" fmla="*/ 8247 h 1461450"/>
                    <a:gd name="connsiteX1" fmla="*/ 2496076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177425 w 2762998"/>
                    <a:gd name="connsiteY0" fmla="*/ 8247 h 1461450"/>
                    <a:gd name="connsiteX1" fmla="*/ 2652785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62998" h="1461450">
                      <a:moveTo>
                        <a:pt x="177425" y="8247"/>
                      </a:moveTo>
                      <a:lnTo>
                        <a:pt x="2652785" y="0"/>
                      </a:lnTo>
                      <a:lnTo>
                        <a:pt x="2762998" y="1461450"/>
                      </a:lnTo>
                      <a:lnTo>
                        <a:pt x="0" y="1458284"/>
                      </a:lnTo>
                      <a:lnTo>
                        <a:pt x="177425" y="8247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1B3414D5-6E4C-DF8F-E0E8-C7D4E785A00A}"/>
                  </a:ext>
                </a:extLst>
              </p:cNvPr>
              <p:cNvGrpSpPr/>
              <p:nvPr/>
            </p:nvGrpSpPr>
            <p:grpSpPr>
              <a:xfrm>
                <a:off x="8549478" y="6598818"/>
                <a:ext cx="3089456" cy="3814890"/>
                <a:chOff x="3685243" y="1414202"/>
                <a:chExt cx="4264905" cy="5266345"/>
              </a:xfrm>
              <a:solidFill>
                <a:srgbClr val="E5BE97"/>
              </a:solidFill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908ECE98-9A14-3C3C-9641-C8F04B0DE5D1}"/>
                    </a:ext>
                  </a:extLst>
                </p:cNvPr>
                <p:cNvSpPr/>
                <p:nvPr/>
              </p:nvSpPr>
              <p:spPr>
                <a:xfrm>
                  <a:off x="3685991" y="5156143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EECF2420-A184-891A-306A-641291EB6F32}"/>
                    </a:ext>
                  </a:extLst>
                </p:cNvPr>
                <p:cNvSpPr/>
                <p:nvPr/>
              </p:nvSpPr>
              <p:spPr>
                <a:xfrm>
                  <a:off x="7343108" y="5138201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3EB237A3-7E3D-5BA1-7185-123E6962E319}"/>
                    </a:ext>
                  </a:extLst>
                </p:cNvPr>
                <p:cNvSpPr/>
                <p:nvPr/>
              </p:nvSpPr>
              <p:spPr>
                <a:xfrm>
                  <a:off x="4246877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08C3BDFB-B70E-FB33-9B83-5ACBDF8F31A3}"/>
                    </a:ext>
                  </a:extLst>
                </p:cNvPr>
                <p:cNvSpPr/>
                <p:nvPr/>
              </p:nvSpPr>
              <p:spPr>
                <a:xfrm>
                  <a:off x="6883136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AA50A857-91FA-9D08-081D-2826C553B5CC}"/>
                    </a:ext>
                  </a:extLst>
                </p:cNvPr>
                <p:cNvSpPr/>
                <p:nvPr/>
              </p:nvSpPr>
              <p:spPr>
                <a:xfrm>
                  <a:off x="4208354" y="4166209"/>
                  <a:ext cx="2711953" cy="116525"/>
                </a:xfrm>
                <a:prstGeom prst="rect">
                  <a:avLst/>
                </a:pr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Rectangle 40">
                  <a:extLst>
                    <a:ext uri="{FF2B5EF4-FFF2-40B4-BE49-F238E27FC236}">
                      <a16:creationId xmlns:a16="http://schemas.microsoft.com/office/drawing/2014/main" id="{1F8A68F1-DCAF-491A-8838-F04303287E6D}"/>
                    </a:ext>
                  </a:extLst>
                </p:cNvPr>
                <p:cNvSpPr/>
                <p:nvPr/>
              </p:nvSpPr>
              <p:spPr>
                <a:xfrm flipH="1">
                  <a:off x="3688501" y="4171376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9283 h 847090"/>
                    <a:gd name="connsiteX1" fmla="*/ 28744 w 549897"/>
                    <a:gd name="connsiteY1" fmla="*/ 0 h 847090"/>
                    <a:gd name="connsiteX2" fmla="*/ 549897 w 549897"/>
                    <a:gd name="connsiteY2" fmla="*/ 847090 h 847090"/>
                    <a:gd name="connsiteX3" fmla="*/ 435428 w 549897"/>
                    <a:gd name="connsiteY3" fmla="*/ 847090 h 847090"/>
                    <a:gd name="connsiteX4" fmla="*/ 0 w 549897"/>
                    <a:gd name="connsiteY4" fmla="*/ 69283 h 847090"/>
                    <a:gd name="connsiteX0" fmla="*/ 0 w 530847"/>
                    <a:gd name="connsiteY0" fmla="*/ 102621 h 847090"/>
                    <a:gd name="connsiteX1" fmla="*/ 9694 w 530847"/>
                    <a:gd name="connsiteY1" fmla="*/ 0 h 847090"/>
                    <a:gd name="connsiteX2" fmla="*/ 530847 w 530847"/>
                    <a:gd name="connsiteY2" fmla="*/ 847090 h 847090"/>
                    <a:gd name="connsiteX3" fmla="*/ 416378 w 530847"/>
                    <a:gd name="connsiteY3" fmla="*/ 847090 h 847090"/>
                    <a:gd name="connsiteX4" fmla="*/ 0 w 530847"/>
                    <a:gd name="connsiteY4" fmla="*/ 102621 h 847090"/>
                    <a:gd name="connsiteX0" fmla="*/ 0 w 530847"/>
                    <a:gd name="connsiteY0" fmla="*/ 102621 h 854234"/>
                    <a:gd name="connsiteX1" fmla="*/ 9694 w 530847"/>
                    <a:gd name="connsiteY1" fmla="*/ 0 h 854234"/>
                    <a:gd name="connsiteX2" fmla="*/ 530847 w 530847"/>
                    <a:gd name="connsiteY2" fmla="*/ 847090 h 854234"/>
                    <a:gd name="connsiteX3" fmla="*/ 418759 w 530847"/>
                    <a:gd name="connsiteY3" fmla="*/ 854234 h 854234"/>
                    <a:gd name="connsiteX4" fmla="*/ 0 w 530847"/>
                    <a:gd name="connsiteY4" fmla="*/ 102621 h 854234"/>
                    <a:gd name="connsiteX0" fmla="*/ 0 w 530847"/>
                    <a:gd name="connsiteY0" fmla="*/ 102621 h 992346"/>
                    <a:gd name="connsiteX1" fmla="*/ 9694 w 530847"/>
                    <a:gd name="connsiteY1" fmla="*/ 0 h 992346"/>
                    <a:gd name="connsiteX2" fmla="*/ 530847 w 530847"/>
                    <a:gd name="connsiteY2" fmla="*/ 847090 h 992346"/>
                    <a:gd name="connsiteX3" fmla="*/ 525916 w 530847"/>
                    <a:gd name="connsiteY3" fmla="*/ 992346 h 992346"/>
                    <a:gd name="connsiteX4" fmla="*/ 0 w 530847"/>
                    <a:gd name="connsiteY4" fmla="*/ 102621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2621"/>
                      </a:moveTo>
                      <a:lnTo>
                        <a:pt x="9694" y="0"/>
                      </a:lnTo>
                      <a:lnTo>
                        <a:pt x="530847" y="847090"/>
                      </a:lnTo>
                      <a:lnTo>
                        <a:pt x="525916" y="992346"/>
                      </a:lnTo>
                      <a:lnTo>
                        <a:pt x="0" y="102621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Rectangle 40">
                  <a:extLst>
                    <a:ext uri="{FF2B5EF4-FFF2-40B4-BE49-F238E27FC236}">
                      <a16:creationId xmlns:a16="http://schemas.microsoft.com/office/drawing/2014/main" id="{BD3DB2B9-54C0-BFB3-BFF6-BFE389C44634}"/>
                    </a:ext>
                  </a:extLst>
                </p:cNvPr>
                <p:cNvSpPr/>
                <p:nvPr/>
              </p:nvSpPr>
              <p:spPr>
                <a:xfrm>
                  <a:off x="6904124" y="4175173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5314 h 843121"/>
                    <a:gd name="connsiteX1" fmla="*/ 66844 w 549897"/>
                    <a:gd name="connsiteY1" fmla="*/ 0 h 843121"/>
                    <a:gd name="connsiteX2" fmla="*/ 549897 w 549897"/>
                    <a:gd name="connsiteY2" fmla="*/ 843121 h 843121"/>
                    <a:gd name="connsiteX3" fmla="*/ 435428 w 549897"/>
                    <a:gd name="connsiteY3" fmla="*/ 843121 h 843121"/>
                    <a:gd name="connsiteX4" fmla="*/ 0 w 549897"/>
                    <a:gd name="connsiteY4" fmla="*/ 65314 h 843121"/>
                    <a:gd name="connsiteX0" fmla="*/ 0 w 505447"/>
                    <a:gd name="connsiteY0" fmla="*/ 103414 h 843121"/>
                    <a:gd name="connsiteX1" fmla="*/ 22394 w 505447"/>
                    <a:gd name="connsiteY1" fmla="*/ 0 h 843121"/>
                    <a:gd name="connsiteX2" fmla="*/ 505447 w 505447"/>
                    <a:gd name="connsiteY2" fmla="*/ 843121 h 843121"/>
                    <a:gd name="connsiteX3" fmla="*/ 390978 w 505447"/>
                    <a:gd name="connsiteY3" fmla="*/ 843121 h 843121"/>
                    <a:gd name="connsiteX4" fmla="*/ 0 w 505447"/>
                    <a:gd name="connsiteY4" fmla="*/ 103414 h 843121"/>
                    <a:gd name="connsiteX0" fmla="*/ 0 w 499097"/>
                    <a:gd name="connsiteY0" fmla="*/ 106589 h 843121"/>
                    <a:gd name="connsiteX1" fmla="*/ 16044 w 499097"/>
                    <a:gd name="connsiteY1" fmla="*/ 0 h 843121"/>
                    <a:gd name="connsiteX2" fmla="*/ 499097 w 499097"/>
                    <a:gd name="connsiteY2" fmla="*/ 843121 h 843121"/>
                    <a:gd name="connsiteX3" fmla="*/ 384628 w 499097"/>
                    <a:gd name="connsiteY3" fmla="*/ 843121 h 843121"/>
                    <a:gd name="connsiteX4" fmla="*/ 0 w 499097"/>
                    <a:gd name="connsiteY4" fmla="*/ 106589 h 843121"/>
                    <a:gd name="connsiteX0" fmla="*/ 0 w 530847"/>
                    <a:gd name="connsiteY0" fmla="*/ 106589 h 843121"/>
                    <a:gd name="connsiteX1" fmla="*/ 16044 w 530847"/>
                    <a:gd name="connsiteY1" fmla="*/ 0 h 843121"/>
                    <a:gd name="connsiteX2" fmla="*/ 530847 w 530847"/>
                    <a:gd name="connsiteY2" fmla="*/ 843121 h 843121"/>
                    <a:gd name="connsiteX3" fmla="*/ 384628 w 530847"/>
                    <a:gd name="connsiteY3" fmla="*/ 843121 h 843121"/>
                    <a:gd name="connsiteX4" fmla="*/ 0 w 530847"/>
                    <a:gd name="connsiteY4" fmla="*/ 106589 h 843121"/>
                    <a:gd name="connsiteX0" fmla="*/ 0 w 530847"/>
                    <a:gd name="connsiteY0" fmla="*/ 106589 h 992346"/>
                    <a:gd name="connsiteX1" fmla="*/ 16044 w 530847"/>
                    <a:gd name="connsiteY1" fmla="*/ 0 h 992346"/>
                    <a:gd name="connsiteX2" fmla="*/ 530847 w 530847"/>
                    <a:gd name="connsiteY2" fmla="*/ 843121 h 992346"/>
                    <a:gd name="connsiteX3" fmla="*/ 530678 w 530847"/>
                    <a:gd name="connsiteY3" fmla="*/ 992346 h 992346"/>
                    <a:gd name="connsiteX4" fmla="*/ 0 w 530847"/>
                    <a:gd name="connsiteY4" fmla="*/ 106589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6589"/>
                      </a:moveTo>
                      <a:lnTo>
                        <a:pt x="16044" y="0"/>
                      </a:lnTo>
                      <a:lnTo>
                        <a:pt x="530847" y="843121"/>
                      </a:lnTo>
                      <a:cubicBezTo>
                        <a:pt x="530791" y="892863"/>
                        <a:pt x="530734" y="942604"/>
                        <a:pt x="530678" y="992346"/>
                      </a:cubicBezTo>
                      <a:lnTo>
                        <a:pt x="0" y="106589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295E9BB0-3D19-58A6-9E61-21F8E1681CCD}"/>
                    </a:ext>
                  </a:extLst>
                </p:cNvPr>
                <p:cNvSpPr/>
                <p:nvPr/>
              </p:nvSpPr>
              <p:spPr>
                <a:xfrm>
                  <a:off x="3685243" y="5010210"/>
                  <a:ext cx="3758176" cy="16037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63500" dist="50800" dir="16200000">
                    <a:srgbClr val="E5BE97">
                      <a:alpha val="50000"/>
                    </a:srgb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 41">
                  <a:extLst>
                    <a:ext uri="{FF2B5EF4-FFF2-40B4-BE49-F238E27FC236}">
                      <a16:creationId xmlns:a16="http://schemas.microsoft.com/office/drawing/2014/main" id="{2151D446-E61B-C332-D78F-DFB1EC4B7DE8}"/>
                    </a:ext>
                  </a:extLst>
                </p:cNvPr>
                <p:cNvSpPr/>
                <p:nvPr/>
              </p:nvSpPr>
              <p:spPr>
                <a:xfrm>
                  <a:off x="3689962" y="4154915"/>
                  <a:ext cx="3736237" cy="85619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6238" h="856197">
                      <a:moveTo>
                        <a:pt x="482600" y="0"/>
                      </a:moveTo>
                      <a:lnTo>
                        <a:pt x="3221888" y="0"/>
                      </a:lnTo>
                      <a:lnTo>
                        <a:pt x="3736238" y="851117"/>
                      </a:lnTo>
                      <a:lnTo>
                        <a:pt x="0" y="856197"/>
                      </a:lnTo>
                      <a:lnTo>
                        <a:pt x="4826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Rectangle 41">
                  <a:extLst>
                    <a:ext uri="{FF2B5EF4-FFF2-40B4-BE49-F238E27FC236}">
                      <a16:creationId xmlns:a16="http://schemas.microsoft.com/office/drawing/2014/main" id="{1CC34EAE-BD7C-21C7-7030-7B5B74CB88FA}"/>
                    </a:ext>
                  </a:extLst>
                </p:cNvPr>
                <p:cNvSpPr/>
                <p:nvPr/>
              </p:nvSpPr>
              <p:spPr>
                <a:xfrm>
                  <a:off x="6938676" y="1414202"/>
                  <a:ext cx="1011472" cy="3575339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290859"/>
                    <a:gd name="connsiteY0" fmla="*/ 0 h 900601"/>
                    <a:gd name="connsiteX1" fmla="*/ 3221888 w 3290859"/>
                    <a:gd name="connsiteY1" fmla="*/ 0 h 900601"/>
                    <a:gd name="connsiteX2" fmla="*/ 3290859 w 3290859"/>
                    <a:gd name="connsiteY2" fmla="*/ 900601 h 900601"/>
                    <a:gd name="connsiteX3" fmla="*/ 0 w 3290859"/>
                    <a:gd name="connsiteY3" fmla="*/ 856197 h 900601"/>
                    <a:gd name="connsiteX4" fmla="*/ 482600 w 3290859"/>
                    <a:gd name="connsiteY4" fmla="*/ 0 h 900601"/>
                    <a:gd name="connsiteX0" fmla="*/ 482600 w 3257868"/>
                    <a:gd name="connsiteY0" fmla="*/ 0 h 856197"/>
                    <a:gd name="connsiteX1" fmla="*/ 3221888 w 3257868"/>
                    <a:gd name="connsiteY1" fmla="*/ 0 h 856197"/>
                    <a:gd name="connsiteX2" fmla="*/ 3257868 w 3257868"/>
                    <a:gd name="connsiteY2" fmla="*/ 818125 h 856197"/>
                    <a:gd name="connsiteX3" fmla="*/ 0 w 3257868"/>
                    <a:gd name="connsiteY3" fmla="*/ 856197 h 856197"/>
                    <a:gd name="connsiteX4" fmla="*/ 482600 w 3257868"/>
                    <a:gd name="connsiteY4" fmla="*/ 0 h 856197"/>
                    <a:gd name="connsiteX0" fmla="*/ 482600 w 3257868"/>
                    <a:gd name="connsiteY0" fmla="*/ 610334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482600 w 3257868"/>
                    <a:gd name="connsiteY4" fmla="*/ 610334 h 1466531"/>
                    <a:gd name="connsiteX0" fmla="*/ 1043449 w 3257868"/>
                    <a:gd name="connsiteY0" fmla="*/ 148458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1043449 w 3257868"/>
                    <a:gd name="connsiteY4" fmla="*/ 148458 h 1466531"/>
                    <a:gd name="connsiteX0" fmla="*/ 598067 w 2812486"/>
                    <a:gd name="connsiteY0" fmla="*/ 148458 h 1450034"/>
                    <a:gd name="connsiteX1" fmla="*/ 2661035 w 2812486"/>
                    <a:gd name="connsiteY1" fmla="*/ 0 h 1450034"/>
                    <a:gd name="connsiteX2" fmla="*/ 2812486 w 2812486"/>
                    <a:gd name="connsiteY2" fmla="*/ 1428459 h 1450034"/>
                    <a:gd name="connsiteX3" fmla="*/ 0 w 2812486"/>
                    <a:gd name="connsiteY3" fmla="*/ 1450034 h 1450034"/>
                    <a:gd name="connsiteX4" fmla="*/ 598067 w 2812486"/>
                    <a:gd name="connsiteY4" fmla="*/ 148458 h 1450034"/>
                    <a:gd name="connsiteX0" fmla="*/ 598067 w 2779495"/>
                    <a:gd name="connsiteY0" fmla="*/ 148458 h 1469697"/>
                    <a:gd name="connsiteX1" fmla="*/ 2661035 w 2779495"/>
                    <a:gd name="connsiteY1" fmla="*/ 0 h 1469697"/>
                    <a:gd name="connsiteX2" fmla="*/ 2779495 w 2779495"/>
                    <a:gd name="connsiteY2" fmla="*/ 1469697 h 1469697"/>
                    <a:gd name="connsiteX3" fmla="*/ 0 w 2779495"/>
                    <a:gd name="connsiteY3" fmla="*/ 1450034 h 1469697"/>
                    <a:gd name="connsiteX4" fmla="*/ 598067 w 2779495"/>
                    <a:gd name="connsiteY4" fmla="*/ 148458 h 1469697"/>
                    <a:gd name="connsiteX0" fmla="*/ 581570 w 2762998"/>
                    <a:gd name="connsiteY0" fmla="*/ 148458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581570 w 2762998"/>
                    <a:gd name="connsiteY4" fmla="*/ 148458 h 1469697"/>
                    <a:gd name="connsiteX0" fmla="*/ 177425 w 2762998"/>
                    <a:gd name="connsiteY0" fmla="*/ 16494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177425 w 2762998"/>
                    <a:gd name="connsiteY4" fmla="*/ 16494 h 1469697"/>
                    <a:gd name="connsiteX0" fmla="*/ 177425 w 2762998"/>
                    <a:gd name="connsiteY0" fmla="*/ 8247 h 1461450"/>
                    <a:gd name="connsiteX1" fmla="*/ 2496076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177425 w 2762998"/>
                    <a:gd name="connsiteY0" fmla="*/ 8247 h 1461450"/>
                    <a:gd name="connsiteX1" fmla="*/ 2652785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0 w 2585573"/>
                    <a:gd name="connsiteY0" fmla="*/ 8247 h 1461450"/>
                    <a:gd name="connsiteX1" fmla="*/ 2475360 w 2585573"/>
                    <a:gd name="connsiteY1" fmla="*/ 0 h 1461450"/>
                    <a:gd name="connsiteX2" fmla="*/ 2585573 w 2585573"/>
                    <a:gd name="connsiteY2" fmla="*/ 1461450 h 1461450"/>
                    <a:gd name="connsiteX3" fmla="*/ 1397905 w 2585573"/>
                    <a:gd name="connsiteY3" fmla="*/ 1441261 h 1461450"/>
                    <a:gd name="connsiteX4" fmla="*/ 0 w 2585573"/>
                    <a:gd name="connsiteY4" fmla="*/ 8247 h 1461450"/>
                    <a:gd name="connsiteX0" fmla="*/ 0 w 2475360"/>
                    <a:gd name="connsiteY0" fmla="*/ 8247 h 1830257"/>
                    <a:gd name="connsiteX1" fmla="*/ 2475360 w 2475360"/>
                    <a:gd name="connsiteY1" fmla="*/ 0 h 1830257"/>
                    <a:gd name="connsiteX2" fmla="*/ 1958741 w 2475360"/>
                    <a:gd name="connsiteY2" fmla="*/ 1830257 h 1830257"/>
                    <a:gd name="connsiteX3" fmla="*/ 1397905 w 2475360"/>
                    <a:gd name="connsiteY3" fmla="*/ 1441261 h 1830257"/>
                    <a:gd name="connsiteX4" fmla="*/ 0 w 2475360"/>
                    <a:gd name="connsiteY4" fmla="*/ 8247 h 1830257"/>
                    <a:gd name="connsiteX0" fmla="*/ 0 w 2475360"/>
                    <a:gd name="connsiteY0" fmla="*/ 8247 h 1830257"/>
                    <a:gd name="connsiteX1" fmla="*/ 2475360 w 2475360"/>
                    <a:gd name="connsiteY1" fmla="*/ 0 h 1830257"/>
                    <a:gd name="connsiteX2" fmla="*/ 1958741 w 2475360"/>
                    <a:gd name="connsiteY2" fmla="*/ 1830257 h 1830257"/>
                    <a:gd name="connsiteX3" fmla="*/ 1507875 w 2475360"/>
                    <a:gd name="connsiteY3" fmla="*/ 1418566 h 1830257"/>
                    <a:gd name="connsiteX4" fmla="*/ 0 w 2475360"/>
                    <a:gd name="connsiteY4" fmla="*/ 8247 h 1830257"/>
                    <a:gd name="connsiteX0" fmla="*/ 361625 w 967485"/>
                    <a:gd name="connsiteY0" fmla="*/ 0 h 1839032"/>
                    <a:gd name="connsiteX1" fmla="*/ 967485 w 967485"/>
                    <a:gd name="connsiteY1" fmla="*/ 8775 h 1839032"/>
                    <a:gd name="connsiteX2" fmla="*/ 450866 w 967485"/>
                    <a:gd name="connsiteY2" fmla="*/ 1839032 h 1839032"/>
                    <a:gd name="connsiteX3" fmla="*/ 0 w 967485"/>
                    <a:gd name="connsiteY3" fmla="*/ 1427341 h 1839032"/>
                    <a:gd name="connsiteX4" fmla="*/ 361625 w 967485"/>
                    <a:gd name="connsiteY4" fmla="*/ 0 h 1839032"/>
                    <a:gd name="connsiteX0" fmla="*/ 427607 w 967485"/>
                    <a:gd name="connsiteY0" fmla="*/ 0 h 1844706"/>
                    <a:gd name="connsiteX1" fmla="*/ 967485 w 967485"/>
                    <a:gd name="connsiteY1" fmla="*/ 14449 h 1844706"/>
                    <a:gd name="connsiteX2" fmla="*/ 450866 w 967485"/>
                    <a:gd name="connsiteY2" fmla="*/ 1844706 h 1844706"/>
                    <a:gd name="connsiteX3" fmla="*/ 0 w 967485"/>
                    <a:gd name="connsiteY3" fmla="*/ 1433015 h 1844706"/>
                    <a:gd name="connsiteX4" fmla="*/ 427607 w 967485"/>
                    <a:gd name="connsiteY4" fmla="*/ 0 h 1844706"/>
                    <a:gd name="connsiteX0" fmla="*/ 471595 w 1011473"/>
                    <a:gd name="connsiteY0" fmla="*/ 0 h 1844706"/>
                    <a:gd name="connsiteX1" fmla="*/ 1011473 w 1011473"/>
                    <a:gd name="connsiteY1" fmla="*/ 14449 h 1844706"/>
                    <a:gd name="connsiteX2" fmla="*/ 494854 w 1011473"/>
                    <a:gd name="connsiteY2" fmla="*/ 1844706 h 1844706"/>
                    <a:gd name="connsiteX3" fmla="*/ 0 w 1011473"/>
                    <a:gd name="connsiteY3" fmla="*/ 1410319 h 1844706"/>
                    <a:gd name="connsiteX4" fmla="*/ 471595 w 1011473"/>
                    <a:gd name="connsiteY4" fmla="*/ 0 h 1844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1473" h="1844706">
                      <a:moveTo>
                        <a:pt x="471595" y="0"/>
                      </a:moveTo>
                      <a:lnTo>
                        <a:pt x="1011473" y="14449"/>
                      </a:lnTo>
                      <a:lnTo>
                        <a:pt x="494854" y="1844706"/>
                      </a:lnTo>
                      <a:lnTo>
                        <a:pt x="0" y="1410319"/>
                      </a:lnTo>
                      <a:lnTo>
                        <a:pt x="471595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DA4331D6-9678-B9A2-5C78-716AF76FBE8D}"/>
                  </a:ext>
                </a:extLst>
              </p:cNvPr>
              <p:cNvGrpSpPr/>
              <p:nvPr/>
            </p:nvGrpSpPr>
            <p:grpSpPr>
              <a:xfrm flipH="1">
                <a:off x="1355894" y="6540822"/>
                <a:ext cx="3089456" cy="3814890"/>
                <a:chOff x="3685243" y="1414202"/>
                <a:chExt cx="4264905" cy="5266345"/>
              </a:xfrm>
              <a:solidFill>
                <a:srgbClr val="E5BE97"/>
              </a:solidFill>
            </p:grpSpPr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356CF789-1DF6-1DF6-E565-D9713A19D4CE}"/>
                    </a:ext>
                  </a:extLst>
                </p:cNvPr>
                <p:cNvSpPr/>
                <p:nvPr/>
              </p:nvSpPr>
              <p:spPr>
                <a:xfrm>
                  <a:off x="3685991" y="5156143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50FD148F-6A67-0DDC-A97B-4C2C7D577B42}"/>
                    </a:ext>
                  </a:extLst>
                </p:cNvPr>
                <p:cNvSpPr/>
                <p:nvPr/>
              </p:nvSpPr>
              <p:spPr>
                <a:xfrm>
                  <a:off x="7343108" y="5138201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BCEB6221-FA75-755B-E04E-53EB2971A174}"/>
                    </a:ext>
                  </a:extLst>
                </p:cNvPr>
                <p:cNvSpPr/>
                <p:nvPr/>
              </p:nvSpPr>
              <p:spPr>
                <a:xfrm>
                  <a:off x="4246877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0DA7946F-B1C7-47B6-D097-2CEE81BEA6A2}"/>
                    </a:ext>
                  </a:extLst>
                </p:cNvPr>
                <p:cNvSpPr/>
                <p:nvPr/>
              </p:nvSpPr>
              <p:spPr>
                <a:xfrm>
                  <a:off x="6883136" y="4380069"/>
                  <a:ext cx="49152" cy="874956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0D3EF713-6D36-7C45-9D19-A47225955CDD}"/>
                    </a:ext>
                  </a:extLst>
                </p:cNvPr>
                <p:cNvSpPr/>
                <p:nvPr/>
              </p:nvSpPr>
              <p:spPr>
                <a:xfrm>
                  <a:off x="4208354" y="4166209"/>
                  <a:ext cx="2711953" cy="116525"/>
                </a:xfrm>
                <a:prstGeom prst="rect">
                  <a:avLst/>
                </a:pr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Rectangle 40">
                  <a:extLst>
                    <a:ext uri="{FF2B5EF4-FFF2-40B4-BE49-F238E27FC236}">
                      <a16:creationId xmlns:a16="http://schemas.microsoft.com/office/drawing/2014/main" id="{6CC0ADCE-D5AF-F7FE-2ADF-256921EBDCE6}"/>
                    </a:ext>
                  </a:extLst>
                </p:cNvPr>
                <p:cNvSpPr/>
                <p:nvPr/>
              </p:nvSpPr>
              <p:spPr>
                <a:xfrm flipH="1">
                  <a:off x="3688501" y="4171376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9283 h 847090"/>
                    <a:gd name="connsiteX1" fmla="*/ 28744 w 549897"/>
                    <a:gd name="connsiteY1" fmla="*/ 0 h 847090"/>
                    <a:gd name="connsiteX2" fmla="*/ 549897 w 549897"/>
                    <a:gd name="connsiteY2" fmla="*/ 847090 h 847090"/>
                    <a:gd name="connsiteX3" fmla="*/ 435428 w 549897"/>
                    <a:gd name="connsiteY3" fmla="*/ 847090 h 847090"/>
                    <a:gd name="connsiteX4" fmla="*/ 0 w 549897"/>
                    <a:gd name="connsiteY4" fmla="*/ 69283 h 847090"/>
                    <a:gd name="connsiteX0" fmla="*/ 0 w 530847"/>
                    <a:gd name="connsiteY0" fmla="*/ 102621 h 847090"/>
                    <a:gd name="connsiteX1" fmla="*/ 9694 w 530847"/>
                    <a:gd name="connsiteY1" fmla="*/ 0 h 847090"/>
                    <a:gd name="connsiteX2" fmla="*/ 530847 w 530847"/>
                    <a:gd name="connsiteY2" fmla="*/ 847090 h 847090"/>
                    <a:gd name="connsiteX3" fmla="*/ 416378 w 530847"/>
                    <a:gd name="connsiteY3" fmla="*/ 847090 h 847090"/>
                    <a:gd name="connsiteX4" fmla="*/ 0 w 530847"/>
                    <a:gd name="connsiteY4" fmla="*/ 102621 h 847090"/>
                    <a:gd name="connsiteX0" fmla="*/ 0 w 530847"/>
                    <a:gd name="connsiteY0" fmla="*/ 102621 h 854234"/>
                    <a:gd name="connsiteX1" fmla="*/ 9694 w 530847"/>
                    <a:gd name="connsiteY1" fmla="*/ 0 h 854234"/>
                    <a:gd name="connsiteX2" fmla="*/ 530847 w 530847"/>
                    <a:gd name="connsiteY2" fmla="*/ 847090 h 854234"/>
                    <a:gd name="connsiteX3" fmla="*/ 418759 w 530847"/>
                    <a:gd name="connsiteY3" fmla="*/ 854234 h 854234"/>
                    <a:gd name="connsiteX4" fmla="*/ 0 w 530847"/>
                    <a:gd name="connsiteY4" fmla="*/ 102621 h 854234"/>
                    <a:gd name="connsiteX0" fmla="*/ 0 w 530847"/>
                    <a:gd name="connsiteY0" fmla="*/ 102621 h 992346"/>
                    <a:gd name="connsiteX1" fmla="*/ 9694 w 530847"/>
                    <a:gd name="connsiteY1" fmla="*/ 0 h 992346"/>
                    <a:gd name="connsiteX2" fmla="*/ 530847 w 530847"/>
                    <a:gd name="connsiteY2" fmla="*/ 847090 h 992346"/>
                    <a:gd name="connsiteX3" fmla="*/ 525916 w 530847"/>
                    <a:gd name="connsiteY3" fmla="*/ 992346 h 992346"/>
                    <a:gd name="connsiteX4" fmla="*/ 0 w 530847"/>
                    <a:gd name="connsiteY4" fmla="*/ 102621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2621"/>
                      </a:moveTo>
                      <a:lnTo>
                        <a:pt x="9694" y="0"/>
                      </a:lnTo>
                      <a:lnTo>
                        <a:pt x="530847" y="847090"/>
                      </a:lnTo>
                      <a:lnTo>
                        <a:pt x="525916" y="992346"/>
                      </a:lnTo>
                      <a:lnTo>
                        <a:pt x="0" y="102621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Rectangle 40">
                  <a:extLst>
                    <a:ext uri="{FF2B5EF4-FFF2-40B4-BE49-F238E27FC236}">
                      <a16:creationId xmlns:a16="http://schemas.microsoft.com/office/drawing/2014/main" id="{9CC087BA-30AB-272E-A7EE-8D9F3233501F}"/>
                    </a:ext>
                  </a:extLst>
                </p:cNvPr>
                <p:cNvSpPr/>
                <p:nvPr/>
              </p:nvSpPr>
              <p:spPr>
                <a:xfrm>
                  <a:off x="6904124" y="4175173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5314 h 843121"/>
                    <a:gd name="connsiteX1" fmla="*/ 66844 w 549897"/>
                    <a:gd name="connsiteY1" fmla="*/ 0 h 843121"/>
                    <a:gd name="connsiteX2" fmla="*/ 549897 w 549897"/>
                    <a:gd name="connsiteY2" fmla="*/ 843121 h 843121"/>
                    <a:gd name="connsiteX3" fmla="*/ 435428 w 549897"/>
                    <a:gd name="connsiteY3" fmla="*/ 843121 h 843121"/>
                    <a:gd name="connsiteX4" fmla="*/ 0 w 549897"/>
                    <a:gd name="connsiteY4" fmla="*/ 65314 h 843121"/>
                    <a:gd name="connsiteX0" fmla="*/ 0 w 505447"/>
                    <a:gd name="connsiteY0" fmla="*/ 103414 h 843121"/>
                    <a:gd name="connsiteX1" fmla="*/ 22394 w 505447"/>
                    <a:gd name="connsiteY1" fmla="*/ 0 h 843121"/>
                    <a:gd name="connsiteX2" fmla="*/ 505447 w 505447"/>
                    <a:gd name="connsiteY2" fmla="*/ 843121 h 843121"/>
                    <a:gd name="connsiteX3" fmla="*/ 390978 w 505447"/>
                    <a:gd name="connsiteY3" fmla="*/ 843121 h 843121"/>
                    <a:gd name="connsiteX4" fmla="*/ 0 w 505447"/>
                    <a:gd name="connsiteY4" fmla="*/ 103414 h 843121"/>
                    <a:gd name="connsiteX0" fmla="*/ 0 w 499097"/>
                    <a:gd name="connsiteY0" fmla="*/ 106589 h 843121"/>
                    <a:gd name="connsiteX1" fmla="*/ 16044 w 499097"/>
                    <a:gd name="connsiteY1" fmla="*/ 0 h 843121"/>
                    <a:gd name="connsiteX2" fmla="*/ 499097 w 499097"/>
                    <a:gd name="connsiteY2" fmla="*/ 843121 h 843121"/>
                    <a:gd name="connsiteX3" fmla="*/ 384628 w 499097"/>
                    <a:gd name="connsiteY3" fmla="*/ 843121 h 843121"/>
                    <a:gd name="connsiteX4" fmla="*/ 0 w 499097"/>
                    <a:gd name="connsiteY4" fmla="*/ 106589 h 843121"/>
                    <a:gd name="connsiteX0" fmla="*/ 0 w 530847"/>
                    <a:gd name="connsiteY0" fmla="*/ 106589 h 843121"/>
                    <a:gd name="connsiteX1" fmla="*/ 16044 w 530847"/>
                    <a:gd name="connsiteY1" fmla="*/ 0 h 843121"/>
                    <a:gd name="connsiteX2" fmla="*/ 530847 w 530847"/>
                    <a:gd name="connsiteY2" fmla="*/ 843121 h 843121"/>
                    <a:gd name="connsiteX3" fmla="*/ 384628 w 530847"/>
                    <a:gd name="connsiteY3" fmla="*/ 843121 h 843121"/>
                    <a:gd name="connsiteX4" fmla="*/ 0 w 530847"/>
                    <a:gd name="connsiteY4" fmla="*/ 106589 h 843121"/>
                    <a:gd name="connsiteX0" fmla="*/ 0 w 530847"/>
                    <a:gd name="connsiteY0" fmla="*/ 106589 h 992346"/>
                    <a:gd name="connsiteX1" fmla="*/ 16044 w 530847"/>
                    <a:gd name="connsiteY1" fmla="*/ 0 h 992346"/>
                    <a:gd name="connsiteX2" fmla="*/ 530847 w 530847"/>
                    <a:gd name="connsiteY2" fmla="*/ 843121 h 992346"/>
                    <a:gd name="connsiteX3" fmla="*/ 530678 w 530847"/>
                    <a:gd name="connsiteY3" fmla="*/ 992346 h 992346"/>
                    <a:gd name="connsiteX4" fmla="*/ 0 w 530847"/>
                    <a:gd name="connsiteY4" fmla="*/ 106589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6589"/>
                      </a:moveTo>
                      <a:lnTo>
                        <a:pt x="16044" y="0"/>
                      </a:lnTo>
                      <a:lnTo>
                        <a:pt x="530847" y="843121"/>
                      </a:lnTo>
                      <a:cubicBezTo>
                        <a:pt x="530791" y="892863"/>
                        <a:pt x="530734" y="942604"/>
                        <a:pt x="530678" y="992346"/>
                      </a:cubicBezTo>
                      <a:lnTo>
                        <a:pt x="0" y="106589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B4EF098A-88C7-8684-9674-2E0467BFCF07}"/>
                    </a:ext>
                  </a:extLst>
                </p:cNvPr>
                <p:cNvSpPr/>
                <p:nvPr/>
              </p:nvSpPr>
              <p:spPr>
                <a:xfrm>
                  <a:off x="3685243" y="5010210"/>
                  <a:ext cx="3758176" cy="16037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63500" dist="50800" dir="16200000">
                    <a:srgbClr val="E5BE97">
                      <a:alpha val="50000"/>
                    </a:srgb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Rectangle 41">
                  <a:extLst>
                    <a:ext uri="{FF2B5EF4-FFF2-40B4-BE49-F238E27FC236}">
                      <a16:creationId xmlns:a16="http://schemas.microsoft.com/office/drawing/2014/main" id="{884F3D93-E3F3-B7F0-B892-758851FDF7B6}"/>
                    </a:ext>
                  </a:extLst>
                </p:cNvPr>
                <p:cNvSpPr/>
                <p:nvPr/>
              </p:nvSpPr>
              <p:spPr>
                <a:xfrm>
                  <a:off x="3689961" y="4154915"/>
                  <a:ext cx="3736238" cy="85619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6238" h="856197">
                      <a:moveTo>
                        <a:pt x="482600" y="0"/>
                      </a:moveTo>
                      <a:lnTo>
                        <a:pt x="3221888" y="0"/>
                      </a:lnTo>
                      <a:lnTo>
                        <a:pt x="3736238" y="851117"/>
                      </a:lnTo>
                      <a:lnTo>
                        <a:pt x="0" y="856197"/>
                      </a:lnTo>
                      <a:lnTo>
                        <a:pt x="4826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Rectangle 41">
                  <a:extLst>
                    <a:ext uri="{FF2B5EF4-FFF2-40B4-BE49-F238E27FC236}">
                      <a16:creationId xmlns:a16="http://schemas.microsoft.com/office/drawing/2014/main" id="{B8787A3E-630F-E04D-3DFC-5E5387FE23C3}"/>
                    </a:ext>
                  </a:extLst>
                </p:cNvPr>
                <p:cNvSpPr/>
                <p:nvPr/>
              </p:nvSpPr>
              <p:spPr>
                <a:xfrm>
                  <a:off x="6938676" y="1414202"/>
                  <a:ext cx="1011472" cy="3575339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290859"/>
                    <a:gd name="connsiteY0" fmla="*/ 0 h 900601"/>
                    <a:gd name="connsiteX1" fmla="*/ 3221888 w 3290859"/>
                    <a:gd name="connsiteY1" fmla="*/ 0 h 900601"/>
                    <a:gd name="connsiteX2" fmla="*/ 3290859 w 3290859"/>
                    <a:gd name="connsiteY2" fmla="*/ 900601 h 900601"/>
                    <a:gd name="connsiteX3" fmla="*/ 0 w 3290859"/>
                    <a:gd name="connsiteY3" fmla="*/ 856197 h 900601"/>
                    <a:gd name="connsiteX4" fmla="*/ 482600 w 3290859"/>
                    <a:gd name="connsiteY4" fmla="*/ 0 h 900601"/>
                    <a:gd name="connsiteX0" fmla="*/ 482600 w 3257868"/>
                    <a:gd name="connsiteY0" fmla="*/ 0 h 856197"/>
                    <a:gd name="connsiteX1" fmla="*/ 3221888 w 3257868"/>
                    <a:gd name="connsiteY1" fmla="*/ 0 h 856197"/>
                    <a:gd name="connsiteX2" fmla="*/ 3257868 w 3257868"/>
                    <a:gd name="connsiteY2" fmla="*/ 818125 h 856197"/>
                    <a:gd name="connsiteX3" fmla="*/ 0 w 3257868"/>
                    <a:gd name="connsiteY3" fmla="*/ 856197 h 856197"/>
                    <a:gd name="connsiteX4" fmla="*/ 482600 w 3257868"/>
                    <a:gd name="connsiteY4" fmla="*/ 0 h 856197"/>
                    <a:gd name="connsiteX0" fmla="*/ 482600 w 3257868"/>
                    <a:gd name="connsiteY0" fmla="*/ 610334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482600 w 3257868"/>
                    <a:gd name="connsiteY4" fmla="*/ 610334 h 1466531"/>
                    <a:gd name="connsiteX0" fmla="*/ 1043449 w 3257868"/>
                    <a:gd name="connsiteY0" fmla="*/ 148458 h 1466531"/>
                    <a:gd name="connsiteX1" fmla="*/ 3106417 w 3257868"/>
                    <a:gd name="connsiteY1" fmla="*/ 0 h 1466531"/>
                    <a:gd name="connsiteX2" fmla="*/ 3257868 w 3257868"/>
                    <a:gd name="connsiteY2" fmla="*/ 1428459 h 1466531"/>
                    <a:gd name="connsiteX3" fmla="*/ 0 w 3257868"/>
                    <a:gd name="connsiteY3" fmla="*/ 1466531 h 1466531"/>
                    <a:gd name="connsiteX4" fmla="*/ 1043449 w 3257868"/>
                    <a:gd name="connsiteY4" fmla="*/ 148458 h 1466531"/>
                    <a:gd name="connsiteX0" fmla="*/ 598067 w 2812486"/>
                    <a:gd name="connsiteY0" fmla="*/ 148458 h 1450034"/>
                    <a:gd name="connsiteX1" fmla="*/ 2661035 w 2812486"/>
                    <a:gd name="connsiteY1" fmla="*/ 0 h 1450034"/>
                    <a:gd name="connsiteX2" fmla="*/ 2812486 w 2812486"/>
                    <a:gd name="connsiteY2" fmla="*/ 1428459 h 1450034"/>
                    <a:gd name="connsiteX3" fmla="*/ 0 w 2812486"/>
                    <a:gd name="connsiteY3" fmla="*/ 1450034 h 1450034"/>
                    <a:gd name="connsiteX4" fmla="*/ 598067 w 2812486"/>
                    <a:gd name="connsiteY4" fmla="*/ 148458 h 1450034"/>
                    <a:gd name="connsiteX0" fmla="*/ 598067 w 2779495"/>
                    <a:gd name="connsiteY0" fmla="*/ 148458 h 1469697"/>
                    <a:gd name="connsiteX1" fmla="*/ 2661035 w 2779495"/>
                    <a:gd name="connsiteY1" fmla="*/ 0 h 1469697"/>
                    <a:gd name="connsiteX2" fmla="*/ 2779495 w 2779495"/>
                    <a:gd name="connsiteY2" fmla="*/ 1469697 h 1469697"/>
                    <a:gd name="connsiteX3" fmla="*/ 0 w 2779495"/>
                    <a:gd name="connsiteY3" fmla="*/ 1450034 h 1469697"/>
                    <a:gd name="connsiteX4" fmla="*/ 598067 w 2779495"/>
                    <a:gd name="connsiteY4" fmla="*/ 148458 h 1469697"/>
                    <a:gd name="connsiteX0" fmla="*/ 581570 w 2762998"/>
                    <a:gd name="connsiteY0" fmla="*/ 148458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581570 w 2762998"/>
                    <a:gd name="connsiteY4" fmla="*/ 148458 h 1469697"/>
                    <a:gd name="connsiteX0" fmla="*/ 177425 w 2762998"/>
                    <a:gd name="connsiteY0" fmla="*/ 16494 h 1469697"/>
                    <a:gd name="connsiteX1" fmla="*/ 2644538 w 2762998"/>
                    <a:gd name="connsiteY1" fmla="*/ 0 h 1469697"/>
                    <a:gd name="connsiteX2" fmla="*/ 2762998 w 2762998"/>
                    <a:gd name="connsiteY2" fmla="*/ 1469697 h 1469697"/>
                    <a:gd name="connsiteX3" fmla="*/ 0 w 2762998"/>
                    <a:gd name="connsiteY3" fmla="*/ 1466531 h 1469697"/>
                    <a:gd name="connsiteX4" fmla="*/ 177425 w 2762998"/>
                    <a:gd name="connsiteY4" fmla="*/ 16494 h 1469697"/>
                    <a:gd name="connsiteX0" fmla="*/ 177425 w 2762998"/>
                    <a:gd name="connsiteY0" fmla="*/ 8247 h 1461450"/>
                    <a:gd name="connsiteX1" fmla="*/ 2496076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177425 w 2762998"/>
                    <a:gd name="connsiteY0" fmla="*/ 8247 h 1461450"/>
                    <a:gd name="connsiteX1" fmla="*/ 2652785 w 2762998"/>
                    <a:gd name="connsiteY1" fmla="*/ 0 h 1461450"/>
                    <a:gd name="connsiteX2" fmla="*/ 2762998 w 2762998"/>
                    <a:gd name="connsiteY2" fmla="*/ 1461450 h 1461450"/>
                    <a:gd name="connsiteX3" fmla="*/ 0 w 2762998"/>
                    <a:gd name="connsiteY3" fmla="*/ 1458284 h 1461450"/>
                    <a:gd name="connsiteX4" fmla="*/ 177425 w 2762998"/>
                    <a:gd name="connsiteY4" fmla="*/ 8247 h 1461450"/>
                    <a:gd name="connsiteX0" fmla="*/ 0 w 2585573"/>
                    <a:gd name="connsiteY0" fmla="*/ 8247 h 1461450"/>
                    <a:gd name="connsiteX1" fmla="*/ 2475360 w 2585573"/>
                    <a:gd name="connsiteY1" fmla="*/ 0 h 1461450"/>
                    <a:gd name="connsiteX2" fmla="*/ 2585573 w 2585573"/>
                    <a:gd name="connsiteY2" fmla="*/ 1461450 h 1461450"/>
                    <a:gd name="connsiteX3" fmla="*/ 1397905 w 2585573"/>
                    <a:gd name="connsiteY3" fmla="*/ 1441261 h 1461450"/>
                    <a:gd name="connsiteX4" fmla="*/ 0 w 2585573"/>
                    <a:gd name="connsiteY4" fmla="*/ 8247 h 1461450"/>
                    <a:gd name="connsiteX0" fmla="*/ 0 w 2475360"/>
                    <a:gd name="connsiteY0" fmla="*/ 8247 h 1830257"/>
                    <a:gd name="connsiteX1" fmla="*/ 2475360 w 2475360"/>
                    <a:gd name="connsiteY1" fmla="*/ 0 h 1830257"/>
                    <a:gd name="connsiteX2" fmla="*/ 1958741 w 2475360"/>
                    <a:gd name="connsiteY2" fmla="*/ 1830257 h 1830257"/>
                    <a:gd name="connsiteX3" fmla="*/ 1397905 w 2475360"/>
                    <a:gd name="connsiteY3" fmla="*/ 1441261 h 1830257"/>
                    <a:gd name="connsiteX4" fmla="*/ 0 w 2475360"/>
                    <a:gd name="connsiteY4" fmla="*/ 8247 h 1830257"/>
                    <a:gd name="connsiteX0" fmla="*/ 0 w 2475360"/>
                    <a:gd name="connsiteY0" fmla="*/ 8247 h 1830257"/>
                    <a:gd name="connsiteX1" fmla="*/ 2475360 w 2475360"/>
                    <a:gd name="connsiteY1" fmla="*/ 0 h 1830257"/>
                    <a:gd name="connsiteX2" fmla="*/ 1958741 w 2475360"/>
                    <a:gd name="connsiteY2" fmla="*/ 1830257 h 1830257"/>
                    <a:gd name="connsiteX3" fmla="*/ 1507875 w 2475360"/>
                    <a:gd name="connsiteY3" fmla="*/ 1418566 h 1830257"/>
                    <a:gd name="connsiteX4" fmla="*/ 0 w 2475360"/>
                    <a:gd name="connsiteY4" fmla="*/ 8247 h 1830257"/>
                    <a:gd name="connsiteX0" fmla="*/ 361625 w 967485"/>
                    <a:gd name="connsiteY0" fmla="*/ 0 h 1839032"/>
                    <a:gd name="connsiteX1" fmla="*/ 967485 w 967485"/>
                    <a:gd name="connsiteY1" fmla="*/ 8775 h 1839032"/>
                    <a:gd name="connsiteX2" fmla="*/ 450866 w 967485"/>
                    <a:gd name="connsiteY2" fmla="*/ 1839032 h 1839032"/>
                    <a:gd name="connsiteX3" fmla="*/ 0 w 967485"/>
                    <a:gd name="connsiteY3" fmla="*/ 1427341 h 1839032"/>
                    <a:gd name="connsiteX4" fmla="*/ 361625 w 967485"/>
                    <a:gd name="connsiteY4" fmla="*/ 0 h 1839032"/>
                    <a:gd name="connsiteX0" fmla="*/ 427607 w 967485"/>
                    <a:gd name="connsiteY0" fmla="*/ 0 h 1844706"/>
                    <a:gd name="connsiteX1" fmla="*/ 967485 w 967485"/>
                    <a:gd name="connsiteY1" fmla="*/ 14449 h 1844706"/>
                    <a:gd name="connsiteX2" fmla="*/ 450866 w 967485"/>
                    <a:gd name="connsiteY2" fmla="*/ 1844706 h 1844706"/>
                    <a:gd name="connsiteX3" fmla="*/ 0 w 967485"/>
                    <a:gd name="connsiteY3" fmla="*/ 1433015 h 1844706"/>
                    <a:gd name="connsiteX4" fmla="*/ 427607 w 967485"/>
                    <a:gd name="connsiteY4" fmla="*/ 0 h 1844706"/>
                    <a:gd name="connsiteX0" fmla="*/ 471595 w 1011473"/>
                    <a:gd name="connsiteY0" fmla="*/ 0 h 1844706"/>
                    <a:gd name="connsiteX1" fmla="*/ 1011473 w 1011473"/>
                    <a:gd name="connsiteY1" fmla="*/ 14449 h 1844706"/>
                    <a:gd name="connsiteX2" fmla="*/ 494854 w 1011473"/>
                    <a:gd name="connsiteY2" fmla="*/ 1844706 h 1844706"/>
                    <a:gd name="connsiteX3" fmla="*/ 0 w 1011473"/>
                    <a:gd name="connsiteY3" fmla="*/ 1410319 h 1844706"/>
                    <a:gd name="connsiteX4" fmla="*/ 471595 w 1011473"/>
                    <a:gd name="connsiteY4" fmla="*/ 0 h 1844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1473" h="1844706">
                      <a:moveTo>
                        <a:pt x="471595" y="0"/>
                      </a:moveTo>
                      <a:lnTo>
                        <a:pt x="1011473" y="14449"/>
                      </a:lnTo>
                      <a:lnTo>
                        <a:pt x="494854" y="1844706"/>
                      </a:lnTo>
                      <a:lnTo>
                        <a:pt x="0" y="1410319"/>
                      </a:lnTo>
                      <a:lnTo>
                        <a:pt x="471595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E5A01534-0A84-612B-6A29-14723DA977D6}"/>
                  </a:ext>
                </a:extLst>
              </p:cNvPr>
              <p:cNvGrpSpPr/>
              <p:nvPr/>
            </p:nvGrpSpPr>
            <p:grpSpPr>
              <a:xfrm>
                <a:off x="8717727" y="8570101"/>
                <a:ext cx="1456504" cy="1522908"/>
                <a:chOff x="10127150" y="4575203"/>
                <a:chExt cx="918640" cy="960522"/>
              </a:xfrm>
            </p:grpSpPr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970AAD13-EA36-21BD-ADF5-8427773E24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67732" y="4818159"/>
                  <a:ext cx="19885" cy="673312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841C3579-C533-8FEC-192D-57B18F633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46960" y="4740309"/>
                  <a:ext cx="19319" cy="683047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59" name="Rectangle: Top Corners Rounded 258">
                  <a:extLst>
                    <a:ext uri="{FF2B5EF4-FFF2-40B4-BE49-F238E27FC236}">
                      <a16:creationId xmlns:a16="http://schemas.microsoft.com/office/drawing/2014/main" id="{123C561E-0986-8F92-4FC9-CD3AE6E867E9}"/>
                    </a:ext>
                  </a:extLst>
                </p:cNvPr>
                <p:cNvSpPr/>
                <p:nvPr/>
              </p:nvSpPr>
              <p:spPr>
                <a:xfrm flipH="1">
                  <a:off x="10127150" y="5338933"/>
                  <a:ext cx="350446" cy="10485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Rectangle: Top Corners Rounded 259">
                  <a:extLst>
                    <a:ext uri="{FF2B5EF4-FFF2-40B4-BE49-F238E27FC236}">
                      <a16:creationId xmlns:a16="http://schemas.microsoft.com/office/drawing/2014/main" id="{252739BD-65C0-E505-D147-9F39A2940370}"/>
                    </a:ext>
                  </a:extLst>
                </p:cNvPr>
                <p:cNvSpPr/>
                <p:nvPr/>
              </p:nvSpPr>
              <p:spPr>
                <a:xfrm flipH="1">
                  <a:off x="10438075" y="5430873"/>
                  <a:ext cx="350446" cy="10485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64698E7F-F376-FDF8-D93A-D167CA9FAF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328057" y="4575203"/>
                  <a:ext cx="393346" cy="185500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B42CD470-4FB4-A29F-124D-CAC1551622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652444" y="4645642"/>
                  <a:ext cx="393346" cy="185500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4B41975-83E4-22F1-93DB-D450338A1E9D}"/>
                  </a:ext>
                </a:extLst>
              </p:cNvPr>
              <p:cNvGrpSpPr/>
              <p:nvPr/>
            </p:nvGrpSpPr>
            <p:grpSpPr>
              <a:xfrm>
                <a:off x="2018513" y="7181342"/>
                <a:ext cx="6996408" cy="4701842"/>
                <a:chOff x="3685243" y="4154915"/>
                <a:chExt cx="3758176" cy="2525632"/>
              </a:xfrm>
              <a:solidFill>
                <a:srgbClr val="E5BE97"/>
              </a:solidFill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E4F3FFE-6BC1-7559-B3A5-B19259FEA829}"/>
                    </a:ext>
                  </a:extLst>
                </p:cNvPr>
                <p:cNvSpPr/>
                <p:nvPr/>
              </p:nvSpPr>
              <p:spPr>
                <a:xfrm>
                  <a:off x="3685991" y="5156143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BFE86726-7525-25BD-D879-C64D02A5863C}"/>
                    </a:ext>
                  </a:extLst>
                </p:cNvPr>
                <p:cNvSpPr/>
                <p:nvPr/>
              </p:nvSpPr>
              <p:spPr>
                <a:xfrm>
                  <a:off x="7343108" y="5138201"/>
                  <a:ext cx="85636" cy="152440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04FCC12-A1F4-C0E0-E468-BC945D11B77E}"/>
                    </a:ext>
                  </a:extLst>
                </p:cNvPr>
                <p:cNvSpPr/>
                <p:nvPr/>
              </p:nvSpPr>
              <p:spPr>
                <a:xfrm>
                  <a:off x="4208354" y="4166209"/>
                  <a:ext cx="2711953" cy="116525"/>
                </a:xfrm>
                <a:prstGeom prst="rect">
                  <a:avLst/>
                </a:pr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Rectangle 40">
                  <a:extLst>
                    <a:ext uri="{FF2B5EF4-FFF2-40B4-BE49-F238E27FC236}">
                      <a16:creationId xmlns:a16="http://schemas.microsoft.com/office/drawing/2014/main" id="{05681724-5722-52DE-3035-53EA87677C6E}"/>
                    </a:ext>
                  </a:extLst>
                </p:cNvPr>
                <p:cNvSpPr/>
                <p:nvPr/>
              </p:nvSpPr>
              <p:spPr>
                <a:xfrm flipH="1">
                  <a:off x="3688501" y="4171376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9283 h 847090"/>
                    <a:gd name="connsiteX1" fmla="*/ 28744 w 549897"/>
                    <a:gd name="connsiteY1" fmla="*/ 0 h 847090"/>
                    <a:gd name="connsiteX2" fmla="*/ 549897 w 549897"/>
                    <a:gd name="connsiteY2" fmla="*/ 847090 h 847090"/>
                    <a:gd name="connsiteX3" fmla="*/ 435428 w 549897"/>
                    <a:gd name="connsiteY3" fmla="*/ 847090 h 847090"/>
                    <a:gd name="connsiteX4" fmla="*/ 0 w 549897"/>
                    <a:gd name="connsiteY4" fmla="*/ 69283 h 847090"/>
                    <a:gd name="connsiteX0" fmla="*/ 0 w 530847"/>
                    <a:gd name="connsiteY0" fmla="*/ 102621 h 847090"/>
                    <a:gd name="connsiteX1" fmla="*/ 9694 w 530847"/>
                    <a:gd name="connsiteY1" fmla="*/ 0 h 847090"/>
                    <a:gd name="connsiteX2" fmla="*/ 530847 w 530847"/>
                    <a:gd name="connsiteY2" fmla="*/ 847090 h 847090"/>
                    <a:gd name="connsiteX3" fmla="*/ 416378 w 530847"/>
                    <a:gd name="connsiteY3" fmla="*/ 847090 h 847090"/>
                    <a:gd name="connsiteX4" fmla="*/ 0 w 530847"/>
                    <a:gd name="connsiteY4" fmla="*/ 102621 h 847090"/>
                    <a:gd name="connsiteX0" fmla="*/ 0 w 530847"/>
                    <a:gd name="connsiteY0" fmla="*/ 102621 h 854234"/>
                    <a:gd name="connsiteX1" fmla="*/ 9694 w 530847"/>
                    <a:gd name="connsiteY1" fmla="*/ 0 h 854234"/>
                    <a:gd name="connsiteX2" fmla="*/ 530847 w 530847"/>
                    <a:gd name="connsiteY2" fmla="*/ 847090 h 854234"/>
                    <a:gd name="connsiteX3" fmla="*/ 418759 w 530847"/>
                    <a:gd name="connsiteY3" fmla="*/ 854234 h 854234"/>
                    <a:gd name="connsiteX4" fmla="*/ 0 w 530847"/>
                    <a:gd name="connsiteY4" fmla="*/ 102621 h 854234"/>
                    <a:gd name="connsiteX0" fmla="*/ 0 w 530847"/>
                    <a:gd name="connsiteY0" fmla="*/ 102621 h 992346"/>
                    <a:gd name="connsiteX1" fmla="*/ 9694 w 530847"/>
                    <a:gd name="connsiteY1" fmla="*/ 0 h 992346"/>
                    <a:gd name="connsiteX2" fmla="*/ 530847 w 530847"/>
                    <a:gd name="connsiteY2" fmla="*/ 847090 h 992346"/>
                    <a:gd name="connsiteX3" fmla="*/ 525916 w 530847"/>
                    <a:gd name="connsiteY3" fmla="*/ 992346 h 992346"/>
                    <a:gd name="connsiteX4" fmla="*/ 0 w 530847"/>
                    <a:gd name="connsiteY4" fmla="*/ 102621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2621"/>
                      </a:moveTo>
                      <a:lnTo>
                        <a:pt x="9694" y="0"/>
                      </a:lnTo>
                      <a:lnTo>
                        <a:pt x="530847" y="847090"/>
                      </a:lnTo>
                      <a:lnTo>
                        <a:pt x="525916" y="992346"/>
                      </a:lnTo>
                      <a:lnTo>
                        <a:pt x="0" y="102621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Rectangle 40">
                  <a:extLst>
                    <a:ext uri="{FF2B5EF4-FFF2-40B4-BE49-F238E27FC236}">
                      <a16:creationId xmlns:a16="http://schemas.microsoft.com/office/drawing/2014/main" id="{C2472DB1-58BD-12F3-F68E-5FA53A726AA7}"/>
                    </a:ext>
                  </a:extLst>
                </p:cNvPr>
                <p:cNvSpPr/>
                <p:nvPr/>
              </p:nvSpPr>
              <p:spPr>
                <a:xfrm>
                  <a:off x="6904124" y="4175173"/>
                  <a:ext cx="530847" cy="992346"/>
                </a:xfrm>
                <a:custGeom>
                  <a:avLst/>
                  <a:gdLst>
                    <a:gd name="connsiteX0" fmla="*/ 0 w 114469"/>
                    <a:gd name="connsiteY0" fmla="*/ 0 h 777807"/>
                    <a:gd name="connsiteX1" fmla="*/ 114469 w 114469"/>
                    <a:gd name="connsiteY1" fmla="*/ 0 h 777807"/>
                    <a:gd name="connsiteX2" fmla="*/ 114469 w 114469"/>
                    <a:gd name="connsiteY2" fmla="*/ 777807 h 777807"/>
                    <a:gd name="connsiteX3" fmla="*/ 0 w 114469"/>
                    <a:gd name="connsiteY3" fmla="*/ 777807 h 777807"/>
                    <a:gd name="connsiteX4" fmla="*/ 0 w 114469"/>
                    <a:gd name="connsiteY4" fmla="*/ 0 h 777807"/>
                    <a:gd name="connsiteX0" fmla="*/ 0 w 549897"/>
                    <a:gd name="connsiteY0" fmla="*/ 0 h 777807"/>
                    <a:gd name="connsiteX1" fmla="*/ 549897 w 549897"/>
                    <a:gd name="connsiteY1" fmla="*/ 0 h 777807"/>
                    <a:gd name="connsiteX2" fmla="*/ 549897 w 549897"/>
                    <a:gd name="connsiteY2" fmla="*/ 777807 h 777807"/>
                    <a:gd name="connsiteX3" fmla="*/ 435428 w 549897"/>
                    <a:gd name="connsiteY3" fmla="*/ 777807 h 777807"/>
                    <a:gd name="connsiteX4" fmla="*/ 0 w 549897"/>
                    <a:gd name="connsiteY4" fmla="*/ 0 h 777807"/>
                    <a:gd name="connsiteX0" fmla="*/ 0 w 549897"/>
                    <a:gd name="connsiteY0" fmla="*/ 58057 h 835864"/>
                    <a:gd name="connsiteX1" fmla="*/ 128983 w 549897"/>
                    <a:gd name="connsiteY1" fmla="*/ 0 h 835864"/>
                    <a:gd name="connsiteX2" fmla="*/ 549897 w 549897"/>
                    <a:gd name="connsiteY2" fmla="*/ 835864 h 835864"/>
                    <a:gd name="connsiteX3" fmla="*/ 435428 w 549897"/>
                    <a:gd name="connsiteY3" fmla="*/ 835864 h 835864"/>
                    <a:gd name="connsiteX4" fmla="*/ 0 w 549897"/>
                    <a:gd name="connsiteY4" fmla="*/ 58057 h 835864"/>
                    <a:gd name="connsiteX0" fmla="*/ 0 w 549897"/>
                    <a:gd name="connsiteY0" fmla="*/ 14514 h 792321"/>
                    <a:gd name="connsiteX1" fmla="*/ 114469 w 549897"/>
                    <a:gd name="connsiteY1" fmla="*/ 0 h 792321"/>
                    <a:gd name="connsiteX2" fmla="*/ 549897 w 549897"/>
                    <a:gd name="connsiteY2" fmla="*/ 792321 h 792321"/>
                    <a:gd name="connsiteX3" fmla="*/ 435428 w 549897"/>
                    <a:gd name="connsiteY3" fmla="*/ 792321 h 792321"/>
                    <a:gd name="connsiteX4" fmla="*/ 0 w 549897"/>
                    <a:gd name="connsiteY4" fmla="*/ 14514 h 792321"/>
                    <a:gd name="connsiteX0" fmla="*/ 0 w 549897"/>
                    <a:gd name="connsiteY0" fmla="*/ 65314 h 843121"/>
                    <a:gd name="connsiteX1" fmla="*/ 66844 w 549897"/>
                    <a:gd name="connsiteY1" fmla="*/ 0 h 843121"/>
                    <a:gd name="connsiteX2" fmla="*/ 549897 w 549897"/>
                    <a:gd name="connsiteY2" fmla="*/ 843121 h 843121"/>
                    <a:gd name="connsiteX3" fmla="*/ 435428 w 549897"/>
                    <a:gd name="connsiteY3" fmla="*/ 843121 h 843121"/>
                    <a:gd name="connsiteX4" fmla="*/ 0 w 549897"/>
                    <a:gd name="connsiteY4" fmla="*/ 65314 h 843121"/>
                    <a:gd name="connsiteX0" fmla="*/ 0 w 505447"/>
                    <a:gd name="connsiteY0" fmla="*/ 103414 h 843121"/>
                    <a:gd name="connsiteX1" fmla="*/ 22394 w 505447"/>
                    <a:gd name="connsiteY1" fmla="*/ 0 h 843121"/>
                    <a:gd name="connsiteX2" fmla="*/ 505447 w 505447"/>
                    <a:gd name="connsiteY2" fmla="*/ 843121 h 843121"/>
                    <a:gd name="connsiteX3" fmla="*/ 390978 w 505447"/>
                    <a:gd name="connsiteY3" fmla="*/ 843121 h 843121"/>
                    <a:gd name="connsiteX4" fmla="*/ 0 w 505447"/>
                    <a:gd name="connsiteY4" fmla="*/ 103414 h 843121"/>
                    <a:gd name="connsiteX0" fmla="*/ 0 w 499097"/>
                    <a:gd name="connsiteY0" fmla="*/ 106589 h 843121"/>
                    <a:gd name="connsiteX1" fmla="*/ 16044 w 499097"/>
                    <a:gd name="connsiteY1" fmla="*/ 0 h 843121"/>
                    <a:gd name="connsiteX2" fmla="*/ 499097 w 499097"/>
                    <a:gd name="connsiteY2" fmla="*/ 843121 h 843121"/>
                    <a:gd name="connsiteX3" fmla="*/ 384628 w 499097"/>
                    <a:gd name="connsiteY3" fmla="*/ 843121 h 843121"/>
                    <a:gd name="connsiteX4" fmla="*/ 0 w 499097"/>
                    <a:gd name="connsiteY4" fmla="*/ 106589 h 843121"/>
                    <a:gd name="connsiteX0" fmla="*/ 0 w 530847"/>
                    <a:gd name="connsiteY0" fmla="*/ 106589 h 843121"/>
                    <a:gd name="connsiteX1" fmla="*/ 16044 w 530847"/>
                    <a:gd name="connsiteY1" fmla="*/ 0 h 843121"/>
                    <a:gd name="connsiteX2" fmla="*/ 530847 w 530847"/>
                    <a:gd name="connsiteY2" fmla="*/ 843121 h 843121"/>
                    <a:gd name="connsiteX3" fmla="*/ 384628 w 530847"/>
                    <a:gd name="connsiteY3" fmla="*/ 843121 h 843121"/>
                    <a:gd name="connsiteX4" fmla="*/ 0 w 530847"/>
                    <a:gd name="connsiteY4" fmla="*/ 106589 h 843121"/>
                    <a:gd name="connsiteX0" fmla="*/ 0 w 530847"/>
                    <a:gd name="connsiteY0" fmla="*/ 106589 h 992346"/>
                    <a:gd name="connsiteX1" fmla="*/ 16044 w 530847"/>
                    <a:gd name="connsiteY1" fmla="*/ 0 h 992346"/>
                    <a:gd name="connsiteX2" fmla="*/ 530847 w 530847"/>
                    <a:gd name="connsiteY2" fmla="*/ 843121 h 992346"/>
                    <a:gd name="connsiteX3" fmla="*/ 530678 w 530847"/>
                    <a:gd name="connsiteY3" fmla="*/ 992346 h 992346"/>
                    <a:gd name="connsiteX4" fmla="*/ 0 w 530847"/>
                    <a:gd name="connsiteY4" fmla="*/ 106589 h 992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0847" h="992346">
                      <a:moveTo>
                        <a:pt x="0" y="106589"/>
                      </a:moveTo>
                      <a:lnTo>
                        <a:pt x="16044" y="0"/>
                      </a:lnTo>
                      <a:lnTo>
                        <a:pt x="530847" y="843121"/>
                      </a:lnTo>
                      <a:cubicBezTo>
                        <a:pt x="530791" y="892863"/>
                        <a:pt x="530734" y="942604"/>
                        <a:pt x="530678" y="992346"/>
                      </a:cubicBezTo>
                      <a:lnTo>
                        <a:pt x="0" y="106589"/>
                      </a:lnTo>
                      <a:close/>
                    </a:path>
                  </a:pathLst>
                </a:custGeom>
                <a:grpFill/>
                <a:ln w="12700" cap="flat" cmpd="sng" algn="ctr">
                  <a:solidFill>
                    <a:srgbClr val="835336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BD265569-A63F-6D38-6F61-BFFFCDF816EB}"/>
                    </a:ext>
                  </a:extLst>
                </p:cNvPr>
                <p:cNvSpPr/>
                <p:nvPr/>
              </p:nvSpPr>
              <p:spPr>
                <a:xfrm>
                  <a:off x="3685243" y="5010210"/>
                  <a:ext cx="3758176" cy="160374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63500" dist="50800" dir="16200000">
                    <a:srgbClr val="E5BE97">
                      <a:alpha val="50000"/>
                    </a:srgb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 41">
                  <a:extLst>
                    <a:ext uri="{FF2B5EF4-FFF2-40B4-BE49-F238E27FC236}">
                      <a16:creationId xmlns:a16="http://schemas.microsoft.com/office/drawing/2014/main" id="{6F7DA882-6671-0716-DA62-5FB3029313DB}"/>
                    </a:ext>
                  </a:extLst>
                </p:cNvPr>
                <p:cNvSpPr/>
                <p:nvPr/>
              </p:nvSpPr>
              <p:spPr>
                <a:xfrm>
                  <a:off x="3689961" y="4154915"/>
                  <a:ext cx="3736238" cy="856197"/>
                </a:xfrm>
                <a:custGeom>
                  <a:avLst/>
                  <a:gdLst>
                    <a:gd name="connsiteX0" fmla="*/ 0 w 2720238"/>
                    <a:gd name="connsiteY0" fmla="*/ 0 h 811747"/>
                    <a:gd name="connsiteX1" fmla="*/ 2720238 w 2720238"/>
                    <a:gd name="connsiteY1" fmla="*/ 0 h 811747"/>
                    <a:gd name="connsiteX2" fmla="*/ 2720238 w 2720238"/>
                    <a:gd name="connsiteY2" fmla="*/ 811747 h 811747"/>
                    <a:gd name="connsiteX3" fmla="*/ 0 w 2720238"/>
                    <a:gd name="connsiteY3" fmla="*/ 811747 h 811747"/>
                    <a:gd name="connsiteX4" fmla="*/ 0 w 2720238"/>
                    <a:gd name="connsiteY4" fmla="*/ 0 h 811747"/>
                    <a:gd name="connsiteX0" fmla="*/ 482600 w 3202838"/>
                    <a:gd name="connsiteY0" fmla="*/ 0 h 856197"/>
                    <a:gd name="connsiteX1" fmla="*/ 3202838 w 3202838"/>
                    <a:gd name="connsiteY1" fmla="*/ 0 h 856197"/>
                    <a:gd name="connsiteX2" fmla="*/ 3202838 w 3202838"/>
                    <a:gd name="connsiteY2" fmla="*/ 811747 h 856197"/>
                    <a:gd name="connsiteX3" fmla="*/ 0 w 3202838"/>
                    <a:gd name="connsiteY3" fmla="*/ 856197 h 856197"/>
                    <a:gd name="connsiteX4" fmla="*/ 482600 w 32028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984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307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0283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4349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  <a:gd name="connsiteX0" fmla="*/ 482600 w 3736238"/>
                    <a:gd name="connsiteY0" fmla="*/ 0 h 856197"/>
                    <a:gd name="connsiteX1" fmla="*/ 3221888 w 3736238"/>
                    <a:gd name="connsiteY1" fmla="*/ 0 h 856197"/>
                    <a:gd name="connsiteX2" fmla="*/ 3736238 w 3736238"/>
                    <a:gd name="connsiteY2" fmla="*/ 851117 h 856197"/>
                    <a:gd name="connsiteX3" fmla="*/ 0 w 3736238"/>
                    <a:gd name="connsiteY3" fmla="*/ 856197 h 856197"/>
                    <a:gd name="connsiteX4" fmla="*/ 482600 w 3736238"/>
                    <a:gd name="connsiteY4" fmla="*/ 0 h 856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6238" h="856197">
                      <a:moveTo>
                        <a:pt x="482600" y="0"/>
                      </a:moveTo>
                      <a:lnTo>
                        <a:pt x="3221888" y="0"/>
                      </a:lnTo>
                      <a:lnTo>
                        <a:pt x="3736238" y="851117"/>
                      </a:lnTo>
                      <a:lnTo>
                        <a:pt x="0" y="856197"/>
                      </a:lnTo>
                      <a:lnTo>
                        <a:pt x="4826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pic>
        <p:nvPicPr>
          <p:cNvPr id="3" name="emojimouth">
            <a:hlinkClick r:id="" action="ppaction://media"/>
            <a:extLst>
              <a:ext uri="{FF2B5EF4-FFF2-40B4-BE49-F238E27FC236}">
                <a16:creationId xmlns:a16="http://schemas.microsoft.com/office/drawing/2014/main" id="{819D49AE-B394-E7F6-4803-69D18C1AF2D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>
            <a:off x="5467134" y="6384398"/>
            <a:ext cx="299110" cy="218820"/>
          </a:xfrm>
          <a:prstGeom prst="rect">
            <a:avLst/>
          </a:prstGeom>
        </p:spPr>
      </p:pic>
      <p:pic>
        <p:nvPicPr>
          <p:cNvPr id="2" name="ttsMP3.com_VoiceText_2024-12-23_23-19-42">
            <a:hlinkClick r:id="" action="ppaction://media"/>
            <a:extLst>
              <a:ext uri="{FF2B5EF4-FFF2-40B4-BE49-F238E27FC236}">
                <a16:creationId xmlns:a16="http://schemas.microsoft.com/office/drawing/2014/main" id="{ABC923D2-DDC2-2BD1-91F5-58C49D7BC24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804175" y="832161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5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3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0" y="-108486"/>
            <a:ext cx="6872783" cy="9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DA2BC0-1BD3-FBC2-3116-2B14677C2CDB}"/>
              </a:ext>
            </a:extLst>
          </p:cNvPr>
          <p:cNvGrpSpPr/>
          <p:nvPr/>
        </p:nvGrpSpPr>
        <p:grpSpPr>
          <a:xfrm>
            <a:off x="3001191" y="0"/>
            <a:ext cx="855617" cy="1327697"/>
            <a:chOff x="3001191" y="0"/>
            <a:chExt cx="855617" cy="132769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AF5C23-7D3E-AF2E-2110-8D4218F8F672}"/>
                </a:ext>
              </a:extLst>
            </p:cNvPr>
            <p:cNvGrpSpPr/>
            <p:nvPr/>
          </p:nvGrpSpPr>
          <p:grpSpPr>
            <a:xfrm>
              <a:off x="3103200" y="0"/>
              <a:ext cx="681166" cy="836023"/>
              <a:chOff x="3103200" y="0"/>
              <a:chExt cx="681166" cy="836023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45B2505-7EA2-287C-857D-C56F317C5820}"/>
                  </a:ext>
                </a:extLst>
              </p:cNvPr>
              <p:cNvSpPr/>
              <p:nvPr/>
            </p:nvSpPr>
            <p:spPr>
              <a:xfrm>
                <a:off x="3103200" y="0"/>
                <a:ext cx="681166" cy="7496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D9401F4-9735-983B-70FC-AF917249D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9000" y="37480"/>
                <a:ext cx="1824" cy="79854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1A28BEA-56A2-9332-1BFE-223AB5D627A9}"/>
                </a:ext>
              </a:extLst>
            </p:cNvPr>
            <p:cNvSpPr/>
            <p:nvPr/>
          </p:nvSpPr>
          <p:spPr>
            <a:xfrm>
              <a:off x="3001191" y="472080"/>
              <a:ext cx="855617" cy="8556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0A1F-8F2C-B3AD-8C17-0D91AAA874FF}"/>
              </a:ext>
            </a:extLst>
          </p:cNvPr>
          <p:cNvGrpSpPr/>
          <p:nvPr/>
        </p:nvGrpSpPr>
        <p:grpSpPr>
          <a:xfrm>
            <a:off x="-1143356" y="8898631"/>
            <a:ext cx="7884973" cy="4401774"/>
            <a:chOff x="3685243" y="4582551"/>
            <a:chExt cx="3758176" cy="2097996"/>
          </a:xfrm>
          <a:solidFill>
            <a:srgbClr val="E5BE97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0F8D60-404A-7EE8-3DBE-9DF95ADC4CEE}"/>
                </a:ext>
              </a:extLst>
            </p:cNvPr>
            <p:cNvSpPr/>
            <p:nvPr/>
          </p:nvSpPr>
          <p:spPr>
            <a:xfrm>
              <a:off x="3823318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AA548E-B507-938D-DD43-E15B29ACB3E0}"/>
                </a:ext>
              </a:extLst>
            </p:cNvPr>
            <p:cNvSpPr/>
            <p:nvPr/>
          </p:nvSpPr>
          <p:spPr>
            <a:xfrm>
              <a:off x="7209196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D69ABE-F03A-BEC8-7903-B6620CD83D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DC288A-384A-20D0-23EF-7B6733C8B740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70080D-BA42-FC27-521A-AE2631466B70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58D5AC9A-17AE-4DCC-6948-4793A146BCD3}"/>
                </a:ext>
              </a:extLst>
            </p:cNvPr>
            <p:cNvSpPr/>
            <p:nvPr/>
          </p:nvSpPr>
          <p:spPr>
            <a:xfrm>
              <a:off x="3689961" y="4582551"/>
              <a:ext cx="3736238" cy="428561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634778 w 3736238"/>
                <a:gd name="connsiteY1" fmla="*/ 309667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69710 w 3736238"/>
                <a:gd name="connsiteY0" fmla="*/ 14747 h 546530"/>
                <a:gd name="connsiteX1" fmla="*/ 3634778 w 3736238"/>
                <a:gd name="connsiteY1" fmla="*/ 0 h 546530"/>
                <a:gd name="connsiteX2" fmla="*/ 3736238 w 3736238"/>
                <a:gd name="connsiteY2" fmla="*/ 541450 h 546530"/>
                <a:gd name="connsiteX3" fmla="*/ 0 w 3736238"/>
                <a:gd name="connsiteY3" fmla="*/ 546530 h 546530"/>
                <a:gd name="connsiteX4" fmla="*/ 69710 w 3736238"/>
                <a:gd name="connsiteY4" fmla="*/ 14747 h 546530"/>
                <a:gd name="connsiteX0" fmla="*/ 69710 w 3736238"/>
                <a:gd name="connsiteY0" fmla="*/ 0 h 531783"/>
                <a:gd name="connsiteX1" fmla="*/ 3634778 w 3736238"/>
                <a:gd name="connsiteY1" fmla="*/ 58984 h 531783"/>
                <a:gd name="connsiteX2" fmla="*/ 3736238 w 3736238"/>
                <a:gd name="connsiteY2" fmla="*/ 526703 h 531783"/>
                <a:gd name="connsiteX3" fmla="*/ 0 w 3736238"/>
                <a:gd name="connsiteY3" fmla="*/ 531783 h 531783"/>
                <a:gd name="connsiteX4" fmla="*/ 69710 w 3736238"/>
                <a:gd name="connsiteY4" fmla="*/ 0 h 531783"/>
                <a:gd name="connsiteX0" fmla="*/ 69710 w 3736238"/>
                <a:gd name="connsiteY0" fmla="*/ 44238 h 472799"/>
                <a:gd name="connsiteX1" fmla="*/ 3634778 w 3736238"/>
                <a:gd name="connsiteY1" fmla="*/ 0 h 472799"/>
                <a:gd name="connsiteX2" fmla="*/ 3736238 w 3736238"/>
                <a:gd name="connsiteY2" fmla="*/ 467719 h 472799"/>
                <a:gd name="connsiteX3" fmla="*/ 0 w 3736238"/>
                <a:gd name="connsiteY3" fmla="*/ 472799 h 472799"/>
                <a:gd name="connsiteX4" fmla="*/ 69710 w 3736238"/>
                <a:gd name="connsiteY4" fmla="*/ 44238 h 472799"/>
                <a:gd name="connsiteX0" fmla="*/ 69710 w 3736238"/>
                <a:gd name="connsiteY0" fmla="*/ 0 h 428561"/>
                <a:gd name="connsiteX1" fmla="*/ 3634778 w 3736238"/>
                <a:gd name="connsiteY1" fmla="*/ 0 h 428561"/>
                <a:gd name="connsiteX2" fmla="*/ 3736238 w 3736238"/>
                <a:gd name="connsiteY2" fmla="*/ 423481 h 428561"/>
                <a:gd name="connsiteX3" fmla="*/ 0 w 3736238"/>
                <a:gd name="connsiteY3" fmla="*/ 428561 h 428561"/>
                <a:gd name="connsiteX4" fmla="*/ 69710 w 3736238"/>
                <a:gd name="connsiteY4" fmla="*/ 0 h 4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428561">
                  <a:moveTo>
                    <a:pt x="69710" y="0"/>
                  </a:moveTo>
                  <a:lnTo>
                    <a:pt x="3634778" y="0"/>
                  </a:lnTo>
                  <a:lnTo>
                    <a:pt x="3736238" y="423481"/>
                  </a:lnTo>
                  <a:lnTo>
                    <a:pt x="0" y="428561"/>
                  </a:lnTo>
                  <a:lnTo>
                    <a:pt x="6971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C7F2870-B162-EA65-0E9E-365030851BD6}"/>
              </a:ext>
            </a:extLst>
          </p:cNvPr>
          <p:cNvGrpSpPr/>
          <p:nvPr/>
        </p:nvGrpSpPr>
        <p:grpSpPr>
          <a:xfrm>
            <a:off x="612152" y="6953042"/>
            <a:ext cx="5817717" cy="2793560"/>
            <a:chOff x="1471557" y="4090702"/>
            <a:chExt cx="4899809" cy="2352798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67B7E3-2866-A329-B626-1156A756BF4B}"/>
                </a:ext>
              </a:extLst>
            </p:cNvPr>
            <p:cNvGrpSpPr/>
            <p:nvPr/>
          </p:nvGrpSpPr>
          <p:grpSpPr>
            <a:xfrm>
              <a:off x="1471557" y="4090702"/>
              <a:ext cx="4756134" cy="2352798"/>
              <a:chOff x="1001991" y="4809805"/>
              <a:chExt cx="5770988" cy="285483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12FD1EC-A244-DB59-4A61-F6CD009CB09E}"/>
                  </a:ext>
                </a:extLst>
              </p:cNvPr>
              <p:cNvGrpSpPr/>
              <p:nvPr/>
            </p:nvGrpSpPr>
            <p:grpSpPr>
              <a:xfrm>
                <a:off x="1001991" y="4809805"/>
                <a:ext cx="5770988" cy="2854832"/>
                <a:chOff x="1001991" y="4809805"/>
                <a:chExt cx="5770988" cy="2854832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9663F653-1DCC-02CC-03E9-9FFD59415891}"/>
                    </a:ext>
                  </a:extLst>
                </p:cNvPr>
                <p:cNvGrpSpPr/>
                <p:nvPr/>
              </p:nvGrpSpPr>
              <p:grpSpPr>
                <a:xfrm>
                  <a:off x="1001991" y="4809805"/>
                  <a:ext cx="5770988" cy="2854832"/>
                  <a:chOff x="1001991" y="4809805"/>
                  <a:chExt cx="5770988" cy="2854832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26C187D0-ED56-38BD-5F76-1267CD78F7C2}"/>
                      </a:ext>
                    </a:extLst>
                  </p:cNvPr>
                  <p:cNvGrpSpPr/>
                  <p:nvPr/>
                </p:nvGrpSpPr>
                <p:grpSpPr>
                  <a:xfrm>
                    <a:off x="1001991" y="4809805"/>
                    <a:ext cx="5770988" cy="2854832"/>
                    <a:chOff x="1001991" y="4809805"/>
                    <a:chExt cx="5770988" cy="2854832"/>
                  </a:xfrm>
                </p:grpSpPr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602A28A4-CB8D-A1C7-DA0A-4AF9989F262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1991" y="4809805"/>
                      <a:ext cx="5770988" cy="2854832"/>
                      <a:chOff x="1001991" y="4809805"/>
                      <a:chExt cx="5770988" cy="2854832"/>
                    </a:xfrm>
                  </p:grpSpPr>
                  <p:grpSp>
                    <p:nvGrpSpPr>
                      <p:cNvPr id="50" name="Group 49">
                        <a:extLst>
                          <a:ext uri="{FF2B5EF4-FFF2-40B4-BE49-F238E27FC236}">
                            <a16:creationId xmlns:a16="http://schemas.microsoft.com/office/drawing/2014/main" id="{A85A833D-9DD2-2E27-E4F1-2D101395256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1991" y="4809805"/>
                        <a:ext cx="5770988" cy="2854832"/>
                        <a:chOff x="1001991" y="4809805"/>
                        <a:chExt cx="5770988" cy="2854832"/>
                      </a:xfrm>
                    </p:grpSpPr>
                    <p:grpSp>
                      <p:nvGrpSpPr>
                        <p:cNvPr id="52" name="Group 51">
                          <a:extLst>
                            <a:ext uri="{FF2B5EF4-FFF2-40B4-BE49-F238E27FC236}">
                              <a16:creationId xmlns:a16="http://schemas.microsoft.com/office/drawing/2014/main" id="{94E67888-81E0-1FC5-9D46-7AC7E1BEFDB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01991" y="4809805"/>
                          <a:ext cx="5770988" cy="2854832"/>
                          <a:chOff x="1001991" y="4809805"/>
                          <a:chExt cx="5770988" cy="2854832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A4A464A3-9CA2-9ADB-F8B3-A351F425918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01991" y="4809805"/>
                            <a:ext cx="5770988" cy="2854832"/>
                            <a:chOff x="1001991" y="4809805"/>
                            <a:chExt cx="5770988" cy="2854832"/>
                          </a:xfrm>
                        </p:grpSpPr>
                        <p:grpSp>
                          <p:nvGrpSpPr>
                            <p:cNvPr id="59" name="Group 58">
                              <a:extLst>
                                <a:ext uri="{FF2B5EF4-FFF2-40B4-BE49-F238E27FC236}">
                                  <a16:creationId xmlns:a16="http://schemas.microsoft.com/office/drawing/2014/main" id="{B45AD9F4-C291-956A-79C7-470BEA091E3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01991" y="4809805"/>
                              <a:ext cx="5770988" cy="2854832"/>
                              <a:chOff x="1001991" y="4809805"/>
                              <a:chExt cx="5770988" cy="2854832"/>
                            </a:xfrm>
                          </p:grpSpPr>
                          <p:sp>
                            <p:nvSpPr>
                              <p:cNvPr id="61" name="Rectangle: Rounded Corners 60">
                                <a:extLst>
                                  <a:ext uri="{FF2B5EF4-FFF2-40B4-BE49-F238E27FC236}">
                                    <a16:creationId xmlns:a16="http://schemas.microsoft.com/office/drawing/2014/main" id="{8AF352DF-3C11-6C14-D553-3828DC9E20F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104900" y="7513320"/>
                                <a:ext cx="5247053" cy="63687"/>
                              </a:xfrm>
                              <a:prstGeom prst="roundRect">
                                <a:avLst/>
                              </a:prstGeom>
                              <a:solidFill>
                                <a:sysClr val="windowText" lastClr="000000"/>
                              </a:solidFill>
                              <a:ln w="12700" cap="flat" cmpd="sng" algn="ctr">
                                <a:solidFill>
                                  <a:sysClr val="window" lastClr="FFFFFF">
                                    <a:lumMod val="95000"/>
                                  </a:sysClr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8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</a:endParaRPr>
                              </a:p>
                            </p:txBody>
                          </p:sp>
                          <p:sp>
                            <p:nvSpPr>
                              <p:cNvPr id="132" name="Rectangle: Rounded Corners 131">
                                <a:extLst>
                                  <a:ext uri="{FF2B5EF4-FFF2-40B4-BE49-F238E27FC236}">
                                    <a16:creationId xmlns:a16="http://schemas.microsoft.com/office/drawing/2014/main" id="{A37961A5-90B5-DA75-0CC6-445F5D09940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211602" y="7582982"/>
                                <a:ext cx="5068513" cy="81655"/>
                              </a:xfrm>
                              <a:prstGeom prst="roundRect">
                                <a:avLst/>
                              </a:prstGeom>
                              <a:solidFill>
                                <a:sysClr val="windowText" lastClr="000000"/>
                              </a:solidFill>
                              <a:ln w="12700" cap="flat" cmpd="sng" algn="ctr">
                                <a:solidFill>
                                  <a:sysClr val="window" lastClr="FFFFFF">
                                    <a:lumMod val="95000"/>
                                  </a:sysClr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8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</a:endParaRPr>
                              </a:p>
                            </p:txBody>
                          </p:sp>
                          <p:sp>
                            <p:nvSpPr>
                              <p:cNvPr id="146" name="Rectangle: Rounded Corners 145">
                                <a:extLst>
                                  <a:ext uri="{FF2B5EF4-FFF2-40B4-BE49-F238E27FC236}">
                                    <a16:creationId xmlns:a16="http://schemas.microsoft.com/office/drawing/2014/main" id="{2C8E57AB-A196-1B62-2096-C5C00F8BF6F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001991" y="4809805"/>
                                <a:ext cx="5770988" cy="2700799"/>
                              </a:xfrm>
                              <a:prstGeom prst="roundRect">
                                <a:avLst>
                                  <a:gd name="adj" fmla="val 1554"/>
                                </a:avLst>
                              </a:prstGeom>
                              <a:solidFill>
                                <a:sysClr val="window" lastClr="FFFFFF">
                                  <a:lumMod val="95000"/>
                                </a:sysClr>
                              </a:solidFill>
                              <a:ln w="12700" cap="flat" cmpd="sng" algn="ctr">
                                <a:solidFill>
                                  <a:srgbClr val="4472C4">
                                    <a:shade val="15000"/>
                                  </a:srgbClr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8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60" name="Rectangle 59">
                              <a:extLst>
                                <a:ext uri="{FF2B5EF4-FFF2-40B4-BE49-F238E27FC236}">
                                  <a16:creationId xmlns:a16="http://schemas.microsoft.com/office/drawing/2014/main" id="{C3DAF532-CB52-3FD0-F9F1-162881C7E5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43940" y="4989799"/>
                              <a:ext cx="4434840" cy="2346094"/>
                            </a:xfrm>
                            <a:prstGeom prst="rect">
                              <a:avLst/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8" name="Rectangle 57">
                            <a:extLst>
                              <a:ext uri="{FF2B5EF4-FFF2-40B4-BE49-F238E27FC236}">
                                <a16:creationId xmlns:a16="http://schemas.microsoft.com/office/drawing/2014/main" id="{AC91E1FE-2277-FD1A-1343-815B0460A5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99637" y="4862143"/>
                            <a:ext cx="823221" cy="2595263"/>
                          </a:xfrm>
                          <a:prstGeom prst="rect">
                            <a:avLst/>
                          </a:prstGeom>
                          <a:noFill/>
                          <a:ln w="12700" cap="flat" cmpd="sng" algn="ctr">
                            <a:solidFill>
                              <a:sysClr val="windowText" lastClr="000000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</a:endParaRPr>
                          </a:p>
                        </p:txBody>
                      </p:sp>
                    </p:grpSp>
                    <p:sp>
                      <p:nvSpPr>
                        <p:cNvPr id="55" name="Rectangle 54">
                          <a:extLst>
                            <a:ext uri="{FF2B5EF4-FFF2-40B4-BE49-F238E27FC236}">
                              <a16:creationId xmlns:a16="http://schemas.microsoft.com/office/drawing/2014/main" id="{603F47A7-C86C-39F6-942D-4BDCE856FCF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09033" y="5395961"/>
                          <a:ext cx="116960" cy="357415"/>
                        </a:xfrm>
                        <a:prstGeom prst="rect">
                          <a:avLst/>
                        </a:prstGeom>
                        <a:solidFill>
                          <a:sysClr val="windowText" lastClr="000000"/>
                        </a:solidFill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</a:endParaRPr>
                        </a:p>
                      </p:txBody>
                    </p:sp>
                    <p:sp>
                      <p:nvSpPr>
                        <p:cNvPr id="56" name="Rectangle 55">
                          <a:extLst>
                            <a:ext uri="{FF2B5EF4-FFF2-40B4-BE49-F238E27FC236}">
                              <a16:creationId xmlns:a16="http://schemas.microsoft.com/office/drawing/2014/main" id="{9622F0AD-07C9-7A0B-F674-AF01931A43A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09033" y="6619676"/>
                          <a:ext cx="116960" cy="357415"/>
                        </a:xfrm>
                        <a:prstGeom prst="rect">
                          <a:avLst/>
                        </a:prstGeom>
                        <a:solidFill>
                          <a:sysClr val="windowText" lastClr="000000"/>
                        </a:solidFill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</a:endParaRPr>
                        </a:p>
                      </p:txBody>
                    </p:sp>
                  </p:grpSp>
                  <p:sp>
                    <p:nvSpPr>
                      <p:cNvPr id="51" name="Rectangle: Rounded Corners 50">
                        <a:extLst>
                          <a:ext uri="{FF2B5EF4-FFF2-40B4-BE49-F238E27FC236}">
                            <a16:creationId xmlns:a16="http://schemas.microsoft.com/office/drawing/2014/main" id="{8A09A107-4C6B-6D1F-4FFF-2AFC706AE0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9592" y="4945537"/>
                        <a:ext cx="781941" cy="2019300"/>
                      </a:xfrm>
                      <a:prstGeom prst="roundRect">
                        <a:avLst>
                          <a:gd name="adj" fmla="val 8871"/>
                        </a:avLst>
                      </a:prstGeom>
                      <a:noFill/>
                      <a:ln w="12700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49" name="Rectangle: Rounded Corners 48">
                      <a:extLst>
                        <a:ext uri="{FF2B5EF4-FFF2-40B4-BE49-F238E27FC236}">
                          <a16:creationId xmlns:a16="http://schemas.microsoft.com/office/drawing/2014/main" id="{04DAFDC0-DA78-47CE-0708-D1634A680B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24645" y="6978182"/>
                      <a:ext cx="786203" cy="364443"/>
                    </a:xfrm>
                    <a:prstGeom prst="roundRect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7941F956-DF48-6C43-DD68-77B2C1AF5F11}"/>
                      </a:ext>
                    </a:extLst>
                  </p:cNvPr>
                  <p:cNvSpPr/>
                  <p:nvPr/>
                </p:nvSpPr>
                <p:spPr>
                  <a:xfrm>
                    <a:off x="6200826" y="7038227"/>
                    <a:ext cx="256252" cy="256252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6931AB6-F624-8083-FE17-EFEA5686C6DD}"/>
                    </a:ext>
                  </a:extLst>
                </p:cNvPr>
                <p:cNvSpPr/>
                <p:nvPr/>
              </p:nvSpPr>
              <p:spPr>
                <a:xfrm>
                  <a:off x="1513240" y="5344348"/>
                  <a:ext cx="3724790" cy="1519704"/>
                </a:xfrm>
                <a:prstGeom prst="rect">
                  <a:avLst/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175DA19-42BE-BDEA-9705-151C7189AA84}"/>
                  </a:ext>
                </a:extLst>
              </p:cNvPr>
              <p:cNvSpPr/>
              <p:nvPr/>
            </p:nvSpPr>
            <p:spPr>
              <a:xfrm>
                <a:off x="2463798" y="6623938"/>
                <a:ext cx="1849489" cy="8782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8A55DDEC-183C-C33D-439C-9567C13F8B06}"/>
                  </a:ext>
                </a:extLst>
              </p:cNvPr>
              <p:cNvSpPr/>
              <p:nvPr/>
            </p:nvSpPr>
            <p:spPr>
              <a:xfrm>
                <a:off x="2622894" y="6455157"/>
                <a:ext cx="1544150" cy="220360"/>
              </a:xfrm>
              <a:custGeom>
                <a:avLst/>
                <a:gdLst>
                  <a:gd name="connsiteX0" fmla="*/ 0 w 1524248"/>
                  <a:gd name="connsiteY0" fmla="*/ 36192 h 72384"/>
                  <a:gd name="connsiteX1" fmla="*/ 762124 w 1524248"/>
                  <a:gd name="connsiteY1" fmla="*/ 0 h 72384"/>
                  <a:gd name="connsiteX2" fmla="*/ 1524248 w 1524248"/>
                  <a:gd name="connsiteY2" fmla="*/ 36192 h 72384"/>
                  <a:gd name="connsiteX3" fmla="*/ 762124 w 1524248"/>
                  <a:gd name="connsiteY3" fmla="*/ 72384 h 72384"/>
                  <a:gd name="connsiteX4" fmla="*/ 0 w 1524248"/>
                  <a:gd name="connsiteY4" fmla="*/ 36192 h 72384"/>
                  <a:gd name="connsiteX0" fmla="*/ 50 w 1524298"/>
                  <a:gd name="connsiteY0" fmla="*/ 181335 h 217527"/>
                  <a:gd name="connsiteX1" fmla="*/ 791203 w 1524298"/>
                  <a:gd name="connsiteY1" fmla="*/ 0 h 217527"/>
                  <a:gd name="connsiteX2" fmla="*/ 1524298 w 1524298"/>
                  <a:gd name="connsiteY2" fmla="*/ 181335 h 217527"/>
                  <a:gd name="connsiteX3" fmla="*/ 762174 w 1524298"/>
                  <a:gd name="connsiteY3" fmla="*/ 217527 h 217527"/>
                  <a:gd name="connsiteX4" fmla="*/ 50 w 1524298"/>
                  <a:gd name="connsiteY4" fmla="*/ 181335 h 217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298" h="217527">
                    <a:moveTo>
                      <a:pt x="50" y="181335"/>
                    </a:moveTo>
                    <a:cubicBezTo>
                      <a:pt x="4888" y="145080"/>
                      <a:pt x="370294" y="0"/>
                      <a:pt x="791203" y="0"/>
                    </a:cubicBezTo>
                    <a:cubicBezTo>
                      <a:pt x="1212112" y="0"/>
                      <a:pt x="1524298" y="161347"/>
                      <a:pt x="1524298" y="181335"/>
                    </a:cubicBezTo>
                    <a:cubicBezTo>
                      <a:pt x="1524298" y="201323"/>
                      <a:pt x="1183083" y="217527"/>
                      <a:pt x="762174" y="217527"/>
                    </a:cubicBezTo>
                    <a:cubicBezTo>
                      <a:pt x="341265" y="217527"/>
                      <a:pt x="-4788" y="217590"/>
                      <a:pt x="50" y="181335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F3E831-E301-4C3A-44B5-6EE62C2E6381}"/>
                </a:ext>
              </a:extLst>
            </p:cNvPr>
            <p:cNvSpPr txBox="1"/>
            <p:nvPr/>
          </p:nvSpPr>
          <p:spPr>
            <a:xfrm>
              <a:off x="5613838" y="4333392"/>
              <a:ext cx="583711" cy="311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1:00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68FE94-34FD-7DA1-E861-9B5D73B801F6}"/>
                </a:ext>
              </a:extLst>
            </p:cNvPr>
            <p:cNvSpPr txBox="1"/>
            <p:nvPr/>
          </p:nvSpPr>
          <p:spPr>
            <a:xfrm>
              <a:off x="5636331" y="4747938"/>
              <a:ext cx="583711" cy="544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◤◥◣◢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376173-4340-6B23-6E90-04E709DB2DFB}"/>
                </a:ext>
              </a:extLst>
            </p:cNvPr>
            <p:cNvSpPr txBox="1"/>
            <p:nvPr/>
          </p:nvSpPr>
          <p:spPr>
            <a:xfrm>
              <a:off x="5553951" y="5407376"/>
              <a:ext cx="8174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◔ ▶◼</a:t>
              </a:r>
            </a:p>
          </p:txBody>
        </p:sp>
      </p:grpSp>
      <p:sp>
        <p:nvSpPr>
          <p:cNvPr id="22" name="Rectangle 43">
            <a:extLst>
              <a:ext uri="{FF2B5EF4-FFF2-40B4-BE49-F238E27FC236}">
                <a16:creationId xmlns:a16="http://schemas.microsoft.com/office/drawing/2014/main" id="{6B3F7AB6-1F32-679A-E013-47A1C5EF0597}"/>
              </a:ext>
            </a:extLst>
          </p:cNvPr>
          <p:cNvSpPr/>
          <p:nvPr/>
        </p:nvSpPr>
        <p:spPr>
          <a:xfrm flipH="1">
            <a:off x="662476" y="7121526"/>
            <a:ext cx="4613259" cy="2295741"/>
          </a:xfrm>
          <a:custGeom>
            <a:avLst/>
            <a:gdLst>
              <a:gd name="connsiteX0" fmla="*/ 0 w 442063"/>
              <a:gd name="connsiteY0" fmla="*/ 0 h 2850251"/>
              <a:gd name="connsiteX1" fmla="*/ 442063 w 442063"/>
              <a:gd name="connsiteY1" fmla="*/ 0 h 2850251"/>
              <a:gd name="connsiteX2" fmla="*/ 442063 w 442063"/>
              <a:gd name="connsiteY2" fmla="*/ 2850251 h 2850251"/>
              <a:gd name="connsiteX3" fmla="*/ 0 w 442063"/>
              <a:gd name="connsiteY3" fmla="*/ 2850251 h 2850251"/>
              <a:gd name="connsiteX4" fmla="*/ 0 w 442063"/>
              <a:gd name="connsiteY4" fmla="*/ 0 h 2850251"/>
              <a:gd name="connsiteX0" fmla="*/ 0 w 929743"/>
              <a:gd name="connsiteY0" fmla="*/ 0 h 2850251"/>
              <a:gd name="connsiteX1" fmla="*/ 929743 w 929743"/>
              <a:gd name="connsiteY1" fmla="*/ 281940 h 2850251"/>
              <a:gd name="connsiteX2" fmla="*/ 442063 w 929743"/>
              <a:gd name="connsiteY2" fmla="*/ 2850251 h 2850251"/>
              <a:gd name="connsiteX3" fmla="*/ 0 w 929743"/>
              <a:gd name="connsiteY3" fmla="*/ 2850251 h 2850251"/>
              <a:gd name="connsiteX4" fmla="*/ 0 w 929743"/>
              <a:gd name="connsiteY4" fmla="*/ 0 h 2850251"/>
              <a:gd name="connsiteX0" fmla="*/ 0 w 929743"/>
              <a:gd name="connsiteY0" fmla="*/ 0 h 2850251"/>
              <a:gd name="connsiteX1" fmla="*/ 929743 w 929743"/>
              <a:gd name="connsiteY1" fmla="*/ 281940 h 2850251"/>
              <a:gd name="connsiteX2" fmla="*/ 906883 w 929743"/>
              <a:gd name="connsiteY2" fmla="*/ 2514971 h 2850251"/>
              <a:gd name="connsiteX3" fmla="*/ 0 w 929743"/>
              <a:gd name="connsiteY3" fmla="*/ 2850251 h 2850251"/>
              <a:gd name="connsiteX4" fmla="*/ 0 w 929743"/>
              <a:gd name="connsiteY4" fmla="*/ 0 h 2850251"/>
              <a:gd name="connsiteX0" fmla="*/ 0 w 906883"/>
              <a:gd name="connsiteY0" fmla="*/ 0 h 2850251"/>
              <a:gd name="connsiteX1" fmla="*/ 868783 w 906883"/>
              <a:gd name="connsiteY1" fmla="*/ 297180 h 2850251"/>
              <a:gd name="connsiteX2" fmla="*/ 906883 w 906883"/>
              <a:gd name="connsiteY2" fmla="*/ 2514971 h 2850251"/>
              <a:gd name="connsiteX3" fmla="*/ 0 w 906883"/>
              <a:gd name="connsiteY3" fmla="*/ 2850251 h 2850251"/>
              <a:gd name="connsiteX4" fmla="*/ 0 w 906883"/>
              <a:gd name="connsiteY4" fmla="*/ 0 h 2850251"/>
              <a:gd name="connsiteX0" fmla="*/ 3175 w 906883"/>
              <a:gd name="connsiteY0" fmla="*/ 0 h 2837551"/>
              <a:gd name="connsiteX1" fmla="*/ 868783 w 906883"/>
              <a:gd name="connsiteY1" fmla="*/ 284480 h 2837551"/>
              <a:gd name="connsiteX2" fmla="*/ 906883 w 906883"/>
              <a:gd name="connsiteY2" fmla="*/ 2502271 h 2837551"/>
              <a:gd name="connsiteX3" fmla="*/ 0 w 906883"/>
              <a:gd name="connsiteY3" fmla="*/ 2837551 h 2837551"/>
              <a:gd name="connsiteX4" fmla="*/ 3175 w 906883"/>
              <a:gd name="connsiteY4" fmla="*/ 0 h 2837551"/>
              <a:gd name="connsiteX0" fmla="*/ 3175 w 906883"/>
              <a:gd name="connsiteY0" fmla="*/ 0 h 2837551"/>
              <a:gd name="connsiteX1" fmla="*/ 865608 w 906883"/>
              <a:gd name="connsiteY1" fmla="*/ 259080 h 2837551"/>
              <a:gd name="connsiteX2" fmla="*/ 906883 w 906883"/>
              <a:gd name="connsiteY2" fmla="*/ 2502271 h 2837551"/>
              <a:gd name="connsiteX3" fmla="*/ 0 w 906883"/>
              <a:gd name="connsiteY3" fmla="*/ 2837551 h 2837551"/>
              <a:gd name="connsiteX4" fmla="*/ 3175 w 906883"/>
              <a:gd name="connsiteY4" fmla="*/ 0 h 2837551"/>
              <a:gd name="connsiteX0" fmla="*/ 3175 w 906883"/>
              <a:gd name="connsiteY0" fmla="*/ 0 h 2856601"/>
              <a:gd name="connsiteX1" fmla="*/ 865608 w 906883"/>
              <a:gd name="connsiteY1" fmla="*/ 259080 h 2856601"/>
              <a:gd name="connsiteX2" fmla="*/ 906883 w 906883"/>
              <a:gd name="connsiteY2" fmla="*/ 2502271 h 2856601"/>
              <a:gd name="connsiteX3" fmla="*/ 0 w 906883"/>
              <a:gd name="connsiteY3" fmla="*/ 2856601 h 2856601"/>
              <a:gd name="connsiteX4" fmla="*/ 3175 w 906883"/>
              <a:gd name="connsiteY4" fmla="*/ 0 h 2856601"/>
              <a:gd name="connsiteX0" fmla="*/ 3175 w 939220"/>
              <a:gd name="connsiteY0" fmla="*/ 0 h 2856601"/>
              <a:gd name="connsiteX1" fmla="*/ 939220 w 939220"/>
              <a:gd name="connsiteY1" fmla="*/ 243670 h 2856601"/>
              <a:gd name="connsiteX2" fmla="*/ 906883 w 939220"/>
              <a:gd name="connsiteY2" fmla="*/ 2502271 h 2856601"/>
              <a:gd name="connsiteX3" fmla="*/ 0 w 939220"/>
              <a:gd name="connsiteY3" fmla="*/ 2856601 h 2856601"/>
              <a:gd name="connsiteX4" fmla="*/ 3175 w 939220"/>
              <a:gd name="connsiteY4" fmla="*/ 0 h 2856601"/>
              <a:gd name="connsiteX0" fmla="*/ 3175 w 943689"/>
              <a:gd name="connsiteY0" fmla="*/ 0 h 2856601"/>
              <a:gd name="connsiteX1" fmla="*/ 939220 w 943689"/>
              <a:gd name="connsiteY1" fmla="*/ 243670 h 2856601"/>
              <a:gd name="connsiteX2" fmla="*/ 943689 w 943689"/>
              <a:gd name="connsiteY2" fmla="*/ 2579320 h 2856601"/>
              <a:gd name="connsiteX3" fmla="*/ 0 w 943689"/>
              <a:gd name="connsiteY3" fmla="*/ 2856601 h 2856601"/>
              <a:gd name="connsiteX4" fmla="*/ 3175 w 943689"/>
              <a:gd name="connsiteY4" fmla="*/ 0 h 2856601"/>
              <a:gd name="connsiteX0" fmla="*/ 3175 w 943689"/>
              <a:gd name="connsiteY0" fmla="*/ 0 h 2702502"/>
              <a:gd name="connsiteX1" fmla="*/ 939220 w 943689"/>
              <a:gd name="connsiteY1" fmla="*/ 243670 h 2702502"/>
              <a:gd name="connsiteX2" fmla="*/ 943689 w 943689"/>
              <a:gd name="connsiteY2" fmla="*/ 2579320 h 2702502"/>
              <a:gd name="connsiteX3" fmla="*/ 0 w 943689"/>
              <a:gd name="connsiteY3" fmla="*/ 2702502 h 2702502"/>
              <a:gd name="connsiteX4" fmla="*/ 3175 w 943689"/>
              <a:gd name="connsiteY4" fmla="*/ 0 h 2702502"/>
              <a:gd name="connsiteX0" fmla="*/ 3175 w 943689"/>
              <a:gd name="connsiteY0" fmla="*/ 0 h 2579320"/>
              <a:gd name="connsiteX1" fmla="*/ 939220 w 943689"/>
              <a:gd name="connsiteY1" fmla="*/ 243670 h 2579320"/>
              <a:gd name="connsiteX2" fmla="*/ 943689 w 943689"/>
              <a:gd name="connsiteY2" fmla="*/ 2579320 h 2579320"/>
              <a:gd name="connsiteX3" fmla="*/ 0 w 943689"/>
              <a:gd name="connsiteY3" fmla="*/ 2579223 h 2579320"/>
              <a:gd name="connsiteX4" fmla="*/ 3175 w 943689"/>
              <a:gd name="connsiteY4" fmla="*/ 0 h 2579320"/>
              <a:gd name="connsiteX0" fmla="*/ 6 w 940520"/>
              <a:gd name="connsiteY0" fmla="*/ 0 h 2594633"/>
              <a:gd name="connsiteX1" fmla="*/ 936051 w 940520"/>
              <a:gd name="connsiteY1" fmla="*/ 243670 h 2594633"/>
              <a:gd name="connsiteX2" fmla="*/ 940520 w 940520"/>
              <a:gd name="connsiteY2" fmla="*/ 2579320 h 2594633"/>
              <a:gd name="connsiteX3" fmla="*/ 159391 w 940520"/>
              <a:gd name="connsiteY3" fmla="*/ 2594633 h 2594633"/>
              <a:gd name="connsiteX4" fmla="*/ 6 w 940520"/>
              <a:gd name="connsiteY4" fmla="*/ 0 h 2594633"/>
              <a:gd name="connsiteX0" fmla="*/ 6242 w 946756"/>
              <a:gd name="connsiteY0" fmla="*/ 0 h 2594633"/>
              <a:gd name="connsiteX1" fmla="*/ 942287 w 946756"/>
              <a:gd name="connsiteY1" fmla="*/ 243670 h 2594633"/>
              <a:gd name="connsiteX2" fmla="*/ 946756 w 946756"/>
              <a:gd name="connsiteY2" fmla="*/ 2579320 h 2594633"/>
              <a:gd name="connsiteX3" fmla="*/ 0 w 946756"/>
              <a:gd name="connsiteY3" fmla="*/ 2594633 h 2594633"/>
              <a:gd name="connsiteX4" fmla="*/ 6242 w 946756"/>
              <a:gd name="connsiteY4" fmla="*/ 0 h 2594633"/>
              <a:gd name="connsiteX0" fmla="*/ 6242 w 946756"/>
              <a:gd name="connsiteY0" fmla="*/ 2888 h 2350963"/>
              <a:gd name="connsiteX1" fmla="*/ 942287 w 946756"/>
              <a:gd name="connsiteY1" fmla="*/ 0 h 2350963"/>
              <a:gd name="connsiteX2" fmla="*/ 946756 w 946756"/>
              <a:gd name="connsiteY2" fmla="*/ 2335650 h 2350963"/>
              <a:gd name="connsiteX3" fmla="*/ 0 w 946756"/>
              <a:gd name="connsiteY3" fmla="*/ 2350963 h 2350963"/>
              <a:gd name="connsiteX4" fmla="*/ 6242 w 946756"/>
              <a:gd name="connsiteY4" fmla="*/ 2888 h 2350963"/>
              <a:gd name="connsiteX0" fmla="*/ 6242 w 946756"/>
              <a:gd name="connsiteY0" fmla="*/ 0 h 2363485"/>
              <a:gd name="connsiteX1" fmla="*/ 942287 w 946756"/>
              <a:gd name="connsiteY1" fmla="*/ 12522 h 2363485"/>
              <a:gd name="connsiteX2" fmla="*/ 946756 w 946756"/>
              <a:gd name="connsiteY2" fmla="*/ 2348172 h 2363485"/>
              <a:gd name="connsiteX3" fmla="*/ 0 w 946756"/>
              <a:gd name="connsiteY3" fmla="*/ 2363485 h 2363485"/>
              <a:gd name="connsiteX4" fmla="*/ 6242 w 946756"/>
              <a:gd name="connsiteY4" fmla="*/ 0 h 2363485"/>
              <a:gd name="connsiteX0" fmla="*/ 6242 w 942585"/>
              <a:gd name="connsiteY0" fmla="*/ 0 h 2378992"/>
              <a:gd name="connsiteX1" fmla="*/ 942287 w 942585"/>
              <a:gd name="connsiteY1" fmla="*/ 12522 h 2378992"/>
              <a:gd name="connsiteX2" fmla="*/ 940622 w 942585"/>
              <a:gd name="connsiteY2" fmla="*/ 2378992 h 2378992"/>
              <a:gd name="connsiteX3" fmla="*/ 0 w 942585"/>
              <a:gd name="connsiteY3" fmla="*/ 2363485 h 2378992"/>
              <a:gd name="connsiteX4" fmla="*/ 6242 w 942585"/>
              <a:gd name="connsiteY4" fmla="*/ 0 h 2378992"/>
              <a:gd name="connsiteX0" fmla="*/ 6242 w 947957"/>
              <a:gd name="connsiteY0" fmla="*/ 0 h 2378992"/>
              <a:gd name="connsiteX1" fmla="*/ 947808 w 947957"/>
              <a:gd name="connsiteY1" fmla="*/ 12522 h 2378992"/>
              <a:gd name="connsiteX2" fmla="*/ 940622 w 947957"/>
              <a:gd name="connsiteY2" fmla="*/ 2378992 h 2378992"/>
              <a:gd name="connsiteX3" fmla="*/ 0 w 947957"/>
              <a:gd name="connsiteY3" fmla="*/ 2363485 h 2378992"/>
              <a:gd name="connsiteX4" fmla="*/ 6242 w 947957"/>
              <a:gd name="connsiteY4" fmla="*/ 0 h 2378992"/>
              <a:gd name="connsiteX0" fmla="*/ 6242 w 949824"/>
              <a:gd name="connsiteY0" fmla="*/ 0 h 2369746"/>
              <a:gd name="connsiteX1" fmla="*/ 947808 w 949824"/>
              <a:gd name="connsiteY1" fmla="*/ 12522 h 2369746"/>
              <a:gd name="connsiteX2" fmla="*/ 949824 w 949824"/>
              <a:gd name="connsiteY2" fmla="*/ 2369746 h 2369746"/>
              <a:gd name="connsiteX3" fmla="*/ 0 w 949824"/>
              <a:gd name="connsiteY3" fmla="*/ 2363485 h 2369746"/>
              <a:gd name="connsiteX4" fmla="*/ 6242 w 949824"/>
              <a:gd name="connsiteY4" fmla="*/ 0 h 2369746"/>
              <a:gd name="connsiteX0" fmla="*/ 6242 w 949824"/>
              <a:gd name="connsiteY0" fmla="*/ 0 h 2388238"/>
              <a:gd name="connsiteX1" fmla="*/ 947808 w 949824"/>
              <a:gd name="connsiteY1" fmla="*/ 31014 h 2388238"/>
              <a:gd name="connsiteX2" fmla="*/ 949824 w 949824"/>
              <a:gd name="connsiteY2" fmla="*/ 2388238 h 2388238"/>
              <a:gd name="connsiteX3" fmla="*/ 0 w 949824"/>
              <a:gd name="connsiteY3" fmla="*/ 2381977 h 2388238"/>
              <a:gd name="connsiteX4" fmla="*/ 6242 w 949824"/>
              <a:gd name="connsiteY4" fmla="*/ 0 h 2388238"/>
              <a:gd name="connsiteX0" fmla="*/ 6242 w 951787"/>
              <a:gd name="connsiteY0" fmla="*/ 5970 h 2394208"/>
              <a:gd name="connsiteX1" fmla="*/ 951489 w 951787"/>
              <a:gd name="connsiteY1" fmla="*/ 0 h 2394208"/>
              <a:gd name="connsiteX2" fmla="*/ 949824 w 951787"/>
              <a:gd name="connsiteY2" fmla="*/ 2394208 h 2394208"/>
              <a:gd name="connsiteX3" fmla="*/ 0 w 951787"/>
              <a:gd name="connsiteY3" fmla="*/ 2387947 h 2394208"/>
              <a:gd name="connsiteX4" fmla="*/ 6242 w 951787"/>
              <a:gd name="connsiteY4" fmla="*/ 5970 h 2394208"/>
              <a:gd name="connsiteX0" fmla="*/ 6242 w 951787"/>
              <a:gd name="connsiteY0" fmla="*/ 5970 h 2421946"/>
              <a:gd name="connsiteX1" fmla="*/ 951489 w 951787"/>
              <a:gd name="connsiteY1" fmla="*/ 0 h 2421946"/>
              <a:gd name="connsiteX2" fmla="*/ 949824 w 951787"/>
              <a:gd name="connsiteY2" fmla="*/ 2421946 h 2421946"/>
              <a:gd name="connsiteX3" fmla="*/ 0 w 951787"/>
              <a:gd name="connsiteY3" fmla="*/ 2387947 h 2421946"/>
              <a:gd name="connsiteX4" fmla="*/ 6242 w 951787"/>
              <a:gd name="connsiteY4" fmla="*/ 5970 h 2421946"/>
              <a:gd name="connsiteX0" fmla="*/ 6242 w 953505"/>
              <a:gd name="connsiteY0" fmla="*/ 5970 h 2394208"/>
              <a:gd name="connsiteX1" fmla="*/ 951489 w 953505"/>
              <a:gd name="connsiteY1" fmla="*/ 0 h 2394208"/>
              <a:gd name="connsiteX2" fmla="*/ 953505 w 953505"/>
              <a:gd name="connsiteY2" fmla="*/ 2394208 h 2394208"/>
              <a:gd name="connsiteX3" fmla="*/ 0 w 953505"/>
              <a:gd name="connsiteY3" fmla="*/ 2387947 h 2394208"/>
              <a:gd name="connsiteX4" fmla="*/ 6242 w 953505"/>
              <a:gd name="connsiteY4" fmla="*/ 5970 h 239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3505" h="2394208">
                <a:moveTo>
                  <a:pt x="6242" y="5970"/>
                </a:moveTo>
                <a:lnTo>
                  <a:pt x="951489" y="0"/>
                </a:lnTo>
                <a:cubicBezTo>
                  <a:pt x="952979" y="778550"/>
                  <a:pt x="952015" y="1615658"/>
                  <a:pt x="953505" y="2394208"/>
                </a:cubicBezTo>
                <a:lnTo>
                  <a:pt x="0" y="2387947"/>
                </a:lnTo>
                <a:cubicBezTo>
                  <a:pt x="1058" y="1442097"/>
                  <a:pt x="5184" y="951820"/>
                  <a:pt x="6242" y="5970"/>
                </a:cubicBezTo>
                <a:close/>
              </a:path>
            </a:pathLst>
          </a:cu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5" name="Block Arc 24">
            <a:extLst>
              <a:ext uri="{FF2B5EF4-FFF2-40B4-BE49-F238E27FC236}">
                <a16:creationId xmlns:a16="http://schemas.microsoft.com/office/drawing/2014/main" id="{3EFB6CA5-5BF9-5595-5FB3-2097CEBB744C}"/>
              </a:ext>
            </a:extLst>
          </p:cNvPr>
          <p:cNvSpPr/>
          <p:nvPr/>
        </p:nvSpPr>
        <p:spPr>
          <a:xfrm rot="16200000">
            <a:off x="4568161" y="8263833"/>
            <a:ext cx="914400" cy="114451"/>
          </a:xfrm>
          <a:prstGeom prst="blockArc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1D6610E-66E5-4C39-A8D5-762265ADB522}"/>
              </a:ext>
            </a:extLst>
          </p:cNvPr>
          <p:cNvSpPr/>
          <p:nvPr/>
        </p:nvSpPr>
        <p:spPr>
          <a:xfrm rot="13636865" flipH="1">
            <a:off x="5020023" y="8292311"/>
            <a:ext cx="158405" cy="2349138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572775-752E-6F43-6163-0C78082192DF}"/>
              </a:ext>
            </a:extLst>
          </p:cNvPr>
          <p:cNvGrpSpPr/>
          <p:nvPr/>
        </p:nvGrpSpPr>
        <p:grpSpPr>
          <a:xfrm flipH="1">
            <a:off x="1756611" y="7411414"/>
            <a:ext cx="3483463" cy="5112602"/>
            <a:chOff x="8211798" y="-53051"/>
            <a:chExt cx="1760883" cy="258440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ED498B-0342-917D-9B31-DC158C8A7179}"/>
                </a:ext>
              </a:extLst>
            </p:cNvPr>
            <p:cNvCxnSpPr>
              <a:cxnSpLocks/>
            </p:cNvCxnSpPr>
            <p:nvPr/>
          </p:nvCxnSpPr>
          <p:spPr>
            <a:xfrm>
              <a:off x="9157830" y="1271566"/>
              <a:ext cx="37223" cy="1217983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0F8A72E-5EE7-E2CC-77E6-267A1B213115}"/>
                </a:ext>
              </a:extLst>
            </p:cNvPr>
            <p:cNvCxnSpPr>
              <a:cxnSpLocks/>
            </p:cNvCxnSpPr>
            <p:nvPr/>
          </p:nvCxnSpPr>
          <p:spPr>
            <a:xfrm>
              <a:off x="8794189" y="1395078"/>
              <a:ext cx="35157" cy="1016951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E1142C2-BAE3-E5B4-A39B-8A0E55F5BA4F}"/>
                </a:ext>
              </a:extLst>
            </p:cNvPr>
            <p:cNvSpPr/>
            <p:nvPr/>
          </p:nvSpPr>
          <p:spPr>
            <a:xfrm flipH="1">
              <a:off x="8211798" y="91975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3352CF0-C9BE-5A15-BCA8-4685B6BC008F}"/>
                </a:ext>
              </a:extLst>
            </p:cNvPr>
            <p:cNvSpPr/>
            <p:nvPr/>
          </p:nvSpPr>
          <p:spPr>
            <a:xfrm flipH="1">
              <a:off x="9331715" y="783664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: Top Corners Rounded 35">
              <a:extLst>
                <a:ext uri="{FF2B5EF4-FFF2-40B4-BE49-F238E27FC236}">
                  <a16:creationId xmlns:a16="http://schemas.microsoft.com/office/drawing/2014/main" id="{177DA059-1E5E-BA8C-BC4D-38860FBD2570}"/>
                </a:ext>
              </a:extLst>
            </p:cNvPr>
            <p:cNvSpPr/>
            <p:nvPr/>
          </p:nvSpPr>
          <p:spPr>
            <a:xfrm flipH="1">
              <a:off x="8606516" y="230314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0B313D60-3E8E-069B-7267-CA5B04ADCDF4}"/>
                </a:ext>
              </a:extLst>
            </p:cNvPr>
            <p:cNvSpPr/>
            <p:nvPr/>
          </p:nvSpPr>
          <p:spPr>
            <a:xfrm flipH="1">
              <a:off x="894765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A22EA47-4CA7-5AFE-D012-221E13692876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E2974C9-6619-CFE3-4F41-0F27839C41B6}"/>
                </a:ext>
              </a:extLst>
            </p:cNvPr>
            <p:cNvSpPr/>
            <p:nvPr/>
          </p:nvSpPr>
          <p:spPr>
            <a:xfrm flipH="1">
              <a:off x="8805933" y="783664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6FB3D72-EAC0-A4E1-9CBA-242299597889}"/>
                </a:ext>
              </a:extLst>
            </p:cNvPr>
            <p:cNvSpPr/>
            <p:nvPr/>
          </p:nvSpPr>
          <p:spPr>
            <a:xfrm flipH="1">
              <a:off x="9343864" y="82107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9D44B4B-B30B-5610-9FF6-6E3B72428C34}"/>
                </a:ext>
              </a:extLst>
            </p:cNvPr>
            <p:cNvSpPr/>
            <p:nvPr/>
          </p:nvSpPr>
          <p:spPr>
            <a:xfrm flipH="1">
              <a:off x="8824181" y="817728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C428D05-4305-E4C2-4EE3-0F3F8F873D61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34F980B-6019-903A-CB5F-5840E35B99C9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38718A0-64A3-8C9A-AA11-ECA71E91B3A9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EA36A97-9BDA-DA29-7DBE-5D7FA9CA492E}"/>
                </a:ext>
              </a:extLst>
            </p:cNvPr>
            <p:cNvSpPr/>
            <p:nvPr/>
          </p:nvSpPr>
          <p:spPr>
            <a:xfrm flipH="1">
              <a:off x="8211798" y="-53051"/>
              <a:ext cx="1511277" cy="1458199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31" name="interface-soft-click-131438">
            <a:hlinkClick r:id="" action="ppaction://media"/>
            <a:extLst>
              <a:ext uri="{FF2B5EF4-FFF2-40B4-BE49-F238E27FC236}">
                <a16:creationId xmlns:a16="http://schemas.microsoft.com/office/drawing/2014/main" id="{9D8FF69B-0694-45DC-A341-AB0E276A1E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4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2" fill="hold"/>
                                        <p:tgtEl>
                                          <p:spTgt spid="1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0" y="-108486"/>
            <a:ext cx="6872783" cy="9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DA2BC0-1BD3-FBC2-3116-2B14677C2CDB}"/>
              </a:ext>
            </a:extLst>
          </p:cNvPr>
          <p:cNvGrpSpPr/>
          <p:nvPr/>
        </p:nvGrpSpPr>
        <p:grpSpPr>
          <a:xfrm>
            <a:off x="3001191" y="0"/>
            <a:ext cx="855617" cy="1327697"/>
            <a:chOff x="3001191" y="0"/>
            <a:chExt cx="855617" cy="132769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AF5C23-7D3E-AF2E-2110-8D4218F8F672}"/>
                </a:ext>
              </a:extLst>
            </p:cNvPr>
            <p:cNvGrpSpPr/>
            <p:nvPr/>
          </p:nvGrpSpPr>
          <p:grpSpPr>
            <a:xfrm>
              <a:off x="3103200" y="0"/>
              <a:ext cx="681166" cy="836023"/>
              <a:chOff x="3103200" y="0"/>
              <a:chExt cx="681166" cy="836023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45B2505-7EA2-287C-857D-C56F317C5820}"/>
                  </a:ext>
                </a:extLst>
              </p:cNvPr>
              <p:cNvSpPr/>
              <p:nvPr/>
            </p:nvSpPr>
            <p:spPr>
              <a:xfrm>
                <a:off x="3103200" y="0"/>
                <a:ext cx="681166" cy="7496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D9401F4-9735-983B-70FC-AF917249D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9000" y="37480"/>
                <a:ext cx="1824" cy="79854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1A28BEA-56A2-9332-1BFE-223AB5D627A9}"/>
                </a:ext>
              </a:extLst>
            </p:cNvPr>
            <p:cNvSpPr/>
            <p:nvPr/>
          </p:nvSpPr>
          <p:spPr>
            <a:xfrm>
              <a:off x="3001191" y="472080"/>
              <a:ext cx="855617" cy="8556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0A1F-8F2C-B3AD-8C17-0D91AAA874FF}"/>
              </a:ext>
            </a:extLst>
          </p:cNvPr>
          <p:cNvGrpSpPr/>
          <p:nvPr/>
        </p:nvGrpSpPr>
        <p:grpSpPr>
          <a:xfrm>
            <a:off x="-1143356" y="8898631"/>
            <a:ext cx="7884973" cy="4401774"/>
            <a:chOff x="3685243" y="4582551"/>
            <a:chExt cx="3758176" cy="2097996"/>
          </a:xfrm>
          <a:solidFill>
            <a:srgbClr val="E5BE97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0F8D60-404A-7EE8-3DBE-9DF95ADC4CEE}"/>
                </a:ext>
              </a:extLst>
            </p:cNvPr>
            <p:cNvSpPr/>
            <p:nvPr/>
          </p:nvSpPr>
          <p:spPr>
            <a:xfrm>
              <a:off x="3823318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AA548E-B507-938D-DD43-E15B29ACB3E0}"/>
                </a:ext>
              </a:extLst>
            </p:cNvPr>
            <p:cNvSpPr/>
            <p:nvPr/>
          </p:nvSpPr>
          <p:spPr>
            <a:xfrm>
              <a:off x="7209196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D69ABE-F03A-BEC8-7903-B6620CD83D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DC288A-384A-20D0-23EF-7B6733C8B740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70080D-BA42-FC27-521A-AE2631466B70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58D5AC9A-17AE-4DCC-6948-4793A146BCD3}"/>
                </a:ext>
              </a:extLst>
            </p:cNvPr>
            <p:cNvSpPr/>
            <p:nvPr/>
          </p:nvSpPr>
          <p:spPr>
            <a:xfrm>
              <a:off x="3689961" y="4582551"/>
              <a:ext cx="3736238" cy="428561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634778 w 3736238"/>
                <a:gd name="connsiteY1" fmla="*/ 309667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69710 w 3736238"/>
                <a:gd name="connsiteY0" fmla="*/ 14747 h 546530"/>
                <a:gd name="connsiteX1" fmla="*/ 3634778 w 3736238"/>
                <a:gd name="connsiteY1" fmla="*/ 0 h 546530"/>
                <a:gd name="connsiteX2" fmla="*/ 3736238 w 3736238"/>
                <a:gd name="connsiteY2" fmla="*/ 541450 h 546530"/>
                <a:gd name="connsiteX3" fmla="*/ 0 w 3736238"/>
                <a:gd name="connsiteY3" fmla="*/ 546530 h 546530"/>
                <a:gd name="connsiteX4" fmla="*/ 69710 w 3736238"/>
                <a:gd name="connsiteY4" fmla="*/ 14747 h 546530"/>
                <a:gd name="connsiteX0" fmla="*/ 69710 w 3736238"/>
                <a:gd name="connsiteY0" fmla="*/ 0 h 531783"/>
                <a:gd name="connsiteX1" fmla="*/ 3634778 w 3736238"/>
                <a:gd name="connsiteY1" fmla="*/ 58984 h 531783"/>
                <a:gd name="connsiteX2" fmla="*/ 3736238 w 3736238"/>
                <a:gd name="connsiteY2" fmla="*/ 526703 h 531783"/>
                <a:gd name="connsiteX3" fmla="*/ 0 w 3736238"/>
                <a:gd name="connsiteY3" fmla="*/ 531783 h 531783"/>
                <a:gd name="connsiteX4" fmla="*/ 69710 w 3736238"/>
                <a:gd name="connsiteY4" fmla="*/ 0 h 531783"/>
                <a:gd name="connsiteX0" fmla="*/ 69710 w 3736238"/>
                <a:gd name="connsiteY0" fmla="*/ 44238 h 472799"/>
                <a:gd name="connsiteX1" fmla="*/ 3634778 w 3736238"/>
                <a:gd name="connsiteY1" fmla="*/ 0 h 472799"/>
                <a:gd name="connsiteX2" fmla="*/ 3736238 w 3736238"/>
                <a:gd name="connsiteY2" fmla="*/ 467719 h 472799"/>
                <a:gd name="connsiteX3" fmla="*/ 0 w 3736238"/>
                <a:gd name="connsiteY3" fmla="*/ 472799 h 472799"/>
                <a:gd name="connsiteX4" fmla="*/ 69710 w 3736238"/>
                <a:gd name="connsiteY4" fmla="*/ 44238 h 472799"/>
                <a:gd name="connsiteX0" fmla="*/ 69710 w 3736238"/>
                <a:gd name="connsiteY0" fmla="*/ 0 h 428561"/>
                <a:gd name="connsiteX1" fmla="*/ 3634778 w 3736238"/>
                <a:gd name="connsiteY1" fmla="*/ 0 h 428561"/>
                <a:gd name="connsiteX2" fmla="*/ 3736238 w 3736238"/>
                <a:gd name="connsiteY2" fmla="*/ 423481 h 428561"/>
                <a:gd name="connsiteX3" fmla="*/ 0 w 3736238"/>
                <a:gd name="connsiteY3" fmla="*/ 428561 h 428561"/>
                <a:gd name="connsiteX4" fmla="*/ 69710 w 3736238"/>
                <a:gd name="connsiteY4" fmla="*/ 0 h 4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428561">
                  <a:moveTo>
                    <a:pt x="69710" y="0"/>
                  </a:moveTo>
                  <a:lnTo>
                    <a:pt x="3634778" y="0"/>
                  </a:lnTo>
                  <a:lnTo>
                    <a:pt x="3736238" y="423481"/>
                  </a:lnTo>
                  <a:lnTo>
                    <a:pt x="0" y="428561"/>
                  </a:lnTo>
                  <a:lnTo>
                    <a:pt x="6971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Block Arc 24">
            <a:extLst>
              <a:ext uri="{FF2B5EF4-FFF2-40B4-BE49-F238E27FC236}">
                <a16:creationId xmlns:a16="http://schemas.microsoft.com/office/drawing/2014/main" id="{3EFB6CA5-5BF9-5595-5FB3-2097CEBB744C}"/>
              </a:ext>
            </a:extLst>
          </p:cNvPr>
          <p:cNvSpPr/>
          <p:nvPr/>
        </p:nvSpPr>
        <p:spPr>
          <a:xfrm rot="16200000">
            <a:off x="4568161" y="8263833"/>
            <a:ext cx="914400" cy="114451"/>
          </a:xfrm>
          <a:prstGeom prst="blockArc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1D6610E-66E5-4C39-A8D5-762265ADB522}"/>
              </a:ext>
            </a:extLst>
          </p:cNvPr>
          <p:cNvSpPr/>
          <p:nvPr/>
        </p:nvSpPr>
        <p:spPr>
          <a:xfrm rot="13636865" flipH="1">
            <a:off x="10455234" y="7980861"/>
            <a:ext cx="317982" cy="680393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6BFB30-7F8B-2E9A-CC53-25EEB6F1914E}"/>
              </a:ext>
            </a:extLst>
          </p:cNvPr>
          <p:cNvGrpSpPr/>
          <p:nvPr/>
        </p:nvGrpSpPr>
        <p:grpSpPr>
          <a:xfrm>
            <a:off x="43340" y="6838951"/>
            <a:ext cx="6332111" cy="2714254"/>
            <a:chOff x="701710" y="3870543"/>
            <a:chExt cx="5570763" cy="23879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07CB41-DEF2-2B49-A633-88DF197E7FF3}"/>
                </a:ext>
              </a:extLst>
            </p:cNvPr>
            <p:cNvGrpSpPr/>
            <p:nvPr/>
          </p:nvGrpSpPr>
          <p:grpSpPr>
            <a:xfrm>
              <a:off x="701710" y="3870543"/>
              <a:ext cx="5570763" cy="2387903"/>
              <a:chOff x="724101" y="4055596"/>
              <a:chExt cx="5570763" cy="2387903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BC7BCD2-6723-CD27-C182-1936E92E5467}"/>
                  </a:ext>
                </a:extLst>
              </p:cNvPr>
              <p:cNvGrpSpPr/>
              <p:nvPr/>
            </p:nvGrpSpPr>
            <p:grpSpPr>
              <a:xfrm>
                <a:off x="724101" y="4055596"/>
                <a:ext cx="5503590" cy="2387903"/>
                <a:chOff x="95044" y="4767209"/>
                <a:chExt cx="6677935" cy="2897428"/>
              </a:xfrm>
            </p:grpSpPr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1FFE1BB8-C1CC-DC0B-2986-A60C8DCE305C}"/>
                    </a:ext>
                  </a:extLst>
                </p:cNvPr>
                <p:cNvGrpSpPr/>
                <p:nvPr/>
              </p:nvGrpSpPr>
              <p:grpSpPr>
                <a:xfrm>
                  <a:off x="95044" y="4767209"/>
                  <a:ext cx="6677935" cy="2897428"/>
                  <a:chOff x="95044" y="4767209"/>
                  <a:chExt cx="6677935" cy="2897428"/>
                </a:xfrm>
              </p:grpSpPr>
              <p:grpSp>
                <p:nvGrpSpPr>
                  <p:cNvPr id="130" name="Group 129">
                    <a:extLst>
                      <a:ext uri="{FF2B5EF4-FFF2-40B4-BE49-F238E27FC236}">
                        <a16:creationId xmlns:a16="http://schemas.microsoft.com/office/drawing/2014/main" id="{3903A045-CE4E-6942-CADF-36CB81184A98}"/>
                      </a:ext>
                    </a:extLst>
                  </p:cNvPr>
                  <p:cNvGrpSpPr/>
                  <p:nvPr/>
                </p:nvGrpSpPr>
                <p:grpSpPr>
                  <a:xfrm>
                    <a:off x="95044" y="4767209"/>
                    <a:ext cx="6677935" cy="2897428"/>
                    <a:chOff x="95044" y="4767209"/>
                    <a:chExt cx="6677935" cy="2897428"/>
                  </a:xfrm>
                </p:grpSpPr>
                <p:grpSp>
                  <p:nvGrpSpPr>
                    <p:cNvPr id="134" name="Group 133">
                      <a:extLst>
                        <a:ext uri="{FF2B5EF4-FFF2-40B4-BE49-F238E27FC236}">
                          <a16:creationId xmlns:a16="http://schemas.microsoft.com/office/drawing/2014/main" id="{21275589-2F9F-3AA8-D9C7-AD65E4D655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1991" y="4809805"/>
                      <a:ext cx="5770988" cy="2854832"/>
                      <a:chOff x="1001991" y="4809805"/>
                      <a:chExt cx="5770988" cy="2854832"/>
                    </a:xfrm>
                  </p:grpSpPr>
                  <p:grpSp>
                    <p:nvGrpSpPr>
                      <p:cNvPr id="137" name="Group 136">
                        <a:extLst>
                          <a:ext uri="{FF2B5EF4-FFF2-40B4-BE49-F238E27FC236}">
                            <a16:creationId xmlns:a16="http://schemas.microsoft.com/office/drawing/2014/main" id="{68E1DECB-563C-8C0C-52B5-896C780D089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1991" y="4809805"/>
                        <a:ext cx="5770988" cy="2854832"/>
                        <a:chOff x="1001991" y="4809805"/>
                        <a:chExt cx="5770988" cy="2854832"/>
                      </a:xfrm>
                    </p:grpSpPr>
                    <p:grpSp>
                      <p:nvGrpSpPr>
                        <p:cNvPr id="139" name="Group 138">
                          <a:extLst>
                            <a:ext uri="{FF2B5EF4-FFF2-40B4-BE49-F238E27FC236}">
                              <a16:creationId xmlns:a16="http://schemas.microsoft.com/office/drawing/2014/main" id="{61F4CB50-8560-2E26-DCE7-1FF0E031CCE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01991" y="4809805"/>
                          <a:ext cx="5770988" cy="2854832"/>
                          <a:chOff x="1001991" y="4809805"/>
                          <a:chExt cx="5770988" cy="2854832"/>
                        </a:xfrm>
                      </p:grpSpPr>
                      <p:grpSp>
                        <p:nvGrpSpPr>
                          <p:cNvPr id="141" name="Group 140">
                            <a:extLst>
                              <a:ext uri="{FF2B5EF4-FFF2-40B4-BE49-F238E27FC236}">
                                <a16:creationId xmlns:a16="http://schemas.microsoft.com/office/drawing/2014/main" id="{7D700E04-17DF-3538-A22B-77F786939E8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01991" y="4809805"/>
                            <a:ext cx="5770988" cy="2854832"/>
                            <a:chOff x="1001991" y="4809805"/>
                            <a:chExt cx="5770988" cy="2854832"/>
                          </a:xfrm>
                        </p:grpSpPr>
                        <p:grpSp>
                          <p:nvGrpSpPr>
                            <p:cNvPr id="143" name="Group 142">
                              <a:extLst>
                                <a:ext uri="{FF2B5EF4-FFF2-40B4-BE49-F238E27FC236}">
                                  <a16:creationId xmlns:a16="http://schemas.microsoft.com/office/drawing/2014/main" id="{DF0D8C0C-D30F-6EF2-E553-B4663D0C5B0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01991" y="4809805"/>
                              <a:ext cx="5770988" cy="2854832"/>
                              <a:chOff x="1001991" y="4809805"/>
                              <a:chExt cx="5770988" cy="2854832"/>
                            </a:xfrm>
                          </p:grpSpPr>
                          <p:grpSp>
                            <p:nvGrpSpPr>
                              <p:cNvPr id="149" name="Group 148">
                                <a:extLst>
                                  <a:ext uri="{FF2B5EF4-FFF2-40B4-BE49-F238E27FC236}">
                                    <a16:creationId xmlns:a16="http://schemas.microsoft.com/office/drawing/2014/main" id="{6E8DA673-E35B-CF37-A0CF-50E738494668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001991" y="4809805"/>
                                <a:ext cx="5770988" cy="2854832"/>
                                <a:chOff x="1001991" y="4809805"/>
                                <a:chExt cx="5770988" cy="2854832"/>
                              </a:xfrm>
                            </p:grpSpPr>
                            <p:grpSp>
                              <p:nvGrpSpPr>
                                <p:cNvPr id="151" name="Group 150">
                                  <a:extLst>
                                    <a:ext uri="{FF2B5EF4-FFF2-40B4-BE49-F238E27FC236}">
                                      <a16:creationId xmlns:a16="http://schemas.microsoft.com/office/drawing/2014/main" id="{6774E720-78D6-05E4-F7AA-17A666B6DCDA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01991" y="4809805"/>
                                  <a:ext cx="5770988" cy="2854832"/>
                                  <a:chOff x="1001991" y="4809805"/>
                                  <a:chExt cx="5770988" cy="2854832"/>
                                </a:xfrm>
                              </p:grpSpPr>
                              <p:sp>
                                <p:nvSpPr>
                                  <p:cNvPr id="153" name="Rectangle: Rounded Corners 152">
                                    <a:extLst>
                                      <a:ext uri="{FF2B5EF4-FFF2-40B4-BE49-F238E27FC236}">
                                        <a16:creationId xmlns:a16="http://schemas.microsoft.com/office/drawing/2014/main" id="{D1170C4E-ECA6-28E9-FE2C-637044BCDC9E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04900" y="7513320"/>
                                    <a:ext cx="5247053" cy="63687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ysClr val="windowText" lastClr="000000"/>
                                  </a:solidFill>
                                  <a:ln w="12700" cap="flat" cmpd="sng" algn="ctr">
                                    <a:solidFill>
                                      <a:sysClr val="window" lastClr="FFFFFF">
                                        <a:lumMod val="95000"/>
                                      </a:sys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55" name="Rectangle: Rounded Corners 154">
                                    <a:extLst>
                                      <a:ext uri="{FF2B5EF4-FFF2-40B4-BE49-F238E27FC236}">
                                        <a16:creationId xmlns:a16="http://schemas.microsoft.com/office/drawing/2014/main" id="{6A5EF8D2-63B4-93E5-BF73-C0E3B97CD087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211602" y="7582982"/>
                                    <a:ext cx="5068513" cy="81655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ysClr val="windowText" lastClr="000000"/>
                                  </a:solidFill>
                                  <a:ln w="12700" cap="flat" cmpd="sng" algn="ctr">
                                    <a:solidFill>
                                      <a:sysClr val="window" lastClr="FFFFFF">
                                        <a:lumMod val="95000"/>
                                      </a:sys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56" name="Rectangle: Rounded Corners 155">
                                    <a:extLst>
                                      <a:ext uri="{FF2B5EF4-FFF2-40B4-BE49-F238E27FC236}">
                                        <a16:creationId xmlns:a16="http://schemas.microsoft.com/office/drawing/2014/main" id="{76171E4D-B952-9F66-CCB9-3C5959131A67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01991" y="4809805"/>
                                    <a:ext cx="5770988" cy="2700799"/>
                                  </a:xfrm>
                                  <a:prstGeom prst="roundRect">
                                    <a:avLst>
                                      <a:gd name="adj" fmla="val 1554"/>
                                    </a:avLst>
                                  </a:prstGeom>
                                  <a:solidFill>
                                    <a:sysClr val="window" lastClr="FFFFFF">
                                      <a:lumMod val="95000"/>
                                    </a:sysClr>
                                  </a:solidFill>
                                  <a:ln w="12700" cap="flat" cmpd="sng" algn="ctr">
                                    <a:solidFill>
                                      <a:srgbClr val="4472C4">
                                        <a:shade val="15000"/>
                                      </a:srgbClr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91440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52" name="Rectangle 151">
                                  <a:extLst>
                                    <a:ext uri="{FF2B5EF4-FFF2-40B4-BE49-F238E27FC236}">
                                      <a16:creationId xmlns:a16="http://schemas.microsoft.com/office/drawing/2014/main" id="{AB8E8A2A-C54A-F083-0A7C-F48E5CF6067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043940" y="4989799"/>
                                  <a:ext cx="4434840" cy="2346094"/>
                                </a:xfrm>
                                <a:prstGeom prst="rect">
                                  <a:avLst/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tlCol="0" anchor="ctr"/>
                                <a:lstStyle/>
                                <a:p>
                                  <a:pPr marL="0" marR="0" lvl="0" indent="0" algn="ctr" defTabSz="914400" eaLnBrk="1" fontAlgn="auto" latinLnBrk="0" hangingPunct="1">
                                    <a:lnSpc>
                                      <a:spcPct val="100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  <a:tabLst/>
                                    <a:defRPr/>
                                  </a:pPr>
                                  <a:endParaRPr kumimoji="0" lang="en-US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50" name="Rectangle 149">
                                <a:extLst>
                                  <a:ext uri="{FF2B5EF4-FFF2-40B4-BE49-F238E27FC236}">
                                    <a16:creationId xmlns:a16="http://schemas.microsoft.com/office/drawing/2014/main" id="{1B28BD62-07AF-15C2-CD73-FCC3CE406F7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512367" y="4861560"/>
                                <a:ext cx="1182694" cy="2595263"/>
                              </a:xfrm>
                              <a:prstGeom prst="rect">
                                <a:avLst/>
                              </a:prstGeom>
                              <a:noFill/>
                              <a:ln w="12700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8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47" name="Rectangle 146">
                              <a:extLst>
                                <a:ext uri="{FF2B5EF4-FFF2-40B4-BE49-F238E27FC236}">
                                  <a16:creationId xmlns:a16="http://schemas.microsoft.com/office/drawing/2014/main" id="{B7108195-9F58-794B-D6F1-4762B2C8BA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5395961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</a:endParaRPr>
                            </a:p>
                          </p:txBody>
                        </p:sp>
                        <p:sp>
                          <p:nvSpPr>
                            <p:cNvPr id="148" name="Rectangle 147">
                              <a:extLst>
                                <a:ext uri="{FF2B5EF4-FFF2-40B4-BE49-F238E27FC236}">
                                  <a16:creationId xmlns:a16="http://schemas.microsoft.com/office/drawing/2014/main" id="{F4951B1F-E460-4AA1-14DA-89CB8CF708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6619676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2" name="Rectangle: Rounded Corners 141">
                            <a:extLst>
                              <a:ext uri="{FF2B5EF4-FFF2-40B4-BE49-F238E27FC236}">
                                <a16:creationId xmlns:a16="http://schemas.microsoft.com/office/drawing/2014/main" id="{6FD98779-C180-037D-0506-4D1D5ECA3E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05680" y="5058154"/>
                            <a:ext cx="781941" cy="2019300"/>
                          </a:xfrm>
                          <a:prstGeom prst="roundRect">
                            <a:avLst>
                              <a:gd name="adj" fmla="val 8871"/>
                            </a:avLst>
                          </a:prstGeom>
                          <a:noFill/>
                          <a:ln w="12700" cap="flat" cmpd="sng" algn="ctr">
                            <a:solidFill>
                              <a:sysClr val="windowText" lastClr="000000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</a:endParaRPr>
                          </a:p>
                        </p:txBody>
                      </p:sp>
                    </p:grpSp>
                    <p:sp>
                      <p:nvSpPr>
                        <p:cNvPr id="140" name="Rectangle: Rounded Corners 139">
                          <a:extLst>
                            <a:ext uri="{FF2B5EF4-FFF2-40B4-BE49-F238E27FC236}">
                              <a16:creationId xmlns:a16="http://schemas.microsoft.com/office/drawing/2014/main" id="{3D5404F5-040B-FEDF-AB42-5EE7FF9DAC4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08858" y="7092380"/>
                          <a:ext cx="786203" cy="364443"/>
                        </a:xfrm>
                        <a:prstGeom prst="roundRect">
                          <a:avLst/>
                        </a:prstGeom>
                        <a:noFill/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</a:endParaRPr>
                        </a:p>
                      </p:txBody>
                    </p:sp>
                  </p:grp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B3C98C46-2482-B373-A567-2FA69260C3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89126" y="7119351"/>
                        <a:ext cx="256252" cy="256252"/>
                      </a:xfrm>
                      <a:prstGeom prst="ellipse">
                        <a:avLst/>
                      </a:prstGeom>
                      <a:solidFill>
                        <a:sysClr val="windowText" lastClr="000000"/>
                      </a:solidFill>
                      <a:ln w="12700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135" name="Rectangle 43">
                      <a:extLst>
                        <a:ext uri="{FF2B5EF4-FFF2-40B4-BE49-F238E27FC236}">
                          <a16:creationId xmlns:a16="http://schemas.microsoft.com/office/drawing/2014/main" id="{0A81FAA6-C3E5-FEB0-9359-F81F285CD1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8037" y="4767209"/>
                      <a:ext cx="906883" cy="2856601"/>
                    </a:xfrm>
                    <a:custGeom>
                      <a:avLst/>
                      <a:gdLst>
                        <a:gd name="connsiteX0" fmla="*/ 0 w 442063"/>
                        <a:gd name="connsiteY0" fmla="*/ 0 h 2850251"/>
                        <a:gd name="connsiteX1" fmla="*/ 442063 w 442063"/>
                        <a:gd name="connsiteY1" fmla="*/ 0 h 2850251"/>
                        <a:gd name="connsiteX2" fmla="*/ 442063 w 442063"/>
                        <a:gd name="connsiteY2" fmla="*/ 2850251 h 2850251"/>
                        <a:gd name="connsiteX3" fmla="*/ 0 w 442063"/>
                        <a:gd name="connsiteY3" fmla="*/ 2850251 h 2850251"/>
                        <a:gd name="connsiteX4" fmla="*/ 0 w 44206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442063 w 929743"/>
                        <a:gd name="connsiteY2" fmla="*/ 285025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906883 w 929743"/>
                        <a:gd name="connsiteY2" fmla="*/ 251497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06883"/>
                        <a:gd name="connsiteY0" fmla="*/ 0 h 2850251"/>
                        <a:gd name="connsiteX1" fmla="*/ 868783 w 906883"/>
                        <a:gd name="connsiteY1" fmla="*/ 297180 h 2850251"/>
                        <a:gd name="connsiteX2" fmla="*/ 906883 w 906883"/>
                        <a:gd name="connsiteY2" fmla="*/ 2514971 h 2850251"/>
                        <a:gd name="connsiteX3" fmla="*/ 0 w 906883"/>
                        <a:gd name="connsiteY3" fmla="*/ 2850251 h 2850251"/>
                        <a:gd name="connsiteX4" fmla="*/ 0 w 906883"/>
                        <a:gd name="connsiteY4" fmla="*/ 0 h 2850251"/>
                        <a:gd name="connsiteX0" fmla="*/ 3175 w 906883"/>
                        <a:gd name="connsiteY0" fmla="*/ 0 h 2837551"/>
                        <a:gd name="connsiteX1" fmla="*/ 868783 w 906883"/>
                        <a:gd name="connsiteY1" fmla="*/ 2844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37551"/>
                        <a:gd name="connsiteX1" fmla="*/ 865608 w 906883"/>
                        <a:gd name="connsiteY1" fmla="*/ 2590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56601"/>
                        <a:gd name="connsiteX1" fmla="*/ 865608 w 906883"/>
                        <a:gd name="connsiteY1" fmla="*/ 259080 h 2856601"/>
                        <a:gd name="connsiteX2" fmla="*/ 906883 w 906883"/>
                        <a:gd name="connsiteY2" fmla="*/ 2502271 h 2856601"/>
                        <a:gd name="connsiteX3" fmla="*/ 0 w 906883"/>
                        <a:gd name="connsiteY3" fmla="*/ 2856601 h 2856601"/>
                        <a:gd name="connsiteX4" fmla="*/ 3175 w 906883"/>
                        <a:gd name="connsiteY4" fmla="*/ 0 h 28566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06883" h="2856601">
                          <a:moveTo>
                            <a:pt x="3175" y="0"/>
                          </a:moveTo>
                          <a:lnTo>
                            <a:pt x="865608" y="259080"/>
                          </a:lnTo>
                          <a:lnTo>
                            <a:pt x="906883" y="2502271"/>
                          </a:lnTo>
                          <a:lnTo>
                            <a:pt x="0" y="2856601"/>
                          </a:lnTo>
                          <a:cubicBezTo>
                            <a:pt x="1058" y="1910751"/>
                            <a:pt x="2117" y="945850"/>
                            <a:pt x="3175" y="0"/>
                          </a:cubicBez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6" name="Rectangle 135">
                      <a:extLst>
                        <a:ext uri="{FF2B5EF4-FFF2-40B4-BE49-F238E27FC236}">
                          <a16:creationId xmlns:a16="http://schemas.microsoft.com/office/drawing/2014/main" id="{EBF64666-F604-5AFE-C827-60842848B5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44" y="4767209"/>
                      <a:ext cx="262993" cy="2856601"/>
                    </a:xfrm>
                    <a:prstGeom prst="rect">
                      <a:avLst/>
                    </a:prstGeom>
                    <a:solidFill>
                      <a:sysClr val="window" lastClr="FFFFFF">
                        <a:lumMod val="95000"/>
                      </a:sysClr>
                    </a:solidFill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  <p:sp>
                <p:nvSpPr>
                  <p:cNvPr id="133" name="Rectangle 47">
                    <a:extLst>
                      <a:ext uri="{FF2B5EF4-FFF2-40B4-BE49-F238E27FC236}">
                        <a16:creationId xmlns:a16="http://schemas.microsoft.com/office/drawing/2014/main" id="{B804AAEF-4566-927B-FD9C-02E69043A26A}"/>
                      </a:ext>
                    </a:extLst>
                  </p:cNvPr>
                  <p:cNvSpPr/>
                  <p:nvPr/>
                </p:nvSpPr>
                <p:spPr>
                  <a:xfrm>
                    <a:off x="411134" y="5204460"/>
                    <a:ext cx="812579" cy="1989870"/>
                  </a:xfrm>
                  <a:custGeom>
                    <a:avLst/>
                    <a:gdLst>
                      <a:gd name="connsiteX0" fmla="*/ 0 w 599219"/>
                      <a:gd name="connsiteY0" fmla="*/ 0 h 1959390"/>
                      <a:gd name="connsiteX1" fmla="*/ 599219 w 599219"/>
                      <a:gd name="connsiteY1" fmla="*/ 0 h 1959390"/>
                      <a:gd name="connsiteX2" fmla="*/ 599219 w 599219"/>
                      <a:gd name="connsiteY2" fmla="*/ 1959390 h 1959390"/>
                      <a:gd name="connsiteX3" fmla="*/ 0 w 599219"/>
                      <a:gd name="connsiteY3" fmla="*/ 1959390 h 1959390"/>
                      <a:gd name="connsiteX4" fmla="*/ 0 w 599219"/>
                      <a:gd name="connsiteY4" fmla="*/ 0 h 1959390"/>
                      <a:gd name="connsiteX0" fmla="*/ 0 w 782099"/>
                      <a:gd name="connsiteY0" fmla="*/ 0 h 1959390"/>
                      <a:gd name="connsiteX1" fmla="*/ 782099 w 782099"/>
                      <a:gd name="connsiteY1" fmla="*/ 91440 h 1959390"/>
                      <a:gd name="connsiteX2" fmla="*/ 599219 w 782099"/>
                      <a:gd name="connsiteY2" fmla="*/ 1959390 h 1959390"/>
                      <a:gd name="connsiteX3" fmla="*/ 0 w 782099"/>
                      <a:gd name="connsiteY3" fmla="*/ 1959390 h 1959390"/>
                      <a:gd name="connsiteX4" fmla="*/ 0 w 782099"/>
                      <a:gd name="connsiteY4" fmla="*/ 0 h 1959390"/>
                      <a:gd name="connsiteX0" fmla="*/ 0 w 804959"/>
                      <a:gd name="connsiteY0" fmla="*/ 0 h 1959390"/>
                      <a:gd name="connsiteX1" fmla="*/ 782099 w 804959"/>
                      <a:gd name="connsiteY1" fmla="*/ 91440 h 1959390"/>
                      <a:gd name="connsiteX2" fmla="*/ 804959 w 804959"/>
                      <a:gd name="connsiteY2" fmla="*/ 1730790 h 1959390"/>
                      <a:gd name="connsiteX3" fmla="*/ 0 w 804959"/>
                      <a:gd name="connsiteY3" fmla="*/ 1959390 h 1959390"/>
                      <a:gd name="connsiteX4" fmla="*/ 0 w 804959"/>
                      <a:gd name="connsiteY4" fmla="*/ 0 h 1959390"/>
                      <a:gd name="connsiteX0" fmla="*/ 0 w 782099"/>
                      <a:gd name="connsiteY0" fmla="*/ 0 h 1959390"/>
                      <a:gd name="connsiteX1" fmla="*/ 782099 w 782099"/>
                      <a:gd name="connsiteY1" fmla="*/ 91440 h 1959390"/>
                      <a:gd name="connsiteX2" fmla="*/ 766859 w 782099"/>
                      <a:gd name="connsiteY2" fmla="*/ 1723170 h 1959390"/>
                      <a:gd name="connsiteX3" fmla="*/ 0 w 782099"/>
                      <a:gd name="connsiteY3" fmla="*/ 1959390 h 1959390"/>
                      <a:gd name="connsiteX4" fmla="*/ 0 w 782099"/>
                      <a:gd name="connsiteY4" fmla="*/ 0 h 1959390"/>
                      <a:gd name="connsiteX0" fmla="*/ 0 w 812579"/>
                      <a:gd name="connsiteY0" fmla="*/ 0 h 1959390"/>
                      <a:gd name="connsiteX1" fmla="*/ 782099 w 812579"/>
                      <a:gd name="connsiteY1" fmla="*/ 91440 h 1959390"/>
                      <a:gd name="connsiteX2" fmla="*/ 812579 w 812579"/>
                      <a:gd name="connsiteY2" fmla="*/ 1715550 h 1959390"/>
                      <a:gd name="connsiteX3" fmla="*/ 0 w 812579"/>
                      <a:gd name="connsiteY3" fmla="*/ 1959390 h 1959390"/>
                      <a:gd name="connsiteX4" fmla="*/ 0 w 812579"/>
                      <a:gd name="connsiteY4" fmla="*/ 0 h 1959390"/>
                      <a:gd name="connsiteX0" fmla="*/ 0 w 812579"/>
                      <a:gd name="connsiteY0" fmla="*/ 0 h 1959390"/>
                      <a:gd name="connsiteX1" fmla="*/ 782099 w 812579"/>
                      <a:gd name="connsiteY1" fmla="*/ 91440 h 1959390"/>
                      <a:gd name="connsiteX2" fmla="*/ 812579 w 812579"/>
                      <a:gd name="connsiteY2" fmla="*/ 1746030 h 1959390"/>
                      <a:gd name="connsiteX3" fmla="*/ 0 w 812579"/>
                      <a:gd name="connsiteY3" fmla="*/ 1959390 h 1959390"/>
                      <a:gd name="connsiteX4" fmla="*/ 0 w 812579"/>
                      <a:gd name="connsiteY4" fmla="*/ 0 h 1959390"/>
                      <a:gd name="connsiteX0" fmla="*/ 0 w 812579"/>
                      <a:gd name="connsiteY0" fmla="*/ 0 h 1959390"/>
                      <a:gd name="connsiteX1" fmla="*/ 812579 w 812579"/>
                      <a:gd name="connsiteY1" fmla="*/ 99060 h 1959390"/>
                      <a:gd name="connsiteX2" fmla="*/ 812579 w 812579"/>
                      <a:gd name="connsiteY2" fmla="*/ 1746030 h 1959390"/>
                      <a:gd name="connsiteX3" fmla="*/ 0 w 812579"/>
                      <a:gd name="connsiteY3" fmla="*/ 1959390 h 1959390"/>
                      <a:gd name="connsiteX4" fmla="*/ 0 w 812579"/>
                      <a:gd name="connsiteY4" fmla="*/ 0 h 1959390"/>
                      <a:gd name="connsiteX0" fmla="*/ 0 w 812579"/>
                      <a:gd name="connsiteY0" fmla="*/ 0 h 1989870"/>
                      <a:gd name="connsiteX1" fmla="*/ 812579 w 812579"/>
                      <a:gd name="connsiteY1" fmla="*/ 129540 h 1989870"/>
                      <a:gd name="connsiteX2" fmla="*/ 812579 w 812579"/>
                      <a:gd name="connsiteY2" fmla="*/ 1776510 h 1989870"/>
                      <a:gd name="connsiteX3" fmla="*/ 0 w 812579"/>
                      <a:gd name="connsiteY3" fmla="*/ 1989870 h 1989870"/>
                      <a:gd name="connsiteX4" fmla="*/ 0 w 812579"/>
                      <a:gd name="connsiteY4" fmla="*/ 0 h 19898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12579" h="1989870">
                        <a:moveTo>
                          <a:pt x="0" y="0"/>
                        </a:moveTo>
                        <a:lnTo>
                          <a:pt x="812579" y="129540"/>
                        </a:lnTo>
                        <a:lnTo>
                          <a:pt x="812579" y="1776510"/>
                        </a:lnTo>
                        <a:lnTo>
                          <a:pt x="0" y="19898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C000">
                      <a:lumMod val="40000"/>
                      <a:lumOff val="60000"/>
                    </a:srgbClr>
                  </a:solidFill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9272BECB-4CA4-C4EA-2189-73E413957C46}"/>
                    </a:ext>
                  </a:extLst>
                </p:cNvPr>
                <p:cNvSpPr/>
                <p:nvPr/>
              </p:nvSpPr>
              <p:spPr>
                <a:xfrm>
                  <a:off x="1513241" y="5344348"/>
                  <a:ext cx="3697621" cy="1632743"/>
                </a:xfrm>
                <a:prstGeom prst="rect">
                  <a:avLst/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693C4C9-6FE9-7715-DD94-422D2066C754}"/>
                  </a:ext>
                </a:extLst>
              </p:cNvPr>
              <p:cNvSpPr txBox="1"/>
              <p:nvPr/>
            </p:nvSpPr>
            <p:spPr>
              <a:xfrm>
                <a:off x="5550187" y="4415955"/>
                <a:ext cx="5837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1:00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1BD126F-6510-105E-B8B3-4FE1244C1F99}"/>
                  </a:ext>
                </a:extLst>
              </p:cNvPr>
              <p:cNvSpPr txBox="1"/>
              <p:nvPr/>
            </p:nvSpPr>
            <p:spPr>
              <a:xfrm>
                <a:off x="5573632" y="4817284"/>
                <a:ext cx="5837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◤◥◣◢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7D26B5-4148-26CF-141F-A807EA87855C}"/>
                  </a:ext>
                </a:extLst>
              </p:cNvPr>
              <p:cNvSpPr txBox="1"/>
              <p:nvPr/>
            </p:nvSpPr>
            <p:spPr>
              <a:xfrm>
                <a:off x="5477449" y="5436400"/>
                <a:ext cx="8174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◔ ▶◼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4F799A3-9F50-F50B-B472-E7BF22AE7B94}"/>
                </a:ext>
              </a:extLst>
            </p:cNvPr>
            <p:cNvGrpSpPr/>
            <p:nvPr/>
          </p:nvGrpSpPr>
          <p:grpSpPr>
            <a:xfrm>
              <a:off x="2661580" y="5353201"/>
              <a:ext cx="1524248" cy="211484"/>
              <a:chOff x="2661580" y="5353201"/>
              <a:chExt cx="1524248" cy="21148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B4B4529-BC28-F1FC-AB35-AF96CB5E0E81}"/>
                  </a:ext>
                </a:extLst>
              </p:cNvPr>
              <p:cNvSpPr/>
              <p:nvPr/>
            </p:nvSpPr>
            <p:spPr>
              <a:xfrm>
                <a:off x="2661580" y="5492301"/>
                <a:ext cx="1524248" cy="72384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Oval 153">
                <a:extLst>
                  <a:ext uri="{FF2B5EF4-FFF2-40B4-BE49-F238E27FC236}">
                    <a16:creationId xmlns:a16="http://schemas.microsoft.com/office/drawing/2014/main" id="{8E96446F-2D80-329F-CC14-FDD3F2F3CC57}"/>
                  </a:ext>
                </a:extLst>
              </p:cNvPr>
              <p:cNvSpPr/>
              <p:nvPr/>
            </p:nvSpPr>
            <p:spPr>
              <a:xfrm>
                <a:off x="2792698" y="5353201"/>
                <a:ext cx="1272604" cy="181609"/>
              </a:xfrm>
              <a:custGeom>
                <a:avLst/>
                <a:gdLst>
                  <a:gd name="connsiteX0" fmla="*/ 0 w 1524248"/>
                  <a:gd name="connsiteY0" fmla="*/ 36192 h 72384"/>
                  <a:gd name="connsiteX1" fmla="*/ 762124 w 1524248"/>
                  <a:gd name="connsiteY1" fmla="*/ 0 h 72384"/>
                  <a:gd name="connsiteX2" fmla="*/ 1524248 w 1524248"/>
                  <a:gd name="connsiteY2" fmla="*/ 36192 h 72384"/>
                  <a:gd name="connsiteX3" fmla="*/ 762124 w 1524248"/>
                  <a:gd name="connsiteY3" fmla="*/ 72384 h 72384"/>
                  <a:gd name="connsiteX4" fmla="*/ 0 w 1524248"/>
                  <a:gd name="connsiteY4" fmla="*/ 36192 h 72384"/>
                  <a:gd name="connsiteX0" fmla="*/ 50 w 1524298"/>
                  <a:gd name="connsiteY0" fmla="*/ 181335 h 217527"/>
                  <a:gd name="connsiteX1" fmla="*/ 791203 w 1524298"/>
                  <a:gd name="connsiteY1" fmla="*/ 0 h 217527"/>
                  <a:gd name="connsiteX2" fmla="*/ 1524298 w 1524298"/>
                  <a:gd name="connsiteY2" fmla="*/ 181335 h 217527"/>
                  <a:gd name="connsiteX3" fmla="*/ 762174 w 1524298"/>
                  <a:gd name="connsiteY3" fmla="*/ 217527 h 217527"/>
                  <a:gd name="connsiteX4" fmla="*/ 50 w 1524298"/>
                  <a:gd name="connsiteY4" fmla="*/ 181335 h 217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298" h="217527">
                    <a:moveTo>
                      <a:pt x="50" y="181335"/>
                    </a:moveTo>
                    <a:cubicBezTo>
                      <a:pt x="4888" y="145080"/>
                      <a:pt x="370294" y="0"/>
                      <a:pt x="791203" y="0"/>
                    </a:cubicBezTo>
                    <a:cubicBezTo>
                      <a:pt x="1212112" y="0"/>
                      <a:pt x="1524298" y="161347"/>
                      <a:pt x="1524298" y="181335"/>
                    </a:cubicBezTo>
                    <a:cubicBezTo>
                      <a:pt x="1524298" y="201323"/>
                      <a:pt x="1183083" y="217527"/>
                      <a:pt x="762174" y="217527"/>
                    </a:cubicBezTo>
                    <a:cubicBezTo>
                      <a:pt x="341265" y="217527"/>
                      <a:pt x="-4788" y="217590"/>
                      <a:pt x="50" y="181335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94E3FB6-6CC9-6FB8-0205-9F4E155AF900}"/>
              </a:ext>
            </a:extLst>
          </p:cNvPr>
          <p:cNvGrpSpPr/>
          <p:nvPr/>
        </p:nvGrpSpPr>
        <p:grpSpPr>
          <a:xfrm>
            <a:off x="134152" y="6329417"/>
            <a:ext cx="5138079" cy="2984294"/>
            <a:chOff x="3145280" y="3352436"/>
            <a:chExt cx="1016417" cy="1035348"/>
          </a:xfrm>
          <a:solidFill>
            <a:schemeClr val="bg1">
              <a:alpha val="10000"/>
            </a:schemeClr>
          </a:solidFill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368128F5-D6F9-89B6-82BA-6892056A0EF5}"/>
                </a:ext>
              </a:extLst>
            </p:cNvPr>
            <p:cNvGrpSpPr/>
            <p:nvPr/>
          </p:nvGrpSpPr>
          <p:grpSpPr>
            <a:xfrm>
              <a:off x="3180469" y="3352436"/>
              <a:ext cx="978917" cy="958784"/>
              <a:chOff x="3180469" y="3352436"/>
              <a:chExt cx="978917" cy="958784"/>
            </a:xfrm>
            <a:grpFill/>
          </p:grpSpPr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ADF0F1E1-0C1B-E310-6522-32CC8D6CE22B}"/>
                  </a:ext>
                </a:extLst>
              </p:cNvPr>
              <p:cNvGrpSpPr/>
              <p:nvPr/>
            </p:nvGrpSpPr>
            <p:grpSpPr>
              <a:xfrm>
                <a:off x="3310516" y="340317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686" name="Oval 685">
                  <a:extLst>
                    <a:ext uri="{FF2B5EF4-FFF2-40B4-BE49-F238E27FC236}">
                      <a16:creationId xmlns:a16="http://schemas.microsoft.com/office/drawing/2014/main" id="{81E85990-542C-F1C4-F37F-CF4641599752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7" name="Oval 686">
                  <a:extLst>
                    <a:ext uri="{FF2B5EF4-FFF2-40B4-BE49-F238E27FC236}">
                      <a16:creationId xmlns:a16="http://schemas.microsoft.com/office/drawing/2014/main" id="{C9F07E96-F8A5-E8F1-B125-AEA9C8507287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8" name="Oval 687">
                  <a:extLst>
                    <a:ext uri="{FF2B5EF4-FFF2-40B4-BE49-F238E27FC236}">
                      <a16:creationId xmlns:a16="http://schemas.microsoft.com/office/drawing/2014/main" id="{7B71D049-0704-72B7-0ED3-CCC73EC69B16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DC58F86-871A-F551-EC98-D877E5A11FF1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0" name="Oval 689">
                  <a:extLst>
                    <a:ext uri="{FF2B5EF4-FFF2-40B4-BE49-F238E27FC236}">
                      <a16:creationId xmlns:a16="http://schemas.microsoft.com/office/drawing/2014/main" id="{4DEA1547-6256-2CD4-77CA-13F12704ECA2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1" name="Oval 690">
                  <a:extLst>
                    <a:ext uri="{FF2B5EF4-FFF2-40B4-BE49-F238E27FC236}">
                      <a16:creationId xmlns:a16="http://schemas.microsoft.com/office/drawing/2014/main" id="{60EDDA9E-7666-3450-9C99-DA0860B13758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2" name="Oval 691">
                  <a:extLst>
                    <a:ext uri="{FF2B5EF4-FFF2-40B4-BE49-F238E27FC236}">
                      <a16:creationId xmlns:a16="http://schemas.microsoft.com/office/drawing/2014/main" id="{4272A36A-B620-0C11-425A-393A4B9A8D69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3" name="Oval 692">
                  <a:extLst>
                    <a:ext uri="{FF2B5EF4-FFF2-40B4-BE49-F238E27FC236}">
                      <a16:creationId xmlns:a16="http://schemas.microsoft.com/office/drawing/2014/main" id="{463B55D1-B30E-A1F4-7837-D10F55238584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4" name="Oval 693">
                  <a:extLst>
                    <a:ext uri="{FF2B5EF4-FFF2-40B4-BE49-F238E27FC236}">
                      <a16:creationId xmlns:a16="http://schemas.microsoft.com/office/drawing/2014/main" id="{004FE59C-440E-8348-B18C-3BA2CE71A0C5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5" name="Oval 694">
                  <a:extLst>
                    <a:ext uri="{FF2B5EF4-FFF2-40B4-BE49-F238E27FC236}">
                      <a16:creationId xmlns:a16="http://schemas.microsoft.com/office/drawing/2014/main" id="{299160DC-5D2A-E1CD-6E07-EDF5A72FA8A2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6" name="Oval 695">
                  <a:extLst>
                    <a:ext uri="{FF2B5EF4-FFF2-40B4-BE49-F238E27FC236}">
                      <a16:creationId xmlns:a16="http://schemas.microsoft.com/office/drawing/2014/main" id="{0D4B4199-CE0B-697C-193B-A6EC4BEF631D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7" name="Oval 696">
                  <a:extLst>
                    <a:ext uri="{FF2B5EF4-FFF2-40B4-BE49-F238E27FC236}">
                      <a16:creationId xmlns:a16="http://schemas.microsoft.com/office/drawing/2014/main" id="{99E70057-A645-0DEA-B1C2-2531430645A4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8" name="Oval 697">
                  <a:extLst>
                    <a:ext uri="{FF2B5EF4-FFF2-40B4-BE49-F238E27FC236}">
                      <a16:creationId xmlns:a16="http://schemas.microsoft.com/office/drawing/2014/main" id="{78537ACA-62EC-1F0C-8A52-76291168AA59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9" name="Oval 698">
                  <a:extLst>
                    <a:ext uri="{FF2B5EF4-FFF2-40B4-BE49-F238E27FC236}">
                      <a16:creationId xmlns:a16="http://schemas.microsoft.com/office/drawing/2014/main" id="{9BFD59A4-B5F5-6256-DC77-CC9B211C50CB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0" name="Oval 699">
                  <a:extLst>
                    <a:ext uri="{FF2B5EF4-FFF2-40B4-BE49-F238E27FC236}">
                      <a16:creationId xmlns:a16="http://schemas.microsoft.com/office/drawing/2014/main" id="{D6E14817-F328-AE01-BC16-5268B949DDA2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1" name="Oval 700">
                  <a:extLst>
                    <a:ext uri="{FF2B5EF4-FFF2-40B4-BE49-F238E27FC236}">
                      <a16:creationId xmlns:a16="http://schemas.microsoft.com/office/drawing/2014/main" id="{CA8CB40D-4C4A-0E47-D3BA-DDD1B9BC4DCD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2" name="Oval 701">
                  <a:extLst>
                    <a:ext uri="{FF2B5EF4-FFF2-40B4-BE49-F238E27FC236}">
                      <a16:creationId xmlns:a16="http://schemas.microsoft.com/office/drawing/2014/main" id="{E0A30B5E-76CF-B20E-4A40-88B46BD7A91F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17C4372A-C726-7E66-1755-1AE867C776F1}"/>
                  </a:ext>
                </a:extLst>
              </p:cNvPr>
              <p:cNvGrpSpPr/>
              <p:nvPr/>
            </p:nvGrpSpPr>
            <p:grpSpPr>
              <a:xfrm>
                <a:off x="3253366" y="3360741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669" name="Oval 668">
                  <a:extLst>
                    <a:ext uri="{FF2B5EF4-FFF2-40B4-BE49-F238E27FC236}">
                      <a16:creationId xmlns:a16="http://schemas.microsoft.com/office/drawing/2014/main" id="{8E3770B4-4913-13DA-7960-519D067268D2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0" name="Oval 669">
                  <a:extLst>
                    <a:ext uri="{FF2B5EF4-FFF2-40B4-BE49-F238E27FC236}">
                      <a16:creationId xmlns:a16="http://schemas.microsoft.com/office/drawing/2014/main" id="{19E1543D-7E9E-2866-828F-D84A9A6E4219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1" name="Oval 670">
                  <a:extLst>
                    <a:ext uri="{FF2B5EF4-FFF2-40B4-BE49-F238E27FC236}">
                      <a16:creationId xmlns:a16="http://schemas.microsoft.com/office/drawing/2014/main" id="{C0DC7BAB-452D-D19F-0B1A-AB93511E8BBE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2" name="Oval 671">
                  <a:extLst>
                    <a:ext uri="{FF2B5EF4-FFF2-40B4-BE49-F238E27FC236}">
                      <a16:creationId xmlns:a16="http://schemas.microsoft.com/office/drawing/2014/main" id="{5972B932-00E1-2ABF-FC21-85FC65166A64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3" name="Oval 672">
                  <a:extLst>
                    <a:ext uri="{FF2B5EF4-FFF2-40B4-BE49-F238E27FC236}">
                      <a16:creationId xmlns:a16="http://schemas.microsoft.com/office/drawing/2014/main" id="{18C28521-B4AB-C9B5-3BD3-D8784EED2E8E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4" name="Oval 673">
                  <a:extLst>
                    <a:ext uri="{FF2B5EF4-FFF2-40B4-BE49-F238E27FC236}">
                      <a16:creationId xmlns:a16="http://schemas.microsoft.com/office/drawing/2014/main" id="{5F27D718-46EB-547A-5A16-9A5DEEAFC920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5" name="Oval 674">
                  <a:extLst>
                    <a:ext uri="{FF2B5EF4-FFF2-40B4-BE49-F238E27FC236}">
                      <a16:creationId xmlns:a16="http://schemas.microsoft.com/office/drawing/2014/main" id="{62A672F3-6EC4-4F48-7072-5491A46570F4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6" name="Oval 675">
                  <a:extLst>
                    <a:ext uri="{FF2B5EF4-FFF2-40B4-BE49-F238E27FC236}">
                      <a16:creationId xmlns:a16="http://schemas.microsoft.com/office/drawing/2014/main" id="{44AFAFE0-0275-3476-3371-87D2BDF322E6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7" name="Oval 676">
                  <a:extLst>
                    <a:ext uri="{FF2B5EF4-FFF2-40B4-BE49-F238E27FC236}">
                      <a16:creationId xmlns:a16="http://schemas.microsoft.com/office/drawing/2014/main" id="{7FCB2522-028B-EE67-DFFC-D87A615668B6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8" name="Oval 677">
                  <a:extLst>
                    <a:ext uri="{FF2B5EF4-FFF2-40B4-BE49-F238E27FC236}">
                      <a16:creationId xmlns:a16="http://schemas.microsoft.com/office/drawing/2014/main" id="{91D98854-6241-81BC-E825-6308E0C66FC4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9" name="Oval 678">
                  <a:extLst>
                    <a:ext uri="{FF2B5EF4-FFF2-40B4-BE49-F238E27FC236}">
                      <a16:creationId xmlns:a16="http://schemas.microsoft.com/office/drawing/2014/main" id="{57A85779-4720-E95D-D78E-8B22D5F017BF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0" name="Oval 679">
                  <a:extLst>
                    <a:ext uri="{FF2B5EF4-FFF2-40B4-BE49-F238E27FC236}">
                      <a16:creationId xmlns:a16="http://schemas.microsoft.com/office/drawing/2014/main" id="{3E18676F-B767-6882-26FD-D41C042802FA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1" name="Oval 680">
                  <a:extLst>
                    <a:ext uri="{FF2B5EF4-FFF2-40B4-BE49-F238E27FC236}">
                      <a16:creationId xmlns:a16="http://schemas.microsoft.com/office/drawing/2014/main" id="{4F838A40-D3F3-8FE7-4CBD-C9E06C055ABB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2" name="Oval 681">
                  <a:extLst>
                    <a:ext uri="{FF2B5EF4-FFF2-40B4-BE49-F238E27FC236}">
                      <a16:creationId xmlns:a16="http://schemas.microsoft.com/office/drawing/2014/main" id="{16A97803-3FFB-6798-674F-D1F005B88583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3" name="Oval 682">
                  <a:extLst>
                    <a:ext uri="{FF2B5EF4-FFF2-40B4-BE49-F238E27FC236}">
                      <a16:creationId xmlns:a16="http://schemas.microsoft.com/office/drawing/2014/main" id="{C6E53687-4466-ED27-00CB-35D78E934C0E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4" name="Oval 683">
                  <a:extLst>
                    <a:ext uri="{FF2B5EF4-FFF2-40B4-BE49-F238E27FC236}">
                      <a16:creationId xmlns:a16="http://schemas.microsoft.com/office/drawing/2014/main" id="{41A85FB1-45F5-740A-8A78-22D2DB41B02F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5" name="Oval 684">
                  <a:extLst>
                    <a:ext uri="{FF2B5EF4-FFF2-40B4-BE49-F238E27FC236}">
                      <a16:creationId xmlns:a16="http://schemas.microsoft.com/office/drawing/2014/main" id="{44F04E0A-DC68-5916-1ADF-1A9505E07BA0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7CFF8A2D-03B7-7A4F-D7BA-9B41753C1E15}"/>
                  </a:ext>
                </a:extLst>
              </p:cNvPr>
              <p:cNvGrpSpPr/>
              <p:nvPr/>
            </p:nvGrpSpPr>
            <p:grpSpPr>
              <a:xfrm>
                <a:off x="3180469" y="3360741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652" name="Oval 651">
                  <a:extLst>
                    <a:ext uri="{FF2B5EF4-FFF2-40B4-BE49-F238E27FC236}">
                      <a16:creationId xmlns:a16="http://schemas.microsoft.com/office/drawing/2014/main" id="{5ACE032C-F828-2770-162F-C64246C97272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3" name="Oval 652">
                  <a:extLst>
                    <a:ext uri="{FF2B5EF4-FFF2-40B4-BE49-F238E27FC236}">
                      <a16:creationId xmlns:a16="http://schemas.microsoft.com/office/drawing/2014/main" id="{54CA60B7-20B9-C08E-4220-BB63E46AFEE3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4" name="Oval 653">
                  <a:extLst>
                    <a:ext uri="{FF2B5EF4-FFF2-40B4-BE49-F238E27FC236}">
                      <a16:creationId xmlns:a16="http://schemas.microsoft.com/office/drawing/2014/main" id="{282B12D7-A287-C4BA-D222-42FEA382361B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5" name="Oval 654">
                  <a:extLst>
                    <a:ext uri="{FF2B5EF4-FFF2-40B4-BE49-F238E27FC236}">
                      <a16:creationId xmlns:a16="http://schemas.microsoft.com/office/drawing/2014/main" id="{03051061-5F48-E5CA-0786-93884DAE009B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6" name="Oval 655">
                  <a:extLst>
                    <a:ext uri="{FF2B5EF4-FFF2-40B4-BE49-F238E27FC236}">
                      <a16:creationId xmlns:a16="http://schemas.microsoft.com/office/drawing/2014/main" id="{5685205A-A501-357C-3CE4-F469F6436D37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7" name="Oval 656">
                  <a:extLst>
                    <a:ext uri="{FF2B5EF4-FFF2-40B4-BE49-F238E27FC236}">
                      <a16:creationId xmlns:a16="http://schemas.microsoft.com/office/drawing/2014/main" id="{F4D5E877-8B12-E804-B987-34971DB46316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8" name="Oval 657">
                  <a:extLst>
                    <a:ext uri="{FF2B5EF4-FFF2-40B4-BE49-F238E27FC236}">
                      <a16:creationId xmlns:a16="http://schemas.microsoft.com/office/drawing/2014/main" id="{91A458E2-35DF-897F-B135-8A453E0AA8CD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9" name="Oval 658">
                  <a:extLst>
                    <a:ext uri="{FF2B5EF4-FFF2-40B4-BE49-F238E27FC236}">
                      <a16:creationId xmlns:a16="http://schemas.microsoft.com/office/drawing/2014/main" id="{FFD61619-7E06-5883-7A81-2FFB13B3D402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85320DB0-71BC-95CD-4F03-9DAA19B124E3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6E2DC835-3B02-E779-334A-25531B5C62B0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1D37CF01-65E7-D491-C086-87722CAC6927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3" name="Oval 662">
                  <a:extLst>
                    <a:ext uri="{FF2B5EF4-FFF2-40B4-BE49-F238E27FC236}">
                      <a16:creationId xmlns:a16="http://schemas.microsoft.com/office/drawing/2014/main" id="{0EDF235D-DA28-09AB-0CF9-F17EFA41AF8B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4" name="Oval 663">
                  <a:extLst>
                    <a:ext uri="{FF2B5EF4-FFF2-40B4-BE49-F238E27FC236}">
                      <a16:creationId xmlns:a16="http://schemas.microsoft.com/office/drawing/2014/main" id="{BA102C77-9E7F-0AFC-CD90-7568F7726E0C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5" name="Oval 664">
                  <a:extLst>
                    <a:ext uri="{FF2B5EF4-FFF2-40B4-BE49-F238E27FC236}">
                      <a16:creationId xmlns:a16="http://schemas.microsoft.com/office/drawing/2014/main" id="{F598CC76-D291-8E4E-FF54-AD4ED7FD23D2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6" name="Oval 665">
                  <a:extLst>
                    <a:ext uri="{FF2B5EF4-FFF2-40B4-BE49-F238E27FC236}">
                      <a16:creationId xmlns:a16="http://schemas.microsoft.com/office/drawing/2014/main" id="{80405FEF-2F69-2848-A2A0-5164A07A5AE9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7" name="Oval 666">
                  <a:extLst>
                    <a:ext uri="{FF2B5EF4-FFF2-40B4-BE49-F238E27FC236}">
                      <a16:creationId xmlns:a16="http://schemas.microsoft.com/office/drawing/2014/main" id="{354FF0DB-09F0-09D7-B85A-9DF6FA9D8213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8" name="Oval 667">
                  <a:extLst>
                    <a:ext uri="{FF2B5EF4-FFF2-40B4-BE49-F238E27FC236}">
                      <a16:creationId xmlns:a16="http://schemas.microsoft.com/office/drawing/2014/main" id="{0AD43E35-E7EC-3BE1-A4DC-0FC81459EA4A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6" name="Group 525">
                <a:extLst>
                  <a:ext uri="{FF2B5EF4-FFF2-40B4-BE49-F238E27FC236}">
                    <a16:creationId xmlns:a16="http://schemas.microsoft.com/office/drawing/2014/main" id="{E6268D83-12E9-3371-AC99-C715545487D3}"/>
                  </a:ext>
                </a:extLst>
              </p:cNvPr>
              <p:cNvGrpSpPr/>
              <p:nvPr/>
            </p:nvGrpSpPr>
            <p:grpSpPr>
              <a:xfrm>
                <a:off x="3335263" y="335243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635" name="Oval 634">
                  <a:extLst>
                    <a:ext uri="{FF2B5EF4-FFF2-40B4-BE49-F238E27FC236}">
                      <a16:creationId xmlns:a16="http://schemas.microsoft.com/office/drawing/2014/main" id="{98942465-A21E-8196-8D2C-8CF02BB19742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6" name="Oval 635">
                  <a:extLst>
                    <a:ext uri="{FF2B5EF4-FFF2-40B4-BE49-F238E27FC236}">
                      <a16:creationId xmlns:a16="http://schemas.microsoft.com/office/drawing/2014/main" id="{32903FA2-2A45-142E-DD1E-BCE99CD18838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7" name="Oval 636">
                  <a:extLst>
                    <a:ext uri="{FF2B5EF4-FFF2-40B4-BE49-F238E27FC236}">
                      <a16:creationId xmlns:a16="http://schemas.microsoft.com/office/drawing/2014/main" id="{AE98B202-0913-5D84-6863-469C782CFF76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8" name="Oval 637">
                  <a:extLst>
                    <a:ext uri="{FF2B5EF4-FFF2-40B4-BE49-F238E27FC236}">
                      <a16:creationId xmlns:a16="http://schemas.microsoft.com/office/drawing/2014/main" id="{49453582-20F2-5C15-DDD9-195B5975C95C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9" name="Oval 638">
                  <a:extLst>
                    <a:ext uri="{FF2B5EF4-FFF2-40B4-BE49-F238E27FC236}">
                      <a16:creationId xmlns:a16="http://schemas.microsoft.com/office/drawing/2014/main" id="{EAC1AB8D-FD9F-3072-95C9-0BD39A0C8A11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0" name="Oval 639">
                  <a:extLst>
                    <a:ext uri="{FF2B5EF4-FFF2-40B4-BE49-F238E27FC236}">
                      <a16:creationId xmlns:a16="http://schemas.microsoft.com/office/drawing/2014/main" id="{8AB98A1A-2D95-0BBE-F522-16C087EACA7B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1" name="Oval 640">
                  <a:extLst>
                    <a:ext uri="{FF2B5EF4-FFF2-40B4-BE49-F238E27FC236}">
                      <a16:creationId xmlns:a16="http://schemas.microsoft.com/office/drawing/2014/main" id="{C8213851-92CC-26B0-F0FF-47D57F9CBF6E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2" name="Oval 641">
                  <a:extLst>
                    <a:ext uri="{FF2B5EF4-FFF2-40B4-BE49-F238E27FC236}">
                      <a16:creationId xmlns:a16="http://schemas.microsoft.com/office/drawing/2014/main" id="{4BC329D9-5BEF-FF8E-6E40-6DDD8FCC5C39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3" name="Oval 642">
                  <a:extLst>
                    <a:ext uri="{FF2B5EF4-FFF2-40B4-BE49-F238E27FC236}">
                      <a16:creationId xmlns:a16="http://schemas.microsoft.com/office/drawing/2014/main" id="{F6D91CB9-34D4-1CAD-926D-F6E373E64086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4" name="Oval 643">
                  <a:extLst>
                    <a:ext uri="{FF2B5EF4-FFF2-40B4-BE49-F238E27FC236}">
                      <a16:creationId xmlns:a16="http://schemas.microsoft.com/office/drawing/2014/main" id="{8E9755F3-4753-1795-0AAF-011C090EE4B9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5" name="Oval 644">
                  <a:extLst>
                    <a:ext uri="{FF2B5EF4-FFF2-40B4-BE49-F238E27FC236}">
                      <a16:creationId xmlns:a16="http://schemas.microsoft.com/office/drawing/2014/main" id="{FB331C17-FEF3-3B43-B364-EE261A337A9D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6" name="Oval 645">
                  <a:extLst>
                    <a:ext uri="{FF2B5EF4-FFF2-40B4-BE49-F238E27FC236}">
                      <a16:creationId xmlns:a16="http://schemas.microsoft.com/office/drawing/2014/main" id="{85AE8B9E-C8F1-6FE0-FA23-6464AF92E77F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7" name="Oval 646">
                  <a:extLst>
                    <a:ext uri="{FF2B5EF4-FFF2-40B4-BE49-F238E27FC236}">
                      <a16:creationId xmlns:a16="http://schemas.microsoft.com/office/drawing/2014/main" id="{A8D4DE35-BE56-5759-F51D-947DA81E168A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0E8C18A0-4CE1-9783-A347-94FD19F3FE32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03431229-83BF-E8FA-68CB-8D399D635BA1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CEF1B0B7-3F64-E4FE-0B39-889090DB62DE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1" name="Oval 650">
                  <a:extLst>
                    <a:ext uri="{FF2B5EF4-FFF2-40B4-BE49-F238E27FC236}">
                      <a16:creationId xmlns:a16="http://schemas.microsoft.com/office/drawing/2014/main" id="{8C2209B0-14FF-C38A-2535-CB59CBD94451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2BE225FC-CE2D-E292-3B0F-6B4C9FF440B6}"/>
                  </a:ext>
                </a:extLst>
              </p:cNvPr>
              <p:cNvGrpSpPr/>
              <p:nvPr/>
            </p:nvGrpSpPr>
            <p:grpSpPr>
              <a:xfrm>
                <a:off x="3259833" y="335243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618" name="Oval 617">
                  <a:extLst>
                    <a:ext uri="{FF2B5EF4-FFF2-40B4-BE49-F238E27FC236}">
                      <a16:creationId xmlns:a16="http://schemas.microsoft.com/office/drawing/2014/main" id="{547ACE51-662E-B04C-4537-7DC7749524D4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9" name="Oval 618">
                  <a:extLst>
                    <a:ext uri="{FF2B5EF4-FFF2-40B4-BE49-F238E27FC236}">
                      <a16:creationId xmlns:a16="http://schemas.microsoft.com/office/drawing/2014/main" id="{C0D76FC6-E98B-DEB6-0326-A669407047AA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0" name="Oval 619">
                  <a:extLst>
                    <a:ext uri="{FF2B5EF4-FFF2-40B4-BE49-F238E27FC236}">
                      <a16:creationId xmlns:a16="http://schemas.microsoft.com/office/drawing/2014/main" id="{EE8970A2-73B3-2798-C9D9-C7BF3C9C91B3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1" name="Oval 620">
                  <a:extLst>
                    <a:ext uri="{FF2B5EF4-FFF2-40B4-BE49-F238E27FC236}">
                      <a16:creationId xmlns:a16="http://schemas.microsoft.com/office/drawing/2014/main" id="{E4BE49A7-67F8-2E4D-93EC-7AA359DE1D5D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2" name="Oval 621">
                  <a:extLst>
                    <a:ext uri="{FF2B5EF4-FFF2-40B4-BE49-F238E27FC236}">
                      <a16:creationId xmlns:a16="http://schemas.microsoft.com/office/drawing/2014/main" id="{F8F02E04-6783-DD0D-D5A9-97B1E65E2803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3" name="Oval 622">
                  <a:extLst>
                    <a:ext uri="{FF2B5EF4-FFF2-40B4-BE49-F238E27FC236}">
                      <a16:creationId xmlns:a16="http://schemas.microsoft.com/office/drawing/2014/main" id="{77883EFD-96FF-6762-5FD2-AE360167A2B4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4" name="Oval 623">
                  <a:extLst>
                    <a:ext uri="{FF2B5EF4-FFF2-40B4-BE49-F238E27FC236}">
                      <a16:creationId xmlns:a16="http://schemas.microsoft.com/office/drawing/2014/main" id="{9E5882B8-F108-23EF-1348-55483F34D546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5" name="Oval 624">
                  <a:extLst>
                    <a:ext uri="{FF2B5EF4-FFF2-40B4-BE49-F238E27FC236}">
                      <a16:creationId xmlns:a16="http://schemas.microsoft.com/office/drawing/2014/main" id="{50DDF6AA-BF66-91CE-A66A-AD8B3C644D53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6" name="Oval 625">
                  <a:extLst>
                    <a:ext uri="{FF2B5EF4-FFF2-40B4-BE49-F238E27FC236}">
                      <a16:creationId xmlns:a16="http://schemas.microsoft.com/office/drawing/2014/main" id="{9A996117-2850-914A-04FD-92D0FAAE4641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7" name="Oval 626">
                  <a:extLst>
                    <a:ext uri="{FF2B5EF4-FFF2-40B4-BE49-F238E27FC236}">
                      <a16:creationId xmlns:a16="http://schemas.microsoft.com/office/drawing/2014/main" id="{828B7125-FE1F-ADAD-C1B6-47BEF8FAD907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8" name="Oval 627">
                  <a:extLst>
                    <a:ext uri="{FF2B5EF4-FFF2-40B4-BE49-F238E27FC236}">
                      <a16:creationId xmlns:a16="http://schemas.microsoft.com/office/drawing/2014/main" id="{4CD14D68-4766-F587-BA7A-2DD20E064251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6387F41B-90F9-B6AC-B323-16CCEA427DFC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74CB5F9B-DCE2-7D1A-3D10-D68DA93954AA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FFB3ABD2-83A9-5C3D-3019-C14CFF009C57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49342EEC-7359-1465-059F-6D43963B321B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3" name="Oval 632">
                  <a:extLst>
                    <a:ext uri="{FF2B5EF4-FFF2-40B4-BE49-F238E27FC236}">
                      <a16:creationId xmlns:a16="http://schemas.microsoft.com/office/drawing/2014/main" id="{D09FEF6D-7CDA-39DC-384B-4CFE03B422A7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4" name="Oval 633">
                  <a:extLst>
                    <a:ext uri="{FF2B5EF4-FFF2-40B4-BE49-F238E27FC236}">
                      <a16:creationId xmlns:a16="http://schemas.microsoft.com/office/drawing/2014/main" id="{8BD1EA66-B262-D31C-15EF-73FE940E2DAF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09E0920D-1546-BF34-E67A-71F14A195A13}"/>
                  </a:ext>
                </a:extLst>
              </p:cNvPr>
              <p:cNvGrpSpPr/>
              <p:nvPr/>
            </p:nvGrpSpPr>
            <p:grpSpPr>
              <a:xfrm>
                <a:off x="3374367" y="3373842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601" name="Oval 600">
                  <a:extLst>
                    <a:ext uri="{FF2B5EF4-FFF2-40B4-BE49-F238E27FC236}">
                      <a16:creationId xmlns:a16="http://schemas.microsoft.com/office/drawing/2014/main" id="{7F5912CC-B31E-FEB7-4E14-580AE0B34FF8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2" name="Oval 601">
                  <a:extLst>
                    <a:ext uri="{FF2B5EF4-FFF2-40B4-BE49-F238E27FC236}">
                      <a16:creationId xmlns:a16="http://schemas.microsoft.com/office/drawing/2014/main" id="{01991DBF-DD9E-516F-A530-94C90ABB02A7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3" name="Oval 602">
                  <a:extLst>
                    <a:ext uri="{FF2B5EF4-FFF2-40B4-BE49-F238E27FC236}">
                      <a16:creationId xmlns:a16="http://schemas.microsoft.com/office/drawing/2014/main" id="{796EC335-276D-AABA-3CD0-975034DD2EF2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4" name="Oval 603">
                  <a:extLst>
                    <a:ext uri="{FF2B5EF4-FFF2-40B4-BE49-F238E27FC236}">
                      <a16:creationId xmlns:a16="http://schemas.microsoft.com/office/drawing/2014/main" id="{B559A794-8ACE-3A51-45BB-5F1FF80D0683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5" name="Oval 604">
                  <a:extLst>
                    <a:ext uri="{FF2B5EF4-FFF2-40B4-BE49-F238E27FC236}">
                      <a16:creationId xmlns:a16="http://schemas.microsoft.com/office/drawing/2014/main" id="{875925BE-B74A-221F-B9B6-747F60BE14A6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6" name="Oval 605">
                  <a:extLst>
                    <a:ext uri="{FF2B5EF4-FFF2-40B4-BE49-F238E27FC236}">
                      <a16:creationId xmlns:a16="http://schemas.microsoft.com/office/drawing/2014/main" id="{ADE184C2-4358-BD6A-0A9B-01E019ADB55F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7" name="Oval 606">
                  <a:extLst>
                    <a:ext uri="{FF2B5EF4-FFF2-40B4-BE49-F238E27FC236}">
                      <a16:creationId xmlns:a16="http://schemas.microsoft.com/office/drawing/2014/main" id="{49353005-6AF9-CCD8-8D90-1E79669C8A53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8" name="Oval 607">
                  <a:extLst>
                    <a:ext uri="{FF2B5EF4-FFF2-40B4-BE49-F238E27FC236}">
                      <a16:creationId xmlns:a16="http://schemas.microsoft.com/office/drawing/2014/main" id="{3057099C-B0F3-F711-84DF-5A25EC25FFCB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9" name="Oval 608">
                  <a:extLst>
                    <a:ext uri="{FF2B5EF4-FFF2-40B4-BE49-F238E27FC236}">
                      <a16:creationId xmlns:a16="http://schemas.microsoft.com/office/drawing/2014/main" id="{AE64488C-FD50-CCD9-7E1C-F6615FF8D686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0" name="Oval 609">
                  <a:extLst>
                    <a:ext uri="{FF2B5EF4-FFF2-40B4-BE49-F238E27FC236}">
                      <a16:creationId xmlns:a16="http://schemas.microsoft.com/office/drawing/2014/main" id="{8FA5E8B2-ADC9-5045-5936-9A5A2B7CB88A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1" name="Oval 610">
                  <a:extLst>
                    <a:ext uri="{FF2B5EF4-FFF2-40B4-BE49-F238E27FC236}">
                      <a16:creationId xmlns:a16="http://schemas.microsoft.com/office/drawing/2014/main" id="{1EC7062F-0E02-3A2E-6182-8ACE7EF75124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2" name="Oval 611">
                  <a:extLst>
                    <a:ext uri="{FF2B5EF4-FFF2-40B4-BE49-F238E27FC236}">
                      <a16:creationId xmlns:a16="http://schemas.microsoft.com/office/drawing/2014/main" id="{7366F26B-01AF-D621-73C4-F17F4B98BAF7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3" name="Oval 612">
                  <a:extLst>
                    <a:ext uri="{FF2B5EF4-FFF2-40B4-BE49-F238E27FC236}">
                      <a16:creationId xmlns:a16="http://schemas.microsoft.com/office/drawing/2014/main" id="{BBB410E6-58A8-5515-2615-BD851833547F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4" name="Oval 613">
                  <a:extLst>
                    <a:ext uri="{FF2B5EF4-FFF2-40B4-BE49-F238E27FC236}">
                      <a16:creationId xmlns:a16="http://schemas.microsoft.com/office/drawing/2014/main" id="{189E46CF-E7D1-986D-7307-B340F04C475D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5" name="Oval 614">
                  <a:extLst>
                    <a:ext uri="{FF2B5EF4-FFF2-40B4-BE49-F238E27FC236}">
                      <a16:creationId xmlns:a16="http://schemas.microsoft.com/office/drawing/2014/main" id="{C7E6A131-ECFA-ABE0-5154-0C4E01665B27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6" name="Oval 615">
                  <a:extLst>
                    <a:ext uri="{FF2B5EF4-FFF2-40B4-BE49-F238E27FC236}">
                      <a16:creationId xmlns:a16="http://schemas.microsoft.com/office/drawing/2014/main" id="{67AC244F-5931-2F4B-AA44-1D9ED4C086F4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7" name="Oval 616">
                  <a:extLst>
                    <a:ext uri="{FF2B5EF4-FFF2-40B4-BE49-F238E27FC236}">
                      <a16:creationId xmlns:a16="http://schemas.microsoft.com/office/drawing/2014/main" id="{5FBE6163-10D4-4F2C-AF37-3DF3B9ECA26F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9" name="Group 528">
                <a:extLst>
                  <a:ext uri="{FF2B5EF4-FFF2-40B4-BE49-F238E27FC236}">
                    <a16:creationId xmlns:a16="http://schemas.microsoft.com/office/drawing/2014/main" id="{5C5D5656-39B3-8ADD-6F9A-A5BA9F4882A6}"/>
                  </a:ext>
                </a:extLst>
              </p:cNvPr>
              <p:cNvGrpSpPr/>
              <p:nvPr/>
            </p:nvGrpSpPr>
            <p:grpSpPr>
              <a:xfrm>
                <a:off x="3317256" y="3384107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584" name="Oval 583">
                  <a:extLst>
                    <a:ext uri="{FF2B5EF4-FFF2-40B4-BE49-F238E27FC236}">
                      <a16:creationId xmlns:a16="http://schemas.microsoft.com/office/drawing/2014/main" id="{5D8D2665-C8E6-6CC8-2C54-77B122DC3D2E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5" name="Oval 584">
                  <a:extLst>
                    <a:ext uri="{FF2B5EF4-FFF2-40B4-BE49-F238E27FC236}">
                      <a16:creationId xmlns:a16="http://schemas.microsoft.com/office/drawing/2014/main" id="{CE33DF6B-4F7A-ECB5-E485-940FF1303C6A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6" name="Oval 585">
                  <a:extLst>
                    <a:ext uri="{FF2B5EF4-FFF2-40B4-BE49-F238E27FC236}">
                      <a16:creationId xmlns:a16="http://schemas.microsoft.com/office/drawing/2014/main" id="{B8B13BEF-2054-335B-A965-2DAEADF1C9B4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7" name="Oval 586">
                  <a:extLst>
                    <a:ext uri="{FF2B5EF4-FFF2-40B4-BE49-F238E27FC236}">
                      <a16:creationId xmlns:a16="http://schemas.microsoft.com/office/drawing/2014/main" id="{EF808734-9434-F4D8-4D18-C62475530E53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8" name="Oval 587">
                  <a:extLst>
                    <a:ext uri="{FF2B5EF4-FFF2-40B4-BE49-F238E27FC236}">
                      <a16:creationId xmlns:a16="http://schemas.microsoft.com/office/drawing/2014/main" id="{B6A4F3E8-56F7-79EB-AF4E-A04F31EAC718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9" name="Oval 588">
                  <a:extLst>
                    <a:ext uri="{FF2B5EF4-FFF2-40B4-BE49-F238E27FC236}">
                      <a16:creationId xmlns:a16="http://schemas.microsoft.com/office/drawing/2014/main" id="{02A4C1E0-DF17-DE54-5E2A-1D248F566193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0" name="Oval 589">
                  <a:extLst>
                    <a:ext uri="{FF2B5EF4-FFF2-40B4-BE49-F238E27FC236}">
                      <a16:creationId xmlns:a16="http://schemas.microsoft.com/office/drawing/2014/main" id="{E65750AD-8205-27ED-701D-412487E7DCBF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1" name="Oval 590">
                  <a:extLst>
                    <a:ext uri="{FF2B5EF4-FFF2-40B4-BE49-F238E27FC236}">
                      <a16:creationId xmlns:a16="http://schemas.microsoft.com/office/drawing/2014/main" id="{32B1B3ED-3CB7-1F0B-BD7E-CEB467CD3706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2" name="Oval 591">
                  <a:extLst>
                    <a:ext uri="{FF2B5EF4-FFF2-40B4-BE49-F238E27FC236}">
                      <a16:creationId xmlns:a16="http://schemas.microsoft.com/office/drawing/2014/main" id="{D54C9FF8-5710-CCF6-39A1-E9E4C4A731BF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3" name="Oval 592">
                  <a:extLst>
                    <a:ext uri="{FF2B5EF4-FFF2-40B4-BE49-F238E27FC236}">
                      <a16:creationId xmlns:a16="http://schemas.microsoft.com/office/drawing/2014/main" id="{DF5B7A66-E653-604C-F1F5-7858DED121BA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4" name="Oval 593">
                  <a:extLst>
                    <a:ext uri="{FF2B5EF4-FFF2-40B4-BE49-F238E27FC236}">
                      <a16:creationId xmlns:a16="http://schemas.microsoft.com/office/drawing/2014/main" id="{A8803181-0F38-AA82-FC6F-6C1CF4DB57D7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5" name="Oval 594">
                  <a:extLst>
                    <a:ext uri="{FF2B5EF4-FFF2-40B4-BE49-F238E27FC236}">
                      <a16:creationId xmlns:a16="http://schemas.microsoft.com/office/drawing/2014/main" id="{2ECB024F-D1D8-D113-16B4-B9397FC927E3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6" name="Oval 595">
                  <a:extLst>
                    <a:ext uri="{FF2B5EF4-FFF2-40B4-BE49-F238E27FC236}">
                      <a16:creationId xmlns:a16="http://schemas.microsoft.com/office/drawing/2014/main" id="{FDD5116F-661D-2050-5AF1-F048A3C00A9E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7" name="Oval 596">
                  <a:extLst>
                    <a:ext uri="{FF2B5EF4-FFF2-40B4-BE49-F238E27FC236}">
                      <a16:creationId xmlns:a16="http://schemas.microsoft.com/office/drawing/2014/main" id="{AE520413-7D95-2537-97C6-2B6BF981BAAE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8" name="Oval 597">
                  <a:extLst>
                    <a:ext uri="{FF2B5EF4-FFF2-40B4-BE49-F238E27FC236}">
                      <a16:creationId xmlns:a16="http://schemas.microsoft.com/office/drawing/2014/main" id="{3B1523BB-FAA6-FE08-CEA4-8B65F91377B1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9" name="Oval 598">
                  <a:extLst>
                    <a:ext uri="{FF2B5EF4-FFF2-40B4-BE49-F238E27FC236}">
                      <a16:creationId xmlns:a16="http://schemas.microsoft.com/office/drawing/2014/main" id="{C8BE0F23-BE70-1036-28E2-D36A789C51CE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0" name="Oval 599">
                  <a:extLst>
                    <a:ext uri="{FF2B5EF4-FFF2-40B4-BE49-F238E27FC236}">
                      <a16:creationId xmlns:a16="http://schemas.microsoft.com/office/drawing/2014/main" id="{A93EB1FC-7C7C-0BB3-49D8-3613B94FBEDF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0" name="Group 529">
                <a:extLst>
                  <a:ext uri="{FF2B5EF4-FFF2-40B4-BE49-F238E27FC236}">
                    <a16:creationId xmlns:a16="http://schemas.microsoft.com/office/drawing/2014/main" id="{079798B1-CD98-260B-2FCF-D9F2513D3F2B}"/>
                  </a:ext>
                </a:extLst>
              </p:cNvPr>
              <p:cNvGrpSpPr/>
              <p:nvPr/>
            </p:nvGrpSpPr>
            <p:grpSpPr>
              <a:xfrm>
                <a:off x="3232157" y="3384107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567" name="Oval 566">
                  <a:extLst>
                    <a:ext uri="{FF2B5EF4-FFF2-40B4-BE49-F238E27FC236}">
                      <a16:creationId xmlns:a16="http://schemas.microsoft.com/office/drawing/2014/main" id="{D40FE683-8B9F-AB3A-6E24-04CFA2F81693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8" name="Oval 567">
                  <a:extLst>
                    <a:ext uri="{FF2B5EF4-FFF2-40B4-BE49-F238E27FC236}">
                      <a16:creationId xmlns:a16="http://schemas.microsoft.com/office/drawing/2014/main" id="{1A013EEB-195F-BB57-5797-382C67E3B2C9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9" name="Oval 568">
                  <a:extLst>
                    <a:ext uri="{FF2B5EF4-FFF2-40B4-BE49-F238E27FC236}">
                      <a16:creationId xmlns:a16="http://schemas.microsoft.com/office/drawing/2014/main" id="{1F682798-6356-6CEC-5146-174E00B804EF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0" name="Oval 569">
                  <a:extLst>
                    <a:ext uri="{FF2B5EF4-FFF2-40B4-BE49-F238E27FC236}">
                      <a16:creationId xmlns:a16="http://schemas.microsoft.com/office/drawing/2014/main" id="{82231918-6318-F806-B5BF-3421BD93C5B3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1" name="Oval 570">
                  <a:extLst>
                    <a:ext uri="{FF2B5EF4-FFF2-40B4-BE49-F238E27FC236}">
                      <a16:creationId xmlns:a16="http://schemas.microsoft.com/office/drawing/2014/main" id="{350C2BD5-7F57-3FE8-AD0B-089272878106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2" name="Oval 571">
                  <a:extLst>
                    <a:ext uri="{FF2B5EF4-FFF2-40B4-BE49-F238E27FC236}">
                      <a16:creationId xmlns:a16="http://schemas.microsoft.com/office/drawing/2014/main" id="{0CD0FD33-F274-043D-0F3B-A72599DC0A76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3" name="Oval 572">
                  <a:extLst>
                    <a:ext uri="{FF2B5EF4-FFF2-40B4-BE49-F238E27FC236}">
                      <a16:creationId xmlns:a16="http://schemas.microsoft.com/office/drawing/2014/main" id="{EF515C35-8D62-50E2-F940-99F44EECB97C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4" name="Oval 573">
                  <a:extLst>
                    <a:ext uri="{FF2B5EF4-FFF2-40B4-BE49-F238E27FC236}">
                      <a16:creationId xmlns:a16="http://schemas.microsoft.com/office/drawing/2014/main" id="{F6D7F51D-F0F3-709F-3B56-6F7C45DA03A3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5" name="Oval 574">
                  <a:extLst>
                    <a:ext uri="{FF2B5EF4-FFF2-40B4-BE49-F238E27FC236}">
                      <a16:creationId xmlns:a16="http://schemas.microsoft.com/office/drawing/2014/main" id="{3445B004-E3AE-4D5E-9A47-5C5173C5DC44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6" name="Oval 575">
                  <a:extLst>
                    <a:ext uri="{FF2B5EF4-FFF2-40B4-BE49-F238E27FC236}">
                      <a16:creationId xmlns:a16="http://schemas.microsoft.com/office/drawing/2014/main" id="{921B3B4A-A72F-421F-1E82-D5AAC13CE432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7" name="Oval 576">
                  <a:extLst>
                    <a:ext uri="{FF2B5EF4-FFF2-40B4-BE49-F238E27FC236}">
                      <a16:creationId xmlns:a16="http://schemas.microsoft.com/office/drawing/2014/main" id="{ADD4FFC2-BD6A-97D1-29D3-ADC8CCC98929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8" name="Oval 577">
                  <a:extLst>
                    <a:ext uri="{FF2B5EF4-FFF2-40B4-BE49-F238E27FC236}">
                      <a16:creationId xmlns:a16="http://schemas.microsoft.com/office/drawing/2014/main" id="{CD90FE30-90AC-ED11-5803-94510B152B60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9" name="Oval 578">
                  <a:extLst>
                    <a:ext uri="{FF2B5EF4-FFF2-40B4-BE49-F238E27FC236}">
                      <a16:creationId xmlns:a16="http://schemas.microsoft.com/office/drawing/2014/main" id="{BF344453-471A-3765-DBF8-685E7D201873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0" name="Oval 579">
                  <a:extLst>
                    <a:ext uri="{FF2B5EF4-FFF2-40B4-BE49-F238E27FC236}">
                      <a16:creationId xmlns:a16="http://schemas.microsoft.com/office/drawing/2014/main" id="{01844B1E-A68A-B822-7663-F70F99B9291C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1" name="Oval 580">
                  <a:extLst>
                    <a:ext uri="{FF2B5EF4-FFF2-40B4-BE49-F238E27FC236}">
                      <a16:creationId xmlns:a16="http://schemas.microsoft.com/office/drawing/2014/main" id="{0ED73E56-AF8B-4816-325C-67A58C75E2AE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2" name="Oval 581">
                  <a:extLst>
                    <a:ext uri="{FF2B5EF4-FFF2-40B4-BE49-F238E27FC236}">
                      <a16:creationId xmlns:a16="http://schemas.microsoft.com/office/drawing/2014/main" id="{7B07132C-5C57-8304-1F75-9C98FBC7C095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3" name="Oval 582">
                  <a:extLst>
                    <a:ext uri="{FF2B5EF4-FFF2-40B4-BE49-F238E27FC236}">
                      <a16:creationId xmlns:a16="http://schemas.microsoft.com/office/drawing/2014/main" id="{96FD06E2-C2DF-6AE6-A736-6681E2871BAE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1" name="Group 530">
                <a:extLst>
                  <a:ext uri="{FF2B5EF4-FFF2-40B4-BE49-F238E27FC236}">
                    <a16:creationId xmlns:a16="http://schemas.microsoft.com/office/drawing/2014/main" id="{27D493F1-D1E4-8782-3D8C-878BC4C2B676}"/>
                  </a:ext>
                </a:extLst>
              </p:cNvPr>
              <p:cNvGrpSpPr/>
              <p:nvPr/>
            </p:nvGrpSpPr>
            <p:grpSpPr>
              <a:xfrm>
                <a:off x="3325529" y="3390074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550" name="Oval 549">
                  <a:extLst>
                    <a:ext uri="{FF2B5EF4-FFF2-40B4-BE49-F238E27FC236}">
                      <a16:creationId xmlns:a16="http://schemas.microsoft.com/office/drawing/2014/main" id="{CC8156FE-7259-FCAC-0CD3-DAA3DFD2ED75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1" name="Oval 550">
                  <a:extLst>
                    <a:ext uri="{FF2B5EF4-FFF2-40B4-BE49-F238E27FC236}">
                      <a16:creationId xmlns:a16="http://schemas.microsoft.com/office/drawing/2014/main" id="{586C09A7-216F-3D53-1D17-F52A48B3E52D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2" name="Oval 551">
                  <a:extLst>
                    <a:ext uri="{FF2B5EF4-FFF2-40B4-BE49-F238E27FC236}">
                      <a16:creationId xmlns:a16="http://schemas.microsoft.com/office/drawing/2014/main" id="{A2E15003-BEB6-0715-52C5-B54225E48703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3" name="Oval 552">
                  <a:extLst>
                    <a:ext uri="{FF2B5EF4-FFF2-40B4-BE49-F238E27FC236}">
                      <a16:creationId xmlns:a16="http://schemas.microsoft.com/office/drawing/2014/main" id="{A69A7BE3-E951-E267-516F-FB4527CF22DC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4" name="Oval 553">
                  <a:extLst>
                    <a:ext uri="{FF2B5EF4-FFF2-40B4-BE49-F238E27FC236}">
                      <a16:creationId xmlns:a16="http://schemas.microsoft.com/office/drawing/2014/main" id="{AD940338-3423-2F36-5688-41068ACFBB77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5" name="Oval 554">
                  <a:extLst>
                    <a:ext uri="{FF2B5EF4-FFF2-40B4-BE49-F238E27FC236}">
                      <a16:creationId xmlns:a16="http://schemas.microsoft.com/office/drawing/2014/main" id="{07B9E19A-6894-9576-6581-6B3052588908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6" name="Oval 555">
                  <a:extLst>
                    <a:ext uri="{FF2B5EF4-FFF2-40B4-BE49-F238E27FC236}">
                      <a16:creationId xmlns:a16="http://schemas.microsoft.com/office/drawing/2014/main" id="{18FCDCF4-3523-E459-7EB1-554022A453E0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F1D5B80E-1926-A226-9486-40934079C049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02575725-8DD4-DB4A-2428-727A42A7AF0D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D365CD5-FA68-AD10-A13E-8A4C202D5561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0" name="Oval 559">
                  <a:extLst>
                    <a:ext uri="{FF2B5EF4-FFF2-40B4-BE49-F238E27FC236}">
                      <a16:creationId xmlns:a16="http://schemas.microsoft.com/office/drawing/2014/main" id="{2DA1DFAB-1A2B-B761-7968-E4FFCAE91CB8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1" name="Oval 560">
                  <a:extLst>
                    <a:ext uri="{FF2B5EF4-FFF2-40B4-BE49-F238E27FC236}">
                      <a16:creationId xmlns:a16="http://schemas.microsoft.com/office/drawing/2014/main" id="{C39A1DED-7C28-5DA2-68E2-12E0A8D1EDD7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2" name="Oval 561">
                  <a:extLst>
                    <a:ext uri="{FF2B5EF4-FFF2-40B4-BE49-F238E27FC236}">
                      <a16:creationId xmlns:a16="http://schemas.microsoft.com/office/drawing/2014/main" id="{2F03214B-C08A-C0FD-9289-D809802AC6E2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3" name="Oval 562">
                  <a:extLst>
                    <a:ext uri="{FF2B5EF4-FFF2-40B4-BE49-F238E27FC236}">
                      <a16:creationId xmlns:a16="http://schemas.microsoft.com/office/drawing/2014/main" id="{371FBBF2-488A-4E15-E129-FEE81A7DB41D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4" name="Oval 563">
                  <a:extLst>
                    <a:ext uri="{FF2B5EF4-FFF2-40B4-BE49-F238E27FC236}">
                      <a16:creationId xmlns:a16="http://schemas.microsoft.com/office/drawing/2014/main" id="{9FAD6B36-8336-F877-9D0A-41D327808A58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5" name="Oval 564">
                  <a:extLst>
                    <a:ext uri="{FF2B5EF4-FFF2-40B4-BE49-F238E27FC236}">
                      <a16:creationId xmlns:a16="http://schemas.microsoft.com/office/drawing/2014/main" id="{AA6AE14C-685F-754A-E724-079B6A936CA9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6" name="Oval 565">
                  <a:extLst>
                    <a:ext uri="{FF2B5EF4-FFF2-40B4-BE49-F238E27FC236}">
                      <a16:creationId xmlns:a16="http://schemas.microsoft.com/office/drawing/2014/main" id="{4C746975-A519-D77C-E5D3-EE4A6D65EE97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6B9D8584-51D6-390D-0B9E-D55AD7EE87DF}"/>
                  </a:ext>
                </a:extLst>
              </p:cNvPr>
              <p:cNvGrpSpPr/>
              <p:nvPr/>
            </p:nvGrpSpPr>
            <p:grpSpPr>
              <a:xfrm>
                <a:off x="3219744" y="3390074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4E657318-F6A4-59F2-63AD-F1279624850F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D9C823F7-A48C-5ADE-C5B0-AB6A1DEEEE7C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5" name="Oval 534">
                  <a:extLst>
                    <a:ext uri="{FF2B5EF4-FFF2-40B4-BE49-F238E27FC236}">
                      <a16:creationId xmlns:a16="http://schemas.microsoft.com/office/drawing/2014/main" id="{095030F6-D9AF-1123-9106-5E2673DCCB9F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6" name="Oval 535">
                  <a:extLst>
                    <a:ext uri="{FF2B5EF4-FFF2-40B4-BE49-F238E27FC236}">
                      <a16:creationId xmlns:a16="http://schemas.microsoft.com/office/drawing/2014/main" id="{A49273FD-2179-CA14-D574-C47BE755379B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7" name="Oval 536">
                  <a:extLst>
                    <a:ext uri="{FF2B5EF4-FFF2-40B4-BE49-F238E27FC236}">
                      <a16:creationId xmlns:a16="http://schemas.microsoft.com/office/drawing/2014/main" id="{57E40110-C000-B280-E45A-890398D8AA85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8" name="Oval 537">
                  <a:extLst>
                    <a:ext uri="{FF2B5EF4-FFF2-40B4-BE49-F238E27FC236}">
                      <a16:creationId xmlns:a16="http://schemas.microsoft.com/office/drawing/2014/main" id="{FD9388A9-7DF6-44FB-5D5A-65A42123BC34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9" name="Oval 538">
                  <a:extLst>
                    <a:ext uri="{FF2B5EF4-FFF2-40B4-BE49-F238E27FC236}">
                      <a16:creationId xmlns:a16="http://schemas.microsoft.com/office/drawing/2014/main" id="{D0136AEA-9D61-520C-813F-60D107A0DB27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0" name="Oval 539">
                  <a:extLst>
                    <a:ext uri="{FF2B5EF4-FFF2-40B4-BE49-F238E27FC236}">
                      <a16:creationId xmlns:a16="http://schemas.microsoft.com/office/drawing/2014/main" id="{2C8A5F6B-2819-BA6C-EDF8-5C03377F80C4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1" name="Oval 540">
                  <a:extLst>
                    <a:ext uri="{FF2B5EF4-FFF2-40B4-BE49-F238E27FC236}">
                      <a16:creationId xmlns:a16="http://schemas.microsoft.com/office/drawing/2014/main" id="{3075D708-C900-D147-BEFD-48D4CBEDF1CE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2" name="Oval 541">
                  <a:extLst>
                    <a:ext uri="{FF2B5EF4-FFF2-40B4-BE49-F238E27FC236}">
                      <a16:creationId xmlns:a16="http://schemas.microsoft.com/office/drawing/2014/main" id="{732D3210-F170-FA14-8925-B2303664B8BE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3" name="Oval 542">
                  <a:extLst>
                    <a:ext uri="{FF2B5EF4-FFF2-40B4-BE49-F238E27FC236}">
                      <a16:creationId xmlns:a16="http://schemas.microsoft.com/office/drawing/2014/main" id="{4B68A5BB-845D-5A1E-1583-7324CF64D374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4" name="Oval 543">
                  <a:extLst>
                    <a:ext uri="{FF2B5EF4-FFF2-40B4-BE49-F238E27FC236}">
                      <a16:creationId xmlns:a16="http://schemas.microsoft.com/office/drawing/2014/main" id="{951E5427-9966-F104-2BAF-39552C992DE2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5" name="Oval 544">
                  <a:extLst>
                    <a:ext uri="{FF2B5EF4-FFF2-40B4-BE49-F238E27FC236}">
                      <a16:creationId xmlns:a16="http://schemas.microsoft.com/office/drawing/2014/main" id="{B6A3CA33-9709-3594-04F6-5B6EB34242B2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6" name="Oval 545">
                  <a:extLst>
                    <a:ext uri="{FF2B5EF4-FFF2-40B4-BE49-F238E27FC236}">
                      <a16:creationId xmlns:a16="http://schemas.microsoft.com/office/drawing/2014/main" id="{EFB28531-BAE6-557D-F337-7BFF47420B57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7" name="Oval 546">
                  <a:extLst>
                    <a:ext uri="{FF2B5EF4-FFF2-40B4-BE49-F238E27FC236}">
                      <a16:creationId xmlns:a16="http://schemas.microsoft.com/office/drawing/2014/main" id="{62B68247-65B8-862E-1608-2171CB3776B6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8" name="Oval 547">
                  <a:extLst>
                    <a:ext uri="{FF2B5EF4-FFF2-40B4-BE49-F238E27FC236}">
                      <a16:creationId xmlns:a16="http://schemas.microsoft.com/office/drawing/2014/main" id="{ABFAE7F1-7859-8E98-C305-1E818C64CCBD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9" name="Oval 548">
                  <a:extLst>
                    <a:ext uri="{FF2B5EF4-FFF2-40B4-BE49-F238E27FC236}">
                      <a16:creationId xmlns:a16="http://schemas.microsoft.com/office/drawing/2014/main" id="{C6AD13DD-76A2-8CB5-6A31-E661D5B45E97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04EC4845-AA56-B1DC-78C7-DB79BBE2F59E}"/>
                </a:ext>
              </a:extLst>
            </p:cNvPr>
            <p:cNvGrpSpPr/>
            <p:nvPr/>
          </p:nvGrpSpPr>
          <p:grpSpPr>
            <a:xfrm>
              <a:off x="3182780" y="3429000"/>
              <a:ext cx="978917" cy="958784"/>
              <a:chOff x="3180469" y="3352436"/>
              <a:chExt cx="978917" cy="958784"/>
            </a:xfrm>
            <a:grpFill/>
          </p:grpSpPr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AF407ED3-1402-9D5C-1A2C-2410DC21DE50}"/>
                  </a:ext>
                </a:extLst>
              </p:cNvPr>
              <p:cNvGrpSpPr/>
              <p:nvPr/>
            </p:nvGrpSpPr>
            <p:grpSpPr>
              <a:xfrm>
                <a:off x="3310516" y="340317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1F41F7A9-F94D-E204-FA61-9355BBB4A50E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FE4BD43E-0242-4A15-2261-EAB8ACA1C573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BFBEA7E8-6E3F-9B54-9313-84E929DD5C5A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EC68CC77-9AA9-91B3-42EA-B3390A2605EA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867C6FE6-8119-629F-D0A6-BC01BBF5481B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BB524939-742C-B352-A486-D17C899F884E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89DBD10A-B5C3-A334-A0AE-311F4F559488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B4B71BB3-AA65-5587-9B84-561739E2B1E6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0923932B-30D4-A1B4-7B88-24B0C284D7EA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4E251192-50C0-1009-424A-2ABF106CEB26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1BE6C076-833E-1904-CE9E-E578F5789901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188CC8C4-3D25-E88B-57C5-4834FEB0C30B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3A7EEC94-E99A-47D0-AF13-D6EF5691B4B5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EF454CEB-1DC5-48A1-DB74-0EEA5609CF04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BEA1E6DD-3146-1FF5-F3D2-543642CB06D6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C4BAA31A-D45E-4092-F39A-DC154645CF5E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BC0EFECE-DD95-E7BD-8F27-0F7FF9A179A4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4" name="Group 343">
                <a:extLst>
                  <a:ext uri="{FF2B5EF4-FFF2-40B4-BE49-F238E27FC236}">
                    <a16:creationId xmlns:a16="http://schemas.microsoft.com/office/drawing/2014/main" id="{6A7EFE95-75D6-C773-1AB8-300152E0B9E9}"/>
                  </a:ext>
                </a:extLst>
              </p:cNvPr>
              <p:cNvGrpSpPr/>
              <p:nvPr/>
            </p:nvGrpSpPr>
            <p:grpSpPr>
              <a:xfrm>
                <a:off x="3253366" y="3360741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BC2A89E1-8F27-F61D-2593-9FCCA5F04397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0F470788-A4DF-CDD5-8E0A-87591BC8F87A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2D8AC6B5-FCD3-6C83-A12F-04A5CD3161F3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891F241D-2AC6-2437-98FF-7B450B81BF57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58AB7038-57BB-0EAA-1BCD-F12C03738B9E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29E9A929-3C34-9997-E406-2D733F1A1497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B3902E98-AA9E-8ED2-A1AC-86847F65C445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2A5E46B8-90CF-CC4F-9AB4-F0FC818F0FA6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B2176461-38B3-A094-6731-4EFDD2E9AA0E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207ADDFA-919D-F74E-EAB9-C43572B7C883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459968AF-5428-2004-1B8F-9A96E7FBB620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2372260B-F9CF-FA38-3325-1F611990E8E6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4AC3CCC0-A989-202E-55B3-A4982FD6DAB5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AF13BBAD-8366-A0AF-D081-599ED445F15A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57A9CDF4-4A3B-CE05-EE0F-E4FB15CA507F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9D0E200F-7FB6-AD0C-1925-631A0AFC4F0C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3D97C994-A2A4-90AF-524E-484A73DC5337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88AF3493-74AD-C28E-9E66-37259B7A4BCC}"/>
                  </a:ext>
                </a:extLst>
              </p:cNvPr>
              <p:cNvGrpSpPr/>
              <p:nvPr/>
            </p:nvGrpSpPr>
            <p:grpSpPr>
              <a:xfrm>
                <a:off x="3180469" y="3360741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064BE466-C84D-13D4-637A-3862EE58B876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2E99459F-1A16-C4A8-8632-199704C2FDED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F50030F8-B8C0-1F20-D34A-9A191FB54235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ECD64EDF-C203-8FB4-794C-36063B9E7E7A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E8A8E1C7-20D4-77E7-9EB6-592D8652792A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437ED105-53F3-3B31-8E72-B651AFBE2BFD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D85C7B7C-AF54-C98C-11AD-93CD019DA7C1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F4A84602-E753-FA1D-B581-6EF9F329A128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A0C12992-BF1C-1048-1289-FC16E2474A57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8EB3A970-60DE-E0BD-E920-C39D109281A3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3FD08EE5-03B6-BDB5-EFDF-EB806E1FE730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DC857E88-9FB8-AD71-4C02-27341BBD03C9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94CE1138-B22C-757A-A42A-CF1201768263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6AD48F71-D3DD-2FE9-D879-00D8D80BA104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46ABA4C1-75EC-8E69-B672-18E423012B93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B818CE59-5E0F-C49A-F3EB-3ADC14279A43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F22326AE-ADCC-5747-BE48-ED8591E97449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6" name="Group 345">
                <a:extLst>
                  <a:ext uri="{FF2B5EF4-FFF2-40B4-BE49-F238E27FC236}">
                    <a16:creationId xmlns:a16="http://schemas.microsoft.com/office/drawing/2014/main" id="{CE045B24-92A1-59DA-EC54-C4684632AB25}"/>
                  </a:ext>
                </a:extLst>
              </p:cNvPr>
              <p:cNvGrpSpPr/>
              <p:nvPr/>
            </p:nvGrpSpPr>
            <p:grpSpPr>
              <a:xfrm>
                <a:off x="3335263" y="335243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86E8D582-044E-C460-2D08-1E0AA35E8A79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E2D68EFE-8075-6521-7D2D-361A726D376A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F765C2DB-B769-6522-FAEA-6919C3198413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B05C73CA-753A-51B7-C871-81F61BBF04DA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36F2BDA7-D23F-1CF4-4A63-EAFD46C5E2D2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315834AC-DC1A-FBCF-17E8-DFAAC371B1F9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74E8190A-225F-091E-9A5E-BE56F479FDED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356CFD5B-CC26-9339-692C-F3672D282BF7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C46A6E59-B2A2-3CB3-DF0C-1DC9CE389ABB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CCE07774-4BCC-7BB2-190D-DB25FD8171A2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CF95D2E9-8B46-CFF0-0855-EDDCD2A1D73A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2B3AF7B0-FAC9-FC45-9F4A-E337F8E73EA5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910641A6-4BF9-C72C-21FA-38C256DFFBFE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340E512E-88B4-9453-77C5-639C3A78C425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100CAE90-A721-A697-E078-E006DC5991B8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69DE45A8-00EA-FBF4-0D52-24EDBEFD7FCD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B62D4E8B-DDE8-AE50-3F28-91B0209ABE7B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112EFAE1-3891-A6B2-1F8E-6F8CA2AD23BD}"/>
                  </a:ext>
                </a:extLst>
              </p:cNvPr>
              <p:cNvGrpSpPr/>
              <p:nvPr/>
            </p:nvGrpSpPr>
            <p:grpSpPr>
              <a:xfrm>
                <a:off x="3259833" y="335243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621C62D1-0294-C178-3CEC-79895F267ABE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A7F06009-AFB6-2D09-F490-50645557061B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A89F9896-D759-5455-6D98-CF74D681477C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47C2672A-A9EB-995F-D44B-3DD3C8AA3357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75F40BC0-72AF-83BC-A8D5-3EB70008CAB6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1BC752E3-6B71-6A08-E882-AD7657954E86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83235C6D-4B5C-D770-F40E-55589914EB17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2425FB98-8381-809A-4B45-2F3BD97E905C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463F8631-F0BF-BFDC-F104-D3CBD4446D95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5C91F4E4-5B88-6789-DCA9-EBD9D0745EB4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4F005230-5994-7377-6151-A06D2B15E569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FC91FD9D-A743-67DF-C0D0-212F84E86096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6F0E0489-980B-7B9D-C1C4-F03104D22A88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C0B52759-2EF2-B231-3F2A-620D3057EA0B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2A91BFB3-8FC5-A8BE-1204-E8D6D03BA97F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5B981E20-A7BF-81D5-2ED7-830FF4C8D483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B10C5DE7-A261-6648-521E-99035FB3571B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BC2F5889-9A5A-8297-0582-6060A3F8B938}"/>
                  </a:ext>
                </a:extLst>
              </p:cNvPr>
              <p:cNvGrpSpPr/>
              <p:nvPr/>
            </p:nvGrpSpPr>
            <p:grpSpPr>
              <a:xfrm>
                <a:off x="3374367" y="3373842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433696B1-666E-03C4-2F5A-4714B7873B7D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CED22DF-1342-5A4F-19E7-E8B8828FF2BA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57C86C46-75EC-194F-5A29-4CBED434419A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B22F2523-BB3A-96EC-449F-B84F11C58332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A9451184-B896-797E-3A0A-5661AC797FF1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2A96780B-302B-3A9C-88D1-196E6AEC3F5F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9E602C76-6104-6B8E-82FA-99DBD09B3305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2E307F3D-2CF9-D7D4-CFD9-E03D1AC10E54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CA2B782B-55D3-77E8-B102-9D6981582602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0D77C6B8-E72C-0E16-C98F-03379A241876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28E97783-52F5-154F-8A98-7A94DB9E7C09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FE2813C5-C1F9-3D1A-5222-083489A39606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6AEFE3D9-1CAC-410F-3F82-4AF6A765BC0E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CBA99C24-733E-7824-0AFD-C135149CA8BC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9D43AA51-1BF2-FC32-13A9-1D5B35B1B887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2A47B3D8-1D03-3972-DE51-453ACB16AA90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C080AD56-5BD2-B3F7-5995-FF57FC7E65BF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929198B0-AC3D-E921-DEA9-B8A447BEFC94}"/>
                  </a:ext>
                </a:extLst>
              </p:cNvPr>
              <p:cNvGrpSpPr/>
              <p:nvPr/>
            </p:nvGrpSpPr>
            <p:grpSpPr>
              <a:xfrm>
                <a:off x="3317256" y="3384107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34031B3C-3850-8CA4-CC15-34E9523F8E9B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8259140E-2F6B-0ED4-4E27-F5599F2D4E15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94DA90DA-DE05-3C2B-8FC6-988CAF31E7C9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EA2A431E-1FA1-8181-3EFD-1F9F64ACA602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CA811214-7401-367C-0338-4FF276879B27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0A4AF163-7BA2-6476-C98A-C3B0C1B0EECA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3A121DF1-15C7-2DDE-0547-66B9773EE5CF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B08B9353-1CC9-F70E-2B95-60C3BD3AE351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14948F91-3FFD-E011-E116-4CC539CD046C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0EFD92C1-4224-D6C2-D4C5-2FF240B8AB00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23FF0BB5-941A-8234-8A6E-B0582915ABB5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0E3E9E76-CBA5-2F05-7F58-3D34F6471335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7B11ACAB-7D92-0108-7D03-9EA849C9CFE0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92C02AF6-EAC4-21DA-900C-530EFB5C85E3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AF7A2F6B-1EE1-79E6-77A5-7C4424541EF0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B4A477D0-2815-4A8E-7A26-6C5BDB2A44A3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FC5D3009-7A2C-4B8A-71C6-C1013A93AF8A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0" name="Group 349">
                <a:extLst>
                  <a:ext uri="{FF2B5EF4-FFF2-40B4-BE49-F238E27FC236}">
                    <a16:creationId xmlns:a16="http://schemas.microsoft.com/office/drawing/2014/main" id="{BC2F84AE-615F-694D-3B8F-FCEA07194E40}"/>
                  </a:ext>
                </a:extLst>
              </p:cNvPr>
              <p:cNvGrpSpPr/>
              <p:nvPr/>
            </p:nvGrpSpPr>
            <p:grpSpPr>
              <a:xfrm>
                <a:off x="3232157" y="3384107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83D489CB-75F0-B9AA-B138-157EC44C023C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B5529301-4710-E835-2D13-5DFAA86F332A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D69451DD-60A9-5427-2EB4-489281F71AA3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6CA0F4C-8557-679B-6CCA-A0F8ECC316B1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3AD6854E-F02D-856D-D5A1-90D100320360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5C178018-C6E7-0DD4-DAB5-4D8697EC26B2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B48EEFE1-3B58-D629-8A95-3175CC3188D7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17B411F7-5551-8D98-A2AC-24CDC613F5F9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0D487F33-0C8E-1621-BBF8-FA23FC08E89E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ADAB847C-4505-FF28-CC65-BA58794110D2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D39EFA51-6F3E-B1E6-0449-B5DB3871722B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8817416C-40DA-9912-932F-E093CC56614B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FC5C6F35-CD0A-D5A2-C9C3-AABD937CBD41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E8076602-F002-259F-D877-3A1AE3AA6325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BCB954DC-2C51-12E3-8D53-97E45800BCB6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BF9F675B-6CF2-2748-3F59-22A98A34AD89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59DEE2B7-2A51-9531-E92B-4B7C55D35849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67FF71B-601B-2E50-CA92-EB25111D80B4}"/>
                  </a:ext>
                </a:extLst>
              </p:cNvPr>
              <p:cNvGrpSpPr/>
              <p:nvPr/>
            </p:nvGrpSpPr>
            <p:grpSpPr>
              <a:xfrm>
                <a:off x="3325529" y="3390074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0B97CE6D-2F8F-4CCE-BFF0-41E81A3555C8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1EAF18FE-D05C-D5FA-5E95-1353C4602C03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5F32BFB1-7699-9DC6-8400-CBB5FE9A73C4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B2F68FD9-49B0-4D92-4085-CEFD5D344632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85EA495F-3AF4-216D-83B1-64AD82423E19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DDEFA492-9D94-6D1B-0352-DB6D43449A1B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D0062BBD-43D3-3E1B-81C3-2E810FD2E7D6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FF96AADC-28C8-6B63-F186-D008B382B1CF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BE9078E6-1A6F-3211-B274-CC3FF3D20D8C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8FD13B15-EC13-17F9-0FCD-3038235FB859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CB6F913A-3A91-73BE-B316-A879F8D461D2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658E16BA-83ED-157A-15DB-B238E3970572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53BAC2F7-5EF4-B7F9-3049-285B441A4823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7B8EFCB4-58E7-3E13-DAAC-29DB21682F68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A399C35B-5A51-DD8F-EF99-5CC0009CA4C1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E18FE5E5-A66A-8ADC-1CA7-DCB35C369F35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A8E6BE23-87B5-7823-29A1-91AC319630EF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2" name="Group 351">
                <a:extLst>
                  <a:ext uri="{FF2B5EF4-FFF2-40B4-BE49-F238E27FC236}">
                    <a16:creationId xmlns:a16="http://schemas.microsoft.com/office/drawing/2014/main" id="{61200916-9600-C796-B003-A03A2324EBDC}"/>
                  </a:ext>
                </a:extLst>
              </p:cNvPr>
              <p:cNvGrpSpPr/>
              <p:nvPr/>
            </p:nvGrpSpPr>
            <p:grpSpPr>
              <a:xfrm>
                <a:off x="3219744" y="3390074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F63994B6-CD9C-025F-2878-3116413C84F5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4A458452-B10A-E08D-5D9A-9301FEB135CC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8D59A779-0D91-76D1-A046-36CA320392D1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8115644C-5329-07A0-3240-76033E6257DC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BFFEB57E-459F-CAC3-BE89-DA2E296B3B9E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E276DF35-74F4-C4B0-B8B9-17F5FCDE523A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4E079E92-9A2C-B54C-37A1-77F8372EBD7C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365FEC4A-0FF5-11EE-B5A6-E337E14D5C9E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BA1BB3DB-50CB-AB87-02B9-C77C9ED0E8BF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746B3FB6-E564-5C4C-CC4F-1BAF19BFDB5E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8C6973AD-C0CA-3EDA-79B9-4E519C5621DF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2C51BDED-725D-B1A4-E6AC-9B32DF132CAB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A06A39A8-30C7-46AF-37CC-F600597CFDC1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F1E7DE9B-1E54-C4C8-5CA7-B04037E074AF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08DF2E70-0F0E-7288-45A0-8550EF848568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8098DAE7-0639-EEF5-7801-595A25D18018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9856E8E7-D3DA-5D22-06F2-AA607B6C595A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4F319B96-82BF-5D3D-BD71-81893E06F121}"/>
                </a:ext>
              </a:extLst>
            </p:cNvPr>
            <p:cNvGrpSpPr/>
            <p:nvPr/>
          </p:nvGrpSpPr>
          <p:grpSpPr>
            <a:xfrm>
              <a:off x="3145280" y="3359373"/>
              <a:ext cx="978917" cy="958784"/>
              <a:chOff x="3180469" y="3352436"/>
              <a:chExt cx="978917" cy="958784"/>
            </a:xfrm>
            <a:grpFill/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2EA1BDD-CB64-1B0C-3A14-F417E63893FD}"/>
                  </a:ext>
                </a:extLst>
              </p:cNvPr>
              <p:cNvGrpSpPr/>
              <p:nvPr/>
            </p:nvGrpSpPr>
            <p:grpSpPr>
              <a:xfrm>
                <a:off x="3310516" y="340317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2188DD57-1988-28B3-891D-E9907A4AB3F1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3C863ABE-4B37-2775-F25B-1238281B2102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1DF7A2F5-D33E-65B6-96AA-F518FEE583E1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963B68CB-6E35-99E9-63D8-9D7B24243392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CDB9282B-8EF6-86DC-4CA1-330DD094A5B5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A685D928-D3E6-6AF1-7E10-F6FDF37C125F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7E140441-496C-03DE-02EA-AE6E2C9DD04F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D58C204B-78A3-24A9-B56B-898BF4E40C47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9F8A6412-D366-B97B-BA05-EC755D9B6058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9892C792-569E-B73E-46A1-389C29A2A240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A1E830DB-102E-54E0-C77E-8D5DC58D2076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DC2A8913-BD0E-FF0C-91D8-C8FB588FB345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9C97C742-4B38-01AB-3823-DAC6B3108848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B8A630D4-5E08-D516-880C-21FF067BCC2E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111DB02B-6C05-47A8-9326-3235E16A1CDA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5AE245E0-D250-AAC7-710F-AECBC207CDB1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8C0E0009-0B03-74A2-8ACD-100FFEA28EEE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9F530C66-80C9-C7D7-E93D-C6A70A84EB31}"/>
                  </a:ext>
                </a:extLst>
              </p:cNvPr>
              <p:cNvGrpSpPr/>
              <p:nvPr/>
            </p:nvGrpSpPr>
            <p:grpSpPr>
              <a:xfrm>
                <a:off x="3253366" y="3360741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A6CCED48-543C-C50B-390D-056ED4578A97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684E664A-A580-B211-C444-435E1922F580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8FCD6EFD-A018-B127-45A4-E9BFC7656C86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7B4D8A89-17F6-301E-B713-CFD1530B219D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2AC1D377-A097-4509-8C30-45E3AAD3FB3A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" name="Oval 313">
                  <a:extLst>
                    <a:ext uri="{FF2B5EF4-FFF2-40B4-BE49-F238E27FC236}">
                      <a16:creationId xmlns:a16="http://schemas.microsoft.com/office/drawing/2014/main" id="{AEED5359-AE11-E614-1FC0-1FCC640337E1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66A8C2A3-92F6-17A1-5057-0AE76BC04C1E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66DC40C6-DCA3-CFCE-5655-811188731084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6C862D9B-4B91-5D47-A55D-A781CCE0E104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28054459-529A-F5B1-3A27-8D5D7EDCA80B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E86B56AA-F76D-419A-9293-45CC59161D7E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57E66ADC-0ACE-9F0B-63D1-6738265D4A69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A9FBC850-3467-3C48-F887-7F8536B22094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Oval 321">
                  <a:extLst>
                    <a:ext uri="{FF2B5EF4-FFF2-40B4-BE49-F238E27FC236}">
                      <a16:creationId xmlns:a16="http://schemas.microsoft.com/office/drawing/2014/main" id="{AF850609-036D-1B54-D941-C892D990FECD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3" name="Oval 322">
                  <a:extLst>
                    <a:ext uri="{FF2B5EF4-FFF2-40B4-BE49-F238E27FC236}">
                      <a16:creationId xmlns:a16="http://schemas.microsoft.com/office/drawing/2014/main" id="{57D99780-FBC7-24CC-FB5F-F729C40072ED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4" name="Oval 323">
                  <a:extLst>
                    <a:ext uri="{FF2B5EF4-FFF2-40B4-BE49-F238E27FC236}">
                      <a16:creationId xmlns:a16="http://schemas.microsoft.com/office/drawing/2014/main" id="{B807C0F2-D793-23C0-896D-3769A9CA83CB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A975D13C-DE69-AFF4-4821-732B1142220D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E6444B81-1A08-CFA9-9398-FC2ECC2BBE41}"/>
                  </a:ext>
                </a:extLst>
              </p:cNvPr>
              <p:cNvGrpSpPr/>
              <p:nvPr/>
            </p:nvGrpSpPr>
            <p:grpSpPr>
              <a:xfrm>
                <a:off x="3180469" y="3360741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A1EE680B-EB3E-BA6D-B098-8DBDB5356842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CA9604AC-091D-EB16-1FAB-776992986962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04A4A888-A780-B1AD-50A2-E0ED58D2AF5D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2410A2BA-F457-4D90-0651-16C8D6C32478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B83E838D-FDD1-B4FA-D62D-2AF2B350531D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2821B97E-BC0B-D3B4-19C7-3C3A7CEBB73B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B4F0D5A2-8F21-5A8C-A122-A353E082226F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B53F0D49-D0BB-99C4-BE47-138F5D7720F4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F6A716F7-07D2-55DB-B083-CD93F761E48D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7C2CC9AB-52BE-4A76-DD52-785C1A37D697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E355F468-DBA0-C4D6-EFA1-AEF1153865AE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B5845188-55E7-7700-0760-DADDEA574C73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2AF60AB3-3877-8FA2-A934-16A476410B7E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3C17F241-8190-F749-EC80-B251DAA123BE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9F703CE5-2AC3-DE25-2566-3239B0A58B56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1420C890-3FB8-7542-F9FE-0068307F5C75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D07D82C4-0F29-010D-6BFD-27AF64C23500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92A30625-B07A-F9BD-3543-075CDADBEC24}"/>
                  </a:ext>
                </a:extLst>
              </p:cNvPr>
              <p:cNvGrpSpPr/>
              <p:nvPr/>
            </p:nvGrpSpPr>
            <p:grpSpPr>
              <a:xfrm>
                <a:off x="3335263" y="335243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3125C16D-3607-A235-6E32-CB0E4AA7052F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041C351E-AD32-C56E-5478-53740482A818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41773B79-E805-9D54-C8EE-E045CD0990CD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B82E59F1-E132-1BB1-BB33-5C0DD6BFA45A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9FA6B30F-CA09-B8D9-2CFE-8F692685DE11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EA47C813-EEE8-B39C-CB95-57866DF6FD9F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F39C431F-7FBE-516F-C049-C612E5C8FA67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AF238856-326A-75A6-615B-27079972C047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F31F2F9A-C5F5-BF4D-BE95-3F232514A849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D94075EB-CAE7-CBEE-16BE-1163546DAB80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076511A2-A03F-508C-039B-89B6783E08D5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8F1B39F6-C880-026D-13BF-0111D6A72C2F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161F6FE5-6DF8-3043-C667-1DE28E1AC76F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A619DC47-4C6F-F387-9DB5-2DFA9DD74E5A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E4C26BD4-7DA4-8A89-EEBA-21CA32588370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4F20A259-8AA4-3BA6-E849-E4D0009486A3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99384702-7C3C-EB39-3262-546C36018747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D1BB4E16-3CB5-3B08-F7D6-5F6643417A09}"/>
                  </a:ext>
                </a:extLst>
              </p:cNvPr>
              <p:cNvGrpSpPr/>
              <p:nvPr/>
            </p:nvGrpSpPr>
            <p:grpSpPr>
              <a:xfrm>
                <a:off x="3259833" y="3352436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219493A6-8AA5-BB57-4B13-9E0BE2B22709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86669146-22F5-072C-3A52-1D87E5ED0F9A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0EF4610D-495D-C3AF-E0E3-D42A1F3D3713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A101A15A-8069-BCE6-B7A8-9A618016E7E9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DDCFDAF4-FA4C-F76B-385A-6F0F65DFB568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EDEA3243-6D46-D6A9-381B-AEB07A254DB5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17FD25A7-0D57-51F5-08CB-B637A01EE959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D84C84E9-EF29-67C1-45D1-4C4C4E194FDC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D54BBCFC-F028-EAE3-BDC0-7DB51BEEE03E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E9762727-2C5A-17B0-8C77-B1A9ABD14219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9FEF9341-9311-0A7E-D3E9-007141414A85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6CB62949-F35D-EEA4-E6BA-F77561DA1807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2C3ADCB0-493F-15B0-7D9C-A05869FF1A10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771044DA-5E77-8214-E5C1-830E19D84A40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F935F0D6-AF08-E796-2D63-69EE0B0C003C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8FD0177A-3B34-57D3-2AFF-4B36D832B0B1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63D9D25A-724F-3C32-2A9C-38B5EC4B916D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D51CA904-39D1-09DF-3F24-B5075849F2EE}"/>
                  </a:ext>
                </a:extLst>
              </p:cNvPr>
              <p:cNvGrpSpPr/>
              <p:nvPr/>
            </p:nvGrpSpPr>
            <p:grpSpPr>
              <a:xfrm>
                <a:off x="3374367" y="3373842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886A3BBE-69FA-05BB-1BBC-6203B2F388C6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BE689CA7-2986-7CA6-4B03-21F34DF45293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EBB47DB4-9121-C2C5-16A1-06CCB3433DE4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DA7682E5-AEC1-D0D5-6891-A814408AF926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1AB53B10-CBE2-A409-382C-7012526F7785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87AA9DD2-19B3-1B27-DBFA-288013B293E4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EB8CE1D4-3B39-1387-3FA0-CC402C3BC1AF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1BDEC787-D8DF-450C-CCFE-102A49734029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6A29C5AB-6FC8-0A6C-2265-9C288F15D998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A3314941-3833-77B6-D287-15E3A46FB07E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E7EF1877-FFA7-2DAE-DF79-B3C4E19D43E0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D59BFF9B-D3D4-A560-F74E-6CCA75C85A21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5C84C4D4-46ED-2A43-1F00-BC5A07D9EB03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E4AD05DC-94CB-67BE-AFDB-E4DE672E604E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7F730880-5DF3-4BA7-01AF-5EC5E5B299AE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2B3AB046-255D-EA9A-4B63-76165D376C94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C7B61317-0896-A73F-9EDF-249BE49F5C73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0E3D9797-FAEE-2898-9531-6716C3F1AB0C}"/>
                  </a:ext>
                </a:extLst>
              </p:cNvPr>
              <p:cNvGrpSpPr/>
              <p:nvPr/>
            </p:nvGrpSpPr>
            <p:grpSpPr>
              <a:xfrm>
                <a:off x="3317256" y="3384107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CAE1740F-4A66-2BE5-302E-20FD9FB373C2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15B995AA-9325-2423-11FD-1A6FDFCBA71B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2445C79C-12FD-6676-741A-95C86A9D4B1F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940E3EB1-B87A-5684-688D-FFAA9E1397B3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447377C4-DE4D-86C7-D100-E67C9041532F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99A27A66-C742-D55E-056F-621071B26CDE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ABA660FA-8FB7-04D5-F833-1B2BC18F3379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A355F4C1-C988-02E9-B43D-F1BEBDA21103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08CA3A76-9142-5423-8AE0-EDED7A2317F8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BDC47E9C-57F5-0043-1229-E6CC7BDD4B76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8502CAC1-FB14-B738-02C3-737516660109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A1BEC192-056C-F153-D3C5-9E8D5CE4C7A1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EA9BF56B-F11B-6E14-8396-27EA58C4AEB2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D3D513C7-E51D-E188-C40D-D2B6926BE38B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320EBEBF-D7A0-53E9-85B6-64987A70273D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53888EAF-15FC-4CBD-5E29-B33B8AD79B6A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207026A8-74DC-CE97-B103-555B012DBCB4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F0D66B8B-66ED-DF5C-A6A7-54DC0F29D3C2}"/>
                  </a:ext>
                </a:extLst>
              </p:cNvPr>
              <p:cNvGrpSpPr/>
              <p:nvPr/>
            </p:nvGrpSpPr>
            <p:grpSpPr>
              <a:xfrm>
                <a:off x="3232157" y="3384107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67B24AC0-A695-920D-27BF-0001F7B5BF32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147CFCE8-95FC-F174-2C27-D9A425A9C708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D28378D9-9C65-C180-F9C2-A5A82E86F8EF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BAC7569B-0A30-7D0F-7E34-73F5A530C402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4130231D-3F3B-5C3F-217D-B4CCBAA5C0B1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92F2139C-E085-0C1E-E353-18C5D4D76591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351E11C4-1694-89F3-86FB-0ED827762BFD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F4E0B105-5326-6AB8-641E-524BCC340087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28464A6D-4F9E-1C92-0830-99710FB5C979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50FB35B1-46F1-2BC9-63BE-704C78E8E8AD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F0B3F535-C8FD-E90B-2096-A4A3116F27F5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1B98B4E3-E785-0335-B7B3-5B67C37E1EC2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4DF24B84-A5C2-2CC7-151F-6F90F0A38946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B618DD26-8042-1BB5-13DF-106272E5F722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490133C4-4870-9296-9A05-23940D2EDF00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F81779E0-749E-7CC5-78B6-E119970FBE00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3742B908-33A9-ACF8-8A3B-AD8FF30CB605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D2543409-B88A-4F68-5AA4-1B8F82762F6C}"/>
                  </a:ext>
                </a:extLst>
              </p:cNvPr>
              <p:cNvGrpSpPr/>
              <p:nvPr/>
            </p:nvGrpSpPr>
            <p:grpSpPr>
              <a:xfrm>
                <a:off x="3325529" y="3390074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25EFCE83-DC4A-CFE8-E303-44112B1D9A94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6F1AAE33-A914-6253-F11D-DA8B337CF8EB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98210050-D3D1-6C35-1118-21C2FD3812DF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B97E5293-F7CF-84CF-EC7D-73A5ED757DA9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574BA8CF-8E1A-3124-EB3C-AC0D887345D0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A4162102-ABF6-BC7A-F73F-31F1A1621AAA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39416282-950C-C09D-A35E-DF1199445634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550C94B8-2280-1679-BF03-37A10B900394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7B4CF83A-3C94-D307-BC9B-088294AF5801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8D4D72E-D824-461E-435C-6D41EEB064FB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99666348-E02A-DDA1-D39B-1063F7F404F4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BEDC2B75-AB71-818C-14F5-920640A4EF20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F1EB1D01-27E5-2CBC-9248-82BEDAF6E6F4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231F57D9-6C16-53D5-D30E-A61267904295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16905F85-E18E-F057-3BCD-27C79AF4CA4D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F75D8135-7AB3-C254-B810-1DE4FA4A8403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8B2649DD-1220-2058-DB11-95AF9B780E4C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2D861608-E976-2531-EBF1-14486293CF18}"/>
                  </a:ext>
                </a:extLst>
              </p:cNvPr>
              <p:cNvGrpSpPr/>
              <p:nvPr/>
            </p:nvGrpSpPr>
            <p:grpSpPr>
              <a:xfrm>
                <a:off x="3219744" y="3390074"/>
                <a:ext cx="785019" cy="908044"/>
                <a:chOff x="3310516" y="3403176"/>
                <a:chExt cx="785019" cy="908044"/>
              </a:xfrm>
              <a:grpFill/>
            </p:grpSpPr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FC7BFCEE-CB75-0C13-34ED-69D3226FB5CF}"/>
                    </a:ext>
                  </a:extLst>
                </p:cNvPr>
                <p:cNvSpPr/>
                <p:nvPr/>
              </p:nvSpPr>
              <p:spPr>
                <a:xfrm>
                  <a:off x="3665032" y="3833832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96D08882-3E09-5DC5-B172-F7EB345EE5B3}"/>
                    </a:ext>
                  </a:extLst>
                </p:cNvPr>
                <p:cNvSpPr/>
                <p:nvPr/>
              </p:nvSpPr>
              <p:spPr>
                <a:xfrm>
                  <a:off x="3766587" y="371299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B2C106BF-ECF2-6C43-B802-7FF382C3B67E}"/>
                    </a:ext>
                  </a:extLst>
                </p:cNvPr>
                <p:cNvSpPr/>
                <p:nvPr/>
              </p:nvSpPr>
              <p:spPr>
                <a:xfrm>
                  <a:off x="3584304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DDCA3928-A6AF-0386-720F-E418B1F56584}"/>
                    </a:ext>
                  </a:extLst>
                </p:cNvPr>
                <p:cNvSpPr/>
                <p:nvPr/>
              </p:nvSpPr>
              <p:spPr>
                <a:xfrm>
                  <a:off x="3685859" y="356478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D73F1676-3F46-9B1A-2B25-F8C8875B7B08}"/>
                    </a:ext>
                  </a:extLst>
                </p:cNvPr>
                <p:cNvSpPr/>
                <p:nvPr/>
              </p:nvSpPr>
              <p:spPr>
                <a:xfrm>
                  <a:off x="3402569" y="4001403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B8533CB6-128E-329C-DD32-2913A7B5DCB9}"/>
                    </a:ext>
                  </a:extLst>
                </p:cNvPr>
                <p:cNvSpPr/>
                <p:nvPr/>
              </p:nvSpPr>
              <p:spPr>
                <a:xfrm>
                  <a:off x="3504124" y="3880564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C140623E-0D8C-E7A4-0351-BF4BE1466170}"/>
                    </a:ext>
                  </a:extLst>
                </p:cNvPr>
                <p:cNvSpPr/>
                <p:nvPr/>
              </p:nvSpPr>
              <p:spPr>
                <a:xfrm>
                  <a:off x="3310516" y="380645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969B1229-46DA-AB8B-5755-C4E7B646C864}"/>
                    </a:ext>
                  </a:extLst>
                </p:cNvPr>
                <p:cNvSpPr/>
                <p:nvPr/>
              </p:nvSpPr>
              <p:spPr>
                <a:xfrm>
                  <a:off x="3412071" y="368561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6C142ADF-41D6-4F32-9ACA-8F50FB7AE8B3}"/>
                    </a:ext>
                  </a:extLst>
                </p:cNvPr>
                <p:cNvSpPr/>
                <p:nvPr/>
              </p:nvSpPr>
              <p:spPr>
                <a:xfrm rot="313698">
                  <a:off x="3544324" y="4163007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1021A9FC-BCE7-2D58-F7ED-9259DC20573E}"/>
                    </a:ext>
                  </a:extLst>
                </p:cNvPr>
                <p:cNvSpPr/>
                <p:nvPr/>
              </p:nvSpPr>
              <p:spPr>
                <a:xfrm rot="313698">
                  <a:off x="3645879" y="404216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439B9A0C-3EA3-BB55-F476-1EF158E44694}"/>
                    </a:ext>
                  </a:extLst>
                </p:cNvPr>
                <p:cNvSpPr/>
                <p:nvPr/>
              </p:nvSpPr>
              <p:spPr>
                <a:xfrm rot="313698">
                  <a:off x="3827613" y="3954670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0FDC269D-92CB-6BA4-6F87-37517BC1800D}"/>
                    </a:ext>
                  </a:extLst>
                </p:cNvPr>
                <p:cNvSpPr/>
                <p:nvPr/>
              </p:nvSpPr>
              <p:spPr>
                <a:xfrm rot="313698">
                  <a:off x="3929168" y="3833831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7CA9248A-67D4-F97A-E6E1-A88214CCBB43}"/>
                    </a:ext>
                  </a:extLst>
                </p:cNvPr>
                <p:cNvSpPr/>
                <p:nvPr/>
              </p:nvSpPr>
              <p:spPr>
                <a:xfrm rot="313698">
                  <a:off x="3494620" y="352772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AD63A974-D656-DDDE-ADBE-938955ADB894}"/>
                    </a:ext>
                  </a:extLst>
                </p:cNvPr>
                <p:cNvSpPr/>
                <p:nvPr/>
              </p:nvSpPr>
              <p:spPr>
                <a:xfrm rot="313698">
                  <a:off x="3596175" y="34068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401F4958-4D2F-5CBF-BF72-0DAB2690CD4D}"/>
                    </a:ext>
                  </a:extLst>
                </p:cNvPr>
                <p:cNvSpPr/>
                <p:nvPr/>
              </p:nvSpPr>
              <p:spPr>
                <a:xfrm rot="313698">
                  <a:off x="3874608" y="3551389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B4CA495A-4B04-EB2F-6C79-EFFF6E55A235}"/>
                    </a:ext>
                  </a:extLst>
                </p:cNvPr>
                <p:cNvSpPr/>
                <p:nvPr/>
              </p:nvSpPr>
              <p:spPr>
                <a:xfrm rot="313698">
                  <a:off x="3791390" y="3403176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55D791B3-434C-391D-AD7F-47D552611895}"/>
                    </a:ext>
                  </a:extLst>
                </p:cNvPr>
                <p:cNvSpPr/>
                <p:nvPr/>
              </p:nvSpPr>
              <p:spPr>
                <a:xfrm rot="313698">
                  <a:off x="3957824" y="3685618"/>
                  <a:ext cx="137711" cy="14821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572775-752E-6F43-6163-0C78082192DF}"/>
              </a:ext>
            </a:extLst>
          </p:cNvPr>
          <p:cNvGrpSpPr/>
          <p:nvPr/>
        </p:nvGrpSpPr>
        <p:grpSpPr>
          <a:xfrm flipH="1">
            <a:off x="1970762" y="7272338"/>
            <a:ext cx="2989680" cy="5112602"/>
            <a:chOff x="8211798" y="-53051"/>
            <a:chExt cx="1511277" cy="258440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ED498B-0342-917D-9B31-DC158C8A7179}"/>
                </a:ext>
              </a:extLst>
            </p:cNvPr>
            <p:cNvCxnSpPr>
              <a:cxnSpLocks/>
            </p:cNvCxnSpPr>
            <p:nvPr/>
          </p:nvCxnSpPr>
          <p:spPr>
            <a:xfrm>
              <a:off x="9157830" y="1271566"/>
              <a:ext cx="37223" cy="1217983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0F8A72E-5EE7-E2CC-77E6-267A1B213115}"/>
                </a:ext>
              </a:extLst>
            </p:cNvPr>
            <p:cNvCxnSpPr>
              <a:cxnSpLocks/>
            </p:cNvCxnSpPr>
            <p:nvPr/>
          </p:nvCxnSpPr>
          <p:spPr>
            <a:xfrm>
              <a:off x="8794189" y="1395078"/>
              <a:ext cx="35157" cy="1016951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E1142C2-BAE3-E5B4-A39B-8A0E55F5BA4F}"/>
                </a:ext>
              </a:extLst>
            </p:cNvPr>
            <p:cNvSpPr/>
            <p:nvPr/>
          </p:nvSpPr>
          <p:spPr>
            <a:xfrm flipH="1">
              <a:off x="8211798" y="91975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3352CF0-C9BE-5A15-BCA8-4685B6BC008F}"/>
                </a:ext>
              </a:extLst>
            </p:cNvPr>
            <p:cNvSpPr/>
            <p:nvPr/>
          </p:nvSpPr>
          <p:spPr>
            <a:xfrm flipH="1">
              <a:off x="9331715" y="783664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: Top Corners Rounded 35">
              <a:extLst>
                <a:ext uri="{FF2B5EF4-FFF2-40B4-BE49-F238E27FC236}">
                  <a16:creationId xmlns:a16="http://schemas.microsoft.com/office/drawing/2014/main" id="{177DA059-1E5E-BA8C-BC4D-38860FBD2570}"/>
                </a:ext>
              </a:extLst>
            </p:cNvPr>
            <p:cNvSpPr/>
            <p:nvPr/>
          </p:nvSpPr>
          <p:spPr>
            <a:xfrm flipH="1">
              <a:off x="8606516" y="230314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0B313D60-3E8E-069B-7267-CA5B04ADCDF4}"/>
                </a:ext>
              </a:extLst>
            </p:cNvPr>
            <p:cNvSpPr/>
            <p:nvPr/>
          </p:nvSpPr>
          <p:spPr>
            <a:xfrm flipH="1">
              <a:off x="894765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A22EA47-4CA7-5AFE-D012-221E13692876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E2974C9-6619-CFE3-4F41-0F27839C41B6}"/>
                </a:ext>
              </a:extLst>
            </p:cNvPr>
            <p:cNvSpPr/>
            <p:nvPr/>
          </p:nvSpPr>
          <p:spPr>
            <a:xfrm flipH="1">
              <a:off x="8805933" y="783664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6FB3D72-EAC0-A4E1-9CBA-242299597889}"/>
                </a:ext>
              </a:extLst>
            </p:cNvPr>
            <p:cNvSpPr/>
            <p:nvPr/>
          </p:nvSpPr>
          <p:spPr>
            <a:xfrm flipH="1">
              <a:off x="9343864" y="82107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9D44B4B-B30B-5610-9FF6-6E3B72428C34}"/>
                </a:ext>
              </a:extLst>
            </p:cNvPr>
            <p:cNvSpPr/>
            <p:nvPr/>
          </p:nvSpPr>
          <p:spPr>
            <a:xfrm flipH="1">
              <a:off x="8824181" y="817728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34F980B-6019-903A-CB5F-5840E35B99C9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EA36A97-9BDA-DA29-7DBE-5D7FA9CA492E}"/>
                </a:ext>
              </a:extLst>
            </p:cNvPr>
            <p:cNvSpPr/>
            <p:nvPr/>
          </p:nvSpPr>
          <p:spPr>
            <a:xfrm flipH="1">
              <a:off x="8211798" y="-53051"/>
              <a:ext cx="1511277" cy="1458199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703" name="ttsMP3.com_VoiceText_2024-12-23_23-59-44">
            <a:hlinkClick r:id="" action="ppaction://media"/>
            <a:extLst>
              <a:ext uri="{FF2B5EF4-FFF2-40B4-BE49-F238E27FC236}">
                <a16:creationId xmlns:a16="http://schemas.microsoft.com/office/drawing/2014/main" id="{5017C1E7-24B5-0E4C-9D5A-5319400776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5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48" fill="hold"/>
                                        <p:tgtEl>
                                          <p:spTgt spid="7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0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0" y="-108486"/>
            <a:ext cx="6872783" cy="9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DA2BC0-1BD3-FBC2-3116-2B14677C2CDB}"/>
              </a:ext>
            </a:extLst>
          </p:cNvPr>
          <p:cNvGrpSpPr/>
          <p:nvPr/>
        </p:nvGrpSpPr>
        <p:grpSpPr>
          <a:xfrm>
            <a:off x="3001191" y="0"/>
            <a:ext cx="855617" cy="1327697"/>
            <a:chOff x="3001191" y="0"/>
            <a:chExt cx="855617" cy="132769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AF5C23-7D3E-AF2E-2110-8D4218F8F672}"/>
                </a:ext>
              </a:extLst>
            </p:cNvPr>
            <p:cNvGrpSpPr/>
            <p:nvPr/>
          </p:nvGrpSpPr>
          <p:grpSpPr>
            <a:xfrm>
              <a:off x="3103200" y="0"/>
              <a:ext cx="681166" cy="836023"/>
              <a:chOff x="3103200" y="0"/>
              <a:chExt cx="681166" cy="836023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45B2505-7EA2-287C-857D-C56F317C5820}"/>
                  </a:ext>
                </a:extLst>
              </p:cNvPr>
              <p:cNvSpPr/>
              <p:nvPr/>
            </p:nvSpPr>
            <p:spPr>
              <a:xfrm>
                <a:off x="3103200" y="0"/>
                <a:ext cx="681166" cy="7496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D9401F4-9735-983B-70FC-AF917249D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9000" y="37480"/>
                <a:ext cx="1824" cy="79854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1A28BEA-56A2-9332-1BFE-223AB5D627A9}"/>
                </a:ext>
              </a:extLst>
            </p:cNvPr>
            <p:cNvSpPr/>
            <p:nvPr/>
          </p:nvSpPr>
          <p:spPr>
            <a:xfrm>
              <a:off x="3001191" y="472080"/>
              <a:ext cx="855617" cy="8556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0A1F-8F2C-B3AD-8C17-0D91AAA874FF}"/>
              </a:ext>
            </a:extLst>
          </p:cNvPr>
          <p:cNvGrpSpPr/>
          <p:nvPr/>
        </p:nvGrpSpPr>
        <p:grpSpPr>
          <a:xfrm>
            <a:off x="-1143356" y="8898631"/>
            <a:ext cx="7884973" cy="4401774"/>
            <a:chOff x="3685243" y="4582551"/>
            <a:chExt cx="3758176" cy="2097996"/>
          </a:xfrm>
          <a:solidFill>
            <a:srgbClr val="E5BE97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0F8D60-404A-7EE8-3DBE-9DF95ADC4CEE}"/>
                </a:ext>
              </a:extLst>
            </p:cNvPr>
            <p:cNvSpPr/>
            <p:nvPr/>
          </p:nvSpPr>
          <p:spPr>
            <a:xfrm>
              <a:off x="3823318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AA548E-B507-938D-DD43-E15B29ACB3E0}"/>
                </a:ext>
              </a:extLst>
            </p:cNvPr>
            <p:cNvSpPr/>
            <p:nvPr/>
          </p:nvSpPr>
          <p:spPr>
            <a:xfrm>
              <a:off x="7209196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D69ABE-F03A-BEC8-7903-B6620CD83D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DC288A-384A-20D0-23EF-7B6733C8B740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70080D-BA42-FC27-521A-AE2631466B70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58D5AC9A-17AE-4DCC-6948-4793A146BCD3}"/>
                </a:ext>
              </a:extLst>
            </p:cNvPr>
            <p:cNvSpPr/>
            <p:nvPr/>
          </p:nvSpPr>
          <p:spPr>
            <a:xfrm>
              <a:off x="3689961" y="4582551"/>
              <a:ext cx="3736238" cy="428561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634778 w 3736238"/>
                <a:gd name="connsiteY1" fmla="*/ 309667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69710 w 3736238"/>
                <a:gd name="connsiteY0" fmla="*/ 14747 h 546530"/>
                <a:gd name="connsiteX1" fmla="*/ 3634778 w 3736238"/>
                <a:gd name="connsiteY1" fmla="*/ 0 h 546530"/>
                <a:gd name="connsiteX2" fmla="*/ 3736238 w 3736238"/>
                <a:gd name="connsiteY2" fmla="*/ 541450 h 546530"/>
                <a:gd name="connsiteX3" fmla="*/ 0 w 3736238"/>
                <a:gd name="connsiteY3" fmla="*/ 546530 h 546530"/>
                <a:gd name="connsiteX4" fmla="*/ 69710 w 3736238"/>
                <a:gd name="connsiteY4" fmla="*/ 14747 h 546530"/>
                <a:gd name="connsiteX0" fmla="*/ 69710 w 3736238"/>
                <a:gd name="connsiteY0" fmla="*/ 0 h 531783"/>
                <a:gd name="connsiteX1" fmla="*/ 3634778 w 3736238"/>
                <a:gd name="connsiteY1" fmla="*/ 58984 h 531783"/>
                <a:gd name="connsiteX2" fmla="*/ 3736238 w 3736238"/>
                <a:gd name="connsiteY2" fmla="*/ 526703 h 531783"/>
                <a:gd name="connsiteX3" fmla="*/ 0 w 3736238"/>
                <a:gd name="connsiteY3" fmla="*/ 531783 h 531783"/>
                <a:gd name="connsiteX4" fmla="*/ 69710 w 3736238"/>
                <a:gd name="connsiteY4" fmla="*/ 0 h 531783"/>
                <a:gd name="connsiteX0" fmla="*/ 69710 w 3736238"/>
                <a:gd name="connsiteY0" fmla="*/ 44238 h 472799"/>
                <a:gd name="connsiteX1" fmla="*/ 3634778 w 3736238"/>
                <a:gd name="connsiteY1" fmla="*/ 0 h 472799"/>
                <a:gd name="connsiteX2" fmla="*/ 3736238 w 3736238"/>
                <a:gd name="connsiteY2" fmla="*/ 467719 h 472799"/>
                <a:gd name="connsiteX3" fmla="*/ 0 w 3736238"/>
                <a:gd name="connsiteY3" fmla="*/ 472799 h 472799"/>
                <a:gd name="connsiteX4" fmla="*/ 69710 w 3736238"/>
                <a:gd name="connsiteY4" fmla="*/ 44238 h 472799"/>
                <a:gd name="connsiteX0" fmla="*/ 69710 w 3736238"/>
                <a:gd name="connsiteY0" fmla="*/ 0 h 428561"/>
                <a:gd name="connsiteX1" fmla="*/ 3634778 w 3736238"/>
                <a:gd name="connsiteY1" fmla="*/ 0 h 428561"/>
                <a:gd name="connsiteX2" fmla="*/ 3736238 w 3736238"/>
                <a:gd name="connsiteY2" fmla="*/ 423481 h 428561"/>
                <a:gd name="connsiteX3" fmla="*/ 0 w 3736238"/>
                <a:gd name="connsiteY3" fmla="*/ 428561 h 428561"/>
                <a:gd name="connsiteX4" fmla="*/ 69710 w 3736238"/>
                <a:gd name="connsiteY4" fmla="*/ 0 h 4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428561">
                  <a:moveTo>
                    <a:pt x="69710" y="0"/>
                  </a:moveTo>
                  <a:lnTo>
                    <a:pt x="3634778" y="0"/>
                  </a:lnTo>
                  <a:lnTo>
                    <a:pt x="3736238" y="423481"/>
                  </a:lnTo>
                  <a:lnTo>
                    <a:pt x="0" y="428561"/>
                  </a:lnTo>
                  <a:lnTo>
                    <a:pt x="6971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Block Arc 24">
            <a:extLst>
              <a:ext uri="{FF2B5EF4-FFF2-40B4-BE49-F238E27FC236}">
                <a16:creationId xmlns:a16="http://schemas.microsoft.com/office/drawing/2014/main" id="{3EFB6CA5-5BF9-5595-5FB3-2097CEBB744C}"/>
              </a:ext>
            </a:extLst>
          </p:cNvPr>
          <p:cNvSpPr/>
          <p:nvPr/>
        </p:nvSpPr>
        <p:spPr>
          <a:xfrm rot="16200000">
            <a:off x="4568161" y="8263833"/>
            <a:ext cx="914400" cy="114451"/>
          </a:xfrm>
          <a:prstGeom prst="blockArc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07CB41-DEF2-2B49-A633-88DF197E7FF3}"/>
              </a:ext>
            </a:extLst>
          </p:cNvPr>
          <p:cNvGrpSpPr/>
          <p:nvPr/>
        </p:nvGrpSpPr>
        <p:grpSpPr>
          <a:xfrm>
            <a:off x="43340" y="6838951"/>
            <a:ext cx="6332111" cy="2714254"/>
            <a:chOff x="724101" y="4055596"/>
            <a:chExt cx="5570763" cy="238790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BC7BCD2-6723-CD27-C182-1936E92E5467}"/>
                </a:ext>
              </a:extLst>
            </p:cNvPr>
            <p:cNvGrpSpPr/>
            <p:nvPr/>
          </p:nvGrpSpPr>
          <p:grpSpPr>
            <a:xfrm>
              <a:off x="724101" y="4055596"/>
              <a:ext cx="5503590" cy="2387903"/>
              <a:chOff x="95044" y="4767209"/>
              <a:chExt cx="6677935" cy="2897428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1FFE1BB8-C1CC-DC0B-2986-A60C8DCE305C}"/>
                  </a:ext>
                </a:extLst>
              </p:cNvPr>
              <p:cNvGrpSpPr/>
              <p:nvPr/>
            </p:nvGrpSpPr>
            <p:grpSpPr>
              <a:xfrm>
                <a:off x="95044" y="4767209"/>
                <a:ext cx="6677935" cy="2897428"/>
                <a:chOff x="95044" y="4767209"/>
                <a:chExt cx="6677935" cy="2897428"/>
              </a:xfrm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3903A045-CE4E-6942-CADF-36CB81184A98}"/>
                    </a:ext>
                  </a:extLst>
                </p:cNvPr>
                <p:cNvGrpSpPr/>
                <p:nvPr/>
              </p:nvGrpSpPr>
              <p:grpSpPr>
                <a:xfrm>
                  <a:off x="95044" y="4767209"/>
                  <a:ext cx="6677935" cy="2897428"/>
                  <a:chOff x="95044" y="4767209"/>
                  <a:chExt cx="6677935" cy="2897428"/>
                </a:xfrm>
              </p:grpSpPr>
              <p:grpSp>
                <p:nvGrpSpPr>
                  <p:cNvPr id="134" name="Group 133">
                    <a:extLst>
                      <a:ext uri="{FF2B5EF4-FFF2-40B4-BE49-F238E27FC236}">
                        <a16:creationId xmlns:a16="http://schemas.microsoft.com/office/drawing/2014/main" id="{21275589-2F9F-3AA8-D9C7-AD65E4D6555C}"/>
                      </a:ext>
                    </a:extLst>
                  </p:cNvPr>
                  <p:cNvGrpSpPr/>
                  <p:nvPr/>
                </p:nvGrpSpPr>
                <p:grpSpPr>
                  <a:xfrm>
                    <a:off x="1001991" y="4809805"/>
                    <a:ext cx="5770988" cy="2854832"/>
                    <a:chOff x="1001991" y="4809805"/>
                    <a:chExt cx="5770988" cy="2854832"/>
                  </a:xfrm>
                </p:grpSpPr>
                <p:grpSp>
                  <p:nvGrpSpPr>
                    <p:cNvPr id="137" name="Group 136">
                      <a:extLst>
                        <a:ext uri="{FF2B5EF4-FFF2-40B4-BE49-F238E27FC236}">
                          <a16:creationId xmlns:a16="http://schemas.microsoft.com/office/drawing/2014/main" id="{68E1DECB-563C-8C0C-52B5-896C780D08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1991" y="4809805"/>
                      <a:ext cx="5770988" cy="2854832"/>
                      <a:chOff x="1001991" y="4809805"/>
                      <a:chExt cx="5770988" cy="2854832"/>
                    </a:xfrm>
                  </p:grpSpPr>
                  <p:grpSp>
                    <p:nvGrpSpPr>
                      <p:cNvPr id="139" name="Group 138">
                        <a:extLst>
                          <a:ext uri="{FF2B5EF4-FFF2-40B4-BE49-F238E27FC236}">
                            <a16:creationId xmlns:a16="http://schemas.microsoft.com/office/drawing/2014/main" id="{61F4CB50-8560-2E26-DCE7-1FF0E031CC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1991" y="4809805"/>
                        <a:ext cx="5770988" cy="2854832"/>
                        <a:chOff x="1001991" y="4809805"/>
                        <a:chExt cx="5770988" cy="2854832"/>
                      </a:xfrm>
                    </p:grpSpPr>
                    <p:grpSp>
                      <p:nvGrpSpPr>
                        <p:cNvPr id="141" name="Group 140">
                          <a:extLst>
                            <a:ext uri="{FF2B5EF4-FFF2-40B4-BE49-F238E27FC236}">
                              <a16:creationId xmlns:a16="http://schemas.microsoft.com/office/drawing/2014/main" id="{7D700E04-17DF-3538-A22B-77F786939E8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01991" y="4809805"/>
                          <a:ext cx="5770988" cy="2854832"/>
                          <a:chOff x="1001991" y="4809805"/>
                          <a:chExt cx="5770988" cy="2854832"/>
                        </a:xfrm>
                      </p:grpSpPr>
                      <p:grpSp>
                        <p:nvGrpSpPr>
                          <p:cNvPr id="143" name="Group 142">
                            <a:extLst>
                              <a:ext uri="{FF2B5EF4-FFF2-40B4-BE49-F238E27FC236}">
                                <a16:creationId xmlns:a16="http://schemas.microsoft.com/office/drawing/2014/main" id="{DF0D8C0C-D30F-6EF2-E553-B4663D0C5B0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01991" y="4809805"/>
                            <a:ext cx="5770988" cy="2854832"/>
                            <a:chOff x="1001991" y="4809805"/>
                            <a:chExt cx="5770988" cy="2854832"/>
                          </a:xfrm>
                        </p:grpSpPr>
                        <p:grpSp>
                          <p:nvGrpSpPr>
                            <p:cNvPr id="149" name="Group 148">
                              <a:extLst>
                                <a:ext uri="{FF2B5EF4-FFF2-40B4-BE49-F238E27FC236}">
                                  <a16:creationId xmlns:a16="http://schemas.microsoft.com/office/drawing/2014/main" id="{6E8DA673-E35B-CF37-A0CF-50E73849466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01991" y="4809805"/>
                              <a:ext cx="5770988" cy="2854832"/>
                              <a:chOff x="1001991" y="4809805"/>
                              <a:chExt cx="5770988" cy="2854832"/>
                            </a:xfrm>
                          </p:grpSpPr>
                          <p:grpSp>
                            <p:nvGrpSpPr>
                              <p:cNvPr id="151" name="Group 150">
                                <a:extLst>
                                  <a:ext uri="{FF2B5EF4-FFF2-40B4-BE49-F238E27FC236}">
                                    <a16:creationId xmlns:a16="http://schemas.microsoft.com/office/drawing/2014/main" id="{6774E720-78D6-05E4-F7AA-17A666B6DCD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001991" y="4809805"/>
                                <a:ext cx="5770988" cy="2854832"/>
                                <a:chOff x="1001991" y="4809805"/>
                                <a:chExt cx="5770988" cy="2854832"/>
                              </a:xfrm>
                            </p:grpSpPr>
                            <p:sp>
                              <p:nvSpPr>
                                <p:cNvPr id="153" name="Rectangle: Rounded Corners 152">
                                  <a:extLst>
                                    <a:ext uri="{FF2B5EF4-FFF2-40B4-BE49-F238E27FC236}">
                                      <a16:creationId xmlns:a16="http://schemas.microsoft.com/office/drawing/2014/main" id="{D1170C4E-ECA6-28E9-FE2C-637044BCDC9E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104900" y="7513320"/>
                                  <a:ext cx="5247053" cy="636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ysClr val="window" lastClr="FFFFFF">
                                      <a:lumMod val="95000"/>
                                    </a:sys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tlCol="0" anchor="ctr"/>
                                <a:lstStyle/>
                                <a:p>
                                  <a:pPr marL="0" marR="0" lvl="0" indent="0" algn="ctr" defTabSz="914400" eaLnBrk="1" fontAlgn="auto" latinLnBrk="0" hangingPunct="1">
                                    <a:lnSpc>
                                      <a:spcPct val="100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  <a:tabLst/>
                                    <a:defRPr/>
                                  </a:pPr>
                                  <a:endParaRPr kumimoji="0" lang="en-US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55" name="Rectangle: Rounded Corners 154">
                                  <a:extLst>
                                    <a:ext uri="{FF2B5EF4-FFF2-40B4-BE49-F238E27FC236}">
                                      <a16:creationId xmlns:a16="http://schemas.microsoft.com/office/drawing/2014/main" id="{6A5EF8D2-63B4-93E5-BF73-C0E3B97CD08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211602" y="7582982"/>
                                  <a:ext cx="5068513" cy="81655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ysClr val="window" lastClr="FFFFFF">
                                      <a:lumMod val="95000"/>
                                    </a:sys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tlCol="0" anchor="ctr"/>
                                <a:lstStyle/>
                                <a:p>
                                  <a:pPr marL="0" marR="0" lvl="0" indent="0" algn="ctr" defTabSz="914400" eaLnBrk="1" fontAlgn="auto" latinLnBrk="0" hangingPunct="1">
                                    <a:lnSpc>
                                      <a:spcPct val="100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  <a:tabLst/>
                                    <a:defRPr/>
                                  </a:pPr>
                                  <a:endParaRPr kumimoji="0" lang="en-US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56" name="Rectangle: Rounded Corners 155">
                                  <a:extLst>
                                    <a:ext uri="{FF2B5EF4-FFF2-40B4-BE49-F238E27FC236}">
                                      <a16:creationId xmlns:a16="http://schemas.microsoft.com/office/drawing/2014/main" id="{76171E4D-B952-9F66-CCB9-3C5959131A6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001991" y="4809805"/>
                                  <a:ext cx="5770988" cy="2700799"/>
                                </a:xfrm>
                                <a:prstGeom prst="roundRect">
                                  <a:avLst>
                                    <a:gd name="adj" fmla="val 1554"/>
                                  </a:avLst>
                                </a:prstGeom>
                                <a:solidFill>
                                  <a:sysClr val="window" lastClr="FFFFFF">
                                    <a:lumMod val="95000"/>
                                  </a:sysClr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tlCol="0" anchor="ctr"/>
                                <a:lstStyle/>
                                <a:p>
                                  <a:pPr marL="0" marR="0" lvl="0" indent="0" algn="ctr" defTabSz="914400" eaLnBrk="1" fontAlgn="auto" latinLnBrk="0" hangingPunct="1">
                                    <a:lnSpc>
                                      <a:spcPct val="100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  <a:tabLst/>
                                    <a:defRPr/>
                                  </a:pPr>
                                  <a:endParaRPr kumimoji="0" lang="en-US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52" name="Rectangle 151">
                                <a:extLst>
                                  <a:ext uri="{FF2B5EF4-FFF2-40B4-BE49-F238E27FC236}">
                                    <a16:creationId xmlns:a16="http://schemas.microsoft.com/office/drawing/2014/main" id="{AB8E8A2A-C54A-F083-0A7C-F48E5CF6067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043940" y="4989799"/>
                                <a:ext cx="4434840" cy="2346094"/>
                              </a:xfrm>
                              <a:prstGeom prst="rect">
                                <a:avLst/>
                              </a:prstGeom>
                              <a:solidFill>
                                <a:sysClr val="windowText" lastClr="000000"/>
                              </a:solidFill>
                              <a:ln w="12700" cap="flat" cmpd="sng" algn="ctr">
                                <a:solidFill>
                                  <a:srgbClr val="4472C4">
                                    <a:shade val="15000"/>
                                  </a:srgbClr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8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50" name="Rectangle 149">
                              <a:extLst>
                                <a:ext uri="{FF2B5EF4-FFF2-40B4-BE49-F238E27FC236}">
                                  <a16:creationId xmlns:a16="http://schemas.microsoft.com/office/drawing/2014/main" id="{1B28BD62-07AF-15C2-CD73-FCC3CE406F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12367" y="4861560"/>
                              <a:ext cx="1182694" cy="2595263"/>
                            </a:xfrm>
                            <a:prstGeom prst="rect">
                              <a:avLst/>
                            </a:prstGeom>
                            <a:noFill/>
                            <a:ln w="127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7" name="Rectangle 146">
                            <a:extLst>
                              <a:ext uri="{FF2B5EF4-FFF2-40B4-BE49-F238E27FC236}">
                                <a16:creationId xmlns:a16="http://schemas.microsoft.com/office/drawing/2014/main" id="{B7108195-9F58-794B-D6F1-4762B2C8BA2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09033" y="5395961"/>
                            <a:ext cx="116960" cy="357415"/>
                          </a:xfrm>
                          <a:prstGeom prst="rect">
                            <a:avLst/>
                          </a:prstGeom>
                          <a:solidFill>
                            <a:sysClr val="windowText" lastClr="000000"/>
                          </a:solidFill>
                          <a:ln w="12700" cap="flat" cmpd="sng" algn="ctr">
                            <a:solidFill>
                              <a:sysClr val="windowText" lastClr="000000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</a:endParaRPr>
                          </a:p>
                        </p:txBody>
                      </p:sp>
                      <p:sp>
                        <p:nvSpPr>
                          <p:cNvPr id="148" name="Rectangle 147">
                            <a:extLst>
                              <a:ext uri="{FF2B5EF4-FFF2-40B4-BE49-F238E27FC236}">
                                <a16:creationId xmlns:a16="http://schemas.microsoft.com/office/drawing/2014/main" id="{F4951B1F-E460-4AA1-14DA-89CB8CF708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09033" y="6619676"/>
                            <a:ext cx="116960" cy="357415"/>
                          </a:xfrm>
                          <a:prstGeom prst="rect">
                            <a:avLst/>
                          </a:prstGeom>
                          <a:solidFill>
                            <a:sysClr val="windowText" lastClr="000000"/>
                          </a:solidFill>
                          <a:ln w="12700" cap="flat" cmpd="sng" algn="ctr">
                            <a:solidFill>
                              <a:sysClr val="windowText" lastClr="000000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</a:endParaRPr>
                          </a:p>
                        </p:txBody>
                      </p:sp>
                    </p:grpSp>
                    <p:sp>
                      <p:nvSpPr>
                        <p:cNvPr id="142" name="Rectangle: Rounded Corners 141">
                          <a:extLst>
                            <a:ext uri="{FF2B5EF4-FFF2-40B4-BE49-F238E27FC236}">
                              <a16:creationId xmlns:a16="http://schemas.microsoft.com/office/drawing/2014/main" id="{6FD98779-C180-037D-0506-4D1D5ECA3EA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05680" y="5058154"/>
                          <a:ext cx="781941" cy="2019300"/>
                        </a:xfrm>
                        <a:prstGeom prst="roundRect">
                          <a:avLst>
                            <a:gd name="adj" fmla="val 8871"/>
                          </a:avLst>
                        </a:prstGeom>
                        <a:noFill/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</a:endParaRPr>
                        </a:p>
                      </p:txBody>
                    </p:sp>
                  </p:grpSp>
                  <p:sp>
                    <p:nvSpPr>
                      <p:cNvPr id="140" name="Rectangle: Rounded Corners 139">
                        <a:extLst>
                          <a:ext uri="{FF2B5EF4-FFF2-40B4-BE49-F238E27FC236}">
                            <a16:creationId xmlns:a16="http://schemas.microsoft.com/office/drawing/2014/main" id="{3D5404F5-040B-FEDF-AB42-5EE7FF9DAC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08858" y="7092380"/>
                        <a:ext cx="786203" cy="364443"/>
                      </a:xfrm>
                      <a:prstGeom prst="roundRect">
                        <a:avLst/>
                      </a:prstGeom>
                      <a:noFill/>
                      <a:ln w="12700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138" name="Oval 137">
                      <a:extLst>
                        <a:ext uri="{FF2B5EF4-FFF2-40B4-BE49-F238E27FC236}">
                          <a16:creationId xmlns:a16="http://schemas.microsoft.com/office/drawing/2014/main" id="{B3C98C46-2482-B373-A567-2FA69260C3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89126" y="7119351"/>
                      <a:ext cx="256252" cy="256252"/>
                    </a:xfrm>
                    <a:prstGeom prst="ellipse">
                      <a:avLst/>
                    </a:prstGeom>
                    <a:solidFill>
                      <a:sysClr val="windowText" lastClr="000000"/>
                    </a:solidFill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  <p:sp>
                <p:nvSpPr>
                  <p:cNvPr id="135" name="Rectangle 43">
                    <a:extLst>
                      <a:ext uri="{FF2B5EF4-FFF2-40B4-BE49-F238E27FC236}">
                        <a16:creationId xmlns:a16="http://schemas.microsoft.com/office/drawing/2014/main" id="{0A81FAA6-C3E5-FEB0-9359-F81F285CD1A7}"/>
                      </a:ext>
                    </a:extLst>
                  </p:cNvPr>
                  <p:cNvSpPr/>
                  <p:nvPr/>
                </p:nvSpPr>
                <p:spPr>
                  <a:xfrm>
                    <a:off x="358037" y="4767209"/>
                    <a:ext cx="906883" cy="2856601"/>
                  </a:xfrm>
                  <a:custGeom>
                    <a:avLst/>
                    <a:gdLst>
                      <a:gd name="connsiteX0" fmla="*/ 0 w 442063"/>
                      <a:gd name="connsiteY0" fmla="*/ 0 h 2850251"/>
                      <a:gd name="connsiteX1" fmla="*/ 442063 w 442063"/>
                      <a:gd name="connsiteY1" fmla="*/ 0 h 2850251"/>
                      <a:gd name="connsiteX2" fmla="*/ 442063 w 442063"/>
                      <a:gd name="connsiteY2" fmla="*/ 2850251 h 2850251"/>
                      <a:gd name="connsiteX3" fmla="*/ 0 w 442063"/>
                      <a:gd name="connsiteY3" fmla="*/ 2850251 h 2850251"/>
                      <a:gd name="connsiteX4" fmla="*/ 0 w 442063"/>
                      <a:gd name="connsiteY4" fmla="*/ 0 h 2850251"/>
                      <a:gd name="connsiteX0" fmla="*/ 0 w 929743"/>
                      <a:gd name="connsiteY0" fmla="*/ 0 h 2850251"/>
                      <a:gd name="connsiteX1" fmla="*/ 929743 w 929743"/>
                      <a:gd name="connsiteY1" fmla="*/ 281940 h 2850251"/>
                      <a:gd name="connsiteX2" fmla="*/ 442063 w 929743"/>
                      <a:gd name="connsiteY2" fmla="*/ 2850251 h 2850251"/>
                      <a:gd name="connsiteX3" fmla="*/ 0 w 929743"/>
                      <a:gd name="connsiteY3" fmla="*/ 2850251 h 2850251"/>
                      <a:gd name="connsiteX4" fmla="*/ 0 w 929743"/>
                      <a:gd name="connsiteY4" fmla="*/ 0 h 2850251"/>
                      <a:gd name="connsiteX0" fmla="*/ 0 w 929743"/>
                      <a:gd name="connsiteY0" fmla="*/ 0 h 2850251"/>
                      <a:gd name="connsiteX1" fmla="*/ 929743 w 929743"/>
                      <a:gd name="connsiteY1" fmla="*/ 281940 h 2850251"/>
                      <a:gd name="connsiteX2" fmla="*/ 906883 w 929743"/>
                      <a:gd name="connsiteY2" fmla="*/ 2514971 h 2850251"/>
                      <a:gd name="connsiteX3" fmla="*/ 0 w 929743"/>
                      <a:gd name="connsiteY3" fmla="*/ 2850251 h 2850251"/>
                      <a:gd name="connsiteX4" fmla="*/ 0 w 929743"/>
                      <a:gd name="connsiteY4" fmla="*/ 0 h 2850251"/>
                      <a:gd name="connsiteX0" fmla="*/ 0 w 906883"/>
                      <a:gd name="connsiteY0" fmla="*/ 0 h 2850251"/>
                      <a:gd name="connsiteX1" fmla="*/ 868783 w 906883"/>
                      <a:gd name="connsiteY1" fmla="*/ 297180 h 2850251"/>
                      <a:gd name="connsiteX2" fmla="*/ 906883 w 906883"/>
                      <a:gd name="connsiteY2" fmla="*/ 2514971 h 2850251"/>
                      <a:gd name="connsiteX3" fmla="*/ 0 w 906883"/>
                      <a:gd name="connsiteY3" fmla="*/ 2850251 h 2850251"/>
                      <a:gd name="connsiteX4" fmla="*/ 0 w 906883"/>
                      <a:gd name="connsiteY4" fmla="*/ 0 h 2850251"/>
                      <a:gd name="connsiteX0" fmla="*/ 3175 w 906883"/>
                      <a:gd name="connsiteY0" fmla="*/ 0 h 2837551"/>
                      <a:gd name="connsiteX1" fmla="*/ 868783 w 906883"/>
                      <a:gd name="connsiteY1" fmla="*/ 284480 h 2837551"/>
                      <a:gd name="connsiteX2" fmla="*/ 906883 w 906883"/>
                      <a:gd name="connsiteY2" fmla="*/ 2502271 h 2837551"/>
                      <a:gd name="connsiteX3" fmla="*/ 0 w 906883"/>
                      <a:gd name="connsiteY3" fmla="*/ 2837551 h 2837551"/>
                      <a:gd name="connsiteX4" fmla="*/ 3175 w 906883"/>
                      <a:gd name="connsiteY4" fmla="*/ 0 h 2837551"/>
                      <a:gd name="connsiteX0" fmla="*/ 3175 w 906883"/>
                      <a:gd name="connsiteY0" fmla="*/ 0 h 2837551"/>
                      <a:gd name="connsiteX1" fmla="*/ 865608 w 906883"/>
                      <a:gd name="connsiteY1" fmla="*/ 259080 h 2837551"/>
                      <a:gd name="connsiteX2" fmla="*/ 906883 w 906883"/>
                      <a:gd name="connsiteY2" fmla="*/ 2502271 h 2837551"/>
                      <a:gd name="connsiteX3" fmla="*/ 0 w 906883"/>
                      <a:gd name="connsiteY3" fmla="*/ 2837551 h 2837551"/>
                      <a:gd name="connsiteX4" fmla="*/ 3175 w 906883"/>
                      <a:gd name="connsiteY4" fmla="*/ 0 h 2837551"/>
                      <a:gd name="connsiteX0" fmla="*/ 3175 w 906883"/>
                      <a:gd name="connsiteY0" fmla="*/ 0 h 2856601"/>
                      <a:gd name="connsiteX1" fmla="*/ 865608 w 906883"/>
                      <a:gd name="connsiteY1" fmla="*/ 259080 h 2856601"/>
                      <a:gd name="connsiteX2" fmla="*/ 906883 w 906883"/>
                      <a:gd name="connsiteY2" fmla="*/ 2502271 h 2856601"/>
                      <a:gd name="connsiteX3" fmla="*/ 0 w 906883"/>
                      <a:gd name="connsiteY3" fmla="*/ 2856601 h 2856601"/>
                      <a:gd name="connsiteX4" fmla="*/ 3175 w 906883"/>
                      <a:gd name="connsiteY4" fmla="*/ 0 h 2856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06883" h="2856601">
                        <a:moveTo>
                          <a:pt x="3175" y="0"/>
                        </a:moveTo>
                        <a:lnTo>
                          <a:pt x="865608" y="259080"/>
                        </a:lnTo>
                        <a:lnTo>
                          <a:pt x="906883" y="2502271"/>
                        </a:lnTo>
                        <a:lnTo>
                          <a:pt x="0" y="2856601"/>
                        </a:lnTo>
                        <a:cubicBezTo>
                          <a:pt x="1058" y="1910751"/>
                          <a:pt x="2117" y="945850"/>
                          <a:pt x="3175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6" name="Rectangle 135">
                    <a:extLst>
                      <a:ext uri="{FF2B5EF4-FFF2-40B4-BE49-F238E27FC236}">
                        <a16:creationId xmlns:a16="http://schemas.microsoft.com/office/drawing/2014/main" id="{EBF64666-F604-5AFE-C827-60842848B54C}"/>
                      </a:ext>
                    </a:extLst>
                  </p:cNvPr>
                  <p:cNvSpPr/>
                  <p:nvPr/>
                </p:nvSpPr>
                <p:spPr>
                  <a:xfrm>
                    <a:off x="95044" y="4767209"/>
                    <a:ext cx="262993" cy="2856601"/>
                  </a:xfrm>
                  <a:prstGeom prst="rect">
                    <a:avLst/>
                  </a:prstGeom>
                  <a:solidFill>
                    <a:sysClr val="window" lastClr="FFFFFF">
                      <a:lumMod val="95000"/>
                    </a:sysClr>
                  </a:solidFill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33" name="Rectangle 47">
                  <a:extLst>
                    <a:ext uri="{FF2B5EF4-FFF2-40B4-BE49-F238E27FC236}">
                      <a16:creationId xmlns:a16="http://schemas.microsoft.com/office/drawing/2014/main" id="{B804AAEF-4566-927B-FD9C-02E69043A26A}"/>
                    </a:ext>
                  </a:extLst>
                </p:cNvPr>
                <p:cNvSpPr/>
                <p:nvPr/>
              </p:nvSpPr>
              <p:spPr>
                <a:xfrm>
                  <a:off x="411134" y="5204460"/>
                  <a:ext cx="812579" cy="1989870"/>
                </a:xfrm>
                <a:custGeom>
                  <a:avLst/>
                  <a:gdLst>
                    <a:gd name="connsiteX0" fmla="*/ 0 w 599219"/>
                    <a:gd name="connsiteY0" fmla="*/ 0 h 1959390"/>
                    <a:gd name="connsiteX1" fmla="*/ 599219 w 599219"/>
                    <a:gd name="connsiteY1" fmla="*/ 0 h 1959390"/>
                    <a:gd name="connsiteX2" fmla="*/ 599219 w 599219"/>
                    <a:gd name="connsiteY2" fmla="*/ 1959390 h 1959390"/>
                    <a:gd name="connsiteX3" fmla="*/ 0 w 599219"/>
                    <a:gd name="connsiteY3" fmla="*/ 1959390 h 1959390"/>
                    <a:gd name="connsiteX4" fmla="*/ 0 w 599219"/>
                    <a:gd name="connsiteY4" fmla="*/ 0 h 1959390"/>
                    <a:gd name="connsiteX0" fmla="*/ 0 w 782099"/>
                    <a:gd name="connsiteY0" fmla="*/ 0 h 1959390"/>
                    <a:gd name="connsiteX1" fmla="*/ 782099 w 782099"/>
                    <a:gd name="connsiteY1" fmla="*/ 91440 h 1959390"/>
                    <a:gd name="connsiteX2" fmla="*/ 599219 w 782099"/>
                    <a:gd name="connsiteY2" fmla="*/ 1959390 h 1959390"/>
                    <a:gd name="connsiteX3" fmla="*/ 0 w 782099"/>
                    <a:gd name="connsiteY3" fmla="*/ 1959390 h 1959390"/>
                    <a:gd name="connsiteX4" fmla="*/ 0 w 782099"/>
                    <a:gd name="connsiteY4" fmla="*/ 0 h 1959390"/>
                    <a:gd name="connsiteX0" fmla="*/ 0 w 804959"/>
                    <a:gd name="connsiteY0" fmla="*/ 0 h 1959390"/>
                    <a:gd name="connsiteX1" fmla="*/ 782099 w 804959"/>
                    <a:gd name="connsiteY1" fmla="*/ 91440 h 1959390"/>
                    <a:gd name="connsiteX2" fmla="*/ 804959 w 804959"/>
                    <a:gd name="connsiteY2" fmla="*/ 1730790 h 1959390"/>
                    <a:gd name="connsiteX3" fmla="*/ 0 w 804959"/>
                    <a:gd name="connsiteY3" fmla="*/ 1959390 h 1959390"/>
                    <a:gd name="connsiteX4" fmla="*/ 0 w 804959"/>
                    <a:gd name="connsiteY4" fmla="*/ 0 h 1959390"/>
                    <a:gd name="connsiteX0" fmla="*/ 0 w 782099"/>
                    <a:gd name="connsiteY0" fmla="*/ 0 h 1959390"/>
                    <a:gd name="connsiteX1" fmla="*/ 782099 w 782099"/>
                    <a:gd name="connsiteY1" fmla="*/ 91440 h 1959390"/>
                    <a:gd name="connsiteX2" fmla="*/ 766859 w 782099"/>
                    <a:gd name="connsiteY2" fmla="*/ 1723170 h 1959390"/>
                    <a:gd name="connsiteX3" fmla="*/ 0 w 782099"/>
                    <a:gd name="connsiteY3" fmla="*/ 1959390 h 1959390"/>
                    <a:gd name="connsiteX4" fmla="*/ 0 w 782099"/>
                    <a:gd name="connsiteY4" fmla="*/ 0 h 1959390"/>
                    <a:gd name="connsiteX0" fmla="*/ 0 w 812579"/>
                    <a:gd name="connsiteY0" fmla="*/ 0 h 1959390"/>
                    <a:gd name="connsiteX1" fmla="*/ 782099 w 812579"/>
                    <a:gd name="connsiteY1" fmla="*/ 91440 h 1959390"/>
                    <a:gd name="connsiteX2" fmla="*/ 812579 w 812579"/>
                    <a:gd name="connsiteY2" fmla="*/ 1715550 h 1959390"/>
                    <a:gd name="connsiteX3" fmla="*/ 0 w 812579"/>
                    <a:gd name="connsiteY3" fmla="*/ 1959390 h 1959390"/>
                    <a:gd name="connsiteX4" fmla="*/ 0 w 812579"/>
                    <a:gd name="connsiteY4" fmla="*/ 0 h 1959390"/>
                    <a:gd name="connsiteX0" fmla="*/ 0 w 812579"/>
                    <a:gd name="connsiteY0" fmla="*/ 0 h 1959390"/>
                    <a:gd name="connsiteX1" fmla="*/ 782099 w 812579"/>
                    <a:gd name="connsiteY1" fmla="*/ 91440 h 1959390"/>
                    <a:gd name="connsiteX2" fmla="*/ 812579 w 812579"/>
                    <a:gd name="connsiteY2" fmla="*/ 1746030 h 1959390"/>
                    <a:gd name="connsiteX3" fmla="*/ 0 w 812579"/>
                    <a:gd name="connsiteY3" fmla="*/ 1959390 h 1959390"/>
                    <a:gd name="connsiteX4" fmla="*/ 0 w 812579"/>
                    <a:gd name="connsiteY4" fmla="*/ 0 h 1959390"/>
                    <a:gd name="connsiteX0" fmla="*/ 0 w 812579"/>
                    <a:gd name="connsiteY0" fmla="*/ 0 h 1959390"/>
                    <a:gd name="connsiteX1" fmla="*/ 812579 w 812579"/>
                    <a:gd name="connsiteY1" fmla="*/ 99060 h 1959390"/>
                    <a:gd name="connsiteX2" fmla="*/ 812579 w 812579"/>
                    <a:gd name="connsiteY2" fmla="*/ 1746030 h 1959390"/>
                    <a:gd name="connsiteX3" fmla="*/ 0 w 812579"/>
                    <a:gd name="connsiteY3" fmla="*/ 1959390 h 1959390"/>
                    <a:gd name="connsiteX4" fmla="*/ 0 w 812579"/>
                    <a:gd name="connsiteY4" fmla="*/ 0 h 1959390"/>
                    <a:gd name="connsiteX0" fmla="*/ 0 w 812579"/>
                    <a:gd name="connsiteY0" fmla="*/ 0 h 1989870"/>
                    <a:gd name="connsiteX1" fmla="*/ 812579 w 812579"/>
                    <a:gd name="connsiteY1" fmla="*/ 129540 h 1989870"/>
                    <a:gd name="connsiteX2" fmla="*/ 812579 w 812579"/>
                    <a:gd name="connsiteY2" fmla="*/ 1776510 h 1989870"/>
                    <a:gd name="connsiteX3" fmla="*/ 0 w 812579"/>
                    <a:gd name="connsiteY3" fmla="*/ 1989870 h 1989870"/>
                    <a:gd name="connsiteX4" fmla="*/ 0 w 812579"/>
                    <a:gd name="connsiteY4" fmla="*/ 0 h 1989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2579" h="1989870">
                      <a:moveTo>
                        <a:pt x="0" y="0"/>
                      </a:moveTo>
                      <a:lnTo>
                        <a:pt x="812579" y="129540"/>
                      </a:lnTo>
                      <a:lnTo>
                        <a:pt x="812579" y="1776510"/>
                      </a:lnTo>
                      <a:lnTo>
                        <a:pt x="0" y="198987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9272BECB-4CA4-C4EA-2189-73E413957C46}"/>
                  </a:ext>
                </a:extLst>
              </p:cNvPr>
              <p:cNvSpPr/>
              <p:nvPr/>
            </p:nvSpPr>
            <p:spPr>
              <a:xfrm>
                <a:off x="1513241" y="5344348"/>
                <a:ext cx="3697621" cy="1632743"/>
              </a:xfrm>
              <a:prstGeom prst="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93C4C9-6FE9-7715-DD94-422D2066C754}"/>
                </a:ext>
              </a:extLst>
            </p:cNvPr>
            <p:cNvSpPr txBox="1"/>
            <p:nvPr/>
          </p:nvSpPr>
          <p:spPr>
            <a:xfrm>
              <a:off x="5550187" y="4415955"/>
              <a:ext cx="5837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1:00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1BD126F-6510-105E-B8B3-4FE1244C1F99}"/>
                </a:ext>
              </a:extLst>
            </p:cNvPr>
            <p:cNvSpPr txBox="1"/>
            <p:nvPr/>
          </p:nvSpPr>
          <p:spPr>
            <a:xfrm>
              <a:off x="5573632" y="4817284"/>
              <a:ext cx="5837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◤◥◣◢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07D26B5-4148-26CF-141F-A807EA87855C}"/>
                </a:ext>
              </a:extLst>
            </p:cNvPr>
            <p:cNvSpPr txBox="1"/>
            <p:nvPr/>
          </p:nvSpPr>
          <p:spPr>
            <a:xfrm>
              <a:off x="5477449" y="5436400"/>
              <a:ext cx="8174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◔ ▶◼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E70A6BE-7E51-414E-1484-5AD1DBD2B912}"/>
              </a:ext>
            </a:extLst>
          </p:cNvPr>
          <p:cNvGrpSpPr/>
          <p:nvPr/>
        </p:nvGrpSpPr>
        <p:grpSpPr>
          <a:xfrm>
            <a:off x="3932843" y="7662405"/>
            <a:ext cx="2989680" cy="4708491"/>
            <a:chOff x="8494258" y="151226"/>
            <a:chExt cx="1511277" cy="238013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1441B2C-9CC4-5C76-2DB1-981A433F1C48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32" y="1626113"/>
              <a:ext cx="0" cy="85488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C9939A3-DEFE-1D07-56C2-7C02EECD215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139" y="1626113"/>
              <a:ext cx="21986" cy="77736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2390756-B40E-6710-6624-58E935DDF2EE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8CFD2A1-9701-C654-380F-DD3C74560909}"/>
                </a:ext>
              </a:extLst>
            </p:cNvPr>
            <p:cNvSpPr/>
            <p:nvPr/>
          </p:nvSpPr>
          <p:spPr>
            <a:xfrm flipH="1">
              <a:off x="9331715" y="783664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ABBA4F16-83B6-D32B-3325-A3F8CACE39DF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6B7FCFED-C463-CD8A-97D7-14FB0387C930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3B1739-62FF-4135-20A2-4AE739853E56}"/>
                </a:ext>
              </a:extLst>
            </p:cNvPr>
            <p:cNvSpPr/>
            <p:nvPr/>
          </p:nvSpPr>
          <p:spPr>
            <a:xfrm rot="1676154" flipH="1">
              <a:off x="9361927" y="1003954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08B96DF-4725-877F-E19D-CB009071D199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54307FA-3C87-4094-1B42-1C89B18B6306}"/>
                </a:ext>
              </a:extLst>
            </p:cNvPr>
            <p:cNvSpPr/>
            <p:nvPr/>
          </p:nvSpPr>
          <p:spPr>
            <a:xfrm flipH="1">
              <a:off x="8805933" y="783664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DF5B0E9-5908-CF75-AEEF-65419844488C}"/>
                </a:ext>
              </a:extLst>
            </p:cNvPr>
            <p:cNvSpPr/>
            <p:nvPr/>
          </p:nvSpPr>
          <p:spPr>
            <a:xfrm flipH="1">
              <a:off x="9357976" y="835467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C4CC945-94D0-0BCA-1AAC-C7BD910BB589}"/>
                </a:ext>
              </a:extLst>
            </p:cNvPr>
            <p:cNvSpPr/>
            <p:nvPr/>
          </p:nvSpPr>
          <p:spPr>
            <a:xfrm flipH="1">
              <a:off x="8877455" y="836869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3E37C34-8ECF-DFE0-5F55-4710E050610B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AD3E976-D8DD-6EB7-7AF6-CCE80F2CE35E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1439074-9DFA-B151-8E1C-BE7878B501FA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31FAF9-08C2-C9BD-12DF-B362C8B14FEB}"/>
                </a:ext>
              </a:extLst>
            </p:cNvPr>
            <p:cNvSpPr/>
            <p:nvPr/>
          </p:nvSpPr>
          <p:spPr>
            <a:xfrm rot="19923846">
              <a:off x="8605524" y="988504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7BD66F3-1F05-CC5F-B4DB-24CE71B14B44}"/>
              </a:ext>
            </a:extLst>
          </p:cNvPr>
          <p:cNvGrpSpPr/>
          <p:nvPr/>
        </p:nvGrpSpPr>
        <p:grpSpPr>
          <a:xfrm>
            <a:off x="4356832" y="9954391"/>
            <a:ext cx="1732565" cy="240387"/>
            <a:chOff x="4356832" y="9954391"/>
            <a:chExt cx="1732565" cy="240387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B4B4529-BC28-F1FC-AB35-AF96CB5E0E81}"/>
                </a:ext>
              </a:extLst>
            </p:cNvPr>
            <p:cNvSpPr/>
            <p:nvPr/>
          </p:nvSpPr>
          <p:spPr>
            <a:xfrm>
              <a:off x="4356832" y="10112501"/>
              <a:ext cx="1732565" cy="82277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val 153">
              <a:extLst>
                <a:ext uri="{FF2B5EF4-FFF2-40B4-BE49-F238E27FC236}">
                  <a16:creationId xmlns:a16="http://schemas.microsoft.com/office/drawing/2014/main" id="{8E96446F-2D80-329F-CC14-FDD3F2F3CC57}"/>
                </a:ext>
              </a:extLst>
            </p:cNvPr>
            <p:cNvSpPr/>
            <p:nvPr/>
          </p:nvSpPr>
          <p:spPr>
            <a:xfrm>
              <a:off x="4505870" y="9954391"/>
              <a:ext cx="1446529" cy="206429"/>
            </a:xfrm>
            <a:custGeom>
              <a:avLst/>
              <a:gdLst>
                <a:gd name="connsiteX0" fmla="*/ 0 w 1524248"/>
                <a:gd name="connsiteY0" fmla="*/ 36192 h 72384"/>
                <a:gd name="connsiteX1" fmla="*/ 762124 w 1524248"/>
                <a:gd name="connsiteY1" fmla="*/ 0 h 72384"/>
                <a:gd name="connsiteX2" fmla="*/ 1524248 w 1524248"/>
                <a:gd name="connsiteY2" fmla="*/ 36192 h 72384"/>
                <a:gd name="connsiteX3" fmla="*/ 762124 w 1524248"/>
                <a:gd name="connsiteY3" fmla="*/ 72384 h 72384"/>
                <a:gd name="connsiteX4" fmla="*/ 0 w 1524248"/>
                <a:gd name="connsiteY4" fmla="*/ 36192 h 72384"/>
                <a:gd name="connsiteX0" fmla="*/ 50 w 1524298"/>
                <a:gd name="connsiteY0" fmla="*/ 181335 h 217527"/>
                <a:gd name="connsiteX1" fmla="*/ 791203 w 1524298"/>
                <a:gd name="connsiteY1" fmla="*/ 0 h 217527"/>
                <a:gd name="connsiteX2" fmla="*/ 1524298 w 1524298"/>
                <a:gd name="connsiteY2" fmla="*/ 181335 h 217527"/>
                <a:gd name="connsiteX3" fmla="*/ 762174 w 1524298"/>
                <a:gd name="connsiteY3" fmla="*/ 217527 h 217527"/>
                <a:gd name="connsiteX4" fmla="*/ 50 w 1524298"/>
                <a:gd name="connsiteY4" fmla="*/ 181335 h 21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298" h="217527">
                  <a:moveTo>
                    <a:pt x="50" y="181335"/>
                  </a:moveTo>
                  <a:cubicBezTo>
                    <a:pt x="4888" y="145080"/>
                    <a:pt x="370294" y="0"/>
                    <a:pt x="791203" y="0"/>
                  </a:cubicBezTo>
                  <a:cubicBezTo>
                    <a:pt x="1212112" y="0"/>
                    <a:pt x="1524298" y="161347"/>
                    <a:pt x="1524298" y="181335"/>
                  </a:cubicBezTo>
                  <a:cubicBezTo>
                    <a:pt x="1524298" y="201323"/>
                    <a:pt x="1183083" y="217527"/>
                    <a:pt x="762174" y="217527"/>
                  </a:cubicBezTo>
                  <a:cubicBezTo>
                    <a:pt x="341265" y="217527"/>
                    <a:pt x="-4788" y="217590"/>
                    <a:pt x="50" y="18133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56" name="emojimouth">
            <a:hlinkClick r:id="" action="ppaction://media"/>
            <a:extLst>
              <a:ext uri="{FF2B5EF4-FFF2-40B4-BE49-F238E27FC236}">
                <a16:creationId xmlns:a16="http://schemas.microsoft.com/office/drawing/2014/main" id="{14B67A1C-FFA5-E6A7-94EB-56D7346A4FD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 flipH="1">
            <a:off x="5049519" y="9584867"/>
            <a:ext cx="299110" cy="218820"/>
          </a:xfrm>
          <a:prstGeom prst="rect">
            <a:avLst/>
          </a:prstGeom>
        </p:spPr>
      </p:pic>
      <p:pic>
        <p:nvPicPr>
          <p:cNvPr id="57" name="ttsMP3.com_VoiceText_2024-12-24_0-4-13">
            <a:hlinkClick r:id="" action="ppaction://media"/>
            <a:extLst>
              <a:ext uri="{FF2B5EF4-FFF2-40B4-BE49-F238E27FC236}">
                <a16:creationId xmlns:a16="http://schemas.microsoft.com/office/drawing/2014/main" id="{56457866-5AF5-B25E-5596-4CDD0003DBD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9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144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999429" y="-760537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1D3029-21C4-5206-6EDC-251231177141}"/>
              </a:ext>
            </a:extLst>
          </p:cNvPr>
          <p:cNvSpPr/>
          <p:nvPr/>
        </p:nvSpPr>
        <p:spPr>
          <a:xfrm rot="1564540">
            <a:off x="2281745" y="6605044"/>
            <a:ext cx="765910" cy="1088897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3078951" y="-122981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5E2661A-C5FB-DA5A-5340-5AC5D63F1CB5}"/>
              </a:ext>
            </a:extLst>
          </p:cNvPr>
          <p:cNvGrpSpPr/>
          <p:nvPr/>
        </p:nvGrpSpPr>
        <p:grpSpPr>
          <a:xfrm>
            <a:off x="2549746" y="6041942"/>
            <a:ext cx="2019959" cy="2887255"/>
            <a:chOff x="3685243" y="1308751"/>
            <a:chExt cx="3758176" cy="5371796"/>
          </a:xfrm>
          <a:solidFill>
            <a:srgbClr val="E5BE97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A56050A-EADC-874E-AB7E-C31A7C8480C0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63639F7-68C0-3935-6FC5-D4E42707C679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77B3AF6-0E67-B93F-C25C-52541ABD1537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B9857C2-6F5E-4C64-B09D-046B0850FDF0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54F3882-9112-33A2-F024-70CE4BB0F626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20CCF8E5-4A21-C090-59D0-02048B6B94C9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Rectangle 40">
              <a:extLst>
                <a:ext uri="{FF2B5EF4-FFF2-40B4-BE49-F238E27FC236}">
                  <a16:creationId xmlns:a16="http://schemas.microsoft.com/office/drawing/2014/main" id="{5472D289-C1E1-1CF7-4356-332E8B029B40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16793EE-D080-DDBC-FC7B-077C27E6E938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Rectangle 41">
              <a:extLst>
                <a:ext uri="{FF2B5EF4-FFF2-40B4-BE49-F238E27FC236}">
                  <a16:creationId xmlns:a16="http://schemas.microsoft.com/office/drawing/2014/main" id="{893E4494-7DA3-6AA4-B5B7-BA23A8BE7C8E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Rectangle 41">
              <a:extLst>
                <a:ext uri="{FF2B5EF4-FFF2-40B4-BE49-F238E27FC236}">
                  <a16:creationId xmlns:a16="http://schemas.microsoft.com/office/drawing/2014/main" id="{576CB754-41B4-B744-C5DF-364979E7C96F}"/>
                </a:ext>
              </a:extLst>
            </p:cNvPr>
            <p:cNvSpPr/>
            <p:nvPr/>
          </p:nvSpPr>
          <p:spPr>
            <a:xfrm>
              <a:off x="4154383" y="1308751"/>
              <a:ext cx="2762996" cy="2832526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998" h="1461450">
                  <a:moveTo>
                    <a:pt x="177425" y="8247"/>
                  </a:moveTo>
                  <a:lnTo>
                    <a:pt x="2652785" y="0"/>
                  </a:lnTo>
                  <a:lnTo>
                    <a:pt x="2762998" y="1461450"/>
                  </a:lnTo>
                  <a:lnTo>
                    <a:pt x="0" y="1458284"/>
                  </a:lnTo>
                  <a:lnTo>
                    <a:pt x="177425" y="8247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B3414D5-6E4C-DF8F-E0E8-C7D4E785A00A}"/>
              </a:ext>
            </a:extLst>
          </p:cNvPr>
          <p:cNvGrpSpPr/>
          <p:nvPr/>
        </p:nvGrpSpPr>
        <p:grpSpPr>
          <a:xfrm>
            <a:off x="8549478" y="6598819"/>
            <a:ext cx="3089456" cy="3814891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08ECE98-9A14-3C3C-9641-C8F04B0DE5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ECF2420-A184-891A-306A-641291EB6F3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EB237A3-7E3D-5BA1-7185-123E6962E319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8C3BDFB-B70E-FB33-9B83-5ACBDF8F31A3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AA50A857-91FA-9D08-081D-2826C553B5CC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Rectangle 40">
              <a:extLst>
                <a:ext uri="{FF2B5EF4-FFF2-40B4-BE49-F238E27FC236}">
                  <a16:creationId xmlns:a16="http://schemas.microsoft.com/office/drawing/2014/main" id="{1F8A68F1-DCAF-491A-8838-F04303287E6D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Rectangle 40">
              <a:extLst>
                <a:ext uri="{FF2B5EF4-FFF2-40B4-BE49-F238E27FC236}">
                  <a16:creationId xmlns:a16="http://schemas.microsoft.com/office/drawing/2014/main" id="{BD3DB2B9-54C0-BFB3-BFF6-BFE389C44634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295E9BB0-3D19-58A6-9E61-21F8E1681CCD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Rectangle 41">
              <a:extLst>
                <a:ext uri="{FF2B5EF4-FFF2-40B4-BE49-F238E27FC236}">
                  <a16:creationId xmlns:a16="http://schemas.microsoft.com/office/drawing/2014/main" id="{2151D446-E61B-C332-D78F-DFB1EC4B7DE8}"/>
                </a:ext>
              </a:extLst>
            </p:cNvPr>
            <p:cNvSpPr/>
            <p:nvPr/>
          </p:nvSpPr>
          <p:spPr>
            <a:xfrm>
              <a:off x="3689962" y="4154915"/>
              <a:ext cx="3736237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Rectangle 41">
              <a:extLst>
                <a:ext uri="{FF2B5EF4-FFF2-40B4-BE49-F238E27FC236}">
                  <a16:creationId xmlns:a16="http://schemas.microsoft.com/office/drawing/2014/main" id="{1CC34EAE-BD7C-21C7-7030-7B5B74CB88FA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5A01534-0A84-612B-6A29-14723DA977D6}"/>
              </a:ext>
            </a:extLst>
          </p:cNvPr>
          <p:cNvGrpSpPr/>
          <p:nvPr/>
        </p:nvGrpSpPr>
        <p:grpSpPr>
          <a:xfrm>
            <a:off x="2839253" y="8424355"/>
            <a:ext cx="1456504" cy="1377137"/>
            <a:chOff x="10127150" y="4575203"/>
            <a:chExt cx="918640" cy="868582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70AAD13-EA36-21BD-ADF5-8427773E24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7632" y="4818159"/>
              <a:ext cx="10100" cy="553345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841C3579-C533-8FEC-192D-57B18F633E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6960" y="4740309"/>
              <a:ext cx="19319" cy="68304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59" name="Rectangle: Top Corners Rounded 258">
              <a:extLst>
                <a:ext uri="{FF2B5EF4-FFF2-40B4-BE49-F238E27FC236}">
                  <a16:creationId xmlns:a16="http://schemas.microsoft.com/office/drawing/2014/main" id="{123C561E-0986-8F92-4FC9-CD3AE6E867E9}"/>
                </a:ext>
              </a:extLst>
            </p:cNvPr>
            <p:cNvSpPr/>
            <p:nvPr/>
          </p:nvSpPr>
          <p:spPr>
            <a:xfrm flipH="1">
              <a:off x="10127150" y="533893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0" name="Rectangle: Top Corners Rounded 259">
              <a:extLst>
                <a:ext uri="{FF2B5EF4-FFF2-40B4-BE49-F238E27FC236}">
                  <a16:creationId xmlns:a16="http://schemas.microsoft.com/office/drawing/2014/main" id="{252739BD-65C0-E505-D147-9F39A2940370}"/>
                </a:ext>
              </a:extLst>
            </p:cNvPr>
            <p:cNvSpPr/>
            <p:nvPr/>
          </p:nvSpPr>
          <p:spPr>
            <a:xfrm flipH="1">
              <a:off x="10558418" y="5331006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4698E7F-F376-FDF8-D93A-D167CA9FA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8057" y="4575203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B42CD470-4FB4-A29F-124D-CAC155162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2444" y="4645642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F16C12C-80C2-7534-3646-F5FEA4EC161C}"/>
              </a:ext>
            </a:extLst>
          </p:cNvPr>
          <p:cNvGrpSpPr/>
          <p:nvPr/>
        </p:nvGrpSpPr>
        <p:grpSpPr>
          <a:xfrm>
            <a:off x="2043253" y="4595543"/>
            <a:ext cx="2989680" cy="2917692"/>
            <a:chOff x="168048" y="2930091"/>
            <a:chExt cx="2989680" cy="2917692"/>
          </a:xfrm>
        </p:grpSpPr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FA69D37-0072-C26B-B9FB-A182BEE57585}"/>
                </a:ext>
              </a:extLst>
            </p:cNvPr>
            <p:cNvSpPr/>
            <p:nvPr/>
          </p:nvSpPr>
          <p:spPr>
            <a:xfrm>
              <a:off x="168048" y="2963104"/>
              <a:ext cx="2989680" cy="288467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1A4ED34-2889-CF8D-19F3-26B3FE7A5628}"/>
                </a:ext>
              </a:extLst>
            </p:cNvPr>
            <p:cNvSpPr/>
            <p:nvPr/>
          </p:nvSpPr>
          <p:spPr>
            <a:xfrm>
              <a:off x="1004388" y="4230957"/>
              <a:ext cx="307914" cy="305841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AF2FA5-D37D-6931-9104-A24F1238FF57}"/>
                </a:ext>
              </a:extLst>
            </p:cNvPr>
            <p:cNvSpPr/>
            <p:nvPr/>
          </p:nvSpPr>
          <p:spPr>
            <a:xfrm flipH="1">
              <a:off x="1633646" y="4555355"/>
              <a:ext cx="45719" cy="250320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FCF83AC-9064-B5E6-A598-0EF45376A58E}"/>
                </a:ext>
              </a:extLst>
            </p:cNvPr>
            <p:cNvSpPr/>
            <p:nvPr/>
          </p:nvSpPr>
          <p:spPr>
            <a:xfrm>
              <a:off x="2044514" y="4230957"/>
              <a:ext cx="307914" cy="305841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92681AB-3CCE-6A25-2033-130E4A53B3BB}"/>
                </a:ext>
              </a:extLst>
            </p:cNvPr>
            <p:cNvSpPr/>
            <p:nvPr/>
          </p:nvSpPr>
          <p:spPr>
            <a:xfrm>
              <a:off x="1095453" y="4317239"/>
              <a:ext cx="117858" cy="15375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8580D082-4DF2-9088-0480-79A841EB4D83}"/>
                </a:ext>
              </a:extLst>
            </p:cNvPr>
            <p:cNvSpPr/>
            <p:nvPr/>
          </p:nvSpPr>
          <p:spPr>
            <a:xfrm>
              <a:off x="2131888" y="4314502"/>
              <a:ext cx="117858" cy="15375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387448C-0EF7-0619-F931-D91567EEEE87}"/>
                </a:ext>
              </a:extLst>
            </p:cNvPr>
            <p:cNvSpPr/>
            <p:nvPr/>
          </p:nvSpPr>
          <p:spPr>
            <a:xfrm rot="245713" flipH="1">
              <a:off x="233041" y="3543532"/>
              <a:ext cx="399744" cy="507361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F91D7F1-7B75-4445-3D6F-989B53F82720}"/>
                </a:ext>
              </a:extLst>
            </p:cNvPr>
            <p:cNvSpPr/>
            <p:nvPr/>
          </p:nvSpPr>
          <p:spPr>
            <a:xfrm flipH="1">
              <a:off x="447669" y="2930091"/>
              <a:ext cx="2430439" cy="624432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F5186FA-F9F6-C51E-BDB0-7F55066C4BF5}"/>
                </a:ext>
              </a:extLst>
            </p:cNvPr>
            <p:cNvSpPr/>
            <p:nvPr/>
          </p:nvSpPr>
          <p:spPr>
            <a:xfrm rot="21354287">
              <a:off x="2661306" y="3490278"/>
              <a:ext cx="399744" cy="507361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4B41975-83E4-22F1-93DB-D450338A1E9D}"/>
              </a:ext>
            </a:extLst>
          </p:cNvPr>
          <p:cNvGrpSpPr/>
          <p:nvPr/>
        </p:nvGrpSpPr>
        <p:grpSpPr>
          <a:xfrm>
            <a:off x="121547" y="7452429"/>
            <a:ext cx="6996408" cy="4701842"/>
            <a:chOff x="3685243" y="4154915"/>
            <a:chExt cx="3758176" cy="2525632"/>
          </a:xfrm>
          <a:solidFill>
            <a:srgbClr val="E5BE97"/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4F3FFE-6BC1-7559-B3A5-B19259FEA829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FE86726-7525-25BD-D879-C64D02A5863C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4FCC12-A1F4-C0E0-E468-BC945D11B77E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40">
              <a:extLst>
                <a:ext uri="{FF2B5EF4-FFF2-40B4-BE49-F238E27FC236}">
                  <a16:creationId xmlns:a16="http://schemas.microsoft.com/office/drawing/2014/main" id="{05681724-5722-52DE-3035-53EA87677C6E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40">
              <a:extLst>
                <a:ext uri="{FF2B5EF4-FFF2-40B4-BE49-F238E27FC236}">
                  <a16:creationId xmlns:a16="http://schemas.microsoft.com/office/drawing/2014/main" id="{C2472DB1-58BD-12F3-F68E-5FA53A726AA7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65569-A63F-6D38-6F61-BFFFCDF816EB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6F7DA882-6671-0716-DA62-5FB3029313DB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9D1F5402-6383-0C66-C535-ED20E3F613D0}"/>
              </a:ext>
            </a:extLst>
          </p:cNvPr>
          <p:cNvSpPr/>
          <p:nvPr/>
        </p:nvSpPr>
        <p:spPr>
          <a:xfrm>
            <a:off x="2708683" y="7785598"/>
            <a:ext cx="1732565" cy="82277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34F1EE-1FF7-7BE1-3EE2-E935C22D8D9D}"/>
              </a:ext>
            </a:extLst>
          </p:cNvPr>
          <p:cNvSpPr/>
          <p:nvPr/>
        </p:nvSpPr>
        <p:spPr>
          <a:xfrm rot="1182806" flipH="1">
            <a:off x="4319223" y="6356831"/>
            <a:ext cx="587390" cy="833466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B270DD8-CEBB-BEEA-5011-67E07FD1BCBD}"/>
              </a:ext>
            </a:extLst>
          </p:cNvPr>
          <p:cNvSpPr/>
          <p:nvPr/>
        </p:nvSpPr>
        <p:spPr>
          <a:xfrm>
            <a:off x="8681645" y="4413813"/>
            <a:ext cx="1385400" cy="206429"/>
          </a:xfrm>
          <a:custGeom>
            <a:avLst/>
            <a:gdLst>
              <a:gd name="connsiteX0" fmla="*/ 689707 w 1385400"/>
              <a:gd name="connsiteY0" fmla="*/ 0 h 206429"/>
              <a:gd name="connsiteX1" fmla="*/ 1385400 w 1385400"/>
              <a:gd name="connsiteY1" fmla="*/ 172084 h 206429"/>
              <a:gd name="connsiteX2" fmla="*/ 662159 w 1385400"/>
              <a:gd name="connsiteY2" fmla="*/ 206429 h 206429"/>
              <a:gd name="connsiteX3" fmla="*/ 559348 w 1385400"/>
              <a:gd name="connsiteY3" fmla="*/ 206383 h 206429"/>
              <a:gd name="connsiteX4" fmla="*/ 462705 w 1385400"/>
              <a:gd name="connsiteY4" fmla="*/ 178444 h 206429"/>
              <a:gd name="connsiteX5" fmla="*/ 67050 w 1385400"/>
              <a:gd name="connsiteY5" fmla="*/ 128997 h 206429"/>
              <a:gd name="connsiteX6" fmla="*/ 0 w 1385400"/>
              <a:gd name="connsiteY6" fmla="*/ 131731 h 206429"/>
              <a:gd name="connsiteX7" fmla="*/ 1996 w 1385400"/>
              <a:gd name="connsiteY7" fmla="*/ 130681 h 206429"/>
              <a:gd name="connsiteX8" fmla="*/ 689707 w 1385400"/>
              <a:gd name="connsiteY8" fmla="*/ 0 h 20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5400" h="206429">
                <a:moveTo>
                  <a:pt x="689707" y="0"/>
                </a:moveTo>
                <a:cubicBezTo>
                  <a:pt x="1089142" y="0"/>
                  <a:pt x="1385400" y="153115"/>
                  <a:pt x="1385400" y="172084"/>
                </a:cubicBezTo>
                <a:cubicBezTo>
                  <a:pt x="1385400" y="191052"/>
                  <a:pt x="1061594" y="206429"/>
                  <a:pt x="662159" y="206429"/>
                </a:cubicBezTo>
                <a:lnTo>
                  <a:pt x="559348" y="206383"/>
                </a:lnTo>
                <a:lnTo>
                  <a:pt x="462705" y="178444"/>
                </a:lnTo>
                <a:cubicBezTo>
                  <a:pt x="352117" y="150529"/>
                  <a:pt x="216838" y="128997"/>
                  <a:pt x="67050" y="128997"/>
                </a:cubicBezTo>
                <a:lnTo>
                  <a:pt x="0" y="131731"/>
                </a:lnTo>
                <a:lnTo>
                  <a:pt x="1996" y="130681"/>
                </a:lnTo>
                <a:cubicBezTo>
                  <a:pt x="120183" y="77444"/>
                  <a:pt x="390132" y="0"/>
                  <a:pt x="68970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7F9E7CB-E13A-336B-EC7F-95AF56659C0A}"/>
              </a:ext>
            </a:extLst>
          </p:cNvPr>
          <p:cNvSpPr/>
          <p:nvPr/>
        </p:nvSpPr>
        <p:spPr>
          <a:xfrm>
            <a:off x="2832376" y="7646480"/>
            <a:ext cx="1446528" cy="203695"/>
          </a:xfrm>
          <a:custGeom>
            <a:avLst/>
            <a:gdLst>
              <a:gd name="connsiteX0" fmla="*/ 683785 w 1446528"/>
              <a:gd name="connsiteY0" fmla="*/ 0 h 203695"/>
              <a:gd name="connsiteX1" fmla="*/ 639899 w 1446528"/>
              <a:gd name="connsiteY1" fmla="*/ 23080 h 203695"/>
              <a:gd name="connsiteX2" fmla="*/ 622703 w 1446528"/>
              <a:gd name="connsiteY2" fmla="*/ 40353 h 203695"/>
              <a:gd name="connsiteX3" fmla="*/ 1199998 w 1446528"/>
              <a:gd name="connsiteY3" fmla="*/ 74633 h 203695"/>
              <a:gd name="connsiteX4" fmla="*/ 1243133 w 1446528"/>
              <a:gd name="connsiteY4" fmla="*/ 74652 h 203695"/>
              <a:gd name="connsiteX5" fmla="*/ 1248470 w 1446528"/>
              <a:gd name="connsiteY5" fmla="*/ 76195 h 203695"/>
              <a:gd name="connsiteX6" fmla="*/ 1446528 w 1446528"/>
              <a:gd name="connsiteY6" fmla="*/ 169350 h 203695"/>
              <a:gd name="connsiteX7" fmla="*/ 723287 w 1446528"/>
              <a:gd name="connsiteY7" fmla="*/ 203695 h 203695"/>
              <a:gd name="connsiteX8" fmla="*/ 47 w 1446528"/>
              <a:gd name="connsiteY8" fmla="*/ 169350 h 203695"/>
              <a:gd name="connsiteX9" fmla="*/ 604082 w 1446528"/>
              <a:gd name="connsiteY9" fmla="*/ 3249 h 203695"/>
              <a:gd name="connsiteX10" fmla="*/ 683785 w 1446528"/>
              <a:gd name="connsiteY10" fmla="*/ 0 h 203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6528" h="203695">
                <a:moveTo>
                  <a:pt x="683785" y="0"/>
                </a:moveTo>
                <a:lnTo>
                  <a:pt x="639899" y="23080"/>
                </a:lnTo>
                <a:cubicBezTo>
                  <a:pt x="629197" y="30138"/>
                  <a:pt x="623277" y="36052"/>
                  <a:pt x="622703" y="40353"/>
                </a:cubicBezTo>
                <a:cubicBezTo>
                  <a:pt x="618686" y="70458"/>
                  <a:pt x="869613" y="74175"/>
                  <a:pt x="1199998" y="74633"/>
                </a:cubicBezTo>
                <a:lnTo>
                  <a:pt x="1243133" y="74652"/>
                </a:lnTo>
                <a:lnTo>
                  <a:pt x="1248470" y="76195"/>
                </a:lnTo>
                <a:cubicBezTo>
                  <a:pt x="1372463" y="116845"/>
                  <a:pt x="1446528" y="159866"/>
                  <a:pt x="1446528" y="169350"/>
                </a:cubicBezTo>
                <a:cubicBezTo>
                  <a:pt x="1446528" y="188318"/>
                  <a:pt x="1122722" y="203695"/>
                  <a:pt x="723287" y="203695"/>
                </a:cubicBezTo>
                <a:cubicBezTo>
                  <a:pt x="323853" y="203695"/>
                  <a:pt x="-4544" y="203755"/>
                  <a:pt x="47" y="169350"/>
                </a:cubicBezTo>
                <a:cubicBezTo>
                  <a:pt x="4064" y="139245"/>
                  <a:pt x="270056" y="30072"/>
                  <a:pt x="604082" y="3249"/>
                </a:cubicBezTo>
                <a:lnTo>
                  <a:pt x="683785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9ACDA1B-2C55-A5AC-6F0E-25A5983AC721}"/>
              </a:ext>
            </a:extLst>
          </p:cNvPr>
          <p:cNvSpPr/>
          <p:nvPr/>
        </p:nvSpPr>
        <p:spPr>
          <a:xfrm>
            <a:off x="3851811" y="7009176"/>
            <a:ext cx="620477" cy="77386"/>
          </a:xfrm>
          <a:custGeom>
            <a:avLst/>
            <a:gdLst>
              <a:gd name="connsiteX0" fmla="*/ 128179 w 620477"/>
              <a:gd name="connsiteY0" fmla="*/ 0 h 77386"/>
              <a:gd name="connsiteX1" fmla="*/ 523834 w 620477"/>
              <a:gd name="connsiteY1" fmla="*/ 49447 h 77386"/>
              <a:gd name="connsiteX2" fmla="*/ 620477 w 620477"/>
              <a:gd name="connsiteY2" fmla="*/ 77386 h 77386"/>
              <a:gd name="connsiteX3" fmla="*/ 577342 w 620477"/>
              <a:gd name="connsiteY3" fmla="*/ 77367 h 77386"/>
              <a:gd name="connsiteX4" fmla="*/ 47 w 620477"/>
              <a:gd name="connsiteY4" fmla="*/ 43087 h 77386"/>
              <a:gd name="connsiteX5" fmla="*/ 17243 w 620477"/>
              <a:gd name="connsiteY5" fmla="*/ 25814 h 77386"/>
              <a:gd name="connsiteX6" fmla="*/ 61129 w 620477"/>
              <a:gd name="connsiteY6" fmla="*/ 2734 h 77386"/>
              <a:gd name="connsiteX7" fmla="*/ 128179 w 620477"/>
              <a:gd name="connsiteY7" fmla="*/ 0 h 7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477" h="77386">
                <a:moveTo>
                  <a:pt x="128179" y="0"/>
                </a:moveTo>
                <a:cubicBezTo>
                  <a:pt x="277967" y="0"/>
                  <a:pt x="413246" y="21532"/>
                  <a:pt x="523834" y="49447"/>
                </a:cubicBezTo>
                <a:lnTo>
                  <a:pt x="620477" y="77386"/>
                </a:lnTo>
                <a:lnTo>
                  <a:pt x="577342" y="77367"/>
                </a:lnTo>
                <a:cubicBezTo>
                  <a:pt x="246957" y="76909"/>
                  <a:pt x="-3970" y="73192"/>
                  <a:pt x="47" y="43087"/>
                </a:cubicBezTo>
                <a:cubicBezTo>
                  <a:pt x="621" y="38786"/>
                  <a:pt x="6541" y="32872"/>
                  <a:pt x="17243" y="25814"/>
                </a:cubicBezTo>
                <a:lnTo>
                  <a:pt x="61129" y="2734"/>
                </a:lnTo>
                <a:lnTo>
                  <a:pt x="128179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22" name="emojimouth">
            <a:hlinkClick r:id="" action="ppaction://media"/>
            <a:extLst>
              <a:ext uri="{FF2B5EF4-FFF2-40B4-BE49-F238E27FC236}">
                <a16:creationId xmlns:a16="http://schemas.microsoft.com/office/drawing/2014/main" id="{38D621E0-EDEA-AE9F-E958-1C90F2FD0EE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7"/>
          <a:srcRect l="49010" t="20632" r="43027" b="69011"/>
          <a:stretch/>
        </p:blipFill>
        <p:spPr>
          <a:xfrm flipH="1">
            <a:off x="3438157" y="6562105"/>
            <a:ext cx="299110" cy="218820"/>
          </a:xfrm>
          <a:prstGeom prst="rect">
            <a:avLst/>
          </a:prstGeom>
        </p:spPr>
      </p:pic>
      <p:sp>
        <p:nvSpPr>
          <p:cNvPr id="23" name="Arc 22">
            <a:extLst>
              <a:ext uri="{FF2B5EF4-FFF2-40B4-BE49-F238E27FC236}">
                <a16:creationId xmlns:a16="http://schemas.microsoft.com/office/drawing/2014/main" id="{0550E453-2DB9-1BC6-E931-3751506F8240}"/>
              </a:ext>
            </a:extLst>
          </p:cNvPr>
          <p:cNvSpPr/>
          <p:nvPr/>
        </p:nvSpPr>
        <p:spPr>
          <a:xfrm rot="17900644">
            <a:off x="2584767" y="5665072"/>
            <a:ext cx="914400" cy="914400"/>
          </a:xfrm>
          <a:prstGeom prst="arc">
            <a:avLst>
              <a:gd name="adj1" fmla="val 18610748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826A310C-63DC-1FF4-9C55-699A2C1C8966}"/>
              </a:ext>
            </a:extLst>
          </p:cNvPr>
          <p:cNvSpPr/>
          <p:nvPr/>
        </p:nvSpPr>
        <p:spPr>
          <a:xfrm rot="17900644">
            <a:off x="3572875" y="5679070"/>
            <a:ext cx="914400" cy="914400"/>
          </a:xfrm>
          <a:prstGeom prst="arc">
            <a:avLst>
              <a:gd name="adj1" fmla="val 18610748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ttsMP3.com_VoiceText_2024-12-24_0-5-49">
            <a:hlinkClick r:id="" action="ppaction://media"/>
            <a:extLst>
              <a:ext uri="{FF2B5EF4-FFF2-40B4-BE49-F238E27FC236}">
                <a16:creationId xmlns:a16="http://schemas.microsoft.com/office/drawing/2014/main" id="{EEB4CB62-7CFD-AAEF-1A5C-0A2A64B6251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9434" y="586418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21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5 0.00326 L -0.00115 0.00326 C -0.0118 0.00352 -0.02245 0.00339 -0.03264 0.0043 C -0.03495 0.00443 -0.03819 0.00508 -0.03819 0.00639 C -0.03819 0.01237 -0.03356 0.01237 -0.02708 0.01368 C -0.02523 0.01498 -0.02315 0.01628 -0.02152 0.01784 C -0.01828 0.0211 -0.01967 0.02461 -0.02152 0.02826 C -0.02222 0.02943 -0.02407 0.03034 -0.02523 0.03139 C -0.02338 0.03308 -0.02268 0.03529 -0.01967 0.03659 C -0.01574 0.03829 -0.00231 0.0392 0.00255 0.03972 C 0.0044 0.04076 0.00602 0.0418 0.0081 0.04284 C 0.00973 0.04362 0.01366 0.04493 0.01366 0.04493 L 0.01366 0.04493 " pathEditMode="relative" ptsTypes="AAAAAAAAAAA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34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48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audio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06056-28F0-3F45-CBF5-545247479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47112B8-EB07-E3B5-912F-90365F8AA4F1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B48335B-6050-693A-DFDE-5445C0DF5CC1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D00C7F3B-3FAB-1852-E600-3E39A34CCCD4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E310BD2-FA05-7A62-0139-4E0E9F81155F}"/>
              </a:ext>
            </a:extLst>
          </p:cNvPr>
          <p:cNvSpPr/>
          <p:nvPr/>
        </p:nvSpPr>
        <p:spPr>
          <a:xfrm>
            <a:off x="14783" y="-108486"/>
            <a:ext cx="6858000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9" name="intro-sound-bell-269297">
            <a:hlinkClick r:id="" action="ppaction://media"/>
            <a:extLst>
              <a:ext uri="{FF2B5EF4-FFF2-40B4-BE49-F238E27FC236}">
                <a16:creationId xmlns:a16="http://schemas.microsoft.com/office/drawing/2014/main" id="{FD6B7A21-642F-6EA9-3073-872A96FCE3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52686" y="1423360"/>
            <a:ext cx="609600" cy="6096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0397C9F-DFC3-7CDB-2FFD-97DF45F69878}"/>
              </a:ext>
            </a:extLst>
          </p:cNvPr>
          <p:cNvGrpSpPr/>
          <p:nvPr/>
        </p:nvGrpSpPr>
        <p:grpSpPr>
          <a:xfrm>
            <a:off x="3001191" y="0"/>
            <a:ext cx="855617" cy="1327697"/>
            <a:chOff x="3001191" y="0"/>
            <a:chExt cx="855617" cy="132769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D0EFC-A106-7A27-CFEE-7B0D755998EB}"/>
                </a:ext>
              </a:extLst>
            </p:cNvPr>
            <p:cNvGrpSpPr/>
            <p:nvPr/>
          </p:nvGrpSpPr>
          <p:grpSpPr>
            <a:xfrm>
              <a:off x="3103200" y="0"/>
              <a:ext cx="681166" cy="836023"/>
              <a:chOff x="3103200" y="0"/>
              <a:chExt cx="681166" cy="836023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01C47603-69A8-A54A-CC96-F22CB985391C}"/>
                  </a:ext>
                </a:extLst>
              </p:cNvPr>
              <p:cNvSpPr/>
              <p:nvPr/>
            </p:nvSpPr>
            <p:spPr>
              <a:xfrm>
                <a:off x="3103200" y="0"/>
                <a:ext cx="681166" cy="7496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1EFBA92F-1E40-111E-D0C9-D097BAD273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9000" y="37480"/>
                <a:ext cx="1824" cy="79854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B2FB652-1074-C203-CC86-1299061B0CEA}"/>
                </a:ext>
              </a:extLst>
            </p:cNvPr>
            <p:cNvSpPr/>
            <p:nvPr/>
          </p:nvSpPr>
          <p:spPr>
            <a:xfrm>
              <a:off x="3001191" y="472080"/>
              <a:ext cx="855617" cy="8556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087D484-E775-B138-622F-600763DA9767}"/>
              </a:ext>
            </a:extLst>
          </p:cNvPr>
          <p:cNvGrpSpPr/>
          <p:nvPr/>
        </p:nvGrpSpPr>
        <p:grpSpPr>
          <a:xfrm>
            <a:off x="99804" y="5445868"/>
            <a:ext cx="6658392" cy="3717037"/>
            <a:chOff x="3685243" y="4582551"/>
            <a:chExt cx="3758176" cy="2097996"/>
          </a:xfrm>
          <a:solidFill>
            <a:srgbClr val="E5BE97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36090F-5FCC-3B35-2746-CD7F383A630E}"/>
                </a:ext>
              </a:extLst>
            </p:cNvPr>
            <p:cNvSpPr/>
            <p:nvPr/>
          </p:nvSpPr>
          <p:spPr>
            <a:xfrm>
              <a:off x="3823318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F3F05E-371D-34A8-EAE2-303E4FF2C044}"/>
                </a:ext>
              </a:extLst>
            </p:cNvPr>
            <p:cNvSpPr/>
            <p:nvPr/>
          </p:nvSpPr>
          <p:spPr>
            <a:xfrm>
              <a:off x="7209196" y="4650614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D97CA3-BD4C-C173-4898-29F224BE626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C444B4-CF9D-31AB-FDDE-782DA4B5628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CCC05C-8928-1115-C41F-73250A088B92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8BA5ECDD-FF70-8D52-DB56-0BA784AE70CF}"/>
                </a:ext>
              </a:extLst>
            </p:cNvPr>
            <p:cNvSpPr/>
            <p:nvPr/>
          </p:nvSpPr>
          <p:spPr>
            <a:xfrm>
              <a:off x="3689961" y="4582551"/>
              <a:ext cx="3736238" cy="428561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634778 w 3736238"/>
                <a:gd name="connsiteY1" fmla="*/ 309667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69710 w 3736238"/>
                <a:gd name="connsiteY0" fmla="*/ 14747 h 546530"/>
                <a:gd name="connsiteX1" fmla="*/ 3634778 w 3736238"/>
                <a:gd name="connsiteY1" fmla="*/ 0 h 546530"/>
                <a:gd name="connsiteX2" fmla="*/ 3736238 w 3736238"/>
                <a:gd name="connsiteY2" fmla="*/ 541450 h 546530"/>
                <a:gd name="connsiteX3" fmla="*/ 0 w 3736238"/>
                <a:gd name="connsiteY3" fmla="*/ 546530 h 546530"/>
                <a:gd name="connsiteX4" fmla="*/ 69710 w 3736238"/>
                <a:gd name="connsiteY4" fmla="*/ 14747 h 546530"/>
                <a:gd name="connsiteX0" fmla="*/ 69710 w 3736238"/>
                <a:gd name="connsiteY0" fmla="*/ 0 h 531783"/>
                <a:gd name="connsiteX1" fmla="*/ 3634778 w 3736238"/>
                <a:gd name="connsiteY1" fmla="*/ 58984 h 531783"/>
                <a:gd name="connsiteX2" fmla="*/ 3736238 w 3736238"/>
                <a:gd name="connsiteY2" fmla="*/ 526703 h 531783"/>
                <a:gd name="connsiteX3" fmla="*/ 0 w 3736238"/>
                <a:gd name="connsiteY3" fmla="*/ 531783 h 531783"/>
                <a:gd name="connsiteX4" fmla="*/ 69710 w 3736238"/>
                <a:gd name="connsiteY4" fmla="*/ 0 h 531783"/>
                <a:gd name="connsiteX0" fmla="*/ 69710 w 3736238"/>
                <a:gd name="connsiteY0" fmla="*/ 44238 h 472799"/>
                <a:gd name="connsiteX1" fmla="*/ 3634778 w 3736238"/>
                <a:gd name="connsiteY1" fmla="*/ 0 h 472799"/>
                <a:gd name="connsiteX2" fmla="*/ 3736238 w 3736238"/>
                <a:gd name="connsiteY2" fmla="*/ 467719 h 472799"/>
                <a:gd name="connsiteX3" fmla="*/ 0 w 3736238"/>
                <a:gd name="connsiteY3" fmla="*/ 472799 h 472799"/>
                <a:gd name="connsiteX4" fmla="*/ 69710 w 3736238"/>
                <a:gd name="connsiteY4" fmla="*/ 44238 h 472799"/>
                <a:gd name="connsiteX0" fmla="*/ 69710 w 3736238"/>
                <a:gd name="connsiteY0" fmla="*/ 0 h 428561"/>
                <a:gd name="connsiteX1" fmla="*/ 3634778 w 3736238"/>
                <a:gd name="connsiteY1" fmla="*/ 0 h 428561"/>
                <a:gd name="connsiteX2" fmla="*/ 3736238 w 3736238"/>
                <a:gd name="connsiteY2" fmla="*/ 423481 h 428561"/>
                <a:gd name="connsiteX3" fmla="*/ 0 w 3736238"/>
                <a:gd name="connsiteY3" fmla="*/ 428561 h 428561"/>
                <a:gd name="connsiteX4" fmla="*/ 69710 w 3736238"/>
                <a:gd name="connsiteY4" fmla="*/ 0 h 4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428561">
                  <a:moveTo>
                    <a:pt x="69710" y="0"/>
                  </a:moveTo>
                  <a:lnTo>
                    <a:pt x="3634778" y="0"/>
                  </a:lnTo>
                  <a:lnTo>
                    <a:pt x="3736238" y="423481"/>
                  </a:lnTo>
                  <a:lnTo>
                    <a:pt x="0" y="428561"/>
                  </a:lnTo>
                  <a:lnTo>
                    <a:pt x="6971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D2F5393-C7A0-BE2C-24B6-52B74578C99C}"/>
              </a:ext>
            </a:extLst>
          </p:cNvPr>
          <p:cNvGrpSpPr/>
          <p:nvPr/>
        </p:nvGrpSpPr>
        <p:grpSpPr>
          <a:xfrm>
            <a:off x="2799244" y="4186506"/>
            <a:ext cx="3780027" cy="1836070"/>
            <a:chOff x="1478648" y="3998540"/>
            <a:chExt cx="4857784" cy="2359568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D5734A17-9398-45DD-111B-1CDA98B0925F}"/>
                </a:ext>
              </a:extLst>
            </p:cNvPr>
            <p:cNvGrpSpPr/>
            <p:nvPr/>
          </p:nvGrpSpPr>
          <p:grpSpPr>
            <a:xfrm>
              <a:off x="1478648" y="3998540"/>
              <a:ext cx="4857784" cy="2359568"/>
              <a:chOff x="1471557" y="4090701"/>
              <a:chExt cx="4857784" cy="2359568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C6CF890C-3DEA-F50E-B718-0DC67F48C5D2}"/>
                  </a:ext>
                </a:extLst>
              </p:cNvPr>
              <p:cNvGrpSpPr/>
              <p:nvPr/>
            </p:nvGrpSpPr>
            <p:grpSpPr>
              <a:xfrm>
                <a:off x="1471557" y="4090701"/>
                <a:ext cx="4756134" cy="2359568"/>
                <a:chOff x="1001991" y="4809805"/>
                <a:chExt cx="5770988" cy="286304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8D255F13-55DF-148F-D961-00A81373DD7C}"/>
                    </a:ext>
                  </a:extLst>
                </p:cNvPr>
                <p:cNvGrpSpPr/>
                <p:nvPr/>
              </p:nvGrpSpPr>
              <p:grpSpPr>
                <a:xfrm>
                  <a:off x="1001991" y="4809805"/>
                  <a:ext cx="5770988" cy="2863047"/>
                  <a:chOff x="1001991" y="4809805"/>
                  <a:chExt cx="5770988" cy="2863047"/>
                </a:xfrm>
              </p:grpSpPr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20C3E4CA-3A42-D52E-B1EF-4663943B04BE}"/>
                      </a:ext>
                    </a:extLst>
                  </p:cNvPr>
                  <p:cNvGrpSpPr/>
                  <p:nvPr/>
                </p:nvGrpSpPr>
                <p:grpSpPr>
                  <a:xfrm>
                    <a:off x="1001991" y="4809805"/>
                    <a:ext cx="5770988" cy="2863047"/>
                    <a:chOff x="1001991" y="4809805"/>
                    <a:chExt cx="5770988" cy="2863047"/>
                  </a:xfrm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62BBF50C-64EA-416C-E20C-A341330D46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1991" y="4809805"/>
                      <a:ext cx="5770988" cy="2863047"/>
                      <a:chOff x="1001991" y="4809805"/>
                      <a:chExt cx="5770988" cy="2863047"/>
                    </a:xfrm>
                  </p:grpSpPr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0C8EFAC4-54C5-B85F-1904-6F46D5296D4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1991" y="4809805"/>
                        <a:ext cx="5770988" cy="2863047"/>
                        <a:chOff x="1001991" y="4809805"/>
                        <a:chExt cx="5770988" cy="2863047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1471C0F7-91EF-2C97-B23A-AB530B351DC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01991" y="4809805"/>
                          <a:ext cx="5770988" cy="2863047"/>
                          <a:chOff x="1001991" y="4809805"/>
                          <a:chExt cx="5770988" cy="2863047"/>
                        </a:xfrm>
                      </p:grpSpPr>
                      <p:grpSp>
                        <p:nvGrpSpPr>
                          <p:cNvPr id="36" name="Group 35">
                            <a:extLst>
                              <a:ext uri="{FF2B5EF4-FFF2-40B4-BE49-F238E27FC236}">
                                <a16:creationId xmlns:a16="http://schemas.microsoft.com/office/drawing/2014/main" id="{78B27499-5635-60CE-E98E-C92CF7A2302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01991" y="4809805"/>
                            <a:ext cx="5770988" cy="2863047"/>
                            <a:chOff x="1001991" y="4809805"/>
                            <a:chExt cx="5770988" cy="2863047"/>
                          </a:xfrm>
                        </p:grpSpPr>
                        <p:grpSp>
                          <p:nvGrpSpPr>
                            <p:cNvPr id="32" name="Group 31">
                              <a:extLst>
                                <a:ext uri="{FF2B5EF4-FFF2-40B4-BE49-F238E27FC236}">
                                  <a16:creationId xmlns:a16="http://schemas.microsoft.com/office/drawing/2014/main" id="{3ABF6C89-E456-9EEF-2A4A-587705E05F6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01991" y="4809805"/>
                              <a:ext cx="5770988" cy="2863047"/>
                              <a:chOff x="1001991" y="4809805"/>
                              <a:chExt cx="5770988" cy="2863047"/>
                            </a:xfrm>
                          </p:grpSpPr>
                          <p:grpSp>
                            <p:nvGrpSpPr>
                              <p:cNvPr id="26" name="Group 25">
                                <a:extLst>
                                  <a:ext uri="{FF2B5EF4-FFF2-40B4-BE49-F238E27FC236}">
                                    <a16:creationId xmlns:a16="http://schemas.microsoft.com/office/drawing/2014/main" id="{B1405004-4DB2-DF58-2905-C3C5BE1B02A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001991" y="4809805"/>
                                <a:ext cx="5770988" cy="2863047"/>
                                <a:chOff x="1001991" y="4809805"/>
                                <a:chExt cx="5770988" cy="2863047"/>
                              </a:xfrm>
                            </p:grpSpPr>
                            <p:grpSp>
                              <p:nvGrpSpPr>
                                <p:cNvPr id="24" name="Group 23">
                                  <a:extLst>
                                    <a:ext uri="{FF2B5EF4-FFF2-40B4-BE49-F238E27FC236}">
                                      <a16:creationId xmlns:a16="http://schemas.microsoft.com/office/drawing/2014/main" id="{3B462C0D-1386-2834-0557-CC3B230C8F86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01991" y="4809805"/>
                                  <a:ext cx="5770988" cy="2863047"/>
                                  <a:chOff x="1001991" y="4809805"/>
                                  <a:chExt cx="5770988" cy="2863047"/>
                                </a:xfrm>
                              </p:grpSpPr>
                              <p:sp>
                                <p:nvSpPr>
                                  <p:cNvPr id="21" name="Rectangle: Rounded Corners 20">
                                    <a:extLst>
                                      <a:ext uri="{FF2B5EF4-FFF2-40B4-BE49-F238E27FC236}">
                                        <a16:creationId xmlns:a16="http://schemas.microsoft.com/office/drawing/2014/main" id="{19B4D5C7-55B4-72D3-39D4-66B142ACFDC0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04900" y="7513320"/>
                                    <a:ext cx="5535187" cy="66665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chemeClr val="tx1"/>
                                  </a:solidFill>
                                  <a:ln>
                                    <a:solidFill>
                                      <a:schemeClr val="bg1">
                                        <a:lumMod val="95000"/>
                                      </a:schemeClr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457200" rtl="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/>
                                      <a:ea typeface="+mn-ea"/>
                                      <a:cs typeface="+mn-cs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22" name="Rectangle: Rounded Corners 21">
                                    <a:extLst>
                                      <a:ext uri="{FF2B5EF4-FFF2-40B4-BE49-F238E27FC236}">
                                        <a16:creationId xmlns:a16="http://schemas.microsoft.com/office/drawing/2014/main" id="{D61ACA8B-B44C-4394-80CA-594B7CAEFA8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211601" y="7582982"/>
                                    <a:ext cx="5391466" cy="89870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chemeClr val="tx1"/>
                                  </a:solidFill>
                                  <a:ln>
                                    <a:solidFill>
                                      <a:schemeClr val="bg1">
                                        <a:lumMod val="95000"/>
                                      </a:schemeClr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457200" rtl="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/>
                                      <a:ea typeface="+mn-ea"/>
                                      <a:cs typeface="+mn-cs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23" name="Rectangle: Rounded Corners 22">
                                    <a:extLst>
                                      <a:ext uri="{FF2B5EF4-FFF2-40B4-BE49-F238E27FC236}">
                                        <a16:creationId xmlns:a16="http://schemas.microsoft.com/office/drawing/2014/main" id="{BB484256-DD67-9A42-7D82-DFE5BE9F4256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01991" y="4809805"/>
                                    <a:ext cx="5770988" cy="2700799"/>
                                  </a:xfrm>
                                  <a:prstGeom prst="roundRect">
                                    <a:avLst>
                                      <a:gd name="adj" fmla="val 1554"/>
                                    </a:avLst>
                                  </a:prstGeom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marL="0" marR="0" lvl="0" indent="0" algn="ctr" defTabSz="457200" rtl="0" eaLnBrk="1" fontAlgn="auto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endParaRPr kumimoji="0" 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/>
                                      <a:ea typeface="+mn-ea"/>
                                      <a:cs typeface="+mn-cs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25" name="Rectangle 24">
                                  <a:extLst>
                                    <a:ext uri="{FF2B5EF4-FFF2-40B4-BE49-F238E27FC236}">
                                      <a16:creationId xmlns:a16="http://schemas.microsoft.com/office/drawing/2014/main" id="{29FB8767-C105-DE6E-8FAB-C7A1103E5E2E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043940" y="4989799"/>
                                  <a:ext cx="4434840" cy="2346094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tx1"/>
                                </a:solidFill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marL="0" marR="0" lvl="0" indent="0" algn="ctr" defTabSz="457200" rtl="0" eaLnBrk="1" fontAlgn="auto" latinLnBrk="0" hangingPunct="1">
                                    <a:lnSpc>
                                      <a:spcPct val="100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  <a:tabLst/>
                                    <a:defRPr/>
                                  </a:pPr>
                                  <a:endParaRPr kumimoji="0" lang="en-US" sz="1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/>
                                    <a:ea typeface="+mn-ea"/>
                                    <a:cs typeface="+mn-cs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31" name="Rectangle 30">
                                <a:extLst>
                                  <a:ext uri="{FF2B5EF4-FFF2-40B4-BE49-F238E27FC236}">
                                    <a16:creationId xmlns:a16="http://schemas.microsoft.com/office/drawing/2014/main" id="{6DF51EDB-F639-FB7C-41BD-607137646E6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99637" y="4862143"/>
                                <a:ext cx="823221" cy="259526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4572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+mn-cs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34" name="Rectangle 33">
                              <a:extLst>
                                <a:ext uri="{FF2B5EF4-FFF2-40B4-BE49-F238E27FC236}">
                                  <a16:creationId xmlns:a16="http://schemas.microsoft.com/office/drawing/2014/main" id="{A87971EB-39FC-EE14-4794-40A957FC49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5395961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35" name="Rectangle 34">
                              <a:extLst>
                                <a:ext uri="{FF2B5EF4-FFF2-40B4-BE49-F238E27FC236}">
                                  <a16:creationId xmlns:a16="http://schemas.microsoft.com/office/drawing/2014/main" id="{C4F5D8C2-6191-E865-36B4-3AFD7E910B0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9033" y="6619676"/>
                              <a:ext cx="116960" cy="357415"/>
                            </a:xfrm>
                            <a:prstGeom prst="rect">
                              <a:avLst/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8" name="Rectangle: Rounded Corners 37">
                            <a:extLst>
                              <a:ext uri="{FF2B5EF4-FFF2-40B4-BE49-F238E27FC236}">
                                <a16:creationId xmlns:a16="http://schemas.microsoft.com/office/drawing/2014/main" id="{33DE1EC6-324A-E082-F52A-B56D54AAC3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29592" y="4945537"/>
                            <a:ext cx="781941" cy="2019300"/>
                          </a:xfrm>
                          <a:prstGeom prst="roundRect">
                            <a:avLst>
                              <a:gd name="adj" fmla="val 8871"/>
                            </a:avLst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4572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endParaRPr>
                          </a:p>
                        </p:txBody>
                      </p:sp>
                    </p:grpSp>
                    <p:sp>
                      <p:nvSpPr>
                        <p:cNvPr id="40" name="Rectangle: Rounded Corners 39">
                          <a:extLst>
                            <a:ext uri="{FF2B5EF4-FFF2-40B4-BE49-F238E27FC236}">
                              <a16:creationId xmlns:a16="http://schemas.microsoft.com/office/drawing/2014/main" id="{58BF5304-077E-CE39-677A-CFD940E720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4645" y="6978182"/>
                          <a:ext cx="786203" cy="364443"/>
                        </a:xfrm>
                        <a:prstGeom prst="round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</p:grpSp>
                  <p:sp>
                    <p:nvSpPr>
                      <p:cNvPr id="42" name="Oval 41">
                        <a:extLst>
                          <a:ext uri="{FF2B5EF4-FFF2-40B4-BE49-F238E27FC236}">
                            <a16:creationId xmlns:a16="http://schemas.microsoft.com/office/drawing/2014/main" id="{3A40D6BA-DA8C-58F1-E4E6-9A8F69AE1C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0826" y="7038227"/>
                        <a:ext cx="256252" cy="256252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F8DFB72A-C519-1859-4382-924ED7AB56C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046094" y="4973895"/>
                      <a:ext cx="4790554" cy="2394207"/>
                    </a:xfrm>
                    <a:custGeom>
                      <a:avLst/>
                      <a:gdLst>
                        <a:gd name="connsiteX0" fmla="*/ 0 w 442063"/>
                        <a:gd name="connsiteY0" fmla="*/ 0 h 2850251"/>
                        <a:gd name="connsiteX1" fmla="*/ 442063 w 442063"/>
                        <a:gd name="connsiteY1" fmla="*/ 0 h 2850251"/>
                        <a:gd name="connsiteX2" fmla="*/ 442063 w 442063"/>
                        <a:gd name="connsiteY2" fmla="*/ 2850251 h 2850251"/>
                        <a:gd name="connsiteX3" fmla="*/ 0 w 442063"/>
                        <a:gd name="connsiteY3" fmla="*/ 2850251 h 2850251"/>
                        <a:gd name="connsiteX4" fmla="*/ 0 w 44206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442063 w 929743"/>
                        <a:gd name="connsiteY2" fmla="*/ 285025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29743"/>
                        <a:gd name="connsiteY0" fmla="*/ 0 h 2850251"/>
                        <a:gd name="connsiteX1" fmla="*/ 929743 w 929743"/>
                        <a:gd name="connsiteY1" fmla="*/ 281940 h 2850251"/>
                        <a:gd name="connsiteX2" fmla="*/ 906883 w 929743"/>
                        <a:gd name="connsiteY2" fmla="*/ 2514971 h 2850251"/>
                        <a:gd name="connsiteX3" fmla="*/ 0 w 929743"/>
                        <a:gd name="connsiteY3" fmla="*/ 2850251 h 2850251"/>
                        <a:gd name="connsiteX4" fmla="*/ 0 w 929743"/>
                        <a:gd name="connsiteY4" fmla="*/ 0 h 2850251"/>
                        <a:gd name="connsiteX0" fmla="*/ 0 w 906883"/>
                        <a:gd name="connsiteY0" fmla="*/ 0 h 2850251"/>
                        <a:gd name="connsiteX1" fmla="*/ 868783 w 906883"/>
                        <a:gd name="connsiteY1" fmla="*/ 297180 h 2850251"/>
                        <a:gd name="connsiteX2" fmla="*/ 906883 w 906883"/>
                        <a:gd name="connsiteY2" fmla="*/ 2514971 h 2850251"/>
                        <a:gd name="connsiteX3" fmla="*/ 0 w 906883"/>
                        <a:gd name="connsiteY3" fmla="*/ 2850251 h 2850251"/>
                        <a:gd name="connsiteX4" fmla="*/ 0 w 906883"/>
                        <a:gd name="connsiteY4" fmla="*/ 0 h 2850251"/>
                        <a:gd name="connsiteX0" fmla="*/ 3175 w 906883"/>
                        <a:gd name="connsiteY0" fmla="*/ 0 h 2837551"/>
                        <a:gd name="connsiteX1" fmla="*/ 868783 w 906883"/>
                        <a:gd name="connsiteY1" fmla="*/ 2844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37551"/>
                        <a:gd name="connsiteX1" fmla="*/ 865608 w 906883"/>
                        <a:gd name="connsiteY1" fmla="*/ 259080 h 2837551"/>
                        <a:gd name="connsiteX2" fmla="*/ 906883 w 906883"/>
                        <a:gd name="connsiteY2" fmla="*/ 2502271 h 2837551"/>
                        <a:gd name="connsiteX3" fmla="*/ 0 w 906883"/>
                        <a:gd name="connsiteY3" fmla="*/ 2837551 h 2837551"/>
                        <a:gd name="connsiteX4" fmla="*/ 3175 w 906883"/>
                        <a:gd name="connsiteY4" fmla="*/ 0 h 2837551"/>
                        <a:gd name="connsiteX0" fmla="*/ 3175 w 906883"/>
                        <a:gd name="connsiteY0" fmla="*/ 0 h 2856601"/>
                        <a:gd name="connsiteX1" fmla="*/ 865608 w 906883"/>
                        <a:gd name="connsiteY1" fmla="*/ 259080 h 2856601"/>
                        <a:gd name="connsiteX2" fmla="*/ 906883 w 906883"/>
                        <a:gd name="connsiteY2" fmla="*/ 2502271 h 2856601"/>
                        <a:gd name="connsiteX3" fmla="*/ 0 w 906883"/>
                        <a:gd name="connsiteY3" fmla="*/ 2856601 h 2856601"/>
                        <a:gd name="connsiteX4" fmla="*/ 3175 w 906883"/>
                        <a:gd name="connsiteY4" fmla="*/ 0 h 2856601"/>
                        <a:gd name="connsiteX0" fmla="*/ 3175 w 939220"/>
                        <a:gd name="connsiteY0" fmla="*/ 0 h 2856601"/>
                        <a:gd name="connsiteX1" fmla="*/ 939220 w 939220"/>
                        <a:gd name="connsiteY1" fmla="*/ 243670 h 2856601"/>
                        <a:gd name="connsiteX2" fmla="*/ 906883 w 939220"/>
                        <a:gd name="connsiteY2" fmla="*/ 2502271 h 2856601"/>
                        <a:gd name="connsiteX3" fmla="*/ 0 w 939220"/>
                        <a:gd name="connsiteY3" fmla="*/ 2856601 h 2856601"/>
                        <a:gd name="connsiteX4" fmla="*/ 3175 w 939220"/>
                        <a:gd name="connsiteY4" fmla="*/ 0 h 2856601"/>
                        <a:gd name="connsiteX0" fmla="*/ 3175 w 943689"/>
                        <a:gd name="connsiteY0" fmla="*/ 0 h 2856601"/>
                        <a:gd name="connsiteX1" fmla="*/ 939220 w 943689"/>
                        <a:gd name="connsiteY1" fmla="*/ 243670 h 2856601"/>
                        <a:gd name="connsiteX2" fmla="*/ 943689 w 943689"/>
                        <a:gd name="connsiteY2" fmla="*/ 2579320 h 2856601"/>
                        <a:gd name="connsiteX3" fmla="*/ 0 w 943689"/>
                        <a:gd name="connsiteY3" fmla="*/ 2856601 h 2856601"/>
                        <a:gd name="connsiteX4" fmla="*/ 3175 w 943689"/>
                        <a:gd name="connsiteY4" fmla="*/ 0 h 2856601"/>
                        <a:gd name="connsiteX0" fmla="*/ 3175 w 943689"/>
                        <a:gd name="connsiteY0" fmla="*/ 0 h 2702502"/>
                        <a:gd name="connsiteX1" fmla="*/ 939220 w 943689"/>
                        <a:gd name="connsiteY1" fmla="*/ 243670 h 2702502"/>
                        <a:gd name="connsiteX2" fmla="*/ 943689 w 943689"/>
                        <a:gd name="connsiteY2" fmla="*/ 2579320 h 2702502"/>
                        <a:gd name="connsiteX3" fmla="*/ 0 w 943689"/>
                        <a:gd name="connsiteY3" fmla="*/ 2702502 h 2702502"/>
                        <a:gd name="connsiteX4" fmla="*/ 3175 w 943689"/>
                        <a:gd name="connsiteY4" fmla="*/ 0 h 2702502"/>
                        <a:gd name="connsiteX0" fmla="*/ 3175 w 943689"/>
                        <a:gd name="connsiteY0" fmla="*/ 0 h 2579320"/>
                        <a:gd name="connsiteX1" fmla="*/ 939220 w 943689"/>
                        <a:gd name="connsiteY1" fmla="*/ 243670 h 2579320"/>
                        <a:gd name="connsiteX2" fmla="*/ 943689 w 943689"/>
                        <a:gd name="connsiteY2" fmla="*/ 2579320 h 2579320"/>
                        <a:gd name="connsiteX3" fmla="*/ 0 w 943689"/>
                        <a:gd name="connsiteY3" fmla="*/ 2579223 h 2579320"/>
                        <a:gd name="connsiteX4" fmla="*/ 3175 w 943689"/>
                        <a:gd name="connsiteY4" fmla="*/ 0 h 2579320"/>
                        <a:gd name="connsiteX0" fmla="*/ 6 w 940520"/>
                        <a:gd name="connsiteY0" fmla="*/ 0 h 2594633"/>
                        <a:gd name="connsiteX1" fmla="*/ 936051 w 940520"/>
                        <a:gd name="connsiteY1" fmla="*/ 243670 h 2594633"/>
                        <a:gd name="connsiteX2" fmla="*/ 940520 w 940520"/>
                        <a:gd name="connsiteY2" fmla="*/ 2579320 h 2594633"/>
                        <a:gd name="connsiteX3" fmla="*/ 159391 w 940520"/>
                        <a:gd name="connsiteY3" fmla="*/ 2594633 h 2594633"/>
                        <a:gd name="connsiteX4" fmla="*/ 6 w 940520"/>
                        <a:gd name="connsiteY4" fmla="*/ 0 h 2594633"/>
                        <a:gd name="connsiteX0" fmla="*/ 6242 w 946756"/>
                        <a:gd name="connsiteY0" fmla="*/ 0 h 2594633"/>
                        <a:gd name="connsiteX1" fmla="*/ 942287 w 946756"/>
                        <a:gd name="connsiteY1" fmla="*/ 243670 h 2594633"/>
                        <a:gd name="connsiteX2" fmla="*/ 946756 w 946756"/>
                        <a:gd name="connsiteY2" fmla="*/ 2579320 h 2594633"/>
                        <a:gd name="connsiteX3" fmla="*/ 0 w 946756"/>
                        <a:gd name="connsiteY3" fmla="*/ 2594633 h 2594633"/>
                        <a:gd name="connsiteX4" fmla="*/ 6242 w 946756"/>
                        <a:gd name="connsiteY4" fmla="*/ 0 h 2594633"/>
                        <a:gd name="connsiteX0" fmla="*/ 6242 w 946756"/>
                        <a:gd name="connsiteY0" fmla="*/ 2888 h 2350963"/>
                        <a:gd name="connsiteX1" fmla="*/ 942287 w 946756"/>
                        <a:gd name="connsiteY1" fmla="*/ 0 h 2350963"/>
                        <a:gd name="connsiteX2" fmla="*/ 946756 w 946756"/>
                        <a:gd name="connsiteY2" fmla="*/ 2335650 h 2350963"/>
                        <a:gd name="connsiteX3" fmla="*/ 0 w 946756"/>
                        <a:gd name="connsiteY3" fmla="*/ 2350963 h 2350963"/>
                        <a:gd name="connsiteX4" fmla="*/ 6242 w 946756"/>
                        <a:gd name="connsiteY4" fmla="*/ 2888 h 2350963"/>
                        <a:gd name="connsiteX0" fmla="*/ 6242 w 946756"/>
                        <a:gd name="connsiteY0" fmla="*/ 0 h 2363485"/>
                        <a:gd name="connsiteX1" fmla="*/ 942287 w 946756"/>
                        <a:gd name="connsiteY1" fmla="*/ 12522 h 2363485"/>
                        <a:gd name="connsiteX2" fmla="*/ 946756 w 946756"/>
                        <a:gd name="connsiteY2" fmla="*/ 2348172 h 2363485"/>
                        <a:gd name="connsiteX3" fmla="*/ 0 w 946756"/>
                        <a:gd name="connsiteY3" fmla="*/ 2363485 h 2363485"/>
                        <a:gd name="connsiteX4" fmla="*/ 6242 w 946756"/>
                        <a:gd name="connsiteY4" fmla="*/ 0 h 2363485"/>
                        <a:gd name="connsiteX0" fmla="*/ 6242 w 942585"/>
                        <a:gd name="connsiteY0" fmla="*/ 0 h 2378992"/>
                        <a:gd name="connsiteX1" fmla="*/ 942287 w 942585"/>
                        <a:gd name="connsiteY1" fmla="*/ 12522 h 2378992"/>
                        <a:gd name="connsiteX2" fmla="*/ 940622 w 942585"/>
                        <a:gd name="connsiteY2" fmla="*/ 2378992 h 2378992"/>
                        <a:gd name="connsiteX3" fmla="*/ 0 w 942585"/>
                        <a:gd name="connsiteY3" fmla="*/ 2363485 h 2378992"/>
                        <a:gd name="connsiteX4" fmla="*/ 6242 w 942585"/>
                        <a:gd name="connsiteY4" fmla="*/ 0 h 2378992"/>
                        <a:gd name="connsiteX0" fmla="*/ 6242 w 947957"/>
                        <a:gd name="connsiteY0" fmla="*/ 0 h 2378992"/>
                        <a:gd name="connsiteX1" fmla="*/ 947808 w 947957"/>
                        <a:gd name="connsiteY1" fmla="*/ 12522 h 2378992"/>
                        <a:gd name="connsiteX2" fmla="*/ 940622 w 947957"/>
                        <a:gd name="connsiteY2" fmla="*/ 2378992 h 2378992"/>
                        <a:gd name="connsiteX3" fmla="*/ 0 w 947957"/>
                        <a:gd name="connsiteY3" fmla="*/ 2363485 h 2378992"/>
                        <a:gd name="connsiteX4" fmla="*/ 6242 w 947957"/>
                        <a:gd name="connsiteY4" fmla="*/ 0 h 2378992"/>
                        <a:gd name="connsiteX0" fmla="*/ 6242 w 949824"/>
                        <a:gd name="connsiteY0" fmla="*/ 0 h 2369746"/>
                        <a:gd name="connsiteX1" fmla="*/ 947808 w 949824"/>
                        <a:gd name="connsiteY1" fmla="*/ 12522 h 2369746"/>
                        <a:gd name="connsiteX2" fmla="*/ 949824 w 949824"/>
                        <a:gd name="connsiteY2" fmla="*/ 2369746 h 2369746"/>
                        <a:gd name="connsiteX3" fmla="*/ 0 w 949824"/>
                        <a:gd name="connsiteY3" fmla="*/ 2363485 h 2369746"/>
                        <a:gd name="connsiteX4" fmla="*/ 6242 w 949824"/>
                        <a:gd name="connsiteY4" fmla="*/ 0 h 2369746"/>
                        <a:gd name="connsiteX0" fmla="*/ 6242 w 949824"/>
                        <a:gd name="connsiteY0" fmla="*/ 0 h 2388238"/>
                        <a:gd name="connsiteX1" fmla="*/ 947808 w 949824"/>
                        <a:gd name="connsiteY1" fmla="*/ 31014 h 2388238"/>
                        <a:gd name="connsiteX2" fmla="*/ 949824 w 949824"/>
                        <a:gd name="connsiteY2" fmla="*/ 2388238 h 2388238"/>
                        <a:gd name="connsiteX3" fmla="*/ 0 w 949824"/>
                        <a:gd name="connsiteY3" fmla="*/ 2381977 h 2388238"/>
                        <a:gd name="connsiteX4" fmla="*/ 6242 w 949824"/>
                        <a:gd name="connsiteY4" fmla="*/ 0 h 2388238"/>
                        <a:gd name="connsiteX0" fmla="*/ 6242 w 951787"/>
                        <a:gd name="connsiteY0" fmla="*/ 5970 h 2394208"/>
                        <a:gd name="connsiteX1" fmla="*/ 951489 w 951787"/>
                        <a:gd name="connsiteY1" fmla="*/ 0 h 2394208"/>
                        <a:gd name="connsiteX2" fmla="*/ 949824 w 951787"/>
                        <a:gd name="connsiteY2" fmla="*/ 2394208 h 2394208"/>
                        <a:gd name="connsiteX3" fmla="*/ 0 w 951787"/>
                        <a:gd name="connsiteY3" fmla="*/ 2387947 h 2394208"/>
                        <a:gd name="connsiteX4" fmla="*/ 6242 w 951787"/>
                        <a:gd name="connsiteY4" fmla="*/ 5970 h 2394208"/>
                        <a:gd name="connsiteX0" fmla="*/ 6242 w 951787"/>
                        <a:gd name="connsiteY0" fmla="*/ 5970 h 2421946"/>
                        <a:gd name="connsiteX1" fmla="*/ 951489 w 951787"/>
                        <a:gd name="connsiteY1" fmla="*/ 0 h 2421946"/>
                        <a:gd name="connsiteX2" fmla="*/ 949824 w 951787"/>
                        <a:gd name="connsiteY2" fmla="*/ 2421946 h 2421946"/>
                        <a:gd name="connsiteX3" fmla="*/ 0 w 951787"/>
                        <a:gd name="connsiteY3" fmla="*/ 2387947 h 2421946"/>
                        <a:gd name="connsiteX4" fmla="*/ 6242 w 951787"/>
                        <a:gd name="connsiteY4" fmla="*/ 5970 h 2421946"/>
                        <a:gd name="connsiteX0" fmla="*/ 6242 w 953505"/>
                        <a:gd name="connsiteY0" fmla="*/ 5970 h 2394208"/>
                        <a:gd name="connsiteX1" fmla="*/ 951489 w 953505"/>
                        <a:gd name="connsiteY1" fmla="*/ 0 h 2394208"/>
                        <a:gd name="connsiteX2" fmla="*/ 953505 w 953505"/>
                        <a:gd name="connsiteY2" fmla="*/ 2394208 h 2394208"/>
                        <a:gd name="connsiteX3" fmla="*/ 0 w 953505"/>
                        <a:gd name="connsiteY3" fmla="*/ 2387947 h 2394208"/>
                        <a:gd name="connsiteX4" fmla="*/ 6242 w 953505"/>
                        <a:gd name="connsiteY4" fmla="*/ 5970 h 23942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53505" h="2394208">
                          <a:moveTo>
                            <a:pt x="6242" y="5970"/>
                          </a:moveTo>
                          <a:lnTo>
                            <a:pt x="951489" y="0"/>
                          </a:lnTo>
                          <a:cubicBezTo>
                            <a:pt x="952979" y="778550"/>
                            <a:pt x="952015" y="1615658"/>
                            <a:pt x="953505" y="2394208"/>
                          </a:cubicBezTo>
                          <a:lnTo>
                            <a:pt x="0" y="2387947"/>
                          </a:lnTo>
                          <a:cubicBezTo>
                            <a:pt x="1058" y="1442097"/>
                            <a:pt x="5184" y="951820"/>
                            <a:pt x="6242" y="597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A02FB63D-700F-9122-CB27-4F31AE232118}"/>
                      </a:ext>
                    </a:extLst>
                  </p:cNvPr>
                  <p:cNvSpPr/>
                  <p:nvPr/>
                </p:nvSpPr>
                <p:spPr>
                  <a:xfrm>
                    <a:off x="1513240" y="5344348"/>
                    <a:ext cx="3724790" cy="1519704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172923EC-87AB-B304-069D-A62C6C347CF0}"/>
                    </a:ext>
                  </a:extLst>
                </p:cNvPr>
                <p:cNvSpPr/>
                <p:nvPr/>
              </p:nvSpPr>
              <p:spPr>
                <a:xfrm>
                  <a:off x="2463798" y="6623938"/>
                  <a:ext cx="1849489" cy="8782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D867A5F3-DE24-AB6D-F235-6976B1507092}"/>
                    </a:ext>
                  </a:extLst>
                </p:cNvPr>
                <p:cNvSpPr/>
                <p:nvPr/>
              </p:nvSpPr>
              <p:spPr>
                <a:xfrm>
                  <a:off x="2569360" y="6520802"/>
                  <a:ext cx="1623676" cy="162091"/>
                </a:xfrm>
                <a:custGeom>
                  <a:avLst/>
                  <a:gdLst>
                    <a:gd name="connsiteX0" fmla="*/ 0 w 1041262"/>
                    <a:gd name="connsiteY0" fmla="*/ 28162 h 56324"/>
                    <a:gd name="connsiteX1" fmla="*/ 520631 w 1041262"/>
                    <a:gd name="connsiteY1" fmla="*/ 0 h 56324"/>
                    <a:gd name="connsiteX2" fmla="*/ 1041262 w 1041262"/>
                    <a:gd name="connsiteY2" fmla="*/ 28162 h 56324"/>
                    <a:gd name="connsiteX3" fmla="*/ 520631 w 1041262"/>
                    <a:gd name="connsiteY3" fmla="*/ 56324 h 56324"/>
                    <a:gd name="connsiteX4" fmla="*/ 0 w 1041262"/>
                    <a:gd name="connsiteY4" fmla="*/ 28162 h 56324"/>
                    <a:gd name="connsiteX0" fmla="*/ 0 w 1041262"/>
                    <a:gd name="connsiteY0" fmla="*/ 75787 h 103949"/>
                    <a:gd name="connsiteX1" fmla="*/ 520631 w 1041262"/>
                    <a:gd name="connsiteY1" fmla="*/ 0 h 103949"/>
                    <a:gd name="connsiteX2" fmla="*/ 1041262 w 1041262"/>
                    <a:gd name="connsiteY2" fmla="*/ 75787 h 103949"/>
                    <a:gd name="connsiteX3" fmla="*/ 520631 w 1041262"/>
                    <a:gd name="connsiteY3" fmla="*/ 103949 h 103949"/>
                    <a:gd name="connsiteX4" fmla="*/ 0 w 1041262"/>
                    <a:gd name="connsiteY4" fmla="*/ 75787 h 103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1262" h="103949">
                      <a:moveTo>
                        <a:pt x="0" y="75787"/>
                      </a:moveTo>
                      <a:cubicBezTo>
                        <a:pt x="0" y="58462"/>
                        <a:pt x="233094" y="0"/>
                        <a:pt x="520631" y="0"/>
                      </a:cubicBezTo>
                      <a:cubicBezTo>
                        <a:pt x="808168" y="0"/>
                        <a:pt x="1041262" y="60234"/>
                        <a:pt x="1041262" y="75787"/>
                      </a:cubicBezTo>
                      <a:cubicBezTo>
                        <a:pt x="1041262" y="91340"/>
                        <a:pt x="808168" y="103949"/>
                        <a:pt x="520631" y="103949"/>
                      </a:cubicBezTo>
                      <a:cubicBezTo>
                        <a:pt x="233094" y="103949"/>
                        <a:pt x="0" y="93112"/>
                        <a:pt x="0" y="75787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8D5AE12-8D6A-6D17-AAB8-FF16F9AF4022}"/>
                  </a:ext>
                </a:extLst>
              </p:cNvPr>
              <p:cNvSpPr txBox="1"/>
              <p:nvPr/>
            </p:nvSpPr>
            <p:spPr>
              <a:xfrm>
                <a:off x="5584005" y="4402801"/>
                <a:ext cx="5837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1:00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C979E4E-EF20-8687-F40E-AA3D1E404799}"/>
                  </a:ext>
                </a:extLst>
              </p:cNvPr>
              <p:cNvSpPr txBox="1"/>
              <p:nvPr/>
            </p:nvSpPr>
            <p:spPr>
              <a:xfrm>
                <a:off x="5593339" y="4724471"/>
                <a:ext cx="583711" cy="593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◤◥◣◢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4AD8F9A-E9E1-1DBD-C918-218FFBABD8FF}"/>
                  </a:ext>
                </a:extLst>
              </p:cNvPr>
              <p:cNvSpPr txBox="1"/>
              <p:nvPr/>
            </p:nvSpPr>
            <p:spPr>
              <a:xfrm>
                <a:off x="5511926" y="5441497"/>
                <a:ext cx="8174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◔ ▶◼</a:t>
                </a:r>
              </a:p>
            </p:txBody>
          </p:sp>
        </p:grp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53546EF-7A7C-C6DB-B740-652A92927B61}"/>
                </a:ext>
              </a:extLst>
            </p:cNvPr>
            <p:cNvSpPr/>
            <p:nvPr/>
          </p:nvSpPr>
          <p:spPr>
            <a:xfrm>
              <a:off x="1887536" y="4438901"/>
              <a:ext cx="3069769" cy="1252457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F7F0B7F-7D2D-7040-7174-14FE37B23785}"/>
              </a:ext>
            </a:extLst>
          </p:cNvPr>
          <p:cNvGrpSpPr/>
          <p:nvPr/>
        </p:nvGrpSpPr>
        <p:grpSpPr>
          <a:xfrm flipH="1">
            <a:off x="-270527" y="3848427"/>
            <a:ext cx="3659880" cy="5763999"/>
            <a:chOff x="8494258" y="151226"/>
            <a:chExt cx="1511277" cy="2380132"/>
          </a:xfrm>
        </p:grpSpPr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CB63645-8F33-8925-3C7C-6A3A6A29861D}"/>
                </a:ext>
              </a:extLst>
            </p:cNvPr>
            <p:cNvSpPr/>
            <p:nvPr/>
          </p:nvSpPr>
          <p:spPr>
            <a:xfrm rot="3388037">
              <a:off x="8561586" y="1145802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A480FC9-FE71-9315-A959-2FB75106C5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8832" y="1494517"/>
              <a:ext cx="0" cy="986476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9B0348C-35FD-04AF-B84B-2B4F7EA0CF5A}"/>
                </a:ext>
              </a:extLst>
            </p:cNvPr>
            <p:cNvCxnSpPr>
              <a:cxnSpLocks/>
            </p:cNvCxnSpPr>
            <p:nvPr/>
          </p:nvCxnSpPr>
          <p:spPr>
            <a:xfrm>
              <a:off x="9052943" y="1494517"/>
              <a:ext cx="10182" cy="90895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9138C7A2-4444-3C69-65AD-2CA67123C7BD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49913AE6-13DB-BC52-4CD9-938BF1CDB1D8}"/>
                </a:ext>
              </a:extLst>
            </p:cNvPr>
            <p:cNvSpPr/>
            <p:nvPr/>
          </p:nvSpPr>
          <p:spPr>
            <a:xfrm flipH="1">
              <a:off x="9165568" y="726872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Rectangle: Top Corners Rounded 139">
              <a:extLst>
                <a:ext uri="{FF2B5EF4-FFF2-40B4-BE49-F238E27FC236}">
                  <a16:creationId xmlns:a16="http://schemas.microsoft.com/office/drawing/2014/main" id="{8DFBD0E1-CBD2-7133-6F8E-A5806B35DEA0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Rectangle: Top Corners Rounded 140">
              <a:extLst>
                <a:ext uri="{FF2B5EF4-FFF2-40B4-BE49-F238E27FC236}">
                  <a16:creationId xmlns:a16="http://schemas.microsoft.com/office/drawing/2014/main" id="{35BAB272-7306-FF21-18E9-50B750D4C343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BEF6653-DA3F-EF85-89B3-031CBA897A7A}"/>
                </a:ext>
              </a:extLst>
            </p:cNvPr>
            <p:cNvSpPr/>
            <p:nvPr/>
          </p:nvSpPr>
          <p:spPr>
            <a:xfrm rot="20295679" flipH="1">
              <a:off x="9214496" y="1113127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DFD10CA-6BA8-2C74-8289-1A49DA4B2B2F}"/>
                </a:ext>
              </a:extLst>
            </p:cNvPr>
            <p:cNvSpPr/>
            <p:nvPr/>
          </p:nvSpPr>
          <p:spPr>
            <a:xfrm flipH="1">
              <a:off x="8855506" y="99157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C2B6536-4229-BAFB-F5A4-26828774335D}"/>
                </a:ext>
              </a:extLst>
            </p:cNvPr>
            <p:cNvSpPr/>
            <p:nvPr/>
          </p:nvSpPr>
          <p:spPr>
            <a:xfrm flipH="1">
              <a:off x="8639786" y="726872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62D8A09-0CC7-9F45-3548-0839B3FABEB0}"/>
                </a:ext>
              </a:extLst>
            </p:cNvPr>
            <p:cNvSpPr/>
            <p:nvPr/>
          </p:nvSpPr>
          <p:spPr>
            <a:xfrm flipH="1">
              <a:off x="9177717" y="764283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025C043C-4BAA-E229-8D17-39CFB2BD3361}"/>
                </a:ext>
              </a:extLst>
            </p:cNvPr>
            <p:cNvSpPr/>
            <p:nvPr/>
          </p:nvSpPr>
          <p:spPr>
            <a:xfrm flipH="1">
              <a:off x="8658034" y="76093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89BAD15-24E4-7F07-847B-4A8DA2B254A1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F72CC77-59AF-4A00-27AF-951AE0FBC120}"/>
                </a:ext>
              </a:extLst>
            </p:cNvPr>
            <p:cNvSpPr/>
            <p:nvPr/>
          </p:nvSpPr>
          <p:spPr>
            <a:xfrm rot="233026" flipH="1">
              <a:off x="8525223" y="450603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AE1AA9F3-78E7-529F-C332-5E8FF282B706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6" name="Block Arc 155">
            <a:extLst>
              <a:ext uri="{FF2B5EF4-FFF2-40B4-BE49-F238E27FC236}">
                <a16:creationId xmlns:a16="http://schemas.microsoft.com/office/drawing/2014/main" id="{F2824BC6-BECF-8AEB-9AF4-4EC0CEAB0644}"/>
              </a:ext>
            </a:extLst>
          </p:cNvPr>
          <p:cNvSpPr/>
          <p:nvPr/>
        </p:nvSpPr>
        <p:spPr>
          <a:xfrm rot="16200000">
            <a:off x="5421850" y="5006305"/>
            <a:ext cx="589933" cy="73839"/>
          </a:xfrm>
          <a:prstGeom prst="blockArc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1" name="Arc 160">
            <a:extLst>
              <a:ext uri="{FF2B5EF4-FFF2-40B4-BE49-F238E27FC236}">
                <a16:creationId xmlns:a16="http://schemas.microsoft.com/office/drawing/2014/main" id="{AEE64923-07A3-3F89-CF5A-EB44E5FFCAE9}"/>
              </a:ext>
            </a:extLst>
          </p:cNvPr>
          <p:cNvSpPr/>
          <p:nvPr/>
        </p:nvSpPr>
        <p:spPr>
          <a:xfrm rot="8370732">
            <a:off x="2126981" y="6025904"/>
            <a:ext cx="411195" cy="41119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62F16D-0CED-EF87-150C-A713E4B56907}"/>
              </a:ext>
            </a:extLst>
          </p:cNvPr>
          <p:cNvSpPr txBox="1"/>
          <p:nvPr/>
        </p:nvSpPr>
        <p:spPr>
          <a:xfrm>
            <a:off x="128944" y="2181722"/>
            <a:ext cx="6556984" cy="1200329"/>
          </a:xfrm>
          <a:prstGeom prst="rect">
            <a:avLst/>
          </a:prstGeom>
          <a:noFill/>
          <a:effectLst>
            <a:glow rad="1905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POV: The Microwave Is Out to Get You</a:t>
            </a:r>
          </a:p>
        </p:txBody>
      </p:sp>
    </p:spTree>
    <p:extLst>
      <p:ext uri="{BB962C8B-B14F-4D97-AF65-F5344CB8AC3E}">
        <p14:creationId xmlns:p14="http://schemas.microsoft.com/office/powerpoint/2010/main" val="383706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3" fill="hold"/>
                                        <p:tgtEl>
                                          <p:spTgt spid="2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185</TotalTime>
  <Words>38</Words>
  <Application>Microsoft Office PowerPoint</Application>
  <PresentationFormat>Widescreen</PresentationFormat>
  <Paragraphs>23</Paragraphs>
  <Slides>10</Slides>
  <Notes>1</Notes>
  <HiddenSlides>0</HiddenSlides>
  <MMClips>14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hellotuners1@outlook.com</dc:creator>
  <cp:lastModifiedBy>hellotuners1@outlook.com</cp:lastModifiedBy>
  <cp:revision>10</cp:revision>
  <dcterms:created xsi:type="dcterms:W3CDTF">2024-12-23T18:57:46Z</dcterms:created>
  <dcterms:modified xsi:type="dcterms:W3CDTF">2024-12-23T22:08:58Z</dcterms:modified>
</cp:coreProperties>
</file>